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tags/tag117.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tags/tag1229.xml" ContentType="application/vnd.openxmlformats-officedocument.presentationml.tags+xml"/>
  <Override PartName="/ppt/tags/tag123.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xml" ContentType="application/vnd.openxmlformats-officedocument.presentationml.tags+xml"/>
  <Override PartName="/ppt/tags/tag1240.xml" ContentType="application/vnd.openxmlformats-officedocument.presentationml.tags+xml"/>
  <Override PartName="/ppt/tags/tag1241.xml" ContentType="application/vnd.openxmlformats-officedocument.presentationml.tags+xml"/>
  <Override PartName="/ppt/tags/tag1242.xml" ContentType="application/vnd.openxmlformats-officedocument.presentationml.tags+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tags/tag125.xml" ContentType="application/vnd.openxmlformats-officedocument.presentationml.tags+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tags/tag1254.xml" ContentType="application/vnd.openxmlformats-officedocument.presentationml.tags+xml"/>
  <Override PartName="/ppt/tags/tag1255.xml" ContentType="application/vnd.openxmlformats-officedocument.presentationml.tags+xml"/>
  <Override PartName="/ppt/tags/tag1256.xml" ContentType="application/vnd.openxmlformats-officedocument.presentationml.tags+xml"/>
  <Override PartName="/ppt/tags/tag1257.xml" ContentType="application/vnd.openxmlformats-officedocument.presentationml.tags+xml"/>
  <Override PartName="/ppt/tags/tag1258.xml" ContentType="application/vnd.openxmlformats-officedocument.presentationml.tags+xml"/>
  <Override PartName="/ppt/tags/tag1259.xml" ContentType="application/vnd.openxmlformats-officedocument.presentationml.tags+xml"/>
  <Override PartName="/ppt/tags/tag126.xml" ContentType="application/vnd.openxmlformats-officedocument.presentationml.tags+xml"/>
  <Override PartName="/ppt/tags/tag1260.xml" ContentType="application/vnd.openxmlformats-officedocument.presentationml.tags+xml"/>
  <Override PartName="/ppt/tags/tag1261.xml" ContentType="application/vnd.openxmlformats-officedocument.presentationml.tags+xml"/>
  <Override PartName="/ppt/tags/tag1262.xml" ContentType="application/vnd.openxmlformats-officedocument.presentationml.tags+xml"/>
  <Override PartName="/ppt/tags/tag1263.xml" ContentType="application/vnd.openxmlformats-officedocument.presentationml.tags+xml"/>
  <Override PartName="/ppt/tags/tag1264.xml" ContentType="application/vnd.openxmlformats-officedocument.presentationml.tags+xml"/>
  <Override PartName="/ppt/tags/tag1265.xml" ContentType="application/vnd.openxmlformats-officedocument.presentationml.tags+xml"/>
  <Override PartName="/ppt/tags/tag1266.xml" ContentType="application/vnd.openxmlformats-officedocument.presentationml.tags+xml"/>
  <Override PartName="/ppt/tags/tag1267.xml" ContentType="application/vnd.openxmlformats-officedocument.presentationml.tags+xml"/>
  <Override PartName="/ppt/tags/tag1268.xml" ContentType="application/vnd.openxmlformats-officedocument.presentationml.tags+xml"/>
  <Override PartName="/ppt/tags/tag1269.xml" ContentType="application/vnd.openxmlformats-officedocument.presentationml.tags+xml"/>
  <Override PartName="/ppt/tags/tag127.xml" ContentType="application/vnd.openxmlformats-officedocument.presentationml.tags+xml"/>
  <Override PartName="/ppt/tags/tag1270.xml" ContentType="application/vnd.openxmlformats-officedocument.presentationml.tags+xml"/>
  <Override PartName="/ppt/tags/tag1271.xml" ContentType="application/vnd.openxmlformats-officedocument.presentationml.tags+xml"/>
  <Override PartName="/ppt/tags/tag1272.xml" ContentType="application/vnd.openxmlformats-officedocument.presentationml.tags+xml"/>
  <Override PartName="/ppt/tags/tag1273.xml" ContentType="application/vnd.openxmlformats-officedocument.presentationml.tags+xml"/>
  <Override PartName="/ppt/tags/tag1274.xml" ContentType="application/vnd.openxmlformats-officedocument.presentationml.tags+xml"/>
  <Override PartName="/ppt/tags/tag1275.xml" ContentType="application/vnd.openxmlformats-officedocument.presentationml.tags+xml"/>
  <Override PartName="/ppt/tags/tag1276.xml" ContentType="application/vnd.openxmlformats-officedocument.presentationml.tags+xml"/>
  <Override PartName="/ppt/tags/tag1277.xml" ContentType="application/vnd.openxmlformats-officedocument.presentationml.tags+xml"/>
  <Override PartName="/ppt/tags/tag1278.xml" ContentType="application/vnd.openxmlformats-officedocument.presentationml.tags+xml"/>
  <Override PartName="/ppt/tags/tag1279.xml" ContentType="application/vnd.openxmlformats-officedocument.presentationml.tags+xml"/>
  <Override PartName="/ppt/tags/tag128.xml" ContentType="application/vnd.openxmlformats-officedocument.presentationml.tags+xml"/>
  <Override PartName="/ppt/tags/tag1280.xml" ContentType="application/vnd.openxmlformats-officedocument.presentationml.tags+xml"/>
  <Override PartName="/ppt/tags/tag1281.xml" ContentType="application/vnd.openxmlformats-officedocument.presentationml.tags+xml"/>
  <Override PartName="/ppt/tags/tag1282.xml" ContentType="application/vnd.openxmlformats-officedocument.presentationml.tags+xml"/>
  <Override PartName="/ppt/tags/tag1283.xml" ContentType="application/vnd.openxmlformats-officedocument.presentationml.tags+xml"/>
  <Override PartName="/ppt/tags/tag1284.xml" ContentType="application/vnd.openxmlformats-officedocument.presentationml.tags+xml"/>
  <Override PartName="/ppt/tags/tag1285.xml" ContentType="application/vnd.openxmlformats-officedocument.presentationml.tags+xml"/>
  <Override PartName="/ppt/tags/tag1286.xml" ContentType="application/vnd.openxmlformats-officedocument.presentationml.tags+xml"/>
  <Override PartName="/ppt/tags/tag1287.xml" ContentType="application/vnd.openxmlformats-officedocument.presentationml.tags+xml"/>
  <Override PartName="/ppt/tags/tag1288.xml" ContentType="application/vnd.openxmlformats-officedocument.presentationml.tags+xml"/>
  <Override PartName="/ppt/tags/tag1289.xml" ContentType="application/vnd.openxmlformats-officedocument.presentationml.tags+xml"/>
  <Override PartName="/ppt/tags/tag129.xml" ContentType="application/vnd.openxmlformats-officedocument.presentationml.tags+xml"/>
  <Override PartName="/ppt/tags/tag1290.xml" ContentType="application/vnd.openxmlformats-officedocument.presentationml.tags+xml"/>
  <Override PartName="/ppt/tags/tag1291.xml" ContentType="application/vnd.openxmlformats-officedocument.presentationml.tags+xml"/>
  <Override PartName="/ppt/tags/tag1292.xml" ContentType="application/vnd.openxmlformats-officedocument.presentationml.tags+xml"/>
  <Override PartName="/ppt/tags/tag1293.xml" ContentType="application/vnd.openxmlformats-officedocument.presentationml.tags+xml"/>
  <Override PartName="/ppt/tags/tag1294.xml" ContentType="application/vnd.openxmlformats-officedocument.presentationml.tags+xml"/>
  <Override PartName="/ppt/tags/tag1295.xml" ContentType="application/vnd.openxmlformats-officedocument.presentationml.tags+xml"/>
  <Override PartName="/ppt/tags/tag1296.xml" ContentType="application/vnd.openxmlformats-officedocument.presentationml.tags+xml"/>
  <Override PartName="/ppt/tags/tag1297.xml" ContentType="application/vnd.openxmlformats-officedocument.presentationml.tags+xml"/>
  <Override PartName="/ppt/tags/tag1298.xml" ContentType="application/vnd.openxmlformats-officedocument.presentationml.tags+xml"/>
  <Override PartName="/ppt/tags/tag129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00.xml" ContentType="application/vnd.openxmlformats-officedocument.presentationml.tags+xml"/>
  <Override PartName="/ppt/tags/tag1301.xml" ContentType="application/vnd.openxmlformats-officedocument.presentationml.tags+xml"/>
  <Override PartName="/ppt/tags/tag1302.xml" ContentType="application/vnd.openxmlformats-officedocument.presentationml.tags+xml"/>
  <Override PartName="/ppt/tags/tag1303.xml" ContentType="application/vnd.openxmlformats-officedocument.presentationml.tags+xml"/>
  <Override PartName="/ppt/tags/tag1304.xml" ContentType="application/vnd.openxmlformats-officedocument.presentationml.tags+xml"/>
  <Override PartName="/ppt/tags/tag1305.xml" ContentType="application/vnd.openxmlformats-officedocument.presentationml.tags+xml"/>
  <Override PartName="/ppt/tags/tag1306.xml" ContentType="application/vnd.openxmlformats-officedocument.presentationml.tags+xml"/>
  <Override PartName="/ppt/tags/tag1307.xml" ContentType="application/vnd.openxmlformats-officedocument.presentationml.tags+xml"/>
  <Override PartName="/ppt/tags/tag1308.xml" ContentType="application/vnd.openxmlformats-officedocument.presentationml.tags+xml"/>
  <Override PartName="/ppt/tags/tag1309.xml" ContentType="application/vnd.openxmlformats-officedocument.presentationml.tags+xml"/>
  <Override PartName="/ppt/tags/tag131.xml" ContentType="application/vnd.openxmlformats-officedocument.presentationml.tags+xml"/>
  <Override PartName="/ppt/tags/tag1310.xml" ContentType="application/vnd.openxmlformats-officedocument.presentationml.tags+xml"/>
  <Override PartName="/ppt/tags/tag1311.xml" ContentType="application/vnd.openxmlformats-officedocument.presentationml.tags+xml"/>
  <Override PartName="/ppt/tags/tag1312.xml" ContentType="application/vnd.openxmlformats-officedocument.presentationml.tags+xml"/>
  <Override PartName="/ppt/tags/tag1313.xml" ContentType="application/vnd.openxmlformats-officedocument.presentationml.tags+xml"/>
  <Override PartName="/ppt/tags/tag1314.xml" ContentType="application/vnd.openxmlformats-officedocument.presentationml.tags+xml"/>
  <Override PartName="/ppt/tags/tag1315.xml" ContentType="application/vnd.openxmlformats-officedocument.presentationml.tags+xml"/>
  <Override PartName="/ppt/tags/tag1316.xml" ContentType="application/vnd.openxmlformats-officedocument.presentationml.tags+xml"/>
  <Override PartName="/ppt/tags/tag1317.xml" ContentType="application/vnd.openxmlformats-officedocument.presentationml.tags+xml"/>
  <Override PartName="/ppt/tags/tag1318.xml" ContentType="application/vnd.openxmlformats-officedocument.presentationml.tags+xml"/>
  <Override PartName="/ppt/tags/tag1319.xml" ContentType="application/vnd.openxmlformats-officedocument.presentationml.tags+xml"/>
  <Override PartName="/ppt/tags/tag132.xml" ContentType="application/vnd.openxmlformats-officedocument.presentationml.tags+xml"/>
  <Override PartName="/ppt/tags/tag1320.xml" ContentType="application/vnd.openxmlformats-officedocument.presentationml.tags+xml"/>
  <Override PartName="/ppt/tags/tag1321.xml" ContentType="application/vnd.openxmlformats-officedocument.presentationml.tags+xml"/>
  <Override PartName="/ppt/tags/tag1322.xml" ContentType="application/vnd.openxmlformats-officedocument.presentationml.tags+xml"/>
  <Override PartName="/ppt/tags/tag1323.xml" ContentType="application/vnd.openxmlformats-officedocument.presentationml.tags+xml"/>
  <Override PartName="/ppt/tags/tag1324.xml" ContentType="application/vnd.openxmlformats-officedocument.presentationml.tags+xml"/>
  <Override PartName="/ppt/tags/tag1325.xml" ContentType="application/vnd.openxmlformats-officedocument.presentationml.tags+xml"/>
  <Override PartName="/ppt/tags/tag1326.xml" ContentType="application/vnd.openxmlformats-officedocument.presentationml.tags+xml"/>
  <Override PartName="/ppt/tags/tag1327.xml" ContentType="application/vnd.openxmlformats-officedocument.presentationml.tags+xml"/>
  <Override PartName="/ppt/tags/tag1328.xml" ContentType="application/vnd.openxmlformats-officedocument.presentationml.tags+xml"/>
  <Override PartName="/ppt/tags/tag1329.xml" ContentType="application/vnd.openxmlformats-officedocument.presentationml.tags+xml"/>
  <Override PartName="/ppt/tags/tag133.xml" ContentType="application/vnd.openxmlformats-officedocument.presentationml.tags+xml"/>
  <Override PartName="/ppt/tags/tag1330.xml" ContentType="application/vnd.openxmlformats-officedocument.presentationml.tags+xml"/>
  <Override PartName="/ppt/tags/tag1331.xml" ContentType="application/vnd.openxmlformats-officedocument.presentationml.tags+xml"/>
  <Override PartName="/ppt/tags/tag1332.xml" ContentType="application/vnd.openxmlformats-officedocument.presentationml.tags+xml"/>
  <Override PartName="/ppt/tags/tag1333.xml" ContentType="application/vnd.openxmlformats-officedocument.presentationml.tags+xml"/>
  <Override PartName="/ppt/tags/tag1334.xml" ContentType="application/vnd.openxmlformats-officedocument.presentationml.tags+xml"/>
  <Override PartName="/ppt/tags/tag1335.xml" ContentType="application/vnd.openxmlformats-officedocument.presentationml.tags+xml"/>
  <Override PartName="/ppt/tags/tag1336.xml" ContentType="application/vnd.openxmlformats-officedocument.presentationml.tags+xml"/>
  <Override PartName="/ppt/tags/tag1337.xml" ContentType="application/vnd.openxmlformats-officedocument.presentationml.tags+xml"/>
  <Override PartName="/ppt/tags/tag1338.xml" ContentType="application/vnd.openxmlformats-officedocument.presentationml.tags+xml"/>
  <Override PartName="/ppt/tags/tag1339.xml" ContentType="application/vnd.openxmlformats-officedocument.presentationml.tags+xml"/>
  <Override PartName="/ppt/tags/tag134.xml" ContentType="application/vnd.openxmlformats-officedocument.presentationml.tags+xml"/>
  <Override PartName="/ppt/tags/tag1340.xml" ContentType="application/vnd.openxmlformats-officedocument.presentationml.tags+xml"/>
  <Override PartName="/ppt/tags/tag1341.xml" ContentType="application/vnd.openxmlformats-officedocument.presentationml.tags+xml"/>
  <Override PartName="/ppt/tags/tag1342.xml" ContentType="application/vnd.openxmlformats-officedocument.presentationml.tags+xml"/>
  <Override PartName="/ppt/tags/tag1343.xml" ContentType="application/vnd.openxmlformats-officedocument.presentationml.tags+xml"/>
  <Override PartName="/ppt/tags/tag1344.xml" ContentType="application/vnd.openxmlformats-officedocument.presentationml.tags+xml"/>
  <Override PartName="/ppt/tags/tag1345.xml" ContentType="application/vnd.openxmlformats-officedocument.presentationml.tags+xml"/>
  <Override PartName="/ppt/tags/tag1346.xml" ContentType="application/vnd.openxmlformats-officedocument.presentationml.tags+xml"/>
  <Override PartName="/ppt/tags/tag1347.xml" ContentType="application/vnd.openxmlformats-officedocument.presentationml.tags+xml"/>
  <Override PartName="/ppt/tags/tag1348.xml" ContentType="application/vnd.openxmlformats-officedocument.presentationml.tags+xml"/>
  <Override PartName="/ppt/tags/tag1349.xml" ContentType="application/vnd.openxmlformats-officedocument.presentationml.tags+xml"/>
  <Override PartName="/ppt/tags/tag135.xml" ContentType="application/vnd.openxmlformats-officedocument.presentationml.tags+xml"/>
  <Override PartName="/ppt/tags/tag1350.xml" ContentType="application/vnd.openxmlformats-officedocument.presentationml.tags+xml"/>
  <Override PartName="/ppt/tags/tag1351.xml" ContentType="application/vnd.openxmlformats-officedocument.presentationml.tags+xml"/>
  <Override PartName="/ppt/tags/tag1352.xml" ContentType="application/vnd.openxmlformats-officedocument.presentationml.tags+xml"/>
  <Override PartName="/ppt/tags/tag1353.xml" ContentType="application/vnd.openxmlformats-officedocument.presentationml.tags+xml"/>
  <Override PartName="/ppt/tags/tag1354.xml" ContentType="application/vnd.openxmlformats-officedocument.presentationml.tags+xml"/>
  <Override PartName="/ppt/tags/tag1355.xml" ContentType="application/vnd.openxmlformats-officedocument.presentationml.tags+xml"/>
  <Override PartName="/ppt/tags/tag1356.xml" ContentType="application/vnd.openxmlformats-officedocument.presentationml.tags+xml"/>
  <Override PartName="/ppt/tags/tag1357.xml" ContentType="application/vnd.openxmlformats-officedocument.presentationml.tags+xml"/>
  <Override PartName="/ppt/tags/tag1358.xml" ContentType="application/vnd.openxmlformats-officedocument.presentationml.tags+xml"/>
  <Override PartName="/ppt/tags/tag1359.xml" ContentType="application/vnd.openxmlformats-officedocument.presentationml.tags+xml"/>
  <Override PartName="/ppt/tags/tag136.xml" ContentType="application/vnd.openxmlformats-officedocument.presentationml.tags+xml"/>
  <Override PartName="/ppt/tags/tag1360.xml" ContentType="application/vnd.openxmlformats-officedocument.presentationml.tags+xml"/>
  <Override PartName="/ppt/tags/tag1361.xml" ContentType="application/vnd.openxmlformats-officedocument.presentationml.tags+xml"/>
  <Override PartName="/ppt/tags/tag1362.xml" ContentType="application/vnd.openxmlformats-officedocument.presentationml.tags+xml"/>
  <Override PartName="/ppt/tags/tag1363.xml" ContentType="application/vnd.openxmlformats-officedocument.presentationml.tags+xml"/>
  <Override PartName="/ppt/tags/tag1364.xml" ContentType="application/vnd.openxmlformats-officedocument.presentationml.tags+xml"/>
  <Override PartName="/ppt/tags/tag1365.xml" ContentType="application/vnd.openxmlformats-officedocument.presentationml.tags+xml"/>
  <Override PartName="/ppt/tags/tag1366.xml" ContentType="application/vnd.openxmlformats-officedocument.presentationml.tags+xml"/>
  <Override PartName="/ppt/tags/tag1367.xml" ContentType="application/vnd.openxmlformats-officedocument.presentationml.tags+xml"/>
  <Override PartName="/ppt/tags/tag1368.xml" ContentType="application/vnd.openxmlformats-officedocument.presentationml.tags+xml"/>
  <Override PartName="/ppt/tags/tag1369.xml" ContentType="application/vnd.openxmlformats-officedocument.presentationml.tags+xml"/>
  <Override PartName="/ppt/tags/tag137.xml" ContentType="application/vnd.openxmlformats-officedocument.presentationml.tags+xml"/>
  <Override PartName="/ppt/tags/tag1370.xml" ContentType="application/vnd.openxmlformats-officedocument.presentationml.tags+xml"/>
  <Override PartName="/ppt/tags/tag1371.xml" ContentType="application/vnd.openxmlformats-officedocument.presentationml.tags+xml"/>
  <Override PartName="/ppt/tags/tag1372.xml" ContentType="application/vnd.openxmlformats-officedocument.presentationml.tags+xml"/>
  <Override PartName="/ppt/tags/tag1373.xml" ContentType="application/vnd.openxmlformats-officedocument.presentationml.tags+xml"/>
  <Override PartName="/ppt/tags/tag1374.xml" ContentType="application/vnd.openxmlformats-officedocument.presentationml.tags+xml"/>
  <Override PartName="/ppt/tags/tag1375.xml" ContentType="application/vnd.openxmlformats-officedocument.presentationml.tags+xml"/>
  <Override PartName="/ppt/tags/tag1376.xml" ContentType="application/vnd.openxmlformats-officedocument.presentationml.tags+xml"/>
  <Override PartName="/ppt/tags/tag1377.xml" ContentType="application/vnd.openxmlformats-officedocument.presentationml.tags+xml"/>
  <Override PartName="/ppt/tags/tag1378.xml" ContentType="application/vnd.openxmlformats-officedocument.presentationml.tags+xml"/>
  <Override PartName="/ppt/tags/tag1379.xml" ContentType="application/vnd.openxmlformats-officedocument.presentationml.tags+xml"/>
  <Override PartName="/ppt/tags/tag138.xml" ContentType="application/vnd.openxmlformats-officedocument.presentationml.tags+xml"/>
  <Override PartName="/ppt/tags/tag1380.xml" ContentType="application/vnd.openxmlformats-officedocument.presentationml.tags+xml"/>
  <Override PartName="/ppt/tags/tag1381.xml" ContentType="application/vnd.openxmlformats-officedocument.presentationml.tags+xml"/>
  <Override PartName="/ppt/tags/tag1382.xml" ContentType="application/vnd.openxmlformats-officedocument.presentationml.tags+xml"/>
  <Override PartName="/ppt/tags/tag1383.xml" ContentType="application/vnd.openxmlformats-officedocument.presentationml.tags+xml"/>
  <Override PartName="/ppt/tags/tag1384.xml" ContentType="application/vnd.openxmlformats-officedocument.presentationml.tags+xml"/>
  <Override PartName="/ppt/tags/tag1385.xml" ContentType="application/vnd.openxmlformats-officedocument.presentationml.tags+xml"/>
  <Override PartName="/ppt/tags/tag1386.xml" ContentType="application/vnd.openxmlformats-officedocument.presentationml.tags+xml"/>
  <Override PartName="/ppt/tags/tag1387.xml" ContentType="application/vnd.openxmlformats-officedocument.presentationml.tags+xml"/>
  <Override PartName="/ppt/tags/tag1388.xml" ContentType="application/vnd.openxmlformats-officedocument.presentationml.tags+xml"/>
  <Override PartName="/ppt/tags/tag1389.xml" ContentType="application/vnd.openxmlformats-officedocument.presentationml.tags+xml"/>
  <Override PartName="/ppt/tags/tag139.xml" ContentType="application/vnd.openxmlformats-officedocument.presentationml.tags+xml"/>
  <Override PartName="/ppt/tags/tag1390.xml" ContentType="application/vnd.openxmlformats-officedocument.presentationml.tags+xml"/>
  <Override PartName="/ppt/tags/tag1391.xml" ContentType="application/vnd.openxmlformats-officedocument.presentationml.tags+xml"/>
  <Override PartName="/ppt/tags/tag1392.xml" ContentType="application/vnd.openxmlformats-officedocument.presentationml.tags+xml"/>
  <Override PartName="/ppt/tags/tag1393.xml" ContentType="application/vnd.openxmlformats-officedocument.presentationml.tags+xml"/>
  <Override PartName="/ppt/tags/tag1394.xml" ContentType="application/vnd.openxmlformats-officedocument.presentationml.tags+xml"/>
  <Override PartName="/ppt/tags/tag1395.xml" ContentType="application/vnd.openxmlformats-officedocument.presentationml.tags+xml"/>
  <Override PartName="/ppt/tags/tag1396.xml" ContentType="application/vnd.openxmlformats-officedocument.presentationml.tags+xml"/>
  <Override PartName="/ppt/tags/tag1397.xml" ContentType="application/vnd.openxmlformats-officedocument.presentationml.tags+xml"/>
  <Override PartName="/ppt/tags/tag1398.xml" ContentType="application/vnd.openxmlformats-officedocument.presentationml.tags+xml"/>
  <Override PartName="/ppt/tags/tag139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00.xml" ContentType="application/vnd.openxmlformats-officedocument.presentationml.tags+xml"/>
  <Override PartName="/ppt/tags/tag1401.xml" ContentType="application/vnd.openxmlformats-officedocument.presentationml.tags+xml"/>
  <Override PartName="/ppt/tags/tag1402.xml" ContentType="application/vnd.openxmlformats-officedocument.presentationml.tags+xml"/>
  <Override PartName="/ppt/tags/tag1403.xml" ContentType="application/vnd.openxmlformats-officedocument.presentationml.tags+xml"/>
  <Override PartName="/ppt/tags/tag1404.xml" ContentType="application/vnd.openxmlformats-officedocument.presentationml.tags+xml"/>
  <Override PartName="/ppt/tags/tag1405.xml" ContentType="application/vnd.openxmlformats-officedocument.presentationml.tags+xml"/>
  <Override PartName="/ppt/tags/tag1406.xml" ContentType="application/vnd.openxmlformats-officedocument.presentationml.tags+xml"/>
  <Override PartName="/ppt/tags/tag1407.xml" ContentType="application/vnd.openxmlformats-officedocument.presentationml.tags+xml"/>
  <Override PartName="/ppt/tags/tag1408.xml" ContentType="application/vnd.openxmlformats-officedocument.presentationml.tags+xml"/>
  <Override PartName="/ppt/tags/tag1409.xml" ContentType="application/vnd.openxmlformats-officedocument.presentationml.tags+xml"/>
  <Override PartName="/ppt/tags/tag141.xml" ContentType="application/vnd.openxmlformats-officedocument.presentationml.tags+xml"/>
  <Override PartName="/ppt/tags/tag1410.xml" ContentType="application/vnd.openxmlformats-officedocument.presentationml.tags+xml"/>
  <Override PartName="/ppt/tags/tag1411.xml" ContentType="application/vnd.openxmlformats-officedocument.presentationml.tags+xml"/>
  <Override PartName="/ppt/tags/tag1412.xml" ContentType="application/vnd.openxmlformats-officedocument.presentationml.tags+xml"/>
  <Override PartName="/ppt/tags/tag1413.xml" ContentType="application/vnd.openxmlformats-officedocument.presentationml.tags+xml"/>
  <Override PartName="/ppt/tags/tag1414.xml" ContentType="application/vnd.openxmlformats-officedocument.presentationml.tags+xml"/>
  <Override PartName="/ppt/tags/tag1415.xml" ContentType="application/vnd.openxmlformats-officedocument.presentationml.tags+xml"/>
  <Override PartName="/ppt/tags/tag1416.xml" ContentType="application/vnd.openxmlformats-officedocument.presentationml.tags+xml"/>
  <Override PartName="/ppt/tags/tag1417.xml" ContentType="application/vnd.openxmlformats-officedocument.presentationml.tags+xml"/>
  <Override PartName="/ppt/tags/tag1418.xml" ContentType="application/vnd.openxmlformats-officedocument.presentationml.tags+xml"/>
  <Override PartName="/ppt/tags/tag1419.xml" ContentType="application/vnd.openxmlformats-officedocument.presentationml.tags+xml"/>
  <Override PartName="/ppt/tags/tag142.xml" ContentType="application/vnd.openxmlformats-officedocument.presentationml.tags+xml"/>
  <Override PartName="/ppt/tags/tag1420.xml" ContentType="application/vnd.openxmlformats-officedocument.presentationml.tags+xml"/>
  <Override PartName="/ppt/tags/tag1421.xml" ContentType="application/vnd.openxmlformats-officedocument.presentationml.tags+xml"/>
  <Override PartName="/ppt/tags/tag1422.xml" ContentType="application/vnd.openxmlformats-officedocument.presentationml.tags+xml"/>
  <Override PartName="/ppt/tags/tag1423.xml" ContentType="application/vnd.openxmlformats-officedocument.presentationml.tags+xml"/>
  <Override PartName="/ppt/tags/tag1424.xml" ContentType="application/vnd.openxmlformats-officedocument.presentationml.tags+xml"/>
  <Override PartName="/ppt/tags/tag1425.xml" ContentType="application/vnd.openxmlformats-officedocument.presentationml.tags+xml"/>
  <Override PartName="/ppt/tags/tag1426.xml" ContentType="application/vnd.openxmlformats-officedocument.presentationml.tags+xml"/>
  <Override PartName="/ppt/tags/tag1427.xml" ContentType="application/vnd.openxmlformats-officedocument.presentationml.tags+xml"/>
  <Override PartName="/ppt/tags/tag1428.xml" ContentType="application/vnd.openxmlformats-officedocument.presentationml.tags+xml"/>
  <Override PartName="/ppt/tags/tag1429.xml" ContentType="application/vnd.openxmlformats-officedocument.presentationml.tags+xml"/>
  <Override PartName="/ppt/tags/tag143.xml" ContentType="application/vnd.openxmlformats-officedocument.presentationml.tags+xml"/>
  <Override PartName="/ppt/tags/tag1430.xml" ContentType="application/vnd.openxmlformats-officedocument.presentationml.tags+xml"/>
  <Override PartName="/ppt/tags/tag1431.xml" ContentType="application/vnd.openxmlformats-officedocument.presentationml.tags+xml"/>
  <Override PartName="/ppt/tags/tag1432.xml" ContentType="application/vnd.openxmlformats-officedocument.presentationml.tags+xml"/>
  <Override PartName="/ppt/tags/tag1433.xml" ContentType="application/vnd.openxmlformats-officedocument.presentationml.tags+xml"/>
  <Override PartName="/ppt/tags/tag1434.xml" ContentType="application/vnd.openxmlformats-officedocument.presentationml.tags+xml"/>
  <Override PartName="/ppt/tags/tag1435.xml" ContentType="application/vnd.openxmlformats-officedocument.presentationml.tags+xml"/>
  <Override PartName="/ppt/tags/tag1436.xml" ContentType="application/vnd.openxmlformats-officedocument.presentationml.tags+xml"/>
  <Override PartName="/ppt/tags/tag1437.xml" ContentType="application/vnd.openxmlformats-officedocument.presentationml.tags+xml"/>
  <Override PartName="/ppt/tags/tag1438.xml" ContentType="application/vnd.openxmlformats-officedocument.presentationml.tags+xml"/>
  <Override PartName="/ppt/tags/tag1439.xml" ContentType="application/vnd.openxmlformats-officedocument.presentationml.tags+xml"/>
  <Override PartName="/ppt/tags/tag144.xml" ContentType="application/vnd.openxmlformats-officedocument.presentationml.tags+xml"/>
  <Override PartName="/ppt/tags/tag1440.xml" ContentType="application/vnd.openxmlformats-officedocument.presentationml.tags+xml"/>
  <Override PartName="/ppt/tags/tag1441.xml" ContentType="application/vnd.openxmlformats-officedocument.presentationml.tags+xml"/>
  <Override PartName="/ppt/tags/tag1442.xml" ContentType="application/vnd.openxmlformats-officedocument.presentationml.tags+xml"/>
  <Override PartName="/ppt/tags/tag1443.xml" ContentType="application/vnd.openxmlformats-officedocument.presentationml.tags+xml"/>
  <Override PartName="/ppt/tags/tag1444.xml" ContentType="application/vnd.openxmlformats-officedocument.presentationml.tags+xml"/>
  <Override PartName="/ppt/tags/tag1445.xml" ContentType="application/vnd.openxmlformats-officedocument.presentationml.tags+xml"/>
  <Override PartName="/ppt/tags/tag1446.xml" ContentType="application/vnd.openxmlformats-officedocument.presentationml.tags+xml"/>
  <Override PartName="/ppt/tags/tag1447.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6" r:id="rId4"/>
    <p:sldId id="263" r:id="rId6"/>
    <p:sldId id="265" r:id="rId7"/>
    <p:sldId id="271" r:id="rId8"/>
    <p:sldId id="266" r:id="rId9"/>
    <p:sldId id="267" r:id="rId10"/>
    <p:sldId id="292" r:id="rId11"/>
    <p:sldId id="274" r:id="rId12"/>
    <p:sldId id="309" r:id="rId13"/>
    <p:sldId id="268" r:id="rId14"/>
    <p:sldId id="310" r:id="rId15"/>
    <p:sldId id="279" r:id="rId16"/>
    <p:sldId id="380" r:id="rId17"/>
    <p:sldId id="278" r:id="rId18"/>
    <p:sldId id="326" r:id="rId19"/>
    <p:sldId id="340" r:id="rId20"/>
    <p:sldId id="381" r:id="rId21"/>
    <p:sldId id="341" r:id="rId22"/>
    <p:sldId id="342" r:id="rId23"/>
    <p:sldId id="269" r:id="rId24"/>
    <p:sldId id="282" r:id="rId25"/>
    <p:sldId id="283" r:id="rId26"/>
    <p:sldId id="328" r:id="rId27"/>
    <p:sldId id="329" r:id="rId28"/>
    <p:sldId id="330" r:id="rId29"/>
    <p:sldId id="331" r:id="rId30"/>
    <p:sldId id="332" r:id="rId31"/>
    <p:sldId id="343" r:id="rId32"/>
    <p:sldId id="333" r:id="rId33"/>
    <p:sldId id="334" r:id="rId34"/>
    <p:sldId id="336" r:id="rId35"/>
    <p:sldId id="345" r:id="rId36"/>
    <p:sldId id="382" r:id="rId37"/>
    <p:sldId id="346" r:id="rId38"/>
    <p:sldId id="335" r:id="rId39"/>
    <p:sldId id="344" r:id="rId40"/>
    <p:sldId id="350" r:id="rId41"/>
    <p:sldId id="351" r:id="rId42"/>
    <p:sldId id="352" r:id="rId43"/>
    <p:sldId id="353" r:id="rId44"/>
    <p:sldId id="354" r:id="rId45"/>
    <p:sldId id="356" r:id="rId46"/>
    <p:sldId id="357" r:id="rId47"/>
    <p:sldId id="358" r:id="rId48"/>
    <p:sldId id="359" r:id="rId49"/>
    <p:sldId id="360" r:id="rId50"/>
    <p:sldId id="361" r:id="rId51"/>
    <p:sldId id="362" r:id="rId52"/>
    <p:sldId id="364" r:id="rId53"/>
    <p:sldId id="338" r:id="rId54"/>
    <p:sldId id="327" r:id="rId55"/>
    <p:sldId id="339" r:id="rId56"/>
    <p:sldId id="365" r:id="rId57"/>
    <p:sldId id="378" r:id="rId58"/>
    <p:sldId id="379" r:id="rId59"/>
    <p:sldId id="284" r:id="rId60"/>
  </p:sldIdLst>
  <p:sldSz cx="12192000" cy="6858000"/>
  <p:notesSz cx="6858000" cy="9144000"/>
  <p:custDataLst>
    <p:tags r:id="rId6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2175" autoAdjust="0"/>
  </p:normalViewPr>
  <p:slideViewPr>
    <p:cSldViewPr snapToGrid="0">
      <p:cViewPr>
        <p:scale>
          <a:sx n="72" d="100"/>
          <a:sy n="72" d="100"/>
        </p:scale>
        <p:origin x="-451" y="-58"/>
      </p:cViewPr>
      <p:guideLst>
        <p:guide orient="horz" pos="2181"/>
        <p:guide pos="3839"/>
      </p:guideLst>
    </p:cSldViewPr>
  </p:slideViewPr>
  <p:notesTextViewPr>
    <p:cViewPr>
      <p:scale>
        <a:sx n="1" d="1"/>
        <a:sy n="1" d="1"/>
      </p:scale>
      <p:origin x="0" y="0"/>
    </p:cViewPr>
  </p:notesTextViewPr>
  <p:sorterViewPr>
    <p:cViewPr>
      <p:scale>
        <a:sx n="66" d="100"/>
        <a:sy n="66" d="100"/>
      </p:scale>
      <p:origin x="0" y="0"/>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4" Type="http://schemas.openxmlformats.org/officeDocument/2006/relationships/tags" Target="tags/tag1447.xml"/><Relationship Id="rId63" Type="http://schemas.openxmlformats.org/officeDocument/2006/relationships/tableStyles" Target="tableStyles.xml"/><Relationship Id="rId62" Type="http://schemas.openxmlformats.org/officeDocument/2006/relationships/viewProps" Target="viewProps.xml"/><Relationship Id="rId61" Type="http://schemas.openxmlformats.org/officeDocument/2006/relationships/presProps" Target="presProps.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C73A6B-BB26-4B12-BFB8-2B873AE1226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5701FA-A99B-4EA7-BD9A-49A04217BC0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5" Type="http://schemas.openxmlformats.org/officeDocument/2006/relationships/tags" Target="../tags/tag121.xml"/><Relationship Id="rId4" Type="http://schemas.openxmlformats.org/officeDocument/2006/relationships/tags" Target="../tags/tag120.xml"/><Relationship Id="rId3" Type="http://schemas.openxmlformats.org/officeDocument/2006/relationships/tags" Target="../tags/tag119.xml"/><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5" Type="http://schemas.openxmlformats.org/officeDocument/2006/relationships/tags" Target="../tags/tag130.xml"/><Relationship Id="rId4" Type="http://schemas.openxmlformats.org/officeDocument/2006/relationships/tags" Target="../tags/tag129.xml"/><Relationship Id="rId3" Type="http://schemas.openxmlformats.org/officeDocument/2006/relationships/tags" Target="../tags/tag128.xml"/><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5" Type="http://schemas.openxmlformats.org/officeDocument/2006/relationships/tags" Target="../tags/tag159.xml"/><Relationship Id="rId4" Type="http://schemas.openxmlformats.org/officeDocument/2006/relationships/tags" Target="../tags/tag158.xml"/><Relationship Id="rId3" Type="http://schemas.openxmlformats.org/officeDocument/2006/relationships/tags" Target="../tags/tag157.xml"/><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5" Type="http://schemas.openxmlformats.org/officeDocument/2006/relationships/tags" Target="../tags/tag163.xml"/><Relationship Id="rId4" Type="http://schemas.openxmlformats.org/officeDocument/2006/relationships/tags" Target="../tags/tag162.xml"/><Relationship Id="rId3" Type="http://schemas.openxmlformats.org/officeDocument/2006/relationships/tags" Target="../tags/tag161.xml"/><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5" Type="http://schemas.openxmlformats.org/officeDocument/2006/relationships/tags" Target="../tags/tag304.xml"/><Relationship Id="rId4" Type="http://schemas.openxmlformats.org/officeDocument/2006/relationships/tags" Target="../tags/tag303.xml"/><Relationship Id="rId3" Type="http://schemas.openxmlformats.org/officeDocument/2006/relationships/tags" Target="../tags/tag302.xml"/><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5" Type="http://schemas.openxmlformats.org/officeDocument/2006/relationships/tags" Target="../tags/tag335.xml"/><Relationship Id="rId4" Type="http://schemas.openxmlformats.org/officeDocument/2006/relationships/tags" Target="../tags/tag334.xml"/><Relationship Id="rId3" Type="http://schemas.openxmlformats.org/officeDocument/2006/relationships/tags" Target="../tags/tag333.xml"/><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5" Type="http://schemas.openxmlformats.org/officeDocument/2006/relationships/tags" Target="../tags/tag368.xml"/><Relationship Id="rId4" Type="http://schemas.openxmlformats.org/officeDocument/2006/relationships/tags" Target="../tags/tag367.xml"/><Relationship Id="rId3" Type="http://schemas.openxmlformats.org/officeDocument/2006/relationships/tags" Target="../tags/tag366.xml"/><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5" Type="http://schemas.openxmlformats.org/officeDocument/2006/relationships/tags" Target="../tags/tag419.xml"/><Relationship Id="rId4" Type="http://schemas.openxmlformats.org/officeDocument/2006/relationships/tags" Target="../tags/tag418.xml"/><Relationship Id="rId3" Type="http://schemas.openxmlformats.org/officeDocument/2006/relationships/tags" Target="../tags/tag417.xml"/><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5" Type="http://schemas.openxmlformats.org/officeDocument/2006/relationships/tags" Target="../tags/tag453.xml"/><Relationship Id="rId4" Type="http://schemas.openxmlformats.org/officeDocument/2006/relationships/tags" Target="../tags/tag452.xml"/><Relationship Id="rId3" Type="http://schemas.openxmlformats.org/officeDocument/2006/relationships/tags" Target="../tags/tag451.xml"/><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5" Type="http://schemas.openxmlformats.org/officeDocument/2006/relationships/tags" Target="../tags/tag551.xml"/><Relationship Id="rId4" Type="http://schemas.openxmlformats.org/officeDocument/2006/relationships/tags" Target="../tags/tag550.xml"/><Relationship Id="rId3" Type="http://schemas.openxmlformats.org/officeDocument/2006/relationships/tags" Target="../tags/tag549.xml"/><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5" Type="http://schemas.openxmlformats.org/officeDocument/2006/relationships/tags" Target="../tags/tag657.xml"/><Relationship Id="rId4" Type="http://schemas.openxmlformats.org/officeDocument/2006/relationships/tags" Target="../tags/tag656.xml"/><Relationship Id="rId3" Type="http://schemas.openxmlformats.org/officeDocument/2006/relationships/tags" Target="../tags/tag655.xml"/><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5" Type="http://schemas.openxmlformats.org/officeDocument/2006/relationships/tags" Target="../tags/tag838.xml"/><Relationship Id="rId4" Type="http://schemas.openxmlformats.org/officeDocument/2006/relationships/tags" Target="../tags/tag837.xml"/><Relationship Id="rId3" Type="http://schemas.openxmlformats.org/officeDocument/2006/relationships/tags" Target="../tags/tag836.xml"/><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5" Type="http://schemas.openxmlformats.org/officeDocument/2006/relationships/tags" Target="../tags/tag964.xml"/><Relationship Id="rId4" Type="http://schemas.openxmlformats.org/officeDocument/2006/relationships/tags" Target="../tags/tag963.xml"/><Relationship Id="rId3" Type="http://schemas.openxmlformats.org/officeDocument/2006/relationships/tags" Target="../tags/tag962.xml"/><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5" Type="http://schemas.openxmlformats.org/officeDocument/2006/relationships/tags" Target="../tags/tag1089.xml"/><Relationship Id="rId4" Type="http://schemas.openxmlformats.org/officeDocument/2006/relationships/tags" Target="../tags/tag1088.xml"/><Relationship Id="rId3" Type="http://schemas.openxmlformats.org/officeDocument/2006/relationships/tags" Target="../tags/tag1087.xml"/><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5" Type="http://schemas.openxmlformats.org/officeDocument/2006/relationships/tags" Target="../tags/tag1193.xml"/><Relationship Id="rId4" Type="http://schemas.openxmlformats.org/officeDocument/2006/relationships/tags" Target="../tags/tag1192.xml"/><Relationship Id="rId3" Type="http://schemas.openxmlformats.org/officeDocument/2006/relationships/tags" Target="../tags/tag1191.xml"/><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5" Type="http://schemas.openxmlformats.org/officeDocument/2006/relationships/tags" Target="../tags/tag1210.xml"/><Relationship Id="rId4" Type="http://schemas.openxmlformats.org/officeDocument/2006/relationships/tags" Target="../tags/tag1209.xml"/><Relationship Id="rId3" Type="http://schemas.openxmlformats.org/officeDocument/2006/relationships/tags" Target="../tags/tag1208.xml"/><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5" Type="http://schemas.openxmlformats.org/officeDocument/2006/relationships/tags" Target="../tags/tag1314.xml"/><Relationship Id="rId4" Type="http://schemas.openxmlformats.org/officeDocument/2006/relationships/tags" Target="../tags/tag1313.xml"/><Relationship Id="rId3" Type="http://schemas.openxmlformats.org/officeDocument/2006/relationships/tags" Target="../tags/tag1312.xml"/><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5" Type="http://schemas.openxmlformats.org/officeDocument/2006/relationships/tags" Target="../tags/tag1330.xml"/><Relationship Id="rId4" Type="http://schemas.openxmlformats.org/officeDocument/2006/relationships/tags" Target="../tags/tag1329.xml"/><Relationship Id="rId3" Type="http://schemas.openxmlformats.org/officeDocument/2006/relationships/tags" Target="../tags/tag1328.xml"/><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5" Type="http://schemas.openxmlformats.org/officeDocument/2006/relationships/tags" Target="../tags/tag1346.xml"/><Relationship Id="rId4" Type="http://schemas.openxmlformats.org/officeDocument/2006/relationships/tags" Target="../tags/tag1345.xml"/><Relationship Id="rId3" Type="http://schemas.openxmlformats.org/officeDocument/2006/relationships/tags" Target="../tags/tag1344.xml"/><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1.xml.rels><?xml version="1.0" encoding="UTF-8" standalone="yes"?>
<Relationships xmlns="http://schemas.openxmlformats.org/package/2006/relationships"><Relationship Id="rId5" Type="http://schemas.openxmlformats.org/officeDocument/2006/relationships/tags" Target="../tags/tag1354.xml"/><Relationship Id="rId4" Type="http://schemas.openxmlformats.org/officeDocument/2006/relationships/tags" Target="../tags/tag1353.xml"/><Relationship Id="rId3" Type="http://schemas.openxmlformats.org/officeDocument/2006/relationships/tags" Target="../tags/tag1352.xml"/><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5" Type="http://schemas.openxmlformats.org/officeDocument/2006/relationships/tags" Target="../tags/tag1376.xml"/><Relationship Id="rId4" Type="http://schemas.openxmlformats.org/officeDocument/2006/relationships/tags" Target="../tags/tag1375.xml"/><Relationship Id="rId3" Type="http://schemas.openxmlformats.org/officeDocument/2006/relationships/tags" Target="../tags/tag1374.xml"/><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5" Type="http://schemas.openxmlformats.org/officeDocument/2006/relationships/tags" Target="../tags/tag1386.xml"/><Relationship Id="rId4" Type="http://schemas.openxmlformats.org/officeDocument/2006/relationships/tags" Target="../tags/tag1385.xml"/><Relationship Id="rId3" Type="http://schemas.openxmlformats.org/officeDocument/2006/relationships/tags" Target="../tags/tag1384.xml"/><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4.xml.rels><?xml version="1.0" encoding="UTF-8" standalone="yes"?>
<Relationships xmlns="http://schemas.openxmlformats.org/package/2006/relationships"><Relationship Id="rId5" Type="http://schemas.openxmlformats.org/officeDocument/2006/relationships/tags" Target="../tags/tag1424.xml"/><Relationship Id="rId4" Type="http://schemas.openxmlformats.org/officeDocument/2006/relationships/tags" Target="../tags/tag1423.xml"/><Relationship Id="rId3" Type="http://schemas.openxmlformats.org/officeDocument/2006/relationships/tags" Target="../tags/tag1422.xml"/><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5.xml.rels><?xml version="1.0" encoding="UTF-8" standalone="yes"?>
<Relationships xmlns="http://schemas.openxmlformats.org/package/2006/relationships"><Relationship Id="rId5" Type="http://schemas.openxmlformats.org/officeDocument/2006/relationships/tags" Target="../tags/tag1446.xml"/><Relationship Id="rId4" Type="http://schemas.openxmlformats.org/officeDocument/2006/relationships/tags" Target="../tags/tag1445.xml"/><Relationship Id="rId3" Type="http://schemas.openxmlformats.org/officeDocument/2006/relationships/tags" Target="../tags/tag1444.xml"/><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dirty="0"/>
          </a:p>
        </p:txBody>
      </p:sp>
      <p:sp>
        <p:nvSpPr>
          <p:cNvPr id="4" name="灯片编号占位符 3"/>
          <p:cNvSpPr>
            <a:spLocks noGrp="1"/>
          </p:cNvSpPr>
          <p:nvPr>
            <p:ph type="sldNum" sz="quarter" idx="10"/>
            <p:custDataLst>
              <p:tags r:id="rId5"/>
            </p:custDataLst>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dirty="0"/>
          </a:p>
        </p:txBody>
      </p:sp>
      <p:sp>
        <p:nvSpPr>
          <p:cNvPr id="4" name="灯片编号占位符 3"/>
          <p:cNvSpPr>
            <a:spLocks noGrp="1"/>
          </p:cNvSpPr>
          <p:nvPr>
            <p:ph type="sldNum" sz="quarter" idx="10"/>
            <p:custDataLst>
              <p:tags r:id="rId5"/>
            </p:custDataLst>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EA540E3B-F9C0-48B6-A129-4D327DD30658}"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EA540E3B-F9C0-48B6-A129-4D327DD30658}"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EA540E3B-F9C0-48B6-A129-4D327DD30658}"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EA540E3B-F9C0-48B6-A129-4D327DD30658}"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EA540E3B-F9C0-48B6-A129-4D327DD30658}"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EA540E3B-F9C0-48B6-A129-4D327DD30658}"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EA540E3B-F9C0-48B6-A129-4D327DD30658}"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EA540E3B-F9C0-48B6-A129-4D327DD30658}"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EA540E3B-F9C0-48B6-A129-4D327DD30658}"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EA540E3B-F9C0-48B6-A129-4D327DD30658}"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EA540E3B-F9C0-48B6-A129-4D327DD30658}"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EA540E3B-F9C0-48B6-A129-4D327DD30658}"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EA540E3B-F9C0-48B6-A129-4D327DD30658}"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2E5701FA-A99B-4EA7-BD9A-49A04217BC0C}"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EA540E3B-F9C0-48B6-A129-4D327DD30658}"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EA540E3B-F9C0-48B6-A129-4D327DD30658}"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a:spLocks noGrp="1"/>
          </p:cNvSpPr>
          <p:nvPr>
            <p:ph type="body" idx="1"/>
            <p:custDataLst>
              <p:tags r:id="rId4"/>
            </p:custDataLst>
          </p:nvPr>
        </p:nvSpPr>
        <p:spPr/>
        <p:txBody>
          <a:bodyPr/>
          <a:lstStyle/>
          <a:p>
            <a:endParaRPr lang="zh-CN" altLang="en-US" dirty="0"/>
          </a:p>
        </p:txBody>
      </p:sp>
      <p:sp>
        <p:nvSpPr>
          <p:cNvPr id="4" name="灯片编号占位符 3"/>
          <p:cNvSpPr>
            <a:spLocks noGrp="1"/>
          </p:cNvSpPr>
          <p:nvPr>
            <p:ph type="sldNum" sz="quarter" idx="10"/>
            <p:custDataLst>
              <p:tags r:id="rId5"/>
            </p:custDataLst>
          </p:nvPr>
        </p:nvSpPr>
        <p:spPr/>
        <p:txBody>
          <a:bodyPr/>
          <a:lstStyle/>
          <a:p>
            <a:fld id="{2E5701FA-A99B-4EA7-BD9A-49A04217BC0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F86BAB08-D03A-4FEF-8092-001CB785BBA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8AB37BB-E8A6-440B-8775-2A002C97BC55}" type="slidenum">
              <a:rPr lang="zh-CN" altLang="en-US" smtClean="0"/>
            </a:fld>
            <a:endParaRPr lang="zh-CN" altLang="en-US"/>
          </a:p>
        </p:txBody>
      </p:sp>
    </p:spTree>
  </p:cSld>
  <p:clrMapOvr>
    <a:masterClrMapping/>
  </p:clrMapOvr>
  <p:transition spd="slow" advClick="0" advTm="1000">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86BAB08-D03A-4FEF-8092-001CB785BBA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8AB37BB-E8A6-440B-8775-2A002C97BC55}" type="slidenum">
              <a:rPr lang="zh-CN" altLang="en-US" smtClean="0"/>
            </a:fld>
            <a:endParaRPr lang="zh-CN" altLang="en-US"/>
          </a:p>
        </p:txBody>
      </p:sp>
    </p:spTree>
  </p:cSld>
  <p:clrMapOvr>
    <a:masterClrMapping/>
  </p:clrMapOvr>
  <p:transition spd="slow" advClick="0" advTm="1000">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F86BAB08-D03A-4FEF-8092-001CB785BBA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8AB37BB-E8A6-440B-8775-2A002C97BC55}" type="slidenum">
              <a:rPr lang="zh-CN" altLang="en-US" smtClean="0"/>
            </a:fld>
            <a:endParaRPr lang="zh-CN" altLang="en-US"/>
          </a:p>
        </p:txBody>
      </p:sp>
    </p:spTree>
  </p:cSld>
  <p:clrMapOvr>
    <a:masterClrMapping/>
  </p:clrMapOvr>
  <p:transition spd="slow" advClick="0" advTm="1000">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F86BAB08-D03A-4FEF-8092-001CB785BBA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8AB37BB-E8A6-440B-8775-2A002C97BC55}" type="slidenum">
              <a:rPr lang="zh-CN" altLang="en-US" smtClean="0"/>
            </a:fld>
            <a:endParaRPr lang="zh-CN" altLang="en-US"/>
          </a:p>
        </p:txBody>
      </p:sp>
    </p:spTree>
  </p:cSld>
  <p:clrMapOvr>
    <a:masterClrMapping/>
  </p:clrMapOvr>
  <p:transition spd="slow" advClick="0" advTm="1000">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F86BAB08-D03A-4FEF-8092-001CB785BBAB}"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8AB37BB-E8A6-440B-8775-2A002C97BC55}" type="slidenum">
              <a:rPr lang="zh-CN" altLang="en-US" smtClean="0"/>
            </a:fld>
            <a:endParaRPr lang="zh-CN" altLang="en-US"/>
          </a:p>
        </p:txBody>
      </p:sp>
    </p:spTree>
  </p:cSld>
  <p:clrMapOvr>
    <a:masterClrMapping/>
  </p:clrMapOvr>
  <p:transition spd="slow" advClick="0" advTm="1000">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F86BAB08-D03A-4FEF-8092-001CB785BBAB}"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8AB37BB-E8A6-440B-8775-2A002C97BC55}" type="slidenum">
              <a:rPr lang="zh-CN" altLang="en-US" smtClean="0"/>
            </a:fld>
            <a:endParaRPr lang="zh-CN" altLang="en-US"/>
          </a:p>
        </p:txBody>
      </p:sp>
    </p:spTree>
  </p:cSld>
  <p:clrMapOvr>
    <a:masterClrMapping/>
  </p:clrMapOvr>
  <p:transition spd="slow" advClick="0" advTm="1000">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86BAB08-D03A-4FEF-8092-001CB785BBA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8AB37BB-E8A6-440B-8775-2A002C97BC55}" type="slidenum">
              <a:rPr lang="zh-CN" altLang="en-US" smtClean="0"/>
            </a:fld>
            <a:endParaRPr lang="zh-CN" altLang="en-US"/>
          </a:p>
        </p:txBody>
      </p:sp>
    </p:spTree>
  </p:cSld>
  <p:clrMapOvr>
    <a:masterClrMapping/>
  </p:clrMapOvr>
  <p:transition spd="slow" advClick="0" advTm="1000">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F86BAB08-D03A-4FEF-8092-001CB785BBA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8AB37BB-E8A6-440B-8775-2A002C97BC55}" type="slidenum">
              <a:rPr lang="zh-CN" altLang="en-US" smtClean="0"/>
            </a:fld>
            <a:endParaRPr lang="zh-CN" altLang="en-US"/>
          </a:p>
        </p:txBody>
      </p:sp>
    </p:spTree>
  </p:cSld>
  <p:clrMapOvr>
    <a:masterClrMapping/>
  </p:clrMapOvr>
  <p:transition spd="slow" advClick="0" advTm="1000">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F86BAB08-D03A-4FEF-8092-001CB785BBA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8AB37BB-E8A6-440B-8775-2A002C97BC55}" type="slidenum">
              <a:rPr lang="zh-CN" altLang="en-US" smtClean="0"/>
            </a:fld>
            <a:endParaRPr lang="zh-CN" altLang="en-US"/>
          </a:p>
        </p:txBody>
      </p:sp>
    </p:spTree>
  </p:cSld>
  <p:clrMapOvr>
    <a:masterClrMapping/>
  </p:clrMapOvr>
  <p:transition spd="slow" advClick="0" advTm="1000">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86BAB08-D03A-4FEF-8092-001CB785BBA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8AB37BB-E8A6-440B-8775-2A002C97BC55}" type="slidenum">
              <a:rPr lang="zh-CN" altLang="en-US" smtClean="0"/>
            </a:fld>
            <a:endParaRPr lang="zh-CN" altLang="en-US"/>
          </a:p>
        </p:txBody>
      </p:sp>
    </p:spTree>
  </p:cSld>
  <p:clrMapOvr>
    <a:masterClrMapping/>
  </p:clrMapOvr>
  <p:transition spd="slow" advClick="0" advTm="1000">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86BAB08-D03A-4FEF-8092-001CB785BBA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8AB37BB-E8A6-440B-8775-2A002C97BC55}" type="slidenum">
              <a:rPr lang="zh-CN" altLang="en-US" smtClean="0"/>
            </a:fld>
            <a:endParaRPr lang="zh-CN" altLang="en-US"/>
          </a:p>
        </p:txBody>
      </p:sp>
    </p:spTree>
  </p:cSld>
  <p:clrMapOvr>
    <a:masterClrMapping/>
  </p:clrMapOvr>
  <p:transition spd="slow" advClick="0" advTm="1000">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F86BAB08-D03A-4FEF-8092-001CB785BBA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8AB37BB-E8A6-440B-8775-2A002C97BC55}" type="slidenum">
              <a:rPr lang="zh-CN" altLang="en-US" smtClean="0"/>
            </a:fld>
            <a:endParaRPr lang="zh-CN" altLang="en-US"/>
          </a:p>
        </p:txBody>
      </p:sp>
    </p:spTree>
  </p:cSld>
  <p:clrMapOvr>
    <a:masterClrMapping/>
  </p:clrMapOvr>
  <p:transition spd="slow" advClick="0" advTm="1000">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86BAB08-D03A-4FEF-8092-001CB785BBA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8AB37BB-E8A6-440B-8775-2A002C97BC55}" type="slidenum">
              <a:rPr lang="zh-CN" altLang="en-US" smtClean="0"/>
            </a:fld>
            <a:endParaRPr lang="zh-CN" altLang="en-US"/>
          </a:p>
        </p:txBody>
      </p:sp>
    </p:spTree>
  </p:cSld>
  <p:clrMapOvr>
    <a:masterClrMapping/>
  </p:clrMapOvr>
  <p:transition spd="slow" advClick="0" advTm="1000">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F86BAB08-D03A-4FEF-8092-001CB785BBA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8AB37BB-E8A6-440B-8775-2A002C97BC55}" type="slidenum">
              <a:rPr lang="zh-CN" altLang="en-US" smtClean="0"/>
            </a:fld>
            <a:endParaRPr lang="zh-CN" altLang="en-US"/>
          </a:p>
        </p:txBody>
      </p:sp>
    </p:spTree>
  </p:cSld>
  <p:clrMapOvr>
    <a:masterClrMapping/>
  </p:clrMapOvr>
  <p:transition spd="slow" advClick="0" advTm="1000">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F86BAB08-D03A-4FEF-8092-001CB785BBA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8AB37BB-E8A6-440B-8775-2A002C97BC55}" type="slidenum">
              <a:rPr lang="zh-CN" altLang="en-US" smtClean="0"/>
            </a:fld>
            <a:endParaRPr lang="zh-CN" altLang="en-US"/>
          </a:p>
        </p:txBody>
      </p:sp>
    </p:spTree>
  </p:cSld>
  <p:clrMapOvr>
    <a:masterClrMapping/>
  </p:clrMapOvr>
  <p:transition spd="slow" advClick="0" advTm="1000">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F86BAB08-D03A-4FEF-8092-001CB785BBAB}"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8AB37BB-E8A6-440B-8775-2A002C97BC55}" type="slidenum">
              <a:rPr lang="zh-CN" altLang="en-US" smtClean="0"/>
            </a:fld>
            <a:endParaRPr lang="zh-CN" altLang="en-US"/>
          </a:p>
        </p:txBody>
      </p:sp>
    </p:spTree>
  </p:cSld>
  <p:clrMapOvr>
    <a:masterClrMapping/>
  </p:clrMapOvr>
  <p:transition spd="slow" advClick="0" advTm="1000">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F86BAB08-D03A-4FEF-8092-001CB785BBAB}"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8AB37BB-E8A6-440B-8775-2A002C97BC55}" type="slidenum">
              <a:rPr lang="zh-CN" altLang="en-US" smtClean="0"/>
            </a:fld>
            <a:endParaRPr lang="zh-CN" altLang="en-US"/>
          </a:p>
        </p:txBody>
      </p:sp>
    </p:spTree>
  </p:cSld>
  <p:clrMapOvr>
    <a:masterClrMapping/>
  </p:clrMapOvr>
  <p:transition spd="slow" advClick="0" advTm="1000">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86BAB08-D03A-4FEF-8092-001CB785BBA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8AB37BB-E8A6-440B-8775-2A002C97BC55}" type="slidenum">
              <a:rPr lang="zh-CN" altLang="en-US" smtClean="0"/>
            </a:fld>
            <a:endParaRPr lang="zh-CN" altLang="en-US"/>
          </a:p>
        </p:txBody>
      </p:sp>
    </p:spTree>
  </p:cSld>
  <p:clrMapOvr>
    <a:masterClrMapping/>
  </p:clrMapOvr>
  <p:transition spd="slow" advClick="0" advTm="1000">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F86BAB08-D03A-4FEF-8092-001CB785BBA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8AB37BB-E8A6-440B-8775-2A002C97BC55}" type="slidenum">
              <a:rPr lang="zh-CN" altLang="en-US" smtClean="0"/>
            </a:fld>
            <a:endParaRPr lang="zh-CN" altLang="en-US"/>
          </a:p>
        </p:txBody>
      </p:sp>
    </p:spTree>
  </p:cSld>
  <p:clrMapOvr>
    <a:masterClrMapping/>
  </p:clrMapOvr>
  <p:transition spd="slow" advClick="0" advTm="1000">
    <p:push di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F86BAB08-D03A-4FEF-8092-001CB785BBA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8AB37BB-E8A6-440B-8775-2A002C97BC55}" type="slidenum">
              <a:rPr lang="zh-CN" altLang="en-US" smtClean="0"/>
            </a:fld>
            <a:endParaRPr lang="zh-CN" altLang="en-US"/>
          </a:p>
        </p:txBody>
      </p:sp>
    </p:spTree>
  </p:cSld>
  <p:clrMapOvr>
    <a:masterClrMapping/>
  </p:clrMapOvr>
  <p:transition spd="slow" advClick="0" advTm="1000">
    <p:push di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86BAB08-D03A-4FEF-8092-001CB785BBA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8AB37BB-E8A6-440B-8775-2A002C97BC55}" type="slidenum">
              <a:rPr lang="zh-CN" altLang="en-US" smtClean="0"/>
            </a:fld>
            <a:endParaRPr lang="zh-CN" altLang="en-US"/>
          </a:p>
        </p:txBody>
      </p:sp>
    </p:spTree>
  </p:cSld>
  <p:clrMapOvr>
    <a:masterClrMapping/>
  </p:clrMapOvr>
  <p:transition spd="slow" advClick="0" advTm="1000">
    <p:push di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86BAB08-D03A-4FEF-8092-001CB785BBA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8AB37BB-E8A6-440B-8775-2A002C97BC55}" type="slidenum">
              <a:rPr lang="zh-CN" altLang="en-US" smtClean="0"/>
            </a:fld>
            <a:endParaRPr lang="zh-CN" altLang="en-US"/>
          </a:p>
        </p:txBody>
      </p:sp>
    </p:spTree>
  </p:cSld>
  <p:clrMapOvr>
    <a:masterClrMapping/>
  </p:clrMapOvr>
  <p:transition spd="slow" advClick="0" advTm="1000">
    <p:push dir="u"/>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6BAB08-D03A-4FEF-8092-001CB785BBAB}"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AB37BB-E8A6-440B-8775-2A002C97BC5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advClick="0" advTm="1000">
    <p:push dir="u"/>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6BAB08-D03A-4FEF-8092-001CB785BBAB}"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AB37BB-E8A6-440B-8775-2A002C97BC5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advClick="0" advTm="1000">
    <p:push dir="u"/>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tags" Target="../tags/tag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image" Target="../media/image5.jpeg"/><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7" Type="http://schemas.openxmlformats.org/officeDocument/2006/relationships/notesSlide" Target="../notesSlides/notesSlide4.xml"/><Relationship Id="rId16" Type="http://schemas.openxmlformats.org/officeDocument/2006/relationships/slideLayout" Target="../slideLayouts/slideLayout7.xml"/><Relationship Id="rId15" Type="http://schemas.openxmlformats.org/officeDocument/2006/relationships/image" Target="../media/image7.jpeg"/><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image" Target="../media/image6.jpeg"/><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1" Type="http://schemas.openxmlformats.org/officeDocument/2006/relationships/notesSlide" Target="../notesSlides/notesSlide7.xml"/><Relationship Id="rId10" Type="http://schemas.openxmlformats.org/officeDocument/2006/relationships/slideLayout" Target="../slideLayouts/slideLayout18.xml"/><Relationship Id="rId1" Type="http://schemas.openxmlformats.org/officeDocument/2006/relationships/tags" Target="../tags/tag1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7.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7.xml"/><Relationship Id="rId3" Type="http://schemas.openxmlformats.org/officeDocument/2006/relationships/image" Target="../media/image19.png"/><Relationship Id="rId2" Type="http://schemas.openxmlformats.org/officeDocument/2006/relationships/tags" Target="../tags/tag21.xml"/><Relationship Id="rId1"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25.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0" Type="http://schemas.openxmlformats.org/officeDocument/2006/relationships/notesSlide" Target="../notesSlides/notesSlide18.xml"/><Relationship Id="rId3" Type="http://schemas.openxmlformats.org/officeDocument/2006/relationships/tags" Target="../tags/tag24.xml"/><Relationship Id="rId29" Type="http://schemas.openxmlformats.org/officeDocument/2006/relationships/slideLayout" Target="../slideLayouts/slideLayout7.xml"/><Relationship Id="rId28" Type="http://schemas.openxmlformats.org/officeDocument/2006/relationships/image" Target="../media/image26.jpeg"/><Relationship Id="rId27" Type="http://schemas.openxmlformats.org/officeDocument/2006/relationships/tags" Target="../tags/tag48.xml"/><Relationship Id="rId26" Type="http://schemas.openxmlformats.org/officeDocument/2006/relationships/tags" Target="../tags/tag47.xml"/><Relationship Id="rId25" Type="http://schemas.openxmlformats.org/officeDocument/2006/relationships/tags" Target="../tags/tag46.xml"/><Relationship Id="rId24" Type="http://schemas.openxmlformats.org/officeDocument/2006/relationships/tags" Target="../tags/tag45.xml"/><Relationship Id="rId23" Type="http://schemas.openxmlformats.org/officeDocument/2006/relationships/tags" Target="../tags/tag44.xml"/><Relationship Id="rId22" Type="http://schemas.openxmlformats.org/officeDocument/2006/relationships/tags" Target="../tags/tag43.xml"/><Relationship Id="rId21" Type="http://schemas.openxmlformats.org/officeDocument/2006/relationships/tags" Target="../tags/tag42.xml"/><Relationship Id="rId20" Type="http://schemas.openxmlformats.org/officeDocument/2006/relationships/tags" Target="../tags/tag41.xml"/><Relationship Id="rId2" Type="http://schemas.openxmlformats.org/officeDocument/2006/relationships/tags" Target="../tags/tag23.xml"/><Relationship Id="rId19" Type="http://schemas.openxmlformats.org/officeDocument/2006/relationships/tags" Target="../tags/tag40.xml"/><Relationship Id="rId18" Type="http://schemas.openxmlformats.org/officeDocument/2006/relationships/tags" Target="../tags/tag39.xml"/><Relationship Id="rId17" Type="http://schemas.openxmlformats.org/officeDocument/2006/relationships/tags" Target="../tags/tag38.xml"/><Relationship Id="rId16" Type="http://schemas.openxmlformats.org/officeDocument/2006/relationships/tags" Target="../tags/tag37.xml"/><Relationship Id="rId15" Type="http://schemas.openxmlformats.org/officeDocument/2006/relationships/tags" Target="../tags/tag36.xml"/><Relationship Id="rId14" Type="http://schemas.openxmlformats.org/officeDocument/2006/relationships/tags" Target="../tags/tag35.xml"/><Relationship Id="rId13" Type="http://schemas.openxmlformats.org/officeDocument/2006/relationships/tags" Target="../tags/tag34.xml"/><Relationship Id="rId12" Type="http://schemas.openxmlformats.org/officeDocument/2006/relationships/tags" Target="../tags/tag33.xml"/><Relationship Id="rId11" Type="http://schemas.openxmlformats.org/officeDocument/2006/relationships/tags" Target="../tags/tag32.xml"/><Relationship Id="rId10" Type="http://schemas.openxmlformats.org/officeDocument/2006/relationships/tags" Target="../tags/tag31.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9" Type="http://schemas.openxmlformats.org/officeDocument/2006/relationships/tags" Target="../tags/tag60.xml"/><Relationship Id="rId8" Type="http://schemas.openxmlformats.org/officeDocument/2006/relationships/tags" Target="../tags/tag59.xml"/><Relationship Id="rId7" Type="http://schemas.openxmlformats.org/officeDocument/2006/relationships/tags" Target="../tags/tag58.xml"/><Relationship Id="rId6" Type="http://schemas.openxmlformats.org/officeDocument/2006/relationships/tags" Target="../tags/tag57.xml"/><Relationship Id="rId5" Type="http://schemas.openxmlformats.org/officeDocument/2006/relationships/tags" Target="../tags/tag56.xml"/><Relationship Id="rId4" Type="http://schemas.openxmlformats.org/officeDocument/2006/relationships/tags" Target="../tags/tag55.xml"/><Relationship Id="rId3" Type="http://schemas.openxmlformats.org/officeDocument/2006/relationships/tags" Target="../tags/tag54.xml"/><Relationship Id="rId29" Type="http://schemas.openxmlformats.org/officeDocument/2006/relationships/notesSlide" Target="../notesSlides/notesSlide19.xml"/><Relationship Id="rId28" Type="http://schemas.openxmlformats.org/officeDocument/2006/relationships/slideLayout" Target="../slideLayouts/slideLayout7.xml"/><Relationship Id="rId27" Type="http://schemas.openxmlformats.org/officeDocument/2006/relationships/tags" Target="../tags/tag78.xml"/><Relationship Id="rId26" Type="http://schemas.openxmlformats.org/officeDocument/2006/relationships/tags" Target="../tags/tag77.xml"/><Relationship Id="rId25" Type="http://schemas.openxmlformats.org/officeDocument/2006/relationships/tags" Target="../tags/tag76.xml"/><Relationship Id="rId24" Type="http://schemas.openxmlformats.org/officeDocument/2006/relationships/tags" Target="../tags/tag75.xml"/><Relationship Id="rId23" Type="http://schemas.openxmlformats.org/officeDocument/2006/relationships/tags" Target="../tags/tag74.xml"/><Relationship Id="rId22" Type="http://schemas.openxmlformats.org/officeDocument/2006/relationships/tags" Target="../tags/tag73.xml"/><Relationship Id="rId21" Type="http://schemas.openxmlformats.org/officeDocument/2006/relationships/tags" Target="../tags/tag72.xml"/><Relationship Id="rId20" Type="http://schemas.openxmlformats.org/officeDocument/2006/relationships/tags" Target="../tags/tag71.xml"/><Relationship Id="rId2" Type="http://schemas.openxmlformats.org/officeDocument/2006/relationships/tags" Target="../tags/tag53.xml"/><Relationship Id="rId19" Type="http://schemas.openxmlformats.org/officeDocument/2006/relationships/tags" Target="../tags/tag70.xml"/><Relationship Id="rId18" Type="http://schemas.openxmlformats.org/officeDocument/2006/relationships/tags" Target="../tags/tag69.xml"/><Relationship Id="rId17" Type="http://schemas.openxmlformats.org/officeDocument/2006/relationships/tags" Target="../tags/tag68.xml"/><Relationship Id="rId16" Type="http://schemas.openxmlformats.org/officeDocument/2006/relationships/tags" Target="../tags/tag67.xml"/><Relationship Id="rId15" Type="http://schemas.openxmlformats.org/officeDocument/2006/relationships/tags" Target="../tags/tag66.xml"/><Relationship Id="rId14" Type="http://schemas.openxmlformats.org/officeDocument/2006/relationships/tags" Target="../tags/tag65.xml"/><Relationship Id="rId13" Type="http://schemas.openxmlformats.org/officeDocument/2006/relationships/tags" Target="../tags/tag64.xml"/><Relationship Id="rId12" Type="http://schemas.openxmlformats.org/officeDocument/2006/relationships/tags" Target="../tags/tag63.xml"/><Relationship Id="rId11" Type="http://schemas.openxmlformats.org/officeDocument/2006/relationships/tags" Target="../tags/tag62.xml"/><Relationship Id="rId10" Type="http://schemas.openxmlformats.org/officeDocument/2006/relationships/tags" Target="../tags/tag61.xml"/><Relationship Id="rId1" Type="http://schemas.openxmlformats.org/officeDocument/2006/relationships/tags" Target="../tags/tag52.xml"/></Relationships>
</file>

<file path=ppt/slides/_rels/slide25.xml.rels><?xml version="1.0" encoding="UTF-8" standalone="yes"?>
<Relationships xmlns="http://schemas.openxmlformats.org/package/2006/relationships"><Relationship Id="rId9" Type="http://schemas.openxmlformats.org/officeDocument/2006/relationships/tags" Target="../tags/tag90.xml"/><Relationship Id="rId8" Type="http://schemas.openxmlformats.org/officeDocument/2006/relationships/tags" Target="../tags/tag89.xml"/><Relationship Id="rId7" Type="http://schemas.openxmlformats.org/officeDocument/2006/relationships/tags" Target="../tags/tag88.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 Id="rId31" Type="http://schemas.openxmlformats.org/officeDocument/2006/relationships/notesSlide" Target="../notesSlides/notesSlide20.xml"/><Relationship Id="rId30" Type="http://schemas.openxmlformats.org/officeDocument/2006/relationships/slideLayout" Target="../slideLayouts/slideLayout7.xml"/><Relationship Id="rId3" Type="http://schemas.openxmlformats.org/officeDocument/2006/relationships/tags" Target="../tags/tag84.xml"/><Relationship Id="rId29" Type="http://schemas.openxmlformats.org/officeDocument/2006/relationships/image" Target="../media/image27.jpeg"/><Relationship Id="rId28" Type="http://schemas.openxmlformats.org/officeDocument/2006/relationships/tags" Target="../tags/tag109.xml"/><Relationship Id="rId27" Type="http://schemas.openxmlformats.org/officeDocument/2006/relationships/tags" Target="../tags/tag108.xml"/><Relationship Id="rId26" Type="http://schemas.openxmlformats.org/officeDocument/2006/relationships/tags" Target="../tags/tag107.xml"/><Relationship Id="rId25" Type="http://schemas.openxmlformats.org/officeDocument/2006/relationships/tags" Target="../tags/tag106.xml"/><Relationship Id="rId24" Type="http://schemas.openxmlformats.org/officeDocument/2006/relationships/tags" Target="../tags/tag105.xml"/><Relationship Id="rId23" Type="http://schemas.openxmlformats.org/officeDocument/2006/relationships/tags" Target="../tags/tag104.xml"/><Relationship Id="rId22" Type="http://schemas.openxmlformats.org/officeDocument/2006/relationships/tags" Target="../tags/tag103.xml"/><Relationship Id="rId21" Type="http://schemas.openxmlformats.org/officeDocument/2006/relationships/tags" Target="../tags/tag102.xml"/><Relationship Id="rId20" Type="http://schemas.openxmlformats.org/officeDocument/2006/relationships/tags" Target="../tags/tag101.xml"/><Relationship Id="rId2" Type="http://schemas.openxmlformats.org/officeDocument/2006/relationships/tags" Target="../tags/tag83.xml"/><Relationship Id="rId19" Type="http://schemas.openxmlformats.org/officeDocument/2006/relationships/tags" Target="../tags/tag100.xml"/><Relationship Id="rId18" Type="http://schemas.openxmlformats.org/officeDocument/2006/relationships/tags" Target="../tags/tag99.xml"/><Relationship Id="rId17" Type="http://schemas.openxmlformats.org/officeDocument/2006/relationships/tags" Target="../tags/tag98.xml"/><Relationship Id="rId16" Type="http://schemas.openxmlformats.org/officeDocument/2006/relationships/tags" Target="../tags/tag97.xml"/><Relationship Id="rId15" Type="http://schemas.openxmlformats.org/officeDocument/2006/relationships/tags" Target="../tags/tag96.xml"/><Relationship Id="rId14" Type="http://schemas.openxmlformats.org/officeDocument/2006/relationships/tags" Target="../tags/tag95.xml"/><Relationship Id="rId13" Type="http://schemas.openxmlformats.org/officeDocument/2006/relationships/tags" Target="../tags/tag94.xml"/><Relationship Id="rId12" Type="http://schemas.openxmlformats.org/officeDocument/2006/relationships/tags" Target="../tags/tag93.xml"/><Relationship Id="rId11" Type="http://schemas.openxmlformats.org/officeDocument/2006/relationships/tags" Target="../tags/tag92.xml"/><Relationship Id="rId10" Type="http://schemas.openxmlformats.org/officeDocument/2006/relationships/tags" Target="../tags/tag91.xml"/><Relationship Id="rId1" Type="http://schemas.openxmlformats.org/officeDocument/2006/relationships/tags" Target="../tags/tag82.xml"/></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7.xml"/><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tags" Target="../tags/tag113.xml"/></Relationships>
</file>

<file path=ppt/slides/_rels/slide27.xml.rels><?xml version="1.0" encoding="UTF-8" standalone="yes"?>
<Relationships xmlns="http://schemas.openxmlformats.org/package/2006/relationships"><Relationship Id="rId9" Type="http://schemas.openxmlformats.org/officeDocument/2006/relationships/notesSlide" Target="../notesSlides/notesSlide22.xml"/><Relationship Id="rId8" Type="http://schemas.openxmlformats.org/officeDocument/2006/relationships/slideLayout" Target="../slideLayouts/slideLayout7.xml"/><Relationship Id="rId7" Type="http://schemas.openxmlformats.org/officeDocument/2006/relationships/image" Target="../media/image28.png"/><Relationship Id="rId6" Type="http://schemas.openxmlformats.org/officeDocument/2006/relationships/tags" Target="../tags/tag127.xml"/><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tags" Target="../tags/tag12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1.xml"/><Relationship Id="rId1" Type="http://schemas.openxmlformats.org/officeDocument/2006/relationships/image" Target="../media/image29.png"/></Relationships>
</file>

<file path=ppt/slides/_rels/slide29.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slideLayout" Target="../slideLayouts/slideLayout7.xml"/><Relationship Id="rId5" Type="http://schemas.openxmlformats.org/officeDocument/2006/relationships/tags" Target="../tags/tag134.xml"/><Relationship Id="rId4" Type="http://schemas.openxmlformats.org/officeDocument/2006/relationships/image" Target="../media/image30.png"/><Relationship Id="rId3" Type="http://schemas.openxmlformats.org/officeDocument/2006/relationships/tags" Target="../tags/tag133.xml"/><Relationship Id="rId2" Type="http://schemas.openxmlformats.org/officeDocument/2006/relationships/image" Target="../media/image16.png"/><Relationship Id="rId1" Type="http://schemas.openxmlformats.org/officeDocument/2006/relationships/tags" Target="../tags/tag132.xml"/></Relationships>
</file>

<file path=ppt/slides/_rels/slide30.xml.rels><?xml version="1.0" encoding="UTF-8" standalone="yes"?>
<Relationships xmlns="http://schemas.openxmlformats.org/package/2006/relationships"><Relationship Id="rId9" Type="http://schemas.openxmlformats.org/officeDocument/2006/relationships/tags" Target="../tags/tag146.xml"/><Relationship Id="rId8" Type="http://schemas.openxmlformats.org/officeDocument/2006/relationships/tags" Target="../tags/tag145.xml"/><Relationship Id="rId7" Type="http://schemas.openxmlformats.org/officeDocument/2006/relationships/tags" Target="../tags/tag144.xml"/><Relationship Id="rId6" Type="http://schemas.openxmlformats.org/officeDocument/2006/relationships/tags" Target="../tags/tag143.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1" Type="http://schemas.openxmlformats.org/officeDocument/2006/relationships/notesSlide" Target="../notesSlides/notesSlide24.xml"/><Relationship Id="rId20" Type="http://schemas.openxmlformats.org/officeDocument/2006/relationships/slideLayout" Target="../slideLayouts/slideLayout7.xml"/><Relationship Id="rId2" Type="http://schemas.openxmlformats.org/officeDocument/2006/relationships/tags" Target="../tags/tag139.xml"/><Relationship Id="rId19" Type="http://schemas.openxmlformats.org/officeDocument/2006/relationships/tags" Target="../tags/tag156.xml"/><Relationship Id="rId18" Type="http://schemas.openxmlformats.org/officeDocument/2006/relationships/tags" Target="../tags/tag155.xml"/><Relationship Id="rId17" Type="http://schemas.openxmlformats.org/officeDocument/2006/relationships/tags" Target="../tags/tag154.xml"/><Relationship Id="rId16" Type="http://schemas.openxmlformats.org/officeDocument/2006/relationships/tags" Target="../tags/tag153.xml"/><Relationship Id="rId15" Type="http://schemas.openxmlformats.org/officeDocument/2006/relationships/tags" Target="../tags/tag152.xml"/><Relationship Id="rId14" Type="http://schemas.openxmlformats.org/officeDocument/2006/relationships/tags" Target="../tags/tag151.xml"/><Relationship Id="rId13" Type="http://schemas.openxmlformats.org/officeDocument/2006/relationships/tags" Target="../tags/tag150.xml"/><Relationship Id="rId12" Type="http://schemas.openxmlformats.org/officeDocument/2006/relationships/tags" Target="../tags/tag149.xml"/><Relationship Id="rId11" Type="http://schemas.openxmlformats.org/officeDocument/2006/relationships/tags" Target="../tags/tag148.xml"/><Relationship Id="rId10" Type="http://schemas.openxmlformats.org/officeDocument/2006/relationships/tags" Target="../tags/tag147.xml"/><Relationship Id="rId1" Type="http://schemas.openxmlformats.org/officeDocument/2006/relationships/tags" Target="../tags/tag138.xml"/></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7.xml"/><Relationship Id="rId2" Type="http://schemas.openxmlformats.org/officeDocument/2006/relationships/image" Target="../media/image31.png"/><Relationship Id="rId1" Type="http://schemas.openxmlformats.org/officeDocument/2006/relationships/tags" Target="../tags/tag160.xml"/></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1.png"/><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image" Target="../media/image32.png"/></Relationships>
</file>

<file path=ppt/slides/_rels/slide33.xml.rels><?xml version="1.0" encoding="UTF-8" standalone="yes"?>
<Relationships xmlns="http://schemas.openxmlformats.org/package/2006/relationships"><Relationship Id="rId99" Type="http://schemas.openxmlformats.org/officeDocument/2006/relationships/tags" Target="../tags/tag264.xml"/><Relationship Id="rId98" Type="http://schemas.openxmlformats.org/officeDocument/2006/relationships/tags" Target="../tags/tag263.xml"/><Relationship Id="rId97" Type="http://schemas.openxmlformats.org/officeDocument/2006/relationships/tags" Target="../tags/tag262.xml"/><Relationship Id="rId96" Type="http://schemas.openxmlformats.org/officeDocument/2006/relationships/tags" Target="../tags/tag261.xml"/><Relationship Id="rId95" Type="http://schemas.openxmlformats.org/officeDocument/2006/relationships/tags" Target="../tags/tag260.xml"/><Relationship Id="rId94" Type="http://schemas.openxmlformats.org/officeDocument/2006/relationships/tags" Target="../tags/tag259.xml"/><Relationship Id="rId93" Type="http://schemas.openxmlformats.org/officeDocument/2006/relationships/tags" Target="../tags/tag258.xml"/><Relationship Id="rId92" Type="http://schemas.openxmlformats.org/officeDocument/2006/relationships/tags" Target="../tags/tag257.xml"/><Relationship Id="rId91" Type="http://schemas.openxmlformats.org/officeDocument/2006/relationships/tags" Target="../tags/tag256.xml"/><Relationship Id="rId90" Type="http://schemas.openxmlformats.org/officeDocument/2006/relationships/tags" Target="../tags/tag255.xml"/><Relationship Id="rId9" Type="http://schemas.openxmlformats.org/officeDocument/2006/relationships/tags" Target="../tags/tag174.xml"/><Relationship Id="rId89" Type="http://schemas.openxmlformats.org/officeDocument/2006/relationships/tags" Target="../tags/tag254.xml"/><Relationship Id="rId88" Type="http://schemas.openxmlformats.org/officeDocument/2006/relationships/tags" Target="../tags/tag253.xml"/><Relationship Id="rId87" Type="http://schemas.openxmlformats.org/officeDocument/2006/relationships/tags" Target="../tags/tag252.xml"/><Relationship Id="rId86" Type="http://schemas.openxmlformats.org/officeDocument/2006/relationships/tags" Target="../tags/tag251.xml"/><Relationship Id="rId85" Type="http://schemas.openxmlformats.org/officeDocument/2006/relationships/tags" Target="../tags/tag250.xml"/><Relationship Id="rId84" Type="http://schemas.openxmlformats.org/officeDocument/2006/relationships/tags" Target="../tags/tag249.xml"/><Relationship Id="rId83" Type="http://schemas.openxmlformats.org/officeDocument/2006/relationships/tags" Target="../tags/tag248.xml"/><Relationship Id="rId82" Type="http://schemas.openxmlformats.org/officeDocument/2006/relationships/tags" Target="../tags/tag247.xml"/><Relationship Id="rId81" Type="http://schemas.openxmlformats.org/officeDocument/2006/relationships/tags" Target="../tags/tag246.xml"/><Relationship Id="rId80" Type="http://schemas.openxmlformats.org/officeDocument/2006/relationships/tags" Target="../tags/tag245.xml"/><Relationship Id="rId8" Type="http://schemas.openxmlformats.org/officeDocument/2006/relationships/tags" Target="../tags/tag173.xml"/><Relationship Id="rId79" Type="http://schemas.openxmlformats.org/officeDocument/2006/relationships/tags" Target="../tags/tag244.xml"/><Relationship Id="rId78" Type="http://schemas.openxmlformats.org/officeDocument/2006/relationships/tags" Target="../tags/tag243.xml"/><Relationship Id="rId77" Type="http://schemas.openxmlformats.org/officeDocument/2006/relationships/tags" Target="../tags/tag242.xml"/><Relationship Id="rId76" Type="http://schemas.openxmlformats.org/officeDocument/2006/relationships/tags" Target="../tags/tag241.xml"/><Relationship Id="rId75" Type="http://schemas.openxmlformats.org/officeDocument/2006/relationships/tags" Target="../tags/tag240.xml"/><Relationship Id="rId74" Type="http://schemas.openxmlformats.org/officeDocument/2006/relationships/tags" Target="../tags/tag239.xml"/><Relationship Id="rId73" Type="http://schemas.openxmlformats.org/officeDocument/2006/relationships/tags" Target="../tags/tag238.xml"/><Relationship Id="rId72" Type="http://schemas.openxmlformats.org/officeDocument/2006/relationships/tags" Target="../tags/tag237.xml"/><Relationship Id="rId71" Type="http://schemas.openxmlformats.org/officeDocument/2006/relationships/tags" Target="../tags/tag236.xml"/><Relationship Id="rId70" Type="http://schemas.openxmlformats.org/officeDocument/2006/relationships/tags" Target="../tags/tag235.xml"/><Relationship Id="rId7" Type="http://schemas.openxmlformats.org/officeDocument/2006/relationships/tags" Target="../tags/tag172.xml"/><Relationship Id="rId69" Type="http://schemas.openxmlformats.org/officeDocument/2006/relationships/tags" Target="../tags/tag234.xml"/><Relationship Id="rId68" Type="http://schemas.openxmlformats.org/officeDocument/2006/relationships/tags" Target="../tags/tag233.xml"/><Relationship Id="rId67" Type="http://schemas.openxmlformats.org/officeDocument/2006/relationships/tags" Target="../tags/tag232.xml"/><Relationship Id="rId66" Type="http://schemas.openxmlformats.org/officeDocument/2006/relationships/tags" Target="../tags/tag231.xml"/><Relationship Id="rId65" Type="http://schemas.openxmlformats.org/officeDocument/2006/relationships/tags" Target="../tags/tag230.xml"/><Relationship Id="rId64" Type="http://schemas.openxmlformats.org/officeDocument/2006/relationships/tags" Target="../tags/tag229.xml"/><Relationship Id="rId63" Type="http://schemas.openxmlformats.org/officeDocument/2006/relationships/tags" Target="../tags/tag228.xml"/><Relationship Id="rId62" Type="http://schemas.openxmlformats.org/officeDocument/2006/relationships/tags" Target="../tags/tag227.xml"/><Relationship Id="rId61" Type="http://schemas.openxmlformats.org/officeDocument/2006/relationships/tags" Target="../tags/tag226.xml"/><Relationship Id="rId60" Type="http://schemas.openxmlformats.org/officeDocument/2006/relationships/tags" Target="../tags/tag225.xml"/><Relationship Id="rId6" Type="http://schemas.openxmlformats.org/officeDocument/2006/relationships/tags" Target="../tags/tag171.xml"/><Relationship Id="rId59" Type="http://schemas.openxmlformats.org/officeDocument/2006/relationships/tags" Target="../tags/tag224.xml"/><Relationship Id="rId58" Type="http://schemas.openxmlformats.org/officeDocument/2006/relationships/tags" Target="../tags/tag223.xml"/><Relationship Id="rId57" Type="http://schemas.openxmlformats.org/officeDocument/2006/relationships/tags" Target="../tags/tag222.xml"/><Relationship Id="rId56" Type="http://schemas.openxmlformats.org/officeDocument/2006/relationships/tags" Target="../tags/tag221.xml"/><Relationship Id="rId55" Type="http://schemas.openxmlformats.org/officeDocument/2006/relationships/tags" Target="../tags/tag220.xml"/><Relationship Id="rId54" Type="http://schemas.openxmlformats.org/officeDocument/2006/relationships/tags" Target="../tags/tag219.xml"/><Relationship Id="rId53" Type="http://schemas.openxmlformats.org/officeDocument/2006/relationships/tags" Target="../tags/tag218.xml"/><Relationship Id="rId52" Type="http://schemas.openxmlformats.org/officeDocument/2006/relationships/tags" Target="../tags/tag217.xml"/><Relationship Id="rId51" Type="http://schemas.openxmlformats.org/officeDocument/2006/relationships/tags" Target="../tags/tag216.xml"/><Relationship Id="rId50" Type="http://schemas.openxmlformats.org/officeDocument/2006/relationships/tags" Target="../tags/tag215.xml"/><Relationship Id="rId5" Type="http://schemas.openxmlformats.org/officeDocument/2006/relationships/tags" Target="../tags/tag170.xml"/><Relationship Id="rId49" Type="http://schemas.openxmlformats.org/officeDocument/2006/relationships/tags" Target="../tags/tag214.xml"/><Relationship Id="rId48" Type="http://schemas.openxmlformats.org/officeDocument/2006/relationships/tags" Target="../tags/tag213.xml"/><Relationship Id="rId47" Type="http://schemas.openxmlformats.org/officeDocument/2006/relationships/tags" Target="../tags/tag212.xml"/><Relationship Id="rId46" Type="http://schemas.openxmlformats.org/officeDocument/2006/relationships/tags" Target="../tags/tag211.xml"/><Relationship Id="rId45" Type="http://schemas.openxmlformats.org/officeDocument/2006/relationships/tags" Target="../tags/tag210.xml"/><Relationship Id="rId44" Type="http://schemas.openxmlformats.org/officeDocument/2006/relationships/tags" Target="../tags/tag209.xml"/><Relationship Id="rId43" Type="http://schemas.openxmlformats.org/officeDocument/2006/relationships/tags" Target="../tags/tag208.xml"/><Relationship Id="rId42" Type="http://schemas.openxmlformats.org/officeDocument/2006/relationships/tags" Target="../tags/tag207.xml"/><Relationship Id="rId41" Type="http://schemas.openxmlformats.org/officeDocument/2006/relationships/tags" Target="../tags/tag206.xml"/><Relationship Id="rId40" Type="http://schemas.openxmlformats.org/officeDocument/2006/relationships/tags" Target="../tags/tag205.xml"/><Relationship Id="rId4" Type="http://schemas.openxmlformats.org/officeDocument/2006/relationships/tags" Target="../tags/tag169.xml"/><Relationship Id="rId39" Type="http://schemas.openxmlformats.org/officeDocument/2006/relationships/tags" Target="../tags/tag204.xml"/><Relationship Id="rId38" Type="http://schemas.openxmlformats.org/officeDocument/2006/relationships/tags" Target="../tags/tag203.xml"/><Relationship Id="rId37" Type="http://schemas.openxmlformats.org/officeDocument/2006/relationships/tags" Target="../tags/tag202.xml"/><Relationship Id="rId36" Type="http://schemas.openxmlformats.org/officeDocument/2006/relationships/tags" Target="../tags/tag201.xml"/><Relationship Id="rId35" Type="http://schemas.openxmlformats.org/officeDocument/2006/relationships/tags" Target="../tags/tag200.xml"/><Relationship Id="rId34" Type="http://schemas.openxmlformats.org/officeDocument/2006/relationships/tags" Target="../tags/tag199.xml"/><Relationship Id="rId33" Type="http://schemas.openxmlformats.org/officeDocument/2006/relationships/tags" Target="../tags/tag198.xml"/><Relationship Id="rId32" Type="http://schemas.openxmlformats.org/officeDocument/2006/relationships/tags" Target="../tags/tag197.xml"/><Relationship Id="rId31" Type="http://schemas.openxmlformats.org/officeDocument/2006/relationships/tags" Target="../tags/tag196.xml"/><Relationship Id="rId30" Type="http://schemas.openxmlformats.org/officeDocument/2006/relationships/tags" Target="../tags/tag195.xml"/><Relationship Id="rId3" Type="http://schemas.openxmlformats.org/officeDocument/2006/relationships/tags" Target="../tags/tag168.xml"/><Relationship Id="rId29" Type="http://schemas.openxmlformats.org/officeDocument/2006/relationships/tags" Target="../tags/tag194.xml"/><Relationship Id="rId28" Type="http://schemas.openxmlformats.org/officeDocument/2006/relationships/tags" Target="../tags/tag193.xml"/><Relationship Id="rId27" Type="http://schemas.openxmlformats.org/officeDocument/2006/relationships/tags" Target="../tags/tag192.xml"/><Relationship Id="rId26" Type="http://schemas.openxmlformats.org/officeDocument/2006/relationships/tags" Target="../tags/tag191.xml"/><Relationship Id="rId25" Type="http://schemas.openxmlformats.org/officeDocument/2006/relationships/tags" Target="../tags/tag190.xml"/><Relationship Id="rId24" Type="http://schemas.openxmlformats.org/officeDocument/2006/relationships/tags" Target="../tags/tag189.xml"/><Relationship Id="rId23" Type="http://schemas.openxmlformats.org/officeDocument/2006/relationships/tags" Target="../tags/tag188.xml"/><Relationship Id="rId22" Type="http://schemas.openxmlformats.org/officeDocument/2006/relationships/tags" Target="../tags/tag187.xml"/><Relationship Id="rId21" Type="http://schemas.openxmlformats.org/officeDocument/2006/relationships/tags" Target="../tags/tag186.xml"/><Relationship Id="rId20" Type="http://schemas.openxmlformats.org/officeDocument/2006/relationships/tags" Target="../tags/tag185.xml"/><Relationship Id="rId2" Type="http://schemas.openxmlformats.org/officeDocument/2006/relationships/tags" Target="../tags/tag167.xml"/><Relationship Id="rId19" Type="http://schemas.openxmlformats.org/officeDocument/2006/relationships/tags" Target="../tags/tag184.xml"/><Relationship Id="rId18" Type="http://schemas.openxmlformats.org/officeDocument/2006/relationships/tags" Target="../tags/tag183.xml"/><Relationship Id="rId17" Type="http://schemas.openxmlformats.org/officeDocument/2006/relationships/tags" Target="../tags/tag182.xml"/><Relationship Id="rId16" Type="http://schemas.openxmlformats.org/officeDocument/2006/relationships/tags" Target="../tags/tag181.xml"/><Relationship Id="rId15" Type="http://schemas.openxmlformats.org/officeDocument/2006/relationships/tags" Target="../tags/tag180.xml"/><Relationship Id="rId14" Type="http://schemas.openxmlformats.org/officeDocument/2006/relationships/tags" Target="../tags/tag179.xml"/><Relationship Id="rId13" Type="http://schemas.openxmlformats.org/officeDocument/2006/relationships/tags" Target="../tags/tag178.xml"/><Relationship Id="rId124" Type="http://schemas.openxmlformats.org/officeDocument/2006/relationships/slideLayout" Target="../slideLayouts/slideLayout7.xml"/><Relationship Id="rId123" Type="http://schemas.openxmlformats.org/officeDocument/2006/relationships/tags" Target="../tags/tag288.xml"/><Relationship Id="rId122" Type="http://schemas.openxmlformats.org/officeDocument/2006/relationships/tags" Target="../tags/tag287.xml"/><Relationship Id="rId121" Type="http://schemas.openxmlformats.org/officeDocument/2006/relationships/tags" Target="../tags/tag286.xml"/><Relationship Id="rId120" Type="http://schemas.openxmlformats.org/officeDocument/2006/relationships/tags" Target="../tags/tag285.xml"/><Relationship Id="rId12" Type="http://schemas.openxmlformats.org/officeDocument/2006/relationships/tags" Target="../tags/tag177.xml"/><Relationship Id="rId119" Type="http://schemas.openxmlformats.org/officeDocument/2006/relationships/tags" Target="../tags/tag284.xml"/><Relationship Id="rId118" Type="http://schemas.openxmlformats.org/officeDocument/2006/relationships/tags" Target="../tags/tag283.xml"/><Relationship Id="rId117" Type="http://schemas.openxmlformats.org/officeDocument/2006/relationships/tags" Target="../tags/tag282.xml"/><Relationship Id="rId116" Type="http://schemas.openxmlformats.org/officeDocument/2006/relationships/tags" Target="../tags/tag281.xml"/><Relationship Id="rId115" Type="http://schemas.openxmlformats.org/officeDocument/2006/relationships/tags" Target="../tags/tag280.xml"/><Relationship Id="rId114" Type="http://schemas.openxmlformats.org/officeDocument/2006/relationships/tags" Target="../tags/tag279.xml"/><Relationship Id="rId113" Type="http://schemas.openxmlformats.org/officeDocument/2006/relationships/tags" Target="../tags/tag278.xml"/><Relationship Id="rId112" Type="http://schemas.openxmlformats.org/officeDocument/2006/relationships/tags" Target="../tags/tag277.xml"/><Relationship Id="rId111" Type="http://schemas.openxmlformats.org/officeDocument/2006/relationships/tags" Target="../tags/tag276.xml"/><Relationship Id="rId110" Type="http://schemas.openxmlformats.org/officeDocument/2006/relationships/tags" Target="../tags/tag275.xml"/><Relationship Id="rId11" Type="http://schemas.openxmlformats.org/officeDocument/2006/relationships/tags" Target="../tags/tag176.xml"/><Relationship Id="rId109" Type="http://schemas.openxmlformats.org/officeDocument/2006/relationships/tags" Target="../tags/tag274.xml"/><Relationship Id="rId108" Type="http://schemas.openxmlformats.org/officeDocument/2006/relationships/tags" Target="../tags/tag273.xml"/><Relationship Id="rId107" Type="http://schemas.openxmlformats.org/officeDocument/2006/relationships/tags" Target="../tags/tag272.xml"/><Relationship Id="rId106" Type="http://schemas.openxmlformats.org/officeDocument/2006/relationships/tags" Target="../tags/tag271.xml"/><Relationship Id="rId105" Type="http://schemas.openxmlformats.org/officeDocument/2006/relationships/tags" Target="../tags/tag270.xml"/><Relationship Id="rId104" Type="http://schemas.openxmlformats.org/officeDocument/2006/relationships/tags" Target="../tags/tag269.xml"/><Relationship Id="rId103" Type="http://schemas.openxmlformats.org/officeDocument/2006/relationships/tags" Target="../tags/tag268.xml"/><Relationship Id="rId102" Type="http://schemas.openxmlformats.org/officeDocument/2006/relationships/tags" Target="../tags/tag267.xml"/><Relationship Id="rId101" Type="http://schemas.openxmlformats.org/officeDocument/2006/relationships/tags" Target="../tags/tag266.xml"/><Relationship Id="rId100" Type="http://schemas.openxmlformats.org/officeDocument/2006/relationships/tags" Target="../tags/tag265.xml"/><Relationship Id="rId10" Type="http://schemas.openxmlformats.org/officeDocument/2006/relationships/tags" Target="../tags/tag175.xml"/><Relationship Id="rId1" Type="http://schemas.openxmlformats.org/officeDocument/2006/relationships/tags" Target="../tags/tag166.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89.xml"/><Relationship Id="rId1" Type="http://schemas.openxmlformats.org/officeDocument/2006/relationships/image" Target="../media/image33.png"/></Relationships>
</file>

<file path=ppt/slides/_rels/slide35.xml.rels><?xml version="1.0" encoding="UTF-8" standalone="yes"?>
<Relationships xmlns="http://schemas.openxmlformats.org/package/2006/relationships"><Relationship Id="rId9" Type="http://schemas.openxmlformats.org/officeDocument/2006/relationships/tags" Target="../tags/tag297.xml"/><Relationship Id="rId8" Type="http://schemas.openxmlformats.org/officeDocument/2006/relationships/tags" Target="../tags/tag296.xml"/><Relationship Id="rId7" Type="http://schemas.openxmlformats.org/officeDocument/2006/relationships/tags" Target="../tags/tag295.xml"/><Relationship Id="rId6" Type="http://schemas.openxmlformats.org/officeDocument/2006/relationships/tags" Target="../tags/tag294.xml"/><Relationship Id="rId5" Type="http://schemas.openxmlformats.org/officeDocument/2006/relationships/tags" Target="../tags/tag293.xml"/><Relationship Id="rId4" Type="http://schemas.openxmlformats.org/officeDocument/2006/relationships/tags" Target="../tags/tag292.xml"/><Relationship Id="rId3" Type="http://schemas.openxmlformats.org/officeDocument/2006/relationships/image" Target="../media/image34.png"/><Relationship Id="rId2" Type="http://schemas.openxmlformats.org/officeDocument/2006/relationships/tags" Target="../tags/tag291.xml"/><Relationship Id="rId15" Type="http://schemas.openxmlformats.org/officeDocument/2006/relationships/notesSlide" Target="../notesSlides/notesSlide26.xml"/><Relationship Id="rId14" Type="http://schemas.openxmlformats.org/officeDocument/2006/relationships/slideLayout" Target="../slideLayouts/slideLayout7.xml"/><Relationship Id="rId13" Type="http://schemas.openxmlformats.org/officeDocument/2006/relationships/tags" Target="../tags/tag301.xml"/><Relationship Id="rId12" Type="http://schemas.openxmlformats.org/officeDocument/2006/relationships/tags" Target="../tags/tag300.xml"/><Relationship Id="rId11" Type="http://schemas.openxmlformats.org/officeDocument/2006/relationships/tags" Target="../tags/tag299.xml"/><Relationship Id="rId10" Type="http://schemas.openxmlformats.org/officeDocument/2006/relationships/tags" Target="../tags/tag298.xml"/><Relationship Id="rId1" Type="http://schemas.openxmlformats.org/officeDocument/2006/relationships/tags" Target="../tags/tag290.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05.xml"/><Relationship Id="rId1" Type="http://schemas.openxmlformats.org/officeDocument/2006/relationships/image" Target="../media/image35.png"/></Relationships>
</file>

<file path=ppt/slides/_rels/slide37.xml.rels><?xml version="1.0" encoding="UTF-8" standalone="yes"?>
<Relationships xmlns="http://schemas.openxmlformats.org/package/2006/relationships"><Relationship Id="rId9" Type="http://schemas.openxmlformats.org/officeDocument/2006/relationships/tags" Target="../tags/tag313.xml"/><Relationship Id="rId8" Type="http://schemas.openxmlformats.org/officeDocument/2006/relationships/tags" Target="../tags/tag312.xml"/><Relationship Id="rId7" Type="http://schemas.openxmlformats.org/officeDocument/2006/relationships/image" Target="../media/image36.png"/><Relationship Id="rId6" Type="http://schemas.openxmlformats.org/officeDocument/2006/relationships/tags" Target="../tags/tag311.xml"/><Relationship Id="rId5" Type="http://schemas.openxmlformats.org/officeDocument/2006/relationships/tags" Target="../tags/tag310.xml"/><Relationship Id="rId4" Type="http://schemas.openxmlformats.org/officeDocument/2006/relationships/tags" Target="../tags/tag309.xml"/><Relationship Id="rId30" Type="http://schemas.openxmlformats.org/officeDocument/2006/relationships/notesSlide" Target="../notesSlides/notesSlide27.xml"/><Relationship Id="rId3" Type="http://schemas.openxmlformats.org/officeDocument/2006/relationships/tags" Target="../tags/tag308.xml"/><Relationship Id="rId29" Type="http://schemas.openxmlformats.org/officeDocument/2006/relationships/slideLayout" Target="../slideLayouts/slideLayout6.xml"/><Relationship Id="rId28" Type="http://schemas.openxmlformats.org/officeDocument/2006/relationships/tags" Target="../tags/tag332.xml"/><Relationship Id="rId27" Type="http://schemas.openxmlformats.org/officeDocument/2006/relationships/tags" Target="../tags/tag331.xml"/><Relationship Id="rId26" Type="http://schemas.openxmlformats.org/officeDocument/2006/relationships/tags" Target="../tags/tag330.xml"/><Relationship Id="rId25" Type="http://schemas.openxmlformats.org/officeDocument/2006/relationships/tags" Target="../tags/tag329.xml"/><Relationship Id="rId24" Type="http://schemas.openxmlformats.org/officeDocument/2006/relationships/tags" Target="../tags/tag328.xml"/><Relationship Id="rId23" Type="http://schemas.openxmlformats.org/officeDocument/2006/relationships/tags" Target="../tags/tag327.xml"/><Relationship Id="rId22" Type="http://schemas.openxmlformats.org/officeDocument/2006/relationships/tags" Target="../tags/tag326.xml"/><Relationship Id="rId21" Type="http://schemas.openxmlformats.org/officeDocument/2006/relationships/tags" Target="../tags/tag325.xml"/><Relationship Id="rId20" Type="http://schemas.openxmlformats.org/officeDocument/2006/relationships/tags" Target="../tags/tag324.xml"/><Relationship Id="rId2" Type="http://schemas.openxmlformats.org/officeDocument/2006/relationships/tags" Target="../tags/tag307.xml"/><Relationship Id="rId19" Type="http://schemas.openxmlformats.org/officeDocument/2006/relationships/tags" Target="../tags/tag323.xml"/><Relationship Id="rId18" Type="http://schemas.openxmlformats.org/officeDocument/2006/relationships/tags" Target="../tags/tag322.xml"/><Relationship Id="rId17" Type="http://schemas.openxmlformats.org/officeDocument/2006/relationships/tags" Target="../tags/tag321.xml"/><Relationship Id="rId16" Type="http://schemas.openxmlformats.org/officeDocument/2006/relationships/tags" Target="../tags/tag320.xml"/><Relationship Id="rId15" Type="http://schemas.openxmlformats.org/officeDocument/2006/relationships/tags" Target="../tags/tag319.xml"/><Relationship Id="rId14" Type="http://schemas.openxmlformats.org/officeDocument/2006/relationships/tags" Target="../tags/tag318.xml"/><Relationship Id="rId13" Type="http://schemas.openxmlformats.org/officeDocument/2006/relationships/tags" Target="../tags/tag317.xml"/><Relationship Id="rId12" Type="http://schemas.openxmlformats.org/officeDocument/2006/relationships/tags" Target="../tags/tag316.xml"/><Relationship Id="rId11" Type="http://schemas.openxmlformats.org/officeDocument/2006/relationships/tags" Target="../tags/tag315.xml"/><Relationship Id="rId10" Type="http://schemas.openxmlformats.org/officeDocument/2006/relationships/tags" Target="../tags/tag314.xml"/><Relationship Id="rId1" Type="http://schemas.openxmlformats.org/officeDocument/2006/relationships/tags" Target="../tags/tag306.xml"/></Relationships>
</file>

<file path=ppt/slides/_rels/slide38.xml.rels><?xml version="1.0" encoding="UTF-8" standalone="yes"?>
<Relationships xmlns="http://schemas.openxmlformats.org/package/2006/relationships"><Relationship Id="rId9" Type="http://schemas.openxmlformats.org/officeDocument/2006/relationships/tags" Target="../tags/tag343.xml"/><Relationship Id="rId8" Type="http://schemas.openxmlformats.org/officeDocument/2006/relationships/tags" Target="../tags/tag342.xml"/><Relationship Id="rId7" Type="http://schemas.openxmlformats.org/officeDocument/2006/relationships/image" Target="../media/image36.png"/><Relationship Id="rId6" Type="http://schemas.openxmlformats.org/officeDocument/2006/relationships/tags" Target="../tags/tag341.xml"/><Relationship Id="rId5" Type="http://schemas.openxmlformats.org/officeDocument/2006/relationships/tags" Target="../tags/tag340.xml"/><Relationship Id="rId4" Type="http://schemas.openxmlformats.org/officeDocument/2006/relationships/tags" Target="../tags/tag339.xml"/><Relationship Id="rId33" Type="http://schemas.openxmlformats.org/officeDocument/2006/relationships/notesSlide" Target="../notesSlides/notesSlide28.xml"/><Relationship Id="rId32" Type="http://schemas.openxmlformats.org/officeDocument/2006/relationships/slideLayout" Target="../slideLayouts/slideLayout6.xml"/><Relationship Id="rId31" Type="http://schemas.openxmlformats.org/officeDocument/2006/relationships/tags" Target="../tags/tag365.xml"/><Relationship Id="rId30" Type="http://schemas.openxmlformats.org/officeDocument/2006/relationships/tags" Target="../tags/tag364.xml"/><Relationship Id="rId3" Type="http://schemas.openxmlformats.org/officeDocument/2006/relationships/tags" Target="../tags/tag338.xml"/><Relationship Id="rId29" Type="http://schemas.openxmlformats.org/officeDocument/2006/relationships/tags" Target="../tags/tag363.xml"/><Relationship Id="rId28" Type="http://schemas.openxmlformats.org/officeDocument/2006/relationships/tags" Target="../tags/tag362.xml"/><Relationship Id="rId27" Type="http://schemas.openxmlformats.org/officeDocument/2006/relationships/tags" Target="../tags/tag361.xml"/><Relationship Id="rId26" Type="http://schemas.openxmlformats.org/officeDocument/2006/relationships/tags" Target="../tags/tag360.xml"/><Relationship Id="rId25" Type="http://schemas.openxmlformats.org/officeDocument/2006/relationships/tags" Target="../tags/tag359.xml"/><Relationship Id="rId24" Type="http://schemas.openxmlformats.org/officeDocument/2006/relationships/tags" Target="../tags/tag358.xml"/><Relationship Id="rId23" Type="http://schemas.openxmlformats.org/officeDocument/2006/relationships/tags" Target="../tags/tag357.xml"/><Relationship Id="rId22" Type="http://schemas.openxmlformats.org/officeDocument/2006/relationships/tags" Target="../tags/tag356.xml"/><Relationship Id="rId21" Type="http://schemas.openxmlformats.org/officeDocument/2006/relationships/tags" Target="../tags/tag355.xml"/><Relationship Id="rId20" Type="http://schemas.openxmlformats.org/officeDocument/2006/relationships/tags" Target="../tags/tag354.xml"/><Relationship Id="rId2" Type="http://schemas.openxmlformats.org/officeDocument/2006/relationships/tags" Target="../tags/tag337.xml"/><Relationship Id="rId19" Type="http://schemas.openxmlformats.org/officeDocument/2006/relationships/tags" Target="../tags/tag353.xml"/><Relationship Id="rId18" Type="http://schemas.openxmlformats.org/officeDocument/2006/relationships/tags" Target="../tags/tag352.xml"/><Relationship Id="rId17" Type="http://schemas.openxmlformats.org/officeDocument/2006/relationships/tags" Target="../tags/tag351.xml"/><Relationship Id="rId16" Type="http://schemas.openxmlformats.org/officeDocument/2006/relationships/tags" Target="../tags/tag350.xml"/><Relationship Id="rId15" Type="http://schemas.openxmlformats.org/officeDocument/2006/relationships/tags" Target="../tags/tag349.xml"/><Relationship Id="rId14" Type="http://schemas.openxmlformats.org/officeDocument/2006/relationships/tags" Target="../tags/tag348.xml"/><Relationship Id="rId13" Type="http://schemas.openxmlformats.org/officeDocument/2006/relationships/tags" Target="../tags/tag347.xml"/><Relationship Id="rId12" Type="http://schemas.openxmlformats.org/officeDocument/2006/relationships/tags" Target="../tags/tag346.xml"/><Relationship Id="rId11" Type="http://schemas.openxmlformats.org/officeDocument/2006/relationships/tags" Target="../tags/tag345.xml"/><Relationship Id="rId10" Type="http://schemas.openxmlformats.org/officeDocument/2006/relationships/tags" Target="../tags/tag344.xml"/><Relationship Id="rId1" Type="http://schemas.openxmlformats.org/officeDocument/2006/relationships/tags" Target="../tags/tag336.xml"/></Relationships>
</file>

<file path=ppt/slides/_rels/slide39.xml.rels><?xml version="1.0" encoding="UTF-8" standalone="yes"?>
<Relationships xmlns="http://schemas.openxmlformats.org/package/2006/relationships"><Relationship Id="rId9" Type="http://schemas.openxmlformats.org/officeDocument/2006/relationships/image" Target="../media/image36.png"/><Relationship Id="rId8" Type="http://schemas.openxmlformats.org/officeDocument/2006/relationships/tags" Target="../tags/tag376.xml"/><Relationship Id="rId7" Type="http://schemas.openxmlformats.org/officeDocument/2006/relationships/tags" Target="../tags/tag375.xml"/><Relationship Id="rId6" Type="http://schemas.openxmlformats.org/officeDocument/2006/relationships/tags" Target="../tags/tag374.xml"/><Relationship Id="rId51" Type="http://schemas.openxmlformats.org/officeDocument/2006/relationships/notesSlide" Target="../notesSlides/notesSlide29.xml"/><Relationship Id="rId50" Type="http://schemas.openxmlformats.org/officeDocument/2006/relationships/slideLayout" Target="../slideLayouts/slideLayout6.xml"/><Relationship Id="rId5" Type="http://schemas.openxmlformats.org/officeDocument/2006/relationships/tags" Target="../tags/tag373.xml"/><Relationship Id="rId49" Type="http://schemas.openxmlformats.org/officeDocument/2006/relationships/tags" Target="../tags/tag416.xml"/><Relationship Id="rId48" Type="http://schemas.openxmlformats.org/officeDocument/2006/relationships/tags" Target="../tags/tag415.xml"/><Relationship Id="rId47" Type="http://schemas.openxmlformats.org/officeDocument/2006/relationships/tags" Target="../tags/tag414.xml"/><Relationship Id="rId46" Type="http://schemas.openxmlformats.org/officeDocument/2006/relationships/tags" Target="../tags/tag413.xml"/><Relationship Id="rId45" Type="http://schemas.openxmlformats.org/officeDocument/2006/relationships/tags" Target="../tags/tag412.xml"/><Relationship Id="rId44" Type="http://schemas.openxmlformats.org/officeDocument/2006/relationships/tags" Target="../tags/tag411.xml"/><Relationship Id="rId43" Type="http://schemas.openxmlformats.org/officeDocument/2006/relationships/tags" Target="../tags/tag410.xml"/><Relationship Id="rId42" Type="http://schemas.openxmlformats.org/officeDocument/2006/relationships/tags" Target="../tags/tag409.xml"/><Relationship Id="rId41" Type="http://schemas.openxmlformats.org/officeDocument/2006/relationships/tags" Target="../tags/tag408.xml"/><Relationship Id="rId40" Type="http://schemas.openxmlformats.org/officeDocument/2006/relationships/tags" Target="../tags/tag407.xml"/><Relationship Id="rId4" Type="http://schemas.openxmlformats.org/officeDocument/2006/relationships/tags" Target="../tags/tag372.xml"/><Relationship Id="rId39" Type="http://schemas.openxmlformats.org/officeDocument/2006/relationships/tags" Target="../tags/tag406.xml"/><Relationship Id="rId38" Type="http://schemas.openxmlformats.org/officeDocument/2006/relationships/tags" Target="../tags/tag405.xml"/><Relationship Id="rId37" Type="http://schemas.openxmlformats.org/officeDocument/2006/relationships/tags" Target="../tags/tag404.xml"/><Relationship Id="rId36" Type="http://schemas.openxmlformats.org/officeDocument/2006/relationships/tags" Target="../tags/tag403.xml"/><Relationship Id="rId35" Type="http://schemas.openxmlformats.org/officeDocument/2006/relationships/tags" Target="../tags/tag402.xml"/><Relationship Id="rId34" Type="http://schemas.openxmlformats.org/officeDocument/2006/relationships/tags" Target="../tags/tag401.xml"/><Relationship Id="rId33" Type="http://schemas.openxmlformats.org/officeDocument/2006/relationships/tags" Target="../tags/tag400.xml"/><Relationship Id="rId32" Type="http://schemas.openxmlformats.org/officeDocument/2006/relationships/tags" Target="../tags/tag399.xml"/><Relationship Id="rId31" Type="http://schemas.openxmlformats.org/officeDocument/2006/relationships/tags" Target="../tags/tag398.xml"/><Relationship Id="rId30" Type="http://schemas.openxmlformats.org/officeDocument/2006/relationships/tags" Target="../tags/tag397.xml"/><Relationship Id="rId3" Type="http://schemas.openxmlformats.org/officeDocument/2006/relationships/tags" Target="../tags/tag371.xml"/><Relationship Id="rId29" Type="http://schemas.openxmlformats.org/officeDocument/2006/relationships/tags" Target="../tags/tag396.xml"/><Relationship Id="rId28" Type="http://schemas.openxmlformats.org/officeDocument/2006/relationships/tags" Target="../tags/tag395.xml"/><Relationship Id="rId27" Type="http://schemas.openxmlformats.org/officeDocument/2006/relationships/tags" Target="../tags/tag394.xml"/><Relationship Id="rId26" Type="http://schemas.openxmlformats.org/officeDocument/2006/relationships/tags" Target="../tags/tag393.xml"/><Relationship Id="rId25" Type="http://schemas.openxmlformats.org/officeDocument/2006/relationships/tags" Target="../tags/tag392.xml"/><Relationship Id="rId24" Type="http://schemas.openxmlformats.org/officeDocument/2006/relationships/tags" Target="../tags/tag391.xml"/><Relationship Id="rId23" Type="http://schemas.openxmlformats.org/officeDocument/2006/relationships/tags" Target="../tags/tag390.xml"/><Relationship Id="rId22" Type="http://schemas.openxmlformats.org/officeDocument/2006/relationships/tags" Target="../tags/tag389.xml"/><Relationship Id="rId21" Type="http://schemas.openxmlformats.org/officeDocument/2006/relationships/tags" Target="../tags/tag388.xml"/><Relationship Id="rId20" Type="http://schemas.openxmlformats.org/officeDocument/2006/relationships/tags" Target="../tags/tag387.xml"/><Relationship Id="rId2" Type="http://schemas.openxmlformats.org/officeDocument/2006/relationships/tags" Target="../tags/tag370.xml"/><Relationship Id="rId19" Type="http://schemas.openxmlformats.org/officeDocument/2006/relationships/tags" Target="../tags/tag386.xml"/><Relationship Id="rId18" Type="http://schemas.openxmlformats.org/officeDocument/2006/relationships/tags" Target="../tags/tag385.xml"/><Relationship Id="rId17" Type="http://schemas.openxmlformats.org/officeDocument/2006/relationships/tags" Target="../tags/tag384.xml"/><Relationship Id="rId16" Type="http://schemas.openxmlformats.org/officeDocument/2006/relationships/tags" Target="../tags/tag383.xml"/><Relationship Id="rId15" Type="http://schemas.openxmlformats.org/officeDocument/2006/relationships/tags" Target="../tags/tag382.xml"/><Relationship Id="rId14" Type="http://schemas.openxmlformats.org/officeDocument/2006/relationships/tags" Target="../tags/tag381.xml"/><Relationship Id="rId13" Type="http://schemas.openxmlformats.org/officeDocument/2006/relationships/tags" Target="../tags/tag380.xml"/><Relationship Id="rId12" Type="http://schemas.openxmlformats.org/officeDocument/2006/relationships/tags" Target="../tags/tag379.xml"/><Relationship Id="rId11" Type="http://schemas.openxmlformats.org/officeDocument/2006/relationships/tags" Target="../tags/tag378.xml"/><Relationship Id="rId10" Type="http://schemas.openxmlformats.org/officeDocument/2006/relationships/tags" Target="../tags/tag377.xml"/><Relationship Id="rId1" Type="http://schemas.openxmlformats.org/officeDocument/2006/relationships/tags" Target="../tags/tag369.xml"/></Relationships>
</file>

<file path=ppt/slides/_rels/slide40.xml.rels><?xml version="1.0" encoding="UTF-8" standalone="yes"?>
<Relationships xmlns="http://schemas.openxmlformats.org/package/2006/relationships"><Relationship Id="rId9" Type="http://schemas.openxmlformats.org/officeDocument/2006/relationships/tags" Target="../tags/tag428.xml"/><Relationship Id="rId8" Type="http://schemas.openxmlformats.org/officeDocument/2006/relationships/tags" Target="../tags/tag427.xml"/><Relationship Id="rId7" Type="http://schemas.openxmlformats.org/officeDocument/2006/relationships/tags" Target="../tags/tag426.xml"/><Relationship Id="rId6" Type="http://schemas.openxmlformats.org/officeDocument/2006/relationships/tags" Target="../tags/tag425.xml"/><Relationship Id="rId5" Type="http://schemas.openxmlformats.org/officeDocument/2006/relationships/tags" Target="../tags/tag424.xml"/><Relationship Id="rId4" Type="http://schemas.openxmlformats.org/officeDocument/2006/relationships/tags" Target="../tags/tag423.xml"/><Relationship Id="rId34" Type="http://schemas.openxmlformats.org/officeDocument/2006/relationships/notesSlide" Target="../notesSlides/notesSlide30.xml"/><Relationship Id="rId33" Type="http://schemas.openxmlformats.org/officeDocument/2006/relationships/slideLayout" Target="../slideLayouts/slideLayout6.xml"/><Relationship Id="rId32" Type="http://schemas.openxmlformats.org/officeDocument/2006/relationships/tags" Target="../tags/tag450.xml"/><Relationship Id="rId31" Type="http://schemas.openxmlformats.org/officeDocument/2006/relationships/tags" Target="../tags/tag449.xml"/><Relationship Id="rId30" Type="http://schemas.openxmlformats.org/officeDocument/2006/relationships/tags" Target="../tags/tag448.xml"/><Relationship Id="rId3" Type="http://schemas.openxmlformats.org/officeDocument/2006/relationships/tags" Target="../tags/tag422.xml"/><Relationship Id="rId29" Type="http://schemas.openxmlformats.org/officeDocument/2006/relationships/tags" Target="../tags/tag447.xml"/><Relationship Id="rId28" Type="http://schemas.openxmlformats.org/officeDocument/2006/relationships/tags" Target="../tags/tag446.xml"/><Relationship Id="rId27" Type="http://schemas.openxmlformats.org/officeDocument/2006/relationships/tags" Target="../tags/tag445.xml"/><Relationship Id="rId26" Type="http://schemas.openxmlformats.org/officeDocument/2006/relationships/tags" Target="../tags/tag444.xml"/><Relationship Id="rId25" Type="http://schemas.openxmlformats.org/officeDocument/2006/relationships/tags" Target="../tags/tag443.xml"/><Relationship Id="rId24" Type="http://schemas.openxmlformats.org/officeDocument/2006/relationships/tags" Target="../tags/tag442.xml"/><Relationship Id="rId23" Type="http://schemas.openxmlformats.org/officeDocument/2006/relationships/tags" Target="../tags/tag441.xml"/><Relationship Id="rId22" Type="http://schemas.openxmlformats.org/officeDocument/2006/relationships/tags" Target="../tags/tag440.xml"/><Relationship Id="rId21" Type="http://schemas.openxmlformats.org/officeDocument/2006/relationships/tags" Target="../tags/tag439.xml"/><Relationship Id="rId20" Type="http://schemas.openxmlformats.org/officeDocument/2006/relationships/tags" Target="../tags/tag438.xml"/><Relationship Id="rId2" Type="http://schemas.openxmlformats.org/officeDocument/2006/relationships/tags" Target="../tags/tag421.xml"/><Relationship Id="rId19" Type="http://schemas.openxmlformats.org/officeDocument/2006/relationships/tags" Target="../tags/tag437.xml"/><Relationship Id="rId18" Type="http://schemas.openxmlformats.org/officeDocument/2006/relationships/tags" Target="../tags/tag436.xml"/><Relationship Id="rId17" Type="http://schemas.openxmlformats.org/officeDocument/2006/relationships/tags" Target="../tags/tag435.xml"/><Relationship Id="rId16" Type="http://schemas.openxmlformats.org/officeDocument/2006/relationships/tags" Target="../tags/tag434.xml"/><Relationship Id="rId15" Type="http://schemas.openxmlformats.org/officeDocument/2006/relationships/tags" Target="../tags/tag433.xml"/><Relationship Id="rId14" Type="http://schemas.openxmlformats.org/officeDocument/2006/relationships/tags" Target="../tags/tag432.xml"/><Relationship Id="rId13" Type="http://schemas.openxmlformats.org/officeDocument/2006/relationships/image" Target="../media/image37.png"/><Relationship Id="rId12" Type="http://schemas.openxmlformats.org/officeDocument/2006/relationships/tags" Target="../tags/tag431.xml"/><Relationship Id="rId11" Type="http://schemas.openxmlformats.org/officeDocument/2006/relationships/tags" Target="../tags/tag430.xml"/><Relationship Id="rId10" Type="http://schemas.openxmlformats.org/officeDocument/2006/relationships/tags" Target="../tags/tag429.xml"/><Relationship Id="rId1" Type="http://schemas.openxmlformats.org/officeDocument/2006/relationships/tags" Target="../tags/tag420.xml"/></Relationships>
</file>

<file path=ppt/slides/_rels/slide41.xml.rels><?xml version="1.0" encoding="UTF-8" standalone="yes"?>
<Relationships xmlns="http://schemas.openxmlformats.org/package/2006/relationships"><Relationship Id="rId98" Type="http://schemas.openxmlformats.org/officeDocument/2006/relationships/notesSlide" Target="../notesSlides/notesSlide31.xml"/><Relationship Id="rId97" Type="http://schemas.openxmlformats.org/officeDocument/2006/relationships/slideLayout" Target="../slideLayouts/slideLayout6.xml"/><Relationship Id="rId96" Type="http://schemas.openxmlformats.org/officeDocument/2006/relationships/tags" Target="../tags/tag548.xml"/><Relationship Id="rId95" Type="http://schemas.openxmlformats.org/officeDocument/2006/relationships/tags" Target="../tags/tag547.xml"/><Relationship Id="rId94" Type="http://schemas.openxmlformats.org/officeDocument/2006/relationships/tags" Target="../tags/tag546.xml"/><Relationship Id="rId93" Type="http://schemas.openxmlformats.org/officeDocument/2006/relationships/tags" Target="../tags/tag545.xml"/><Relationship Id="rId92" Type="http://schemas.openxmlformats.org/officeDocument/2006/relationships/tags" Target="../tags/tag544.xml"/><Relationship Id="rId91" Type="http://schemas.openxmlformats.org/officeDocument/2006/relationships/tags" Target="../tags/tag543.xml"/><Relationship Id="rId90" Type="http://schemas.openxmlformats.org/officeDocument/2006/relationships/tags" Target="../tags/tag542.xml"/><Relationship Id="rId9" Type="http://schemas.openxmlformats.org/officeDocument/2006/relationships/tags" Target="../tags/tag461.xml"/><Relationship Id="rId89" Type="http://schemas.openxmlformats.org/officeDocument/2006/relationships/tags" Target="../tags/tag541.xml"/><Relationship Id="rId88" Type="http://schemas.openxmlformats.org/officeDocument/2006/relationships/tags" Target="../tags/tag540.xml"/><Relationship Id="rId87" Type="http://schemas.openxmlformats.org/officeDocument/2006/relationships/tags" Target="../tags/tag539.xml"/><Relationship Id="rId86" Type="http://schemas.openxmlformats.org/officeDocument/2006/relationships/tags" Target="../tags/tag538.xml"/><Relationship Id="rId85" Type="http://schemas.openxmlformats.org/officeDocument/2006/relationships/tags" Target="../tags/tag537.xml"/><Relationship Id="rId84" Type="http://schemas.openxmlformats.org/officeDocument/2006/relationships/tags" Target="../tags/tag536.xml"/><Relationship Id="rId83" Type="http://schemas.openxmlformats.org/officeDocument/2006/relationships/tags" Target="../tags/tag535.xml"/><Relationship Id="rId82" Type="http://schemas.openxmlformats.org/officeDocument/2006/relationships/tags" Target="../tags/tag534.xml"/><Relationship Id="rId81" Type="http://schemas.openxmlformats.org/officeDocument/2006/relationships/tags" Target="../tags/tag533.xml"/><Relationship Id="rId80" Type="http://schemas.openxmlformats.org/officeDocument/2006/relationships/tags" Target="../tags/tag532.xml"/><Relationship Id="rId8" Type="http://schemas.openxmlformats.org/officeDocument/2006/relationships/image" Target="../media/image37.png"/><Relationship Id="rId79" Type="http://schemas.openxmlformats.org/officeDocument/2006/relationships/tags" Target="../tags/tag531.xml"/><Relationship Id="rId78" Type="http://schemas.openxmlformats.org/officeDocument/2006/relationships/tags" Target="../tags/tag530.xml"/><Relationship Id="rId77" Type="http://schemas.openxmlformats.org/officeDocument/2006/relationships/tags" Target="../tags/tag529.xml"/><Relationship Id="rId76" Type="http://schemas.openxmlformats.org/officeDocument/2006/relationships/tags" Target="../tags/tag528.xml"/><Relationship Id="rId75" Type="http://schemas.openxmlformats.org/officeDocument/2006/relationships/tags" Target="../tags/tag527.xml"/><Relationship Id="rId74" Type="http://schemas.openxmlformats.org/officeDocument/2006/relationships/tags" Target="../tags/tag526.xml"/><Relationship Id="rId73" Type="http://schemas.openxmlformats.org/officeDocument/2006/relationships/tags" Target="../tags/tag525.xml"/><Relationship Id="rId72" Type="http://schemas.openxmlformats.org/officeDocument/2006/relationships/tags" Target="../tags/tag524.xml"/><Relationship Id="rId71" Type="http://schemas.openxmlformats.org/officeDocument/2006/relationships/tags" Target="../tags/tag523.xml"/><Relationship Id="rId70" Type="http://schemas.openxmlformats.org/officeDocument/2006/relationships/tags" Target="../tags/tag522.xml"/><Relationship Id="rId7" Type="http://schemas.openxmlformats.org/officeDocument/2006/relationships/tags" Target="../tags/tag460.xml"/><Relationship Id="rId69" Type="http://schemas.openxmlformats.org/officeDocument/2006/relationships/tags" Target="../tags/tag521.xml"/><Relationship Id="rId68" Type="http://schemas.openxmlformats.org/officeDocument/2006/relationships/tags" Target="../tags/tag520.xml"/><Relationship Id="rId67" Type="http://schemas.openxmlformats.org/officeDocument/2006/relationships/tags" Target="../tags/tag519.xml"/><Relationship Id="rId66" Type="http://schemas.openxmlformats.org/officeDocument/2006/relationships/tags" Target="../tags/tag518.xml"/><Relationship Id="rId65" Type="http://schemas.openxmlformats.org/officeDocument/2006/relationships/tags" Target="../tags/tag517.xml"/><Relationship Id="rId64" Type="http://schemas.openxmlformats.org/officeDocument/2006/relationships/tags" Target="../tags/tag516.xml"/><Relationship Id="rId63" Type="http://schemas.openxmlformats.org/officeDocument/2006/relationships/tags" Target="../tags/tag515.xml"/><Relationship Id="rId62" Type="http://schemas.openxmlformats.org/officeDocument/2006/relationships/tags" Target="../tags/tag514.xml"/><Relationship Id="rId61" Type="http://schemas.openxmlformats.org/officeDocument/2006/relationships/tags" Target="../tags/tag513.xml"/><Relationship Id="rId60" Type="http://schemas.openxmlformats.org/officeDocument/2006/relationships/tags" Target="../tags/tag512.xml"/><Relationship Id="rId6" Type="http://schemas.openxmlformats.org/officeDocument/2006/relationships/tags" Target="../tags/tag459.xml"/><Relationship Id="rId59" Type="http://schemas.openxmlformats.org/officeDocument/2006/relationships/tags" Target="../tags/tag511.xml"/><Relationship Id="rId58" Type="http://schemas.openxmlformats.org/officeDocument/2006/relationships/tags" Target="../tags/tag510.xml"/><Relationship Id="rId57" Type="http://schemas.openxmlformats.org/officeDocument/2006/relationships/tags" Target="../tags/tag509.xml"/><Relationship Id="rId56" Type="http://schemas.openxmlformats.org/officeDocument/2006/relationships/tags" Target="../tags/tag508.xml"/><Relationship Id="rId55" Type="http://schemas.openxmlformats.org/officeDocument/2006/relationships/tags" Target="../tags/tag507.xml"/><Relationship Id="rId54" Type="http://schemas.openxmlformats.org/officeDocument/2006/relationships/tags" Target="../tags/tag506.xml"/><Relationship Id="rId53" Type="http://schemas.openxmlformats.org/officeDocument/2006/relationships/tags" Target="../tags/tag505.xml"/><Relationship Id="rId52" Type="http://schemas.openxmlformats.org/officeDocument/2006/relationships/tags" Target="../tags/tag504.xml"/><Relationship Id="rId51" Type="http://schemas.openxmlformats.org/officeDocument/2006/relationships/tags" Target="../tags/tag503.xml"/><Relationship Id="rId50" Type="http://schemas.openxmlformats.org/officeDocument/2006/relationships/tags" Target="../tags/tag502.xml"/><Relationship Id="rId5" Type="http://schemas.openxmlformats.org/officeDocument/2006/relationships/tags" Target="../tags/tag458.xml"/><Relationship Id="rId49" Type="http://schemas.openxmlformats.org/officeDocument/2006/relationships/tags" Target="../tags/tag501.xml"/><Relationship Id="rId48" Type="http://schemas.openxmlformats.org/officeDocument/2006/relationships/tags" Target="../tags/tag500.xml"/><Relationship Id="rId47" Type="http://schemas.openxmlformats.org/officeDocument/2006/relationships/tags" Target="../tags/tag499.xml"/><Relationship Id="rId46" Type="http://schemas.openxmlformats.org/officeDocument/2006/relationships/tags" Target="../tags/tag498.xml"/><Relationship Id="rId45" Type="http://schemas.openxmlformats.org/officeDocument/2006/relationships/tags" Target="../tags/tag497.xml"/><Relationship Id="rId44" Type="http://schemas.openxmlformats.org/officeDocument/2006/relationships/tags" Target="../tags/tag496.xml"/><Relationship Id="rId43" Type="http://schemas.openxmlformats.org/officeDocument/2006/relationships/tags" Target="../tags/tag495.xml"/><Relationship Id="rId42" Type="http://schemas.openxmlformats.org/officeDocument/2006/relationships/tags" Target="../tags/tag494.xml"/><Relationship Id="rId41" Type="http://schemas.openxmlformats.org/officeDocument/2006/relationships/tags" Target="../tags/tag493.xml"/><Relationship Id="rId40" Type="http://schemas.openxmlformats.org/officeDocument/2006/relationships/tags" Target="../tags/tag492.xml"/><Relationship Id="rId4" Type="http://schemas.openxmlformats.org/officeDocument/2006/relationships/tags" Target="../tags/tag457.xml"/><Relationship Id="rId39" Type="http://schemas.openxmlformats.org/officeDocument/2006/relationships/tags" Target="../tags/tag491.xml"/><Relationship Id="rId38" Type="http://schemas.openxmlformats.org/officeDocument/2006/relationships/tags" Target="../tags/tag490.xml"/><Relationship Id="rId37" Type="http://schemas.openxmlformats.org/officeDocument/2006/relationships/tags" Target="../tags/tag489.xml"/><Relationship Id="rId36" Type="http://schemas.openxmlformats.org/officeDocument/2006/relationships/tags" Target="../tags/tag488.xml"/><Relationship Id="rId35" Type="http://schemas.openxmlformats.org/officeDocument/2006/relationships/tags" Target="../tags/tag487.xml"/><Relationship Id="rId34" Type="http://schemas.openxmlformats.org/officeDocument/2006/relationships/tags" Target="../tags/tag486.xml"/><Relationship Id="rId33" Type="http://schemas.openxmlformats.org/officeDocument/2006/relationships/tags" Target="../tags/tag485.xml"/><Relationship Id="rId32" Type="http://schemas.openxmlformats.org/officeDocument/2006/relationships/tags" Target="../tags/tag484.xml"/><Relationship Id="rId31" Type="http://schemas.openxmlformats.org/officeDocument/2006/relationships/tags" Target="../tags/tag483.xml"/><Relationship Id="rId30" Type="http://schemas.openxmlformats.org/officeDocument/2006/relationships/tags" Target="../tags/tag482.xml"/><Relationship Id="rId3" Type="http://schemas.openxmlformats.org/officeDocument/2006/relationships/tags" Target="../tags/tag456.xml"/><Relationship Id="rId29" Type="http://schemas.openxmlformats.org/officeDocument/2006/relationships/tags" Target="../tags/tag481.xml"/><Relationship Id="rId28" Type="http://schemas.openxmlformats.org/officeDocument/2006/relationships/tags" Target="../tags/tag480.xml"/><Relationship Id="rId27" Type="http://schemas.openxmlformats.org/officeDocument/2006/relationships/tags" Target="../tags/tag479.xml"/><Relationship Id="rId26" Type="http://schemas.openxmlformats.org/officeDocument/2006/relationships/tags" Target="../tags/tag478.xml"/><Relationship Id="rId25" Type="http://schemas.openxmlformats.org/officeDocument/2006/relationships/tags" Target="../tags/tag477.xml"/><Relationship Id="rId24" Type="http://schemas.openxmlformats.org/officeDocument/2006/relationships/tags" Target="../tags/tag476.xml"/><Relationship Id="rId23" Type="http://schemas.openxmlformats.org/officeDocument/2006/relationships/tags" Target="../tags/tag475.xml"/><Relationship Id="rId22" Type="http://schemas.openxmlformats.org/officeDocument/2006/relationships/tags" Target="../tags/tag474.xml"/><Relationship Id="rId21" Type="http://schemas.openxmlformats.org/officeDocument/2006/relationships/tags" Target="../tags/tag473.xml"/><Relationship Id="rId20" Type="http://schemas.openxmlformats.org/officeDocument/2006/relationships/tags" Target="../tags/tag472.xml"/><Relationship Id="rId2" Type="http://schemas.openxmlformats.org/officeDocument/2006/relationships/tags" Target="../tags/tag455.xml"/><Relationship Id="rId19" Type="http://schemas.openxmlformats.org/officeDocument/2006/relationships/tags" Target="../tags/tag471.xml"/><Relationship Id="rId18" Type="http://schemas.openxmlformats.org/officeDocument/2006/relationships/tags" Target="../tags/tag470.xml"/><Relationship Id="rId17" Type="http://schemas.openxmlformats.org/officeDocument/2006/relationships/tags" Target="../tags/tag469.xml"/><Relationship Id="rId16" Type="http://schemas.openxmlformats.org/officeDocument/2006/relationships/tags" Target="../tags/tag468.xml"/><Relationship Id="rId15" Type="http://schemas.openxmlformats.org/officeDocument/2006/relationships/tags" Target="../tags/tag467.xml"/><Relationship Id="rId14" Type="http://schemas.openxmlformats.org/officeDocument/2006/relationships/tags" Target="../tags/tag466.xml"/><Relationship Id="rId13" Type="http://schemas.openxmlformats.org/officeDocument/2006/relationships/tags" Target="../tags/tag465.xml"/><Relationship Id="rId12" Type="http://schemas.openxmlformats.org/officeDocument/2006/relationships/tags" Target="../tags/tag464.xml"/><Relationship Id="rId11" Type="http://schemas.openxmlformats.org/officeDocument/2006/relationships/tags" Target="../tags/tag463.xml"/><Relationship Id="rId10" Type="http://schemas.openxmlformats.org/officeDocument/2006/relationships/tags" Target="../tags/tag462.xml"/><Relationship Id="rId1" Type="http://schemas.openxmlformats.org/officeDocument/2006/relationships/tags" Target="../tags/tag454.xml"/></Relationships>
</file>

<file path=ppt/slides/_rels/slide42.xml.rels><?xml version="1.0" encoding="UTF-8" standalone="yes"?>
<Relationships xmlns="http://schemas.openxmlformats.org/package/2006/relationships"><Relationship Id="rId99" Type="http://schemas.openxmlformats.org/officeDocument/2006/relationships/tags" Target="../tags/tag649.xml"/><Relationship Id="rId98" Type="http://schemas.openxmlformats.org/officeDocument/2006/relationships/tags" Target="../tags/tag648.xml"/><Relationship Id="rId97" Type="http://schemas.openxmlformats.org/officeDocument/2006/relationships/tags" Target="../tags/tag647.xml"/><Relationship Id="rId96" Type="http://schemas.openxmlformats.org/officeDocument/2006/relationships/tags" Target="../tags/tag646.xml"/><Relationship Id="rId95" Type="http://schemas.openxmlformats.org/officeDocument/2006/relationships/tags" Target="../tags/tag645.xml"/><Relationship Id="rId94" Type="http://schemas.openxmlformats.org/officeDocument/2006/relationships/tags" Target="../tags/tag644.xml"/><Relationship Id="rId93" Type="http://schemas.openxmlformats.org/officeDocument/2006/relationships/tags" Target="../tags/tag643.xml"/><Relationship Id="rId92" Type="http://schemas.openxmlformats.org/officeDocument/2006/relationships/tags" Target="../tags/tag642.xml"/><Relationship Id="rId91" Type="http://schemas.openxmlformats.org/officeDocument/2006/relationships/tags" Target="../tags/tag641.xml"/><Relationship Id="rId90" Type="http://schemas.openxmlformats.org/officeDocument/2006/relationships/tags" Target="../tags/tag640.xml"/><Relationship Id="rId9" Type="http://schemas.openxmlformats.org/officeDocument/2006/relationships/tags" Target="../tags/tag559.xml"/><Relationship Id="rId89" Type="http://schemas.openxmlformats.org/officeDocument/2006/relationships/tags" Target="../tags/tag639.xml"/><Relationship Id="rId88" Type="http://schemas.openxmlformats.org/officeDocument/2006/relationships/tags" Target="../tags/tag638.xml"/><Relationship Id="rId87" Type="http://schemas.openxmlformats.org/officeDocument/2006/relationships/tags" Target="../tags/tag637.xml"/><Relationship Id="rId86" Type="http://schemas.openxmlformats.org/officeDocument/2006/relationships/tags" Target="../tags/tag636.xml"/><Relationship Id="rId85" Type="http://schemas.openxmlformats.org/officeDocument/2006/relationships/tags" Target="../tags/tag635.xml"/><Relationship Id="rId84" Type="http://schemas.openxmlformats.org/officeDocument/2006/relationships/tags" Target="../tags/tag634.xml"/><Relationship Id="rId83" Type="http://schemas.openxmlformats.org/officeDocument/2006/relationships/tags" Target="../tags/tag633.xml"/><Relationship Id="rId82" Type="http://schemas.openxmlformats.org/officeDocument/2006/relationships/tags" Target="../tags/tag632.xml"/><Relationship Id="rId81" Type="http://schemas.openxmlformats.org/officeDocument/2006/relationships/tags" Target="../tags/tag631.xml"/><Relationship Id="rId80" Type="http://schemas.openxmlformats.org/officeDocument/2006/relationships/tags" Target="../tags/tag630.xml"/><Relationship Id="rId8" Type="http://schemas.openxmlformats.org/officeDocument/2006/relationships/image" Target="../media/image37.png"/><Relationship Id="rId79" Type="http://schemas.openxmlformats.org/officeDocument/2006/relationships/tags" Target="../tags/tag629.xml"/><Relationship Id="rId78" Type="http://schemas.openxmlformats.org/officeDocument/2006/relationships/tags" Target="../tags/tag628.xml"/><Relationship Id="rId77" Type="http://schemas.openxmlformats.org/officeDocument/2006/relationships/tags" Target="../tags/tag627.xml"/><Relationship Id="rId76" Type="http://schemas.openxmlformats.org/officeDocument/2006/relationships/tags" Target="../tags/tag626.xml"/><Relationship Id="rId75" Type="http://schemas.openxmlformats.org/officeDocument/2006/relationships/tags" Target="../tags/tag625.xml"/><Relationship Id="rId74" Type="http://schemas.openxmlformats.org/officeDocument/2006/relationships/tags" Target="../tags/tag624.xml"/><Relationship Id="rId73" Type="http://schemas.openxmlformats.org/officeDocument/2006/relationships/tags" Target="../tags/tag623.xml"/><Relationship Id="rId72" Type="http://schemas.openxmlformats.org/officeDocument/2006/relationships/tags" Target="../tags/tag622.xml"/><Relationship Id="rId71" Type="http://schemas.openxmlformats.org/officeDocument/2006/relationships/tags" Target="../tags/tag621.xml"/><Relationship Id="rId70" Type="http://schemas.openxmlformats.org/officeDocument/2006/relationships/tags" Target="../tags/tag620.xml"/><Relationship Id="rId7" Type="http://schemas.openxmlformats.org/officeDocument/2006/relationships/tags" Target="../tags/tag558.xml"/><Relationship Id="rId69" Type="http://schemas.openxmlformats.org/officeDocument/2006/relationships/tags" Target="../tags/tag619.xml"/><Relationship Id="rId68" Type="http://schemas.openxmlformats.org/officeDocument/2006/relationships/tags" Target="../tags/tag618.xml"/><Relationship Id="rId67" Type="http://schemas.openxmlformats.org/officeDocument/2006/relationships/tags" Target="../tags/tag617.xml"/><Relationship Id="rId66" Type="http://schemas.openxmlformats.org/officeDocument/2006/relationships/tags" Target="../tags/tag616.xml"/><Relationship Id="rId65" Type="http://schemas.openxmlformats.org/officeDocument/2006/relationships/tags" Target="../tags/tag615.xml"/><Relationship Id="rId64" Type="http://schemas.openxmlformats.org/officeDocument/2006/relationships/tags" Target="../tags/tag614.xml"/><Relationship Id="rId63" Type="http://schemas.openxmlformats.org/officeDocument/2006/relationships/tags" Target="../tags/tag613.xml"/><Relationship Id="rId62" Type="http://schemas.openxmlformats.org/officeDocument/2006/relationships/tags" Target="../tags/tag612.xml"/><Relationship Id="rId61" Type="http://schemas.openxmlformats.org/officeDocument/2006/relationships/tags" Target="../tags/tag611.xml"/><Relationship Id="rId60" Type="http://schemas.openxmlformats.org/officeDocument/2006/relationships/tags" Target="../tags/tag610.xml"/><Relationship Id="rId6" Type="http://schemas.openxmlformats.org/officeDocument/2006/relationships/tags" Target="../tags/tag557.xml"/><Relationship Id="rId59" Type="http://schemas.openxmlformats.org/officeDocument/2006/relationships/tags" Target="../tags/tag609.xml"/><Relationship Id="rId58" Type="http://schemas.openxmlformats.org/officeDocument/2006/relationships/tags" Target="../tags/tag608.xml"/><Relationship Id="rId57" Type="http://schemas.openxmlformats.org/officeDocument/2006/relationships/tags" Target="../tags/tag607.xml"/><Relationship Id="rId56" Type="http://schemas.openxmlformats.org/officeDocument/2006/relationships/tags" Target="../tags/tag606.xml"/><Relationship Id="rId55" Type="http://schemas.openxmlformats.org/officeDocument/2006/relationships/tags" Target="../tags/tag605.xml"/><Relationship Id="rId54" Type="http://schemas.openxmlformats.org/officeDocument/2006/relationships/tags" Target="../tags/tag604.xml"/><Relationship Id="rId53" Type="http://schemas.openxmlformats.org/officeDocument/2006/relationships/tags" Target="../tags/tag603.xml"/><Relationship Id="rId52" Type="http://schemas.openxmlformats.org/officeDocument/2006/relationships/tags" Target="../tags/tag602.xml"/><Relationship Id="rId51" Type="http://schemas.openxmlformats.org/officeDocument/2006/relationships/tags" Target="../tags/tag601.xml"/><Relationship Id="rId50" Type="http://schemas.openxmlformats.org/officeDocument/2006/relationships/tags" Target="../tags/tag600.xml"/><Relationship Id="rId5" Type="http://schemas.openxmlformats.org/officeDocument/2006/relationships/tags" Target="../tags/tag556.xml"/><Relationship Id="rId49" Type="http://schemas.openxmlformats.org/officeDocument/2006/relationships/tags" Target="../tags/tag599.xml"/><Relationship Id="rId48" Type="http://schemas.openxmlformats.org/officeDocument/2006/relationships/tags" Target="../tags/tag598.xml"/><Relationship Id="rId47" Type="http://schemas.openxmlformats.org/officeDocument/2006/relationships/tags" Target="../tags/tag597.xml"/><Relationship Id="rId46" Type="http://schemas.openxmlformats.org/officeDocument/2006/relationships/tags" Target="../tags/tag596.xml"/><Relationship Id="rId45" Type="http://schemas.openxmlformats.org/officeDocument/2006/relationships/tags" Target="../tags/tag595.xml"/><Relationship Id="rId44" Type="http://schemas.openxmlformats.org/officeDocument/2006/relationships/tags" Target="../tags/tag594.xml"/><Relationship Id="rId43" Type="http://schemas.openxmlformats.org/officeDocument/2006/relationships/tags" Target="../tags/tag593.xml"/><Relationship Id="rId42" Type="http://schemas.openxmlformats.org/officeDocument/2006/relationships/tags" Target="../tags/tag592.xml"/><Relationship Id="rId41" Type="http://schemas.openxmlformats.org/officeDocument/2006/relationships/tags" Target="../tags/tag591.xml"/><Relationship Id="rId40" Type="http://schemas.openxmlformats.org/officeDocument/2006/relationships/tags" Target="../tags/tag590.xml"/><Relationship Id="rId4" Type="http://schemas.openxmlformats.org/officeDocument/2006/relationships/tags" Target="../tags/tag555.xml"/><Relationship Id="rId39" Type="http://schemas.openxmlformats.org/officeDocument/2006/relationships/tags" Target="../tags/tag589.xml"/><Relationship Id="rId38" Type="http://schemas.openxmlformats.org/officeDocument/2006/relationships/tags" Target="../tags/tag588.xml"/><Relationship Id="rId37" Type="http://schemas.openxmlformats.org/officeDocument/2006/relationships/tags" Target="../tags/tag587.xml"/><Relationship Id="rId36" Type="http://schemas.openxmlformats.org/officeDocument/2006/relationships/tags" Target="../tags/tag586.xml"/><Relationship Id="rId35" Type="http://schemas.openxmlformats.org/officeDocument/2006/relationships/tags" Target="../tags/tag585.xml"/><Relationship Id="rId34" Type="http://schemas.openxmlformats.org/officeDocument/2006/relationships/tags" Target="../tags/tag584.xml"/><Relationship Id="rId33" Type="http://schemas.openxmlformats.org/officeDocument/2006/relationships/tags" Target="../tags/tag583.xml"/><Relationship Id="rId32" Type="http://schemas.openxmlformats.org/officeDocument/2006/relationships/tags" Target="../tags/tag582.xml"/><Relationship Id="rId31" Type="http://schemas.openxmlformats.org/officeDocument/2006/relationships/tags" Target="../tags/tag581.xml"/><Relationship Id="rId30" Type="http://schemas.openxmlformats.org/officeDocument/2006/relationships/tags" Target="../tags/tag580.xml"/><Relationship Id="rId3" Type="http://schemas.openxmlformats.org/officeDocument/2006/relationships/tags" Target="../tags/tag554.xml"/><Relationship Id="rId29" Type="http://schemas.openxmlformats.org/officeDocument/2006/relationships/tags" Target="../tags/tag579.xml"/><Relationship Id="rId28" Type="http://schemas.openxmlformats.org/officeDocument/2006/relationships/tags" Target="../tags/tag578.xml"/><Relationship Id="rId27" Type="http://schemas.openxmlformats.org/officeDocument/2006/relationships/tags" Target="../tags/tag577.xml"/><Relationship Id="rId26" Type="http://schemas.openxmlformats.org/officeDocument/2006/relationships/tags" Target="../tags/tag576.xml"/><Relationship Id="rId25" Type="http://schemas.openxmlformats.org/officeDocument/2006/relationships/tags" Target="../tags/tag575.xml"/><Relationship Id="rId24" Type="http://schemas.openxmlformats.org/officeDocument/2006/relationships/tags" Target="../tags/tag574.xml"/><Relationship Id="rId23" Type="http://schemas.openxmlformats.org/officeDocument/2006/relationships/tags" Target="../tags/tag573.xml"/><Relationship Id="rId22" Type="http://schemas.openxmlformats.org/officeDocument/2006/relationships/tags" Target="../tags/tag572.xml"/><Relationship Id="rId21" Type="http://schemas.openxmlformats.org/officeDocument/2006/relationships/tags" Target="../tags/tag571.xml"/><Relationship Id="rId20" Type="http://schemas.openxmlformats.org/officeDocument/2006/relationships/tags" Target="../tags/tag570.xml"/><Relationship Id="rId2" Type="http://schemas.openxmlformats.org/officeDocument/2006/relationships/tags" Target="../tags/tag553.xml"/><Relationship Id="rId19" Type="http://schemas.openxmlformats.org/officeDocument/2006/relationships/tags" Target="../tags/tag569.xml"/><Relationship Id="rId18" Type="http://schemas.openxmlformats.org/officeDocument/2006/relationships/tags" Target="../tags/tag568.xml"/><Relationship Id="rId17" Type="http://schemas.openxmlformats.org/officeDocument/2006/relationships/tags" Target="../tags/tag567.xml"/><Relationship Id="rId16" Type="http://schemas.openxmlformats.org/officeDocument/2006/relationships/tags" Target="../tags/tag566.xml"/><Relationship Id="rId15" Type="http://schemas.openxmlformats.org/officeDocument/2006/relationships/tags" Target="../tags/tag565.xml"/><Relationship Id="rId14" Type="http://schemas.openxmlformats.org/officeDocument/2006/relationships/tags" Target="../tags/tag564.xml"/><Relationship Id="rId13" Type="http://schemas.openxmlformats.org/officeDocument/2006/relationships/tags" Target="../tags/tag563.xml"/><Relationship Id="rId12" Type="http://schemas.openxmlformats.org/officeDocument/2006/relationships/tags" Target="../tags/tag562.xml"/><Relationship Id="rId11" Type="http://schemas.openxmlformats.org/officeDocument/2006/relationships/tags" Target="../tags/tag561.xml"/><Relationship Id="rId106" Type="http://schemas.openxmlformats.org/officeDocument/2006/relationships/notesSlide" Target="../notesSlides/notesSlide32.xml"/><Relationship Id="rId105" Type="http://schemas.openxmlformats.org/officeDocument/2006/relationships/slideLayout" Target="../slideLayouts/slideLayout6.xml"/><Relationship Id="rId104" Type="http://schemas.openxmlformats.org/officeDocument/2006/relationships/tags" Target="../tags/tag654.xml"/><Relationship Id="rId103" Type="http://schemas.openxmlformats.org/officeDocument/2006/relationships/tags" Target="../tags/tag653.xml"/><Relationship Id="rId102" Type="http://schemas.openxmlformats.org/officeDocument/2006/relationships/tags" Target="../tags/tag652.xml"/><Relationship Id="rId101" Type="http://schemas.openxmlformats.org/officeDocument/2006/relationships/tags" Target="../tags/tag651.xml"/><Relationship Id="rId100" Type="http://schemas.openxmlformats.org/officeDocument/2006/relationships/tags" Target="../tags/tag650.xml"/><Relationship Id="rId10" Type="http://schemas.openxmlformats.org/officeDocument/2006/relationships/tags" Target="../tags/tag560.xml"/><Relationship Id="rId1" Type="http://schemas.openxmlformats.org/officeDocument/2006/relationships/tags" Target="../tags/tag552.xml"/></Relationships>
</file>

<file path=ppt/slides/_rels/slide43.xml.rels><?xml version="1.0" encoding="UTF-8" standalone="yes"?>
<Relationships xmlns="http://schemas.openxmlformats.org/package/2006/relationships"><Relationship Id="rId99" Type="http://schemas.openxmlformats.org/officeDocument/2006/relationships/tags" Target="../tags/tag756.xml"/><Relationship Id="rId98" Type="http://schemas.openxmlformats.org/officeDocument/2006/relationships/tags" Target="../tags/tag755.xml"/><Relationship Id="rId97" Type="http://schemas.openxmlformats.org/officeDocument/2006/relationships/tags" Target="../tags/tag754.xml"/><Relationship Id="rId96" Type="http://schemas.openxmlformats.org/officeDocument/2006/relationships/tags" Target="../tags/tag753.xml"/><Relationship Id="rId95" Type="http://schemas.openxmlformats.org/officeDocument/2006/relationships/tags" Target="../tags/tag752.xml"/><Relationship Id="rId94" Type="http://schemas.openxmlformats.org/officeDocument/2006/relationships/tags" Target="../tags/tag751.xml"/><Relationship Id="rId93" Type="http://schemas.openxmlformats.org/officeDocument/2006/relationships/tags" Target="../tags/tag750.xml"/><Relationship Id="rId92" Type="http://schemas.openxmlformats.org/officeDocument/2006/relationships/tags" Target="../tags/tag749.xml"/><Relationship Id="rId91" Type="http://schemas.openxmlformats.org/officeDocument/2006/relationships/tags" Target="../tags/tag748.xml"/><Relationship Id="rId90" Type="http://schemas.openxmlformats.org/officeDocument/2006/relationships/tags" Target="../tags/tag747.xml"/><Relationship Id="rId9" Type="http://schemas.openxmlformats.org/officeDocument/2006/relationships/tags" Target="../tags/tag666.xml"/><Relationship Id="rId89" Type="http://schemas.openxmlformats.org/officeDocument/2006/relationships/tags" Target="../tags/tag746.xml"/><Relationship Id="rId88" Type="http://schemas.openxmlformats.org/officeDocument/2006/relationships/tags" Target="../tags/tag745.xml"/><Relationship Id="rId87" Type="http://schemas.openxmlformats.org/officeDocument/2006/relationships/tags" Target="../tags/tag744.xml"/><Relationship Id="rId86" Type="http://schemas.openxmlformats.org/officeDocument/2006/relationships/tags" Target="../tags/tag743.xml"/><Relationship Id="rId85" Type="http://schemas.openxmlformats.org/officeDocument/2006/relationships/tags" Target="../tags/tag742.xml"/><Relationship Id="rId84" Type="http://schemas.openxmlformats.org/officeDocument/2006/relationships/tags" Target="../tags/tag741.xml"/><Relationship Id="rId83" Type="http://schemas.openxmlformats.org/officeDocument/2006/relationships/tags" Target="../tags/tag740.xml"/><Relationship Id="rId82" Type="http://schemas.openxmlformats.org/officeDocument/2006/relationships/tags" Target="../tags/tag739.xml"/><Relationship Id="rId81" Type="http://schemas.openxmlformats.org/officeDocument/2006/relationships/tags" Target="../tags/tag738.xml"/><Relationship Id="rId80" Type="http://schemas.openxmlformats.org/officeDocument/2006/relationships/tags" Target="../tags/tag737.xml"/><Relationship Id="rId8" Type="http://schemas.openxmlformats.org/officeDocument/2006/relationships/tags" Target="../tags/tag665.xml"/><Relationship Id="rId79" Type="http://schemas.openxmlformats.org/officeDocument/2006/relationships/tags" Target="../tags/tag736.xml"/><Relationship Id="rId78" Type="http://schemas.openxmlformats.org/officeDocument/2006/relationships/tags" Target="../tags/tag735.xml"/><Relationship Id="rId77" Type="http://schemas.openxmlformats.org/officeDocument/2006/relationships/tags" Target="../tags/tag734.xml"/><Relationship Id="rId76" Type="http://schemas.openxmlformats.org/officeDocument/2006/relationships/tags" Target="../tags/tag733.xml"/><Relationship Id="rId75" Type="http://schemas.openxmlformats.org/officeDocument/2006/relationships/tags" Target="../tags/tag732.xml"/><Relationship Id="rId74" Type="http://schemas.openxmlformats.org/officeDocument/2006/relationships/tags" Target="../tags/tag731.xml"/><Relationship Id="rId73" Type="http://schemas.openxmlformats.org/officeDocument/2006/relationships/tags" Target="../tags/tag730.xml"/><Relationship Id="rId72" Type="http://schemas.openxmlformats.org/officeDocument/2006/relationships/tags" Target="../tags/tag729.xml"/><Relationship Id="rId71" Type="http://schemas.openxmlformats.org/officeDocument/2006/relationships/tags" Target="../tags/tag728.xml"/><Relationship Id="rId70" Type="http://schemas.openxmlformats.org/officeDocument/2006/relationships/tags" Target="../tags/tag727.xml"/><Relationship Id="rId7" Type="http://schemas.openxmlformats.org/officeDocument/2006/relationships/tags" Target="../tags/tag664.xml"/><Relationship Id="rId69" Type="http://schemas.openxmlformats.org/officeDocument/2006/relationships/tags" Target="../tags/tag726.xml"/><Relationship Id="rId68" Type="http://schemas.openxmlformats.org/officeDocument/2006/relationships/tags" Target="../tags/tag725.xml"/><Relationship Id="rId67" Type="http://schemas.openxmlformats.org/officeDocument/2006/relationships/tags" Target="../tags/tag724.xml"/><Relationship Id="rId66" Type="http://schemas.openxmlformats.org/officeDocument/2006/relationships/tags" Target="../tags/tag723.xml"/><Relationship Id="rId65" Type="http://schemas.openxmlformats.org/officeDocument/2006/relationships/tags" Target="../tags/tag722.xml"/><Relationship Id="rId64" Type="http://schemas.openxmlformats.org/officeDocument/2006/relationships/tags" Target="../tags/tag721.xml"/><Relationship Id="rId63" Type="http://schemas.openxmlformats.org/officeDocument/2006/relationships/tags" Target="../tags/tag720.xml"/><Relationship Id="rId62" Type="http://schemas.openxmlformats.org/officeDocument/2006/relationships/tags" Target="../tags/tag719.xml"/><Relationship Id="rId61" Type="http://schemas.openxmlformats.org/officeDocument/2006/relationships/tags" Target="../tags/tag718.xml"/><Relationship Id="rId60" Type="http://schemas.openxmlformats.org/officeDocument/2006/relationships/tags" Target="../tags/tag717.xml"/><Relationship Id="rId6" Type="http://schemas.openxmlformats.org/officeDocument/2006/relationships/tags" Target="../tags/tag663.xml"/><Relationship Id="rId59" Type="http://schemas.openxmlformats.org/officeDocument/2006/relationships/tags" Target="../tags/tag716.xml"/><Relationship Id="rId58" Type="http://schemas.openxmlformats.org/officeDocument/2006/relationships/tags" Target="../tags/tag715.xml"/><Relationship Id="rId57" Type="http://schemas.openxmlformats.org/officeDocument/2006/relationships/tags" Target="../tags/tag714.xml"/><Relationship Id="rId56" Type="http://schemas.openxmlformats.org/officeDocument/2006/relationships/tags" Target="../tags/tag713.xml"/><Relationship Id="rId55" Type="http://schemas.openxmlformats.org/officeDocument/2006/relationships/tags" Target="../tags/tag712.xml"/><Relationship Id="rId54" Type="http://schemas.openxmlformats.org/officeDocument/2006/relationships/tags" Target="../tags/tag711.xml"/><Relationship Id="rId53" Type="http://schemas.openxmlformats.org/officeDocument/2006/relationships/tags" Target="../tags/tag710.xml"/><Relationship Id="rId52" Type="http://schemas.openxmlformats.org/officeDocument/2006/relationships/tags" Target="../tags/tag709.xml"/><Relationship Id="rId51" Type="http://schemas.openxmlformats.org/officeDocument/2006/relationships/tags" Target="../tags/tag708.xml"/><Relationship Id="rId50" Type="http://schemas.openxmlformats.org/officeDocument/2006/relationships/tags" Target="../tags/tag707.xml"/><Relationship Id="rId5" Type="http://schemas.openxmlformats.org/officeDocument/2006/relationships/tags" Target="../tags/tag662.xml"/><Relationship Id="rId49" Type="http://schemas.openxmlformats.org/officeDocument/2006/relationships/tags" Target="../tags/tag706.xml"/><Relationship Id="rId48" Type="http://schemas.openxmlformats.org/officeDocument/2006/relationships/tags" Target="../tags/tag705.xml"/><Relationship Id="rId47" Type="http://schemas.openxmlformats.org/officeDocument/2006/relationships/tags" Target="../tags/tag704.xml"/><Relationship Id="rId46" Type="http://schemas.openxmlformats.org/officeDocument/2006/relationships/tags" Target="../tags/tag703.xml"/><Relationship Id="rId45" Type="http://schemas.openxmlformats.org/officeDocument/2006/relationships/tags" Target="../tags/tag702.xml"/><Relationship Id="rId44" Type="http://schemas.openxmlformats.org/officeDocument/2006/relationships/tags" Target="../tags/tag701.xml"/><Relationship Id="rId43" Type="http://schemas.openxmlformats.org/officeDocument/2006/relationships/tags" Target="../tags/tag700.xml"/><Relationship Id="rId42" Type="http://schemas.openxmlformats.org/officeDocument/2006/relationships/tags" Target="../tags/tag699.xml"/><Relationship Id="rId41" Type="http://schemas.openxmlformats.org/officeDocument/2006/relationships/tags" Target="../tags/tag698.xml"/><Relationship Id="rId40" Type="http://schemas.openxmlformats.org/officeDocument/2006/relationships/tags" Target="../tags/tag697.xml"/><Relationship Id="rId4" Type="http://schemas.openxmlformats.org/officeDocument/2006/relationships/tags" Target="../tags/tag661.xml"/><Relationship Id="rId39" Type="http://schemas.openxmlformats.org/officeDocument/2006/relationships/tags" Target="../tags/tag696.xml"/><Relationship Id="rId38" Type="http://schemas.openxmlformats.org/officeDocument/2006/relationships/tags" Target="../tags/tag695.xml"/><Relationship Id="rId37" Type="http://schemas.openxmlformats.org/officeDocument/2006/relationships/tags" Target="../tags/tag694.xml"/><Relationship Id="rId36" Type="http://schemas.openxmlformats.org/officeDocument/2006/relationships/tags" Target="../tags/tag693.xml"/><Relationship Id="rId35" Type="http://schemas.openxmlformats.org/officeDocument/2006/relationships/tags" Target="../tags/tag692.xml"/><Relationship Id="rId34" Type="http://schemas.openxmlformats.org/officeDocument/2006/relationships/tags" Target="../tags/tag691.xml"/><Relationship Id="rId33" Type="http://schemas.openxmlformats.org/officeDocument/2006/relationships/tags" Target="../tags/tag690.xml"/><Relationship Id="rId32" Type="http://schemas.openxmlformats.org/officeDocument/2006/relationships/tags" Target="../tags/tag689.xml"/><Relationship Id="rId31" Type="http://schemas.openxmlformats.org/officeDocument/2006/relationships/tags" Target="../tags/tag688.xml"/><Relationship Id="rId30" Type="http://schemas.openxmlformats.org/officeDocument/2006/relationships/tags" Target="../tags/tag687.xml"/><Relationship Id="rId3" Type="http://schemas.openxmlformats.org/officeDocument/2006/relationships/tags" Target="../tags/tag660.xml"/><Relationship Id="rId29" Type="http://schemas.openxmlformats.org/officeDocument/2006/relationships/tags" Target="../tags/tag686.xml"/><Relationship Id="rId28" Type="http://schemas.openxmlformats.org/officeDocument/2006/relationships/tags" Target="../tags/tag685.xml"/><Relationship Id="rId27" Type="http://schemas.openxmlformats.org/officeDocument/2006/relationships/tags" Target="../tags/tag684.xml"/><Relationship Id="rId26" Type="http://schemas.openxmlformats.org/officeDocument/2006/relationships/tags" Target="../tags/tag683.xml"/><Relationship Id="rId25" Type="http://schemas.openxmlformats.org/officeDocument/2006/relationships/tags" Target="../tags/tag682.xml"/><Relationship Id="rId24" Type="http://schemas.openxmlformats.org/officeDocument/2006/relationships/tags" Target="../tags/tag681.xml"/><Relationship Id="rId23" Type="http://schemas.openxmlformats.org/officeDocument/2006/relationships/tags" Target="../tags/tag680.xml"/><Relationship Id="rId22" Type="http://schemas.openxmlformats.org/officeDocument/2006/relationships/tags" Target="../tags/tag679.xml"/><Relationship Id="rId21" Type="http://schemas.openxmlformats.org/officeDocument/2006/relationships/tags" Target="../tags/tag678.xml"/><Relationship Id="rId20" Type="http://schemas.openxmlformats.org/officeDocument/2006/relationships/tags" Target="../tags/tag677.xml"/><Relationship Id="rId2" Type="http://schemas.openxmlformats.org/officeDocument/2006/relationships/tags" Target="../tags/tag659.xml"/><Relationship Id="rId19" Type="http://schemas.openxmlformats.org/officeDocument/2006/relationships/tags" Target="../tags/tag676.xml"/><Relationship Id="rId180" Type="http://schemas.openxmlformats.org/officeDocument/2006/relationships/notesSlide" Target="../notesSlides/notesSlide33.xml"/><Relationship Id="rId18" Type="http://schemas.openxmlformats.org/officeDocument/2006/relationships/tags" Target="../tags/tag675.xml"/><Relationship Id="rId179" Type="http://schemas.openxmlformats.org/officeDocument/2006/relationships/slideLayout" Target="../slideLayouts/slideLayout6.xml"/><Relationship Id="rId178" Type="http://schemas.openxmlformats.org/officeDocument/2006/relationships/tags" Target="../tags/tag835.xml"/><Relationship Id="rId177" Type="http://schemas.openxmlformats.org/officeDocument/2006/relationships/tags" Target="../tags/tag834.xml"/><Relationship Id="rId176" Type="http://schemas.openxmlformats.org/officeDocument/2006/relationships/tags" Target="../tags/tag833.xml"/><Relationship Id="rId175" Type="http://schemas.openxmlformats.org/officeDocument/2006/relationships/tags" Target="../tags/tag832.xml"/><Relationship Id="rId174" Type="http://schemas.openxmlformats.org/officeDocument/2006/relationships/tags" Target="../tags/tag831.xml"/><Relationship Id="rId173" Type="http://schemas.openxmlformats.org/officeDocument/2006/relationships/tags" Target="../tags/tag830.xml"/><Relationship Id="rId172" Type="http://schemas.openxmlformats.org/officeDocument/2006/relationships/tags" Target="../tags/tag829.xml"/><Relationship Id="rId171" Type="http://schemas.openxmlformats.org/officeDocument/2006/relationships/tags" Target="../tags/tag828.xml"/><Relationship Id="rId170" Type="http://schemas.openxmlformats.org/officeDocument/2006/relationships/tags" Target="../tags/tag827.xml"/><Relationship Id="rId17" Type="http://schemas.openxmlformats.org/officeDocument/2006/relationships/tags" Target="../tags/tag674.xml"/><Relationship Id="rId169" Type="http://schemas.openxmlformats.org/officeDocument/2006/relationships/tags" Target="../tags/tag826.xml"/><Relationship Id="rId168" Type="http://schemas.openxmlformats.org/officeDocument/2006/relationships/tags" Target="../tags/tag825.xml"/><Relationship Id="rId167" Type="http://schemas.openxmlformats.org/officeDocument/2006/relationships/tags" Target="../tags/tag824.xml"/><Relationship Id="rId166" Type="http://schemas.openxmlformats.org/officeDocument/2006/relationships/tags" Target="../tags/tag823.xml"/><Relationship Id="rId165" Type="http://schemas.openxmlformats.org/officeDocument/2006/relationships/tags" Target="../tags/tag822.xml"/><Relationship Id="rId164" Type="http://schemas.openxmlformats.org/officeDocument/2006/relationships/tags" Target="../tags/tag821.xml"/><Relationship Id="rId163" Type="http://schemas.openxmlformats.org/officeDocument/2006/relationships/tags" Target="../tags/tag820.xml"/><Relationship Id="rId162" Type="http://schemas.openxmlformats.org/officeDocument/2006/relationships/tags" Target="../tags/tag819.xml"/><Relationship Id="rId161" Type="http://schemas.openxmlformats.org/officeDocument/2006/relationships/tags" Target="../tags/tag818.xml"/><Relationship Id="rId160" Type="http://schemas.openxmlformats.org/officeDocument/2006/relationships/tags" Target="../tags/tag817.xml"/><Relationship Id="rId16" Type="http://schemas.openxmlformats.org/officeDocument/2006/relationships/tags" Target="../tags/tag673.xml"/><Relationship Id="rId159" Type="http://schemas.openxmlformats.org/officeDocument/2006/relationships/tags" Target="../tags/tag816.xml"/><Relationship Id="rId158" Type="http://schemas.openxmlformats.org/officeDocument/2006/relationships/tags" Target="../tags/tag815.xml"/><Relationship Id="rId157" Type="http://schemas.openxmlformats.org/officeDocument/2006/relationships/tags" Target="../tags/tag814.xml"/><Relationship Id="rId156" Type="http://schemas.openxmlformats.org/officeDocument/2006/relationships/tags" Target="../tags/tag813.xml"/><Relationship Id="rId155" Type="http://schemas.openxmlformats.org/officeDocument/2006/relationships/tags" Target="../tags/tag812.xml"/><Relationship Id="rId154" Type="http://schemas.openxmlformats.org/officeDocument/2006/relationships/tags" Target="../tags/tag811.xml"/><Relationship Id="rId153" Type="http://schemas.openxmlformats.org/officeDocument/2006/relationships/tags" Target="../tags/tag810.xml"/><Relationship Id="rId152" Type="http://schemas.openxmlformats.org/officeDocument/2006/relationships/tags" Target="../tags/tag809.xml"/><Relationship Id="rId151" Type="http://schemas.openxmlformats.org/officeDocument/2006/relationships/tags" Target="../tags/tag808.xml"/><Relationship Id="rId150" Type="http://schemas.openxmlformats.org/officeDocument/2006/relationships/tags" Target="../tags/tag807.xml"/><Relationship Id="rId15" Type="http://schemas.openxmlformats.org/officeDocument/2006/relationships/tags" Target="../tags/tag672.xml"/><Relationship Id="rId149" Type="http://schemas.openxmlformats.org/officeDocument/2006/relationships/tags" Target="../tags/tag806.xml"/><Relationship Id="rId148" Type="http://schemas.openxmlformats.org/officeDocument/2006/relationships/tags" Target="../tags/tag805.xml"/><Relationship Id="rId147" Type="http://schemas.openxmlformats.org/officeDocument/2006/relationships/tags" Target="../tags/tag804.xml"/><Relationship Id="rId146" Type="http://schemas.openxmlformats.org/officeDocument/2006/relationships/tags" Target="../tags/tag803.xml"/><Relationship Id="rId145" Type="http://schemas.openxmlformats.org/officeDocument/2006/relationships/tags" Target="../tags/tag802.xml"/><Relationship Id="rId144" Type="http://schemas.openxmlformats.org/officeDocument/2006/relationships/tags" Target="../tags/tag801.xml"/><Relationship Id="rId143" Type="http://schemas.openxmlformats.org/officeDocument/2006/relationships/tags" Target="../tags/tag800.xml"/><Relationship Id="rId142" Type="http://schemas.openxmlformats.org/officeDocument/2006/relationships/tags" Target="../tags/tag799.xml"/><Relationship Id="rId141" Type="http://schemas.openxmlformats.org/officeDocument/2006/relationships/tags" Target="../tags/tag798.xml"/><Relationship Id="rId140" Type="http://schemas.openxmlformats.org/officeDocument/2006/relationships/tags" Target="../tags/tag797.xml"/><Relationship Id="rId14" Type="http://schemas.openxmlformats.org/officeDocument/2006/relationships/tags" Target="../tags/tag671.xml"/><Relationship Id="rId139" Type="http://schemas.openxmlformats.org/officeDocument/2006/relationships/tags" Target="../tags/tag796.xml"/><Relationship Id="rId138" Type="http://schemas.openxmlformats.org/officeDocument/2006/relationships/tags" Target="../tags/tag795.xml"/><Relationship Id="rId137" Type="http://schemas.openxmlformats.org/officeDocument/2006/relationships/tags" Target="../tags/tag794.xml"/><Relationship Id="rId136" Type="http://schemas.openxmlformats.org/officeDocument/2006/relationships/tags" Target="../tags/tag793.xml"/><Relationship Id="rId135" Type="http://schemas.openxmlformats.org/officeDocument/2006/relationships/tags" Target="../tags/tag792.xml"/><Relationship Id="rId134" Type="http://schemas.openxmlformats.org/officeDocument/2006/relationships/tags" Target="../tags/tag791.xml"/><Relationship Id="rId133" Type="http://schemas.openxmlformats.org/officeDocument/2006/relationships/tags" Target="../tags/tag790.xml"/><Relationship Id="rId132" Type="http://schemas.openxmlformats.org/officeDocument/2006/relationships/tags" Target="../tags/tag789.xml"/><Relationship Id="rId131" Type="http://schemas.openxmlformats.org/officeDocument/2006/relationships/tags" Target="../tags/tag788.xml"/><Relationship Id="rId130" Type="http://schemas.openxmlformats.org/officeDocument/2006/relationships/tags" Target="../tags/tag787.xml"/><Relationship Id="rId13" Type="http://schemas.openxmlformats.org/officeDocument/2006/relationships/tags" Target="../tags/tag670.xml"/><Relationship Id="rId129" Type="http://schemas.openxmlformats.org/officeDocument/2006/relationships/tags" Target="../tags/tag786.xml"/><Relationship Id="rId128" Type="http://schemas.openxmlformats.org/officeDocument/2006/relationships/tags" Target="../tags/tag785.xml"/><Relationship Id="rId127" Type="http://schemas.openxmlformats.org/officeDocument/2006/relationships/tags" Target="../tags/tag784.xml"/><Relationship Id="rId126" Type="http://schemas.openxmlformats.org/officeDocument/2006/relationships/tags" Target="../tags/tag783.xml"/><Relationship Id="rId125" Type="http://schemas.openxmlformats.org/officeDocument/2006/relationships/tags" Target="../tags/tag782.xml"/><Relationship Id="rId124" Type="http://schemas.openxmlformats.org/officeDocument/2006/relationships/tags" Target="../tags/tag781.xml"/><Relationship Id="rId123" Type="http://schemas.openxmlformats.org/officeDocument/2006/relationships/tags" Target="../tags/tag780.xml"/><Relationship Id="rId122" Type="http://schemas.openxmlformats.org/officeDocument/2006/relationships/tags" Target="../tags/tag779.xml"/><Relationship Id="rId121" Type="http://schemas.openxmlformats.org/officeDocument/2006/relationships/tags" Target="../tags/tag778.xml"/><Relationship Id="rId120" Type="http://schemas.openxmlformats.org/officeDocument/2006/relationships/tags" Target="../tags/tag777.xml"/><Relationship Id="rId12" Type="http://schemas.openxmlformats.org/officeDocument/2006/relationships/tags" Target="../tags/tag669.xml"/><Relationship Id="rId119" Type="http://schemas.openxmlformats.org/officeDocument/2006/relationships/tags" Target="../tags/tag776.xml"/><Relationship Id="rId118" Type="http://schemas.openxmlformats.org/officeDocument/2006/relationships/tags" Target="../tags/tag775.xml"/><Relationship Id="rId117" Type="http://schemas.openxmlformats.org/officeDocument/2006/relationships/tags" Target="../tags/tag774.xml"/><Relationship Id="rId116" Type="http://schemas.openxmlformats.org/officeDocument/2006/relationships/tags" Target="../tags/tag773.xml"/><Relationship Id="rId115" Type="http://schemas.openxmlformats.org/officeDocument/2006/relationships/tags" Target="../tags/tag772.xml"/><Relationship Id="rId114" Type="http://schemas.openxmlformats.org/officeDocument/2006/relationships/tags" Target="../tags/tag771.xml"/><Relationship Id="rId113" Type="http://schemas.openxmlformats.org/officeDocument/2006/relationships/tags" Target="../tags/tag770.xml"/><Relationship Id="rId112" Type="http://schemas.openxmlformats.org/officeDocument/2006/relationships/tags" Target="../tags/tag769.xml"/><Relationship Id="rId111" Type="http://schemas.openxmlformats.org/officeDocument/2006/relationships/tags" Target="../tags/tag768.xml"/><Relationship Id="rId110" Type="http://schemas.openxmlformats.org/officeDocument/2006/relationships/tags" Target="../tags/tag767.xml"/><Relationship Id="rId11" Type="http://schemas.openxmlformats.org/officeDocument/2006/relationships/tags" Target="../tags/tag668.xml"/><Relationship Id="rId109" Type="http://schemas.openxmlformats.org/officeDocument/2006/relationships/tags" Target="../tags/tag766.xml"/><Relationship Id="rId108" Type="http://schemas.openxmlformats.org/officeDocument/2006/relationships/tags" Target="../tags/tag765.xml"/><Relationship Id="rId107" Type="http://schemas.openxmlformats.org/officeDocument/2006/relationships/tags" Target="../tags/tag764.xml"/><Relationship Id="rId106" Type="http://schemas.openxmlformats.org/officeDocument/2006/relationships/tags" Target="../tags/tag763.xml"/><Relationship Id="rId105" Type="http://schemas.openxmlformats.org/officeDocument/2006/relationships/tags" Target="../tags/tag762.xml"/><Relationship Id="rId104" Type="http://schemas.openxmlformats.org/officeDocument/2006/relationships/tags" Target="../tags/tag761.xml"/><Relationship Id="rId103" Type="http://schemas.openxmlformats.org/officeDocument/2006/relationships/tags" Target="../tags/tag760.xml"/><Relationship Id="rId102" Type="http://schemas.openxmlformats.org/officeDocument/2006/relationships/tags" Target="../tags/tag759.xml"/><Relationship Id="rId101" Type="http://schemas.openxmlformats.org/officeDocument/2006/relationships/tags" Target="../tags/tag758.xml"/><Relationship Id="rId100" Type="http://schemas.openxmlformats.org/officeDocument/2006/relationships/tags" Target="../tags/tag757.xml"/><Relationship Id="rId10" Type="http://schemas.openxmlformats.org/officeDocument/2006/relationships/tags" Target="../tags/tag667.xml"/><Relationship Id="rId1" Type="http://schemas.openxmlformats.org/officeDocument/2006/relationships/tags" Target="../tags/tag658.xml"/></Relationships>
</file>

<file path=ppt/slides/_rels/slide44.xml.rels><?xml version="1.0" encoding="UTF-8" standalone="yes"?>
<Relationships xmlns="http://schemas.openxmlformats.org/package/2006/relationships"><Relationship Id="rId99" Type="http://schemas.openxmlformats.org/officeDocument/2006/relationships/tags" Target="../tags/tag937.xml"/><Relationship Id="rId98" Type="http://schemas.openxmlformats.org/officeDocument/2006/relationships/tags" Target="../tags/tag936.xml"/><Relationship Id="rId97" Type="http://schemas.openxmlformats.org/officeDocument/2006/relationships/tags" Target="../tags/tag935.xml"/><Relationship Id="rId96" Type="http://schemas.openxmlformats.org/officeDocument/2006/relationships/tags" Target="../tags/tag934.xml"/><Relationship Id="rId95" Type="http://schemas.openxmlformats.org/officeDocument/2006/relationships/tags" Target="../tags/tag933.xml"/><Relationship Id="rId94" Type="http://schemas.openxmlformats.org/officeDocument/2006/relationships/tags" Target="../tags/tag932.xml"/><Relationship Id="rId93" Type="http://schemas.openxmlformats.org/officeDocument/2006/relationships/tags" Target="../tags/tag931.xml"/><Relationship Id="rId92" Type="http://schemas.openxmlformats.org/officeDocument/2006/relationships/tags" Target="../tags/tag930.xml"/><Relationship Id="rId91" Type="http://schemas.openxmlformats.org/officeDocument/2006/relationships/tags" Target="../tags/tag929.xml"/><Relationship Id="rId90" Type="http://schemas.openxmlformats.org/officeDocument/2006/relationships/tags" Target="../tags/tag928.xml"/><Relationship Id="rId9" Type="http://schemas.openxmlformats.org/officeDocument/2006/relationships/tags" Target="../tags/tag847.xml"/><Relationship Id="rId89" Type="http://schemas.openxmlformats.org/officeDocument/2006/relationships/tags" Target="../tags/tag927.xml"/><Relationship Id="rId88" Type="http://schemas.openxmlformats.org/officeDocument/2006/relationships/tags" Target="../tags/tag926.xml"/><Relationship Id="rId87" Type="http://schemas.openxmlformats.org/officeDocument/2006/relationships/tags" Target="../tags/tag925.xml"/><Relationship Id="rId86" Type="http://schemas.openxmlformats.org/officeDocument/2006/relationships/tags" Target="../tags/tag924.xml"/><Relationship Id="rId85" Type="http://schemas.openxmlformats.org/officeDocument/2006/relationships/tags" Target="../tags/tag923.xml"/><Relationship Id="rId84" Type="http://schemas.openxmlformats.org/officeDocument/2006/relationships/tags" Target="../tags/tag922.xml"/><Relationship Id="rId83" Type="http://schemas.openxmlformats.org/officeDocument/2006/relationships/tags" Target="../tags/tag921.xml"/><Relationship Id="rId82" Type="http://schemas.openxmlformats.org/officeDocument/2006/relationships/tags" Target="../tags/tag920.xml"/><Relationship Id="rId81" Type="http://schemas.openxmlformats.org/officeDocument/2006/relationships/tags" Target="../tags/tag919.xml"/><Relationship Id="rId80" Type="http://schemas.openxmlformats.org/officeDocument/2006/relationships/tags" Target="../tags/tag918.xml"/><Relationship Id="rId8" Type="http://schemas.openxmlformats.org/officeDocument/2006/relationships/tags" Target="../tags/tag846.xml"/><Relationship Id="rId79" Type="http://schemas.openxmlformats.org/officeDocument/2006/relationships/tags" Target="../tags/tag917.xml"/><Relationship Id="rId78" Type="http://schemas.openxmlformats.org/officeDocument/2006/relationships/tags" Target="../tags/tag916.xml"/><Relationship Id="rId77" Type="http://schemas.openxmlformats.org/officeDocument/2006/relationships/tags" Target="../tags/tag915.xml"/><Relationship Id="rId76" Type="http://schemas.openxmlformats.org/officeDocument/2006/relationships/tags" Target="../tags/tag914.xml"/><Relationship Id="rId75" Type="http://schemas.openxmlformats.org/officeDocument/2006/relationships/tags" Target="../tags/tag913.xml"/><Relationship Id="rId74" Type="http://schemas.openxmlformats.org/officeDocument/2006/relationships/tags" Target="../tags/tag912.xml"/><Relationship Id="rId73" Type="http://schemas.openxmlformats.org/officeDocument/2006/relationships/tags" Target="../tags/tag911.xml"/><Relationship Id="rId72" Type="http://schemas.openxmlformats.org/officeDocument/2006/relationships/tags" Target="../tags/tag910.xml"/><Relationship Id="rId71" Type="http://schemas.openxmlformats.org/officeDocument/2006/relationships/tags" Target="../tags/tag909.xml"/><Relationship Id="rId70" Type="http://schemas.openxmlformats.org/officeDocument/2006/relationships/tags" Target="../tags/tag908.xml"/><Relationship Id="rId7" Type="http://schemas.openxmlformats.org/officeDocument/2006/relationships/tags" Target="../tags/tag845.xml"/><Relationship Id="rId69" Type="http://schemas.openxmlformats.org/officeDocument/2006/relationships/tags" Target="../tags/tag907.xml"/><Relationship Id="rId68" Type="http://schemas.openxmlformats.org/officeDocument/2006/relationships/tags" Target="../tags/tag906.xml"/><Relationship Id="rId67" Type="http://schemas.openxmlformats.org/officeDocument/2006/relationships/tags" Target="../tags/tag905.xml"/><Relationship Id="rId66" Type="http://schemas.openxmlformats.org/officeDocument/2006/relationships/tags" Target="../tags/tag904.xml"/><Relationship Id="rId65" Type="http://schemas.openxmlformats.org/officeDocument/2006/relationships/tags" Target="../tags/tag903.xml"/><Relationship Id="rId64" Type="http://schemas.openxmlformats.org/officeDocument/2006/relationships/tags" Target="../tags/tag902.xml"/><Relationship Id="rId63" Type="http://schemas.openxmlformats.org/officeDocument/2006/relationships/tags" Target="../tags/tag901.xml"/><Relationship Id="rId62" Type="http://schemas.openxmlformats.org/officeDocument/2006/relationships/tags" Target="../tags/tag900.xml"/><Relationship Id="rId61" Type="http://schemas.openxmlformats.org/officeDocument/2006/relationships/tags" Target="../tags/tag899.xml"/><Relationship Id="rId60" Type="http://schemas.openxmlformats.org/officeDocument/2006/relationships/tags" Target="../tags/tag898.xml"/><Relationship Id="rId6" Type="http://schemas.openxmlformats.org/officeDocument/2006/relationships/tags" Target="../tags/tag844.xml"/><Relationship Id="rId59" Type="http://schemas.openxmlformats.org/officeDocument/2006/relationships/tags" Target="../tags/tag897.xml"/><Relationship Id="rId58" Type="http://schemas.openxmlformats.org/officeDocument/2006/relationships/tags" Target="../tags/tag896.xml"/><Relationship Id="rId57" Type="http://schemas.openxmlformats.org/officeDocument/2006/relationships/tags" Target="../tags/tag895.xml"/><Relationship Id="rId56" Type="http://schemas.openxmlformats.org/officeDocument/2006/relationships/tags" Target="../tags/tag894.xml"/><Relationship Id="rId55" Type="http://schemas.openxmlformats.org/officeDocument/2006/relationships/tags" Target="../tags/tag893.xml"/><Relationship Id="rId54" Type="http://schemas.openxmlformats.org/officeDocument/2006/relationships/tags" Target="../tags/tag892.xml"/><Relationship Id="rId53" Type="http://schemas.openxmlformats.org/officeDocument/2006/relationships/tags" Target="../tags/tag891.xml"/><Relationship Id="rId52" Type="http://schemas.openxmlformats.org/officeDocument/2006/relationships/tags" Target="../tags/tag890.xml"/><Relationship Id="rId51" Type="http://schemas.openxmlformats.org/officeDocument/2006/relationships/tags" Target="../tags/tag889.xml"/><Relationship Id="rId50" Type="http://schemas.openxmlformats.org/officeDocument/2006/relationships/tags" Target="../tags/tag888.xml"/><Relationship Id="rId5" Type="http://schemas.openxmlformats.org/officeDocument/2006/relationships/tags" Target="../tags/tag843.xml"/><Relationship Id="rId49" Type="http://schemas.openxmlformats.org/officeDocument/2006/relationships/tags" Target="../tags/tag887.xml"/><Relationship Id="rId48" Type="http://schemas.openxmlformats.org/officeDocument/2006/relationships/tags" Target="../tags/tag886.xml"/><Relationship Id="rId47" Type="http://schemas.openxmlformats.org/officeDocument/2006/relationships/tags" Target="../tags/tag885.xml"/><Relationship Id="rId46" Type="http://schemas.openxmlformats.org/officeDocument/2006/relationships/tags" Target="../tags/tag884.xml"/><Relationship Id="rId45" Type="http://schemas.openxmlformats.org/officeDocument/2006/relationships/tags" Target="../tags/tag883.xml"/><Relationship Id="rId44" Type="http://schemas.openxmlformats.org/officeDocument/2006/relationships/tags" Target="../tags/tag882.xml"/><Relationship Id="rId43" Type="http://schemas.openxmlformats.org/officeDocument/2006/relationships/tags" Target="../tags/tag881.xml"/><Relationship Id="rId42" Type="http://schemas.openxmlformats.org/officeDocument/2006/relationships/tags" Target="../tags/tag880.xml"/><Relationship Id="rId41" Type="http://schemas.openxmlformats.org/officeDocument/2006/relationships/tags" Target="../tags/tag879.xml"/><Relationship Id="rId40" Type="http://schemas.openxmlformats.org/officeDocument/2006/relationships/tags" Target="../tags/tag878.xml"/><Relationship Id="rId4" Type="http://schemas.openxmlformats.org/officeDocument/2006/relationships/tags" Target="../tags/tag842.xml"/><Relationship Id="rId39" Type="http://schemas.openxmlformats.org/officeDocument/2006/relationships/tags" Target="../tags/tag877.xml"/><Relationship Id="rId38" Type="http://schemas.openxmlformats.org/officeDocument/2006/relationships/tags" Target="../tags/tag876.xml"/><Relationship Id="rId37" Type="http://schemas.openxmlformats.org/officeDocument/2006/relationships/tags" Target="../tags/tag875.xml"/><Relationship Id="rId36" Type="http://schemas.openxmlformats.org/officeDocument/2006/relationships/tags" Target="../tags/tag874.xml"/><Relationship Id="rId35" Type="http://schemas.openxmlformats.org/officeDocument/2006/relationships/tags" Target="../tags/tag873.xml"/><Relationship Id="rId34" Type="http://schemas.openxmlformats.org/officeDocument/2006/relationships/tags" Target="../tags/tag872.xml"/><Relationship Id="rId33" Type="http://schemas.openxmlformats.org/officeDocument/2006/relationships/tags" Target="../tags/tag871.xml"/><Relationship Id="rId32" Type="http://schemas.openxmlformats.org/officeDocument/2006/relationships/tags" Target="../tags/tag870.xml"/><Relationship Id="rId31" Type="http://schemas.openxmlformats.org/officeDocument/2006/relationships/tags" Target="../tags/tag869.xml"/><Relationship Id="rId30" Type="http://schemas.openxmlformats.org/officeDocument/2006/relationships/tags" Target="../tags/tag868.xml"/><Relationship Id="rId3" Type="http://schemas.openxmlformats.org/officeDocument/2006/relationships/tags" Target="../tags/tag841.xml"/><Relationship Id="rId29" Type="http://schemas.openxmlformats.org/officeDocument/2006/relationships/tags" Target="../tags/tag867.xml"/><Relationship Id="rId28" Type="http://schemas.openxmlformats.org/officeDocument/2006/relationships/tags" Target="../tags/tag866.xml"/><Relationship Id="rId27" Type="http://schemas.openxmlformats.org/officeDocument/2006/relationships/tags" Target="../tags/tag865.xml"/><Relationship Id="rId26" Type="http://schemas.openxmlformats.org/officeDocument/2006/relationships/tags" Target="../tags/tag864.xml"/><Relationship Id="rId25" Type="http://schemas.openxmlformats.org/officeDocument/2006/relationships/tags" Target="../tags/tag863.xml"/><Relationship Id="rId24" Type="http://schemas.openxmlformats.org/officeDocument/2006/relationships/tags" Target="../tags/tag862.xml"/><Relationship Id="rId23" Type="http://schemas.openxmlformats.org/officeDocument/2006/relationships/tags" Target="../tags/tag861.xml"/><Relationship Id="rId22" Type="http://schemas.openxmlformats.org/officeDocument/2006/relationships/tags" Target="../tags/tag860.xml"/><Relationship Id="rId21" Type="http://schemas.openxmlformats.org/officeDocument/2006/relationships/tags" Target="../tags/tag859.xml"/><Relationship Id="rId20" Type="http://schemas.openxmlformats.org/officeDocument/2006/relationships/tags" Target="../tags/tag858.xml"/><Relationship Id="rId2" Type="http://schemas.openxmlformats.org/officeDocument/2006/relationships/tags" Target="../tags/tag840.xml"/><Relationship Id="rId19" Type="http://schemas.openxmlformats.org/officeDocument/2006/relationships/tags" Target="../tags/tag857.xml"/><Relationship Id="rId18" Type="http://schemas.openxmlformats.org/officeDocument/2006/relationships/tags" Target="../tags/tag856.xml"/><Relationship Id="rId17" Type="http://schemas.openxmlformats.org/officeDocument/2006/relationships/tags" Target="../tags/tag855.xml"/><Relationship Id="rId16" Type="http://schemas.openxmlformats.org/officeDocument/2006/relationships/tags" Target="../tags/tag854.xml"/><Relationship Id="rId15" Type="http://schemas.openxmlformats.org/officeDocument/2006/relationships/tags" Target="../tags/tag853.xml"/><Relationship Id="rId14" Type="http://schemas.openxmlformats.org/officeDocument/2006/relationships/tags" Target="../tags/tag852.xml"/><Relationship Id="rId13" Type="http://schemas.openxmlformats.org/officeDocument/2006/relationships/tags" Target="../tags/tag851.xml"/><Relationship Id="rId125" Type="http://schemas.openxmlformats.org/officeDocument/2006/relationships/notesSlide" Target="../notesSlides/notesSlide34.xml"/><Relationship Id="rId124" Type="http://schemas.openxmlformats.org/officeDocument/2006/relationships/slideLayout" Target="../slideLayouts/slideLayout6.xml"/><Relationship Id="rId123" Type="http://schemas.openxmlformats.org/officeDocument/2006/relationships/tags" Target="../tags/tag961.xml"/><Relationship Id="rId122" Type="http://schemas.openxmlformats.org/officeDocument/2006/relationships/tags" Target="../tags/tag960.xml"/><Relationship Id="rId121" Type="http://schemas.openxmlformats.org/officeDocument/2006/relationships/tags" Target="../tags/tag959.xml"/><Relationship Id="rId120" Type="http://schemas.openxmlformats.org/officeDocument/2006/relationships/tags" Target="../tags/tag958.xml"/><Relationship Id="rId12" Type="http://schemas.openxmlformats.org/officeDocument/2006/relationships/tags" Target="../tags/tag850.xml"/><Relationship Id="rId119" Type="http://schemas.openxmlformats.org/officeDocument/2006/relationships/tags" Target="../tags/tag957.xml"/><Relationship Id="rId118" Type="http://schemas.openxmlformats.org/officeDocument/2006/relationships/tags" Target="../tags/tag956.xml"/><Relationship Id="rId117" Type="http://schemas.openxmlformats.org/officeDocument/2006/relationships/tags" Target="../tags/tag955.xml"/><Relationship Id="rId116" Type="http://schemas.openxmlformats.org/officeDocument/2006/relationships/tags" Target="../tags/tag954.xml"/><Relationship Id="rId115" Type="http://schemas.openxmlformats.org/officeDocument/2006/relationships/tags" Target="../tags/tag953.xml"/><Relationship Id="rId114" Type="http://schemas.openxmlformats.org/officeDocument/2006/relationships/tags" Target="../tags/tag952.xml"/><Relationship Id="rId113" Type="http://schemas.openxmlformats.org/officeDocument/2006/relationships/tags" Target="../tags/tag951.xml"/><Relationship Id="rId112" Type="http://schemas.openxmlformats.org/officeDocument/2006/relationships/tags" Target="../tags/tag950.xml"/><Relationship Id="rId111" Type="http://schemas.openxmlformats.org/officeDocument/2006/relationships/tags" Target="../tags/tag949.xml"/><Relationship Id="rId110" Type="http://schemas.openxmlformats.org/officeDocument/2006/relationships/tags" Target="../tags/tag948.xml"/><Relationship Id="rId11" Type="http://schemas.openxmlformats.org/officeDocument/2006/relationships/tags" Target="../tags/tag849.xml"/><Relationship Id="rId109" Type="http://schemas.openxmlformats.org/officeDocument/2006/relationships/tags" Target="../tags/tag947.xml"/><Relationship Id="rId108" Type="http://schemas.openxmlformats.org/officeDocument/2006/relationships/tags" Target="../tags/tag946.xml"/><Relationship Id="rId107" Type="http://schemas.openxmlformats.org/officeDocument/2006/relationships/tags" Target="../tags/tag945.xml"/><Relationship Id="rId106" Type="http://schemas.openxmlformats.org/officeDocument/2006/relationships/tags" Target="../tags/tag944.xml"/><Relationship Id="rId105" Type="http://schemas.openxmlformats.org/officeDocument/2006/relationships/tags" Target="../tags/tag943.xml"/><Relationship Id="rId104" Type="http://schemas.openxmlformats.org/officeDocument/2006/relationships/tags" Target="../tags/tag942.xml"/><Relationship Id="rId103" Type="http://schemas.openxmlformats.org/officeDocument/2006/relationships/tags" Target="../tags/tag941.xml"/><Relationship Id="rId102" Type="http://schemas.openxmlformats.org/officeDocument/2006/relationships/tags" Target="../tags/tag940.xml"/><Relationship Id="rId101" Type="http://schemas.openxmlformats.org/officeDocument/2006/relationships/tags" Target="../tags/tag939.xml"/><Relationship Id="rId100" Type="http://schemas.openxmlformats.org/officeDocument/2006/relationships/tags" Target="../tags/tag938.xml"/><Relationship Id="rId10" Type="http://schemas.openxmlformats.org/officeDocument/2006/relationships/tags" Target="../tags/tag848.xml"/><Relationship Id="rId1" Type="http://schemas.openxmlformats.org/officeDocument/2006/relationships/tags" Target="../tags/tag839.xml"/></Relationships>
</file>

<file path=ppt/slides/_rels/slide45.xml.rels><?xml version="1.0" encoding="UTF-8" standalone="yes"?>
<Relationships xmlns="http://schemas.openxmlformats.org/package/2006/relationships"><Relationship Id="rId99" Type="http://schemas.openxmlformats.org/officeDocument/2006/relationships/tags" Target="../tags/tag1063.xml"/><Relationship Id="rId98" Type="http://schemas.openxmlformats.org/officeDocument/2006/relationships/tags" Target="../tags/tag1062.xml"/><Relationship Id="rId97" Type="http://schemas.openxmlformats.org/officeDocument/2006/relationships/tags" Target="../tags/tag1061.xml"/><Relationship Id="rId96" Type="http://schemas.openxmlformats.org/officeDocument/2006/relationships/tags" Target="../tags/tag1060.xml"/><Relationship Id="rId95" Type="http://schemas.openxmlformats.org/officeDocument/2006/relationships/tags" Target="../tags/tag1059.xml"/><Relationship Id="rId94" Type="http://schemas.openxmlformats.org/officeDocument/2006/relationships/tags" Target="../tags/tag1058.xml"/><Relationship Id="rId93" Type="http://schemas.openxmlformats.org/officeDocument/2006/relationships/tags" Target="../tags/tag1057.xml"/><Relationship Id="rId92" Type="http://schemas.openxmlformats.org/officeDocument/2006/relationships/tags" Target="../tags/tag1056.xml"/><Relationship Id="rId91" Type="http://schemas.openxmlformats.org/officeDocument/2006/relationships/tags" Target="../tags/tag1055.xml"/><Relationship Id="rId90" Type="http://schemas.openxmlformats.org/officeDocument/2006/relationships/tags" Target="../tags/tag1054.xml"/><Relationship Id="rId9" Type="http://schemas.openxmlformats.org/officeDocument/2006/relationships/tags" Target="../tags/tag973.xml"/><Relationship Id="rId89" Type="http://schemas.openxmlformats.org/officeDocument/2006/relationships/tags" Target="../tags/tag1053.xml"/><Relationship Id="rId88" Type="http://schemas.openxmlformats.org/officeDocument/2006/relationships/tags" Target="../tags/tag1052.xml"/><Relationship Id="rId87" Type="http://schemas.openxmlformats.org/officeDocument/2006/relationships/tags" Target="../tags/tag1051.xml"/><Relationship Id="rId86" Type="http://schemas.openxmlformats.org/officeDocument/2006/relationships/tags" Target="../tags/tag1050.xml"/><Relationship Id="rId85" Type="http://schemas.openxmlformats.org/officeDocument/2006/relationships/tags" Target="../tags/tag1049.xml"/><Relationship Id="rId84" Type="http://schemas.openxmlformats.org/officeDocument/2006/relationships/tags" Target="../tags/tag1048.xml"/><Relationship Id="rId83" Type="http://schemas.openxmlformats.org/officeDocument/2006/relationships/tags" Target="../tags/tag1047.xml"/><Relationship Id="rId82" Type="http://schemas.openxmlformats.org/officeDocument/2006/relationships/tags" Target="../tags/tag1046.xml"/><Relationship Id="rId81" Type="http://schemas.openxmlformats.org/officeDocument/2006/relationships/tags" Target="../tags/tag1045.xml"/><Relationship Id="rId80" Type="http://schemas.openxmlformats.org/officeDocument/2006/relationships/tags" Target="../tags/tag1044.xml"/><Relationship Id="rId8" Type="http://schemas.openxmlformats.org/officeDocument/2006/relationships/tags" Target="../tags/tag972.xml"/><Relationship Id="rId79" Type="http://schemas.openxmlformats.org/officeDocument/2006/relationships/tags" Target="../tags/tag1043.xml"/><Relationship Id="rId78" Type="http://schemas.openxmlformats.org/officeDocument/2006/relationships/tags" Target="../tags/tag1042.xml"/><Relationship Id="rId77" Type="http://schemas.openxmlformats.org/officeDocument/2006/relationships/tags" Target="../tags/tag1041.xml"/><Relationship Id="rId76" Type="http://schemas.openxmlformats.org/officeDocument/2006/relationships/tags" Target="../tags/tag1040.xml"/><Relationship Id="rId75" Type="http://schemas.openxmlformats.org/officeDocument/2006/relationships/tags" Target="../tags/tag1039.xml"/><Relationship Id="rId74" Type="http://schemas.openxmlformats.org/officeDocument/2006/relationships/tags" Target="../tags/tag1038.xml"/><Relationship Id="rId73" Type="http://schemas.openxmlformats.org/officeDocument/2006/relationships/tags" Target="../tags/tag1037.xml"/><Relationship Id="rId72" Type="http://schemas.openxmlformats.org/officeDocument/2006/relationships/tags" Target="../tags/tag1036.xml"/><Relationship Id="rId71" Type="http://schemas.openxmlformats.org/officeDocument/2006/relationships/tags" Target="../tags/tag1035.xml"/><Relationship Id="rId70" Type="http://schemas.openxmlformats.org/officeDocument/2006/relationships/tags" Target="../tags/tag1034.xml"/><Relationship Id="rId7" Type="http://schemas.openxmlformats.org/officeDocument/2006/relationships/tags" Target="../tags/tag971.xml"/><Relationship Id="rId69" Type="http://schemas.openxmlformats.org/officeDocument/2006/relationships/tags" Target="../tags/tag1033.xml"/><Relationship Id="rId68" Type="http://schemas.openxmlformats.org/officeDocument/2006/relationships/tags" Target="../tags/tag1032.xml"/><Relationship Id="rId67" Type="http://schemas.openxmlformats.org/officeDocument/2006/relationships/tags" Target="../tags/tag1031.xml"/><Relationship Id="rId66" Type="http://schemas.openxmlformats.org/officeDocument/2006/relationships/tags" Target="../tags/tag1030.xml"/><Relationship Id="rId65" Type="http://schemas.openxmlformats.org/officeDocument/2006/relationships/tags" Target="../tags/tag1029.xml"/><Relationship Id="rId64" Type="http://schemas.openxmlformats.org/officeDocument/2006/relationships/tags" Target="../tags/tag1028.xml"/><Relationship Id="rId63" Type="http://schemas.openxmlformats.org/officeDocument/2006/relationships/tags" Target="../tags/tag1027.xml"/><Relationship Id="rId62" Type="http://schemas.openxmlformats.org/officeDocument/2006/relationships/tags" Target="../tags/tag1026.xml"/><Relationship Id="rId61" Type="http://schemas.openxmlformats.org/officeDocument/2006/relationships/tags" Target="../tags/tag1025.xml"/><Relationship Id="rId60" Type="http://schemas.openxmlformats.org/officeDocument/2006/relationships/tags" Target="../tags/tag1024.xml"/><Relationship Id="rId6" Type="http://schemas.openxmlformats.org/officeDocument/2006/relationships/tags" Target="../tags/tag970.xml"/><Relationship Id="rId59" Type="http://schemas.openxmlformats.org/officeDocument/2006/relationships/tags" Target="../tags/tag1023.xml"/><Relationship Id="rId58" Type="http://schemas.openxmlformats.org/officeDocument/2006/relationships/tags" Target="../tags/tag1022.xml"/><Relationship Id="rId57" Type="http://schemas.openxmlformats.org/officeDocument/2006/relationships/tags" Target="../tags/tag1021.xml"/><Relationship Id="rId56" Type="http://schemas.openxmlformats.org/officeDocument/2006/relationships/tags" Target="../tags/tag1020.xml"/><Relationship Id="rId55" Type="http://schemas.openxmlformats.org/officeDocument/2006/relationships/tags" Target="../tags/tag1019.xml"/><Relationship Id="rId54" Type="http://schemas.openxmlformats.org/officeDocument/2006/relationships/tags" Target="../tags/tag1018.xml"/><Relationship Id="rId53" Type="http://schemas.openxmlformats.org/officeDocument/2006/relationships/tags" Target="../tags/tag1017.xml"/><Relationship Id="rId52" Type="http://schemas.openxmlformats.org/officeDocument/2006/relationships/tags" Target="../tags/tag1016.xml"/><Relationship Id="rId51" Type="http://schemas.openxmlformats.org/officeDocument/2006/relationships/tags" Target="../tags/tag1015.xml"/><Relationship Id="rId50" Type="http://schemas.openxmlformats.org/officeDocument/2006/relationships/tags" Target="../tags/tag1014.xml"/><Relationship Id="rId5" Type="http://schemas.openxmlformats.org/officeDocument/2006/relationships/tags" Target="../tags/tag969.xml"/><Relationship Id="rId49" Type="http://schemas.openxmlformats.org/officeDocument/2006/relationships/tags" Target="../tags/tag1013.xml"/><Relationship Id="rId48" Type="http://schemas.openxmlformats.org/officeDocument/2006/relationships/tags" Target="../tags/tag1012.xml"/><Relationship Id="rId47" Type="http://schemas.openxmlformats.org/officeDocument/2006/relationships/tags" Target="../tags/tag1011.xml"/><Relationship Id="rId46" Type="http://schemas.openxmlformats.org/officeDocument/2006/relationships/tags" Target="../tags/tag1010.xml"/><Relationship Id="rId45" Type="http://schemas.openxmlformats.org/officeDocument/2006/relationships/tags" Target="../tags/tag1009.xml"/><Relationship Id="rId44" Type="http://schemas.openxmlformats.org/officeDocument/2006/relationships/tags" Target="../tags/tag1008.xml"/><Relationship Id="rId43" Type="http://schemas.openxmlformats.org/officeDocument/2006/relationships/tags" Target="../tags/tag1007.xml"/><Relationship Id="rId42" Type="http://schemas.openxmlformats.org/officeDocument/2006/relationships/tags" Target="../tags/tag1006.xml"/><Relationship Id="rId41" Type="http://schemas.openxmlformats.org/officeDocument/2006/relationships/tags" Target="../tags/tag1005.xml"/><Relationship Id="rId40" Type="http://schemas.openxmlformats.org/officeDocument/2006/relationships/tags" Target="../tags/tag1004.xml"/><Relationship Id="rId4" Type="http://schemas.openxmlformats.org/officeDocument/2006/relationships/tags" Target="../tags/tag968.xml"/><Relationship Id="rId39" Type="http://schemas.openxmlformats.org/officeDocument/2006/relationships/tags" Target="../tags/tag1003.xml"/><Relationship Id="rId38" Type="http://schemas.openxmlformats.org/officeDocument/2006/relationships/tags" Target="../tags/tag1002.xml"/><Relationship Id="rId37" Type="http://schemas.openxmlformats.org/officeDocument/2006/relationships/tags" Target="../tags/tag1001.xml"/><Relationship Id="rId36" Type="http://schemas.openxmlformats.org/officeDocument/2006/relationships/tags" Target="../tags/tag1000.xml"/><Relationship Id="rId35" Type="http://schemas.openxmlformats.org/officeDocument/2006/relationships/tags" Target="../tags/tag999.xml"/><Relationship Id="rId34" Type="http://schemas.openxmlformats.org/officeDocument/2006/relationships/tags" Target="../tags/tag998.xml"/><Relationship Id="rId33" Type="http://schemas.openxmlformats.org/officeDocument/2006/relationships/tags" Target="../tags/tag997.xml"/><Relationship Id="rId32" Type="http://schemas.openxmlformats.org/officeDocument/2006/relationships/tags" Target="../tags/tag996.xml"/><Relationship Id="rId31" Type="http://schemas.openxmlformats.org/officeDocument/2006/relationships/tags" Target="../tags/tag995.xml"/><Relationship Id="rId30" Type="http://schemas.openxmlformats.org/officeDocument/2006/relationships/tags" Target="../tags/tag994.xml"/><Relationship Id="rId3" Type="http://schemas.openxmlformats.org/officeDocument/2006/relationships/tags" Target="../tags/tag967.xml"/><Relationship Id="rId29" Type="http://schemas.openxmlformats.org/officeDocument/2006/relationships/tags" Target="../tags/tag993.xml"/><Relationship Id="rId28" Type="http://schemas.openxmlformats.org/officeDocument/2006/relationships/tags" Target="../tags/tag992.xml"/><Relationship Id="rId27" Type="http://schemas.openxmlformats.org/officeDocument/2006/relationships/tags" Target="../tags/tag991.xml"/><Relationship Id="rId26" Type="http://schemas.openxmlformats.org/officeDocument/2006/relationships/tags" Target="../tags/tag990.xml"/><Relationship Id="rId25" Type="http://schemas.openxmlformats.org/officeDocument/2006/relationships/tags" Target="../tags/tag989.xml"/><Relationship Id="rId24" Type="http://schemas.openxmlformats.org/officeDocument/2006/relationships/tags" Target="../tags/tag988.xml"/><Relationship Id="rId23" Type="http://schemas.openxmlformats.org/officeDocument/2006/relationships/tags" Target="../tags/tag987.xml"/><Relationship Id="rId22" Type="http://schemas.openxmlformats.org/officeDocument/2006/relationships/tags" Target="../tags/tag986.xml"/><Relationship Id="rId21" Type="http://schemas.openxmlformats.org/officeDocument/2006/relationships/tags" Target="../tags/tag985.xml"/><Relationship Id="rId20" Type="http://schemas.openxmlformats.org/officeDocument/2006/relationships/tags" Target="../tags/tag984.xml"/><Relationship Id="rId2" Type="http://schemas.openxmlformats.org/officeDocument/2006/relationships/tags" Target="../tags/tag966.xml"/><Relationship Id="rId19" Type="http://schemas.openxmlformats.org/officeDocument/2006/relationships/tags" Target="../tags/tag983.xml"/><Relationship Id="rId18" Type="http://schemas.openxmlformats.org/officeDocument/2006/relationships/tags" Target="../tags/tag982.xml"/><Relationship Id="rId17" Type="http://schemas.openxmlformats.org/officeDocument/2006/relationships/tags" Target="../tags/tag981.xml"/><Relationship Id="rId16" Type="http://schemas.openxmlformats.org/officeDocument/2006/relationships/tags" Target="../tags/tag980.xml"/><Relationship Id="rId15" Type="http://schemas.openxmlformats.org/officeDocument/2006/relationships/tags" Target="../tags/tag979.xml"/><Relationship Id="rId14" Type="http://schemas.openxmlformats.org/officeDocument/2006/relationships/tags" Target="../tags/tag978.xml"/><Relationship Id="rId13" Type="http://schemas.openxmlformats.org/officeDocument/2006/relationships/tags" Target="../tags/tag977.xml"/><Relationship Id="rId124" Type="http://schemas.openxmlformats.org/officeDocument/2006/relationships/notesSlide" Target="../notesSlides/notesSlide35.xml"/><Relationship Id="rId123" Type="http://schemas.openxmlformats.org/officeDocument/2006/relationships/slideLayout" Target="../slideLayouts/slideLayout6.xml"/><Relationship Id="rId122" Type="http://schemas.openxmlformats.org/officeDocument/2006/relationships/tags" Target="../tags/tag1086.xml"/><Relationship Id="rId121" Type="http://schemas.openxmlformats.org/officeDocument/2006/relationships/tags" Target="../tags/tag1085.xml"/><Relationship Id="rId120" Type="http://schemas.openxmlformats.org/officeDocument/2006/relationships/tags" Target="../tags/tag1084.xml"/><Relationship Id="rId12" Type="http://schemas.openxmlformats.org/officeDocument/2006/relationships/tags" Target="../tags/tag976.xml"/><Relationship Id="rId119" Type="http://schemas.openxmlformats.org/officeDocument/2006/relationships/tags" Target="../tags/tag1083.xml"/><Relationship Id="rId118" Type="http://schemas.openxmlformats.org/officeDocument/2006/relationships/tags" Target="../tags/tag1082.xml"/><Relationship Id="rId117" Type="http://schemas.openxmlformats.org/officeDocument/2006/relationships/tags" Target="../tags/tag1081.xml"/><Relationship Id="rId116" Type="http://schemas.openxmlformats.org/officeDocument/2006/relationships/tags" Target="../tags/tag1080.xml"/><Relationship Id="rId115" Type="http://schemas.openxmlformats.org/officeDocument/2006/relationships/tags" Target="../tags/tag1079.xml"/><Relationship Id="rId114" Type="http://schemas.openxmlformats.org/officeDocument/2006/relationships/tags" Target="../tags/tag1078.xml"/><Relationship Id="rId113" Type="http://schemas.openxmlformats.org/officeDocument/2006/relationships/tags" Target="../tags/tag1077.xml"/><Relationship Id="rId112" Type="http://schemas.openxmlformats.org/officeDocument/2006/relationships/tags" Target="../tags/tag1076.xml"/><Relationship Id="rId111" Type="http://schemas.openxmlformats.org/officeDocument/2006/relationships/tags" Target="../tags/tag1075.xml"/><Relationship Id="rId110" Type="http://schemas.openxmlformats.org/officeDocument/2006/relationships/tags" Target="../tags/tag1074.xml"/><Relationship Id="rId11" Type="http://schemas.openxmlformats.org/officeDocument/2006/relationships/tags" Target="../tags/tag975.xml"/><Relationship Id="rId109" Type="http://schemas.openxmlformats.org/officeDocument/2006/relationships/tags" Target="../tags/tag1073.xml"/><Relationship Id="rId108" Type="http://schemas.openxmlformats.org/officeDocument/2006/relationships/tags" Target="../tags/tag1072.xml"/><Relationship Id="rId107" Type="http://schemas.openxmlformats.org/officeDocument/2006/relationships/tags" Target="../tags/tag1071.xml"/><Relationship Id="rId106" Type="http://schemas.openxmlformats.org/officeDocument/2006/relationships/tags" Target="../tags/tag1070.xml"/><Relationship Id="rId105" Type="http://schemas.openxmlformats.org/officeDocument/2006/relationships/tags" Target="../tags/tag1069.xml"/><Relationship Id="rId104" Type="http://schemas.openxmlformats.org/officeDocument/2006/relationships/tags" Target="../tags/tag1068.xml"/><Relationship Id="rId103" Type="http://schemas.openxmlformats.org/officeDocument/2006/relationships/tags" Target="../tags/tag1067.xml"/><Relationship Id="rId102" Type="http://schemas.openxmlformats.org/officeDocument/2006/relationships/tags" Target="../tags/tag1066.xml"/><Relationship Id="rId101" Type="http://schemas.openxmlformats.org/officeDocument/2006/relationships/tags" Target="../tags/tag1065.xml"/><Relationship Id="rId100" Type="http://schemas.openxmlformats.org/officeDocument/2006/relationships/tags" Target="../tags/tag1064.xml"/><Relationship Id="rId10" Type="http://schemas.openxmlformats.org/officeDocument/2006/relationships/tags" Target="../tags/tag974.xml"/><Relationship Id="rId1" Type="http://schemas.openxmlformats.org/officeDocument/2006/relationships/tags" Target="../tags/tag965.xml"/></Relationships>
</file>

<file path=ppt/slides/_rels/slide46.xml.rels><?xml version="1.0" encoding="UTF-8" standalone="yes"?>
<Relationships xmlns="http://schemas.openxmlformats.org/package/2006/relationships"><Relationship Id="rId99" Type="http://schemas.openxmlformats.org/officeDocument/2006/relationships/tags" Target="../tags/tag1188.xml"/><Relationship Id="rId98" Type="http://schemas.openxmlformats.org/officeDocument/2006/relationships/tags" Target="../tags/tag1187.xml"/><Relationship Id="rId97" Type="http://schemas.openxmlformats.org/officeDocument/2006/relationships/tags" Target="../tags/tag1186.xml"/><Relationship Id="rId96" Type="http://schemas.openxmlformats.org/officeDocument/2006/relationships/tags" Target="../tags/tag1185.xml"/><Relationship Id="rId95" Type="http://schemas.openxmlformats.org/officeDocument/2006/relationships/tags" Target="../tags/tag1184.xml"/><Relationship Id="rId94" Type="http://schemas.openxmlformats.org/officeDocument/2006/relationships/tags" Target="../tags/tag1183.xml"/><Relationship Id="rId93" Type="http://schemas.openxmlformats.org/officeDocument/2006/relationships/tags" Target="../tags/tag1182.xml"/><Relationship Id="rId92" Type="http://schemas.openxmlformats.org/officeDocument/2006/relationships/tags" Target="../tags/tag1181.xml"/><Relationship Id="rId91" Type="http://schemas.openxmlformats.org/officeDocument/2006/relationships/tags" Target="../tags/tag1180.xml"/><Relationship Id="rId90" Type="http://schemas.openxmlformats.org/officeDocument/2006/relationships/tags" Target="../tags/tag1179.xml"/><Relationship Id="rId9" Type="http://schemas.openxmlformats.org/officeDocument/2006/relationships/tags" Target="../tags/tag1098.xml"/><Relationship Id="rId89" Type="http://schemas.openxmlformats.org/officeDocument/2006/relationships/tags" Target="../tags/tag1178.xml"/><Relationship Id="rId88" Type="http://schemas.openxmlformats.org/officeDocument/2006/relationships/tags" Target="../tags/tag1177.xml"/><Relationship Id="rId87" Type="http://schemas.openxmlformats.org/officeDocument/2006/relationships/tags" Target="../tags/tag1176.xml"/><Relationship Id="rId86" Type="http://schemas.openxmlformats.org/officeDocument/2006/relationships/tags" Target="../tags/tag1175.xml"/><Relationship Id="rId85" Type="http://schemas.openxmlformats.org/officeDocument/2006/relationships/tags" Target="../tags/tag1174.xml"/><Relationship Id="rId84" Type="http://schemas.openxmlformats.org/officeDocument/2006/relationships/tags" Target="../tags/tag1173.xml"/><Relationship Id="rId83" Type="http://schemas.openxmlformats.org/officeDocument/2006/relationships/tags" Target="../tags/tag1172.xml"/><Relationship Id="rId82" Type="http://schemas.openxmlformats.org/officeDocument/2006/relationships/tags" Target="../tags/tag1171.xml"/><Relationship Id="rId81" Type="http://schemas.openxmlformats.org/officeDocument/2006/relationships/tags" Target="../tags/tag1170.xml"/><Relationship Id="rId80" Type="http://schemas.openxmlformats.org/officeDocument/2006/relationships/tags" Target="../tags/tag1169.xml"/><Relationship Id="rId8" Type="http://schemas.openxmlformats.org/officeDocument/2006/relationships/tags" Target="../tags/tag1097.xml"/><Relationship Id="rId79" Type="http://schemas.openxmlformats.org/officeDocument/2006/relationships/tags" Target="../tags/tag1168.xml"/><Relationship Id="rId78" Type="http://schemas.openxmlformats.org/officeDocument/2006/relationships/tags" Target="../tags/tag1167.xml"/><Relationship Id="rId77" Type="http://schemas.openxmlformats.org/officeDocument/2006/relationships/tags" Target="../tags/tag1166.xml"/><Relationship Id="rId76" Type="http://schemas.openxmlformats.org/officeDocument/2006/relationships/tags" Target="../tags/tag1165.xml"/><Relationship Id="rId75" Type="http://schemas.openxmlformats.org/officeDocument/2006/relationships/tags" Target="../tags/tag1164.xml"/><Relationship Id="rId74" Type="http://schemas.openxmlformats.org/officeDocument/2006/relationships/tags" Target="../tags/tag1163.xml"/><Relationship Id="rId73" Type="http://schemas.openxmlformats.org/officeDocument/2006/relationships/tags" Target="../tags/tag1162.xml"/><Relationship Id="rId72" Type="http://schemas.openxmlformats.org/officeDocument/2006/relationships/tags" Target="../tags/tag1161.xml"/><Relationship Id="rId71" Type="http://schemas.openxmlformats.org/officeDocument/2006/relationships/tags" Target="../tags/tag1160.xml"/><Relationship Id="rId70" Type="http://schemas.openxmlformats.org/officeDocument/2006/relationships/tags" Target="../tags/tag1159.xml"/><Relationship Id="rId7" Type="http://schemas.openxmlformats.org/officeDocument/2006/relationships/tags" Target="../tags/tag1096.xml"/><Relationship Id="rId69" Type="http://schemas.openxmlformats.org/officeDocument/2006/relationships/tags" Target="../tags/tag1158.xml"/><Relationship Id="rId68" Type="http://schemas.openxmlformats.org/officeDocument/2006/relationships/tags" Target="../tags/tag1157.xml"/><Relationship Id="rId67" Type="http://schemas.openxmlformats.org/officeDocument/2006/relationships/tags" Target="../tags/tag1156.xml"/><Relationship Id="rId66" Type="http://schemas.openxmlformats.org/officeDocument/2006/relationships/tags" Target="../tags/tag1155.xml"/><Relationship Id="rId65" Type="http://schemas.openxmlformats.org/officeDocument/2006/relationships/tags" Target="../tags/tag1154.xml"/><Relationship Id="rId64" Type="http://schemas.openxmlformats.org/officeDocument/2006/relationships/tags" Target="../tags/tag1153.xml"/><Relationship Id="rId63" Type="http://schemas.openxmlformats.org/officeDocument/2006/relationships/tags" Target="../tags/tag1152.xml"/><Relationship Id="rId62" Type="http://schemas.openxmlformats.org/officeDocument/2006/relationships/tags" Target="../tags/tag1151.xml"/><Relationship Id="rId61" Type="http://schemas.openxmlformats.org/officeDocument/2006/relationships/tags" Target="../tags/tag1150.xml"/><Relationship Id="rId60" Type="http://schemas.openxmlformats.org/officeDocument/2006/relationships/tags" Target="../tags/tag1149.xml"/><Relationship Id="rId6" Type="http://schemas.openxmlformats.org/officeDocument/2006/relationships/tags" Target="../tags/tag1095.xml"/><Relationship Id="rId59" Type="http://schemas.openxmlformats.org/officeDocument/2006/relationships/tags" Target="../tags/tag1148.xml"/><Relationship Id="rId58" Type="http://schemas.openxmlformats.org/officeDocument/2006/relationships/tags" Target="../tags/tag1147.xml"/><Relationship Id="rId57" Type="http://schemas.openxmlformats.org/officeDocument/2006/relationships/tags" Target="../tags/tag1146.xml"/><Relationship Id="rId56" Type="http://schemas.openxmlformats.org/officeDocument/2006/relationships/tags" Target="../tags/tag1145.xml"/><Relationship Id="rId55" Type="http://schemas.openxmlformats.org/officeDocument/2006/relationships/tags" Target="../tags/tag1144.xml"/><Relationship Id="rId54" Type="http://schemas.openxmlformats.org/officeDocument/2006/relationships/tags" Target="../tags/tag1143.xml"/><Relationship Id="rId53" Type="http://schemas.openxmlformats.org/officeDocument/2006/relationships/tags" Target="../tags/tag1142.xml"/><Relationship Id="rId52" Type="http://schemas.openxmlformats.org/officeDocument/2006/relationships/tags" Target="../tags/tag1141.xml"/><Relationship Id="rId51" Type="http://schemas.openxmlformats.org/officeDocument/2006/relationships/tags" Target="../tags/tag1140.xml"/><Relationship Id="rId50" Type="http://schemas.openxmlformats.org/officeDocument/2006/relationships/tags" Target="../tags/tag1139.xml"/><Relationship Id="rId5" Type="http://schemas.openxmlformats.org/officeDocument/2006/relationships/tags" Target="../tags/tag1094.xml"/><Relationship Id="rId49" Type="http://schemas.openxmlformats.org/officeDocument/2006/relationships/tags" Target="../tags/tag1138.xml"/><Relationship Id="rId48" Type="http://schemas.openxmlformats.org/officeDocument/2006/relationships/tags" Target="../tags/tag1137.xml"/><Relationship Id="rId47" Type="http://schemas.openxmlformats.org/officeDocument/2006/relationships/tags" Target="../tags/tag1136.xml"/><Relationship Id="rId46" Type="http://schemas.openxmlformats.org/officeDocument/2006/relationships/tags" Target="../tags/tag1135.xml"/><Relationship Id="rId45" Type="http://schemas.openxmlformats.org/officeDocument/2006/relationships/tags" Target="../tags/tag1134.xml"/><Relationship Id="rId44" Type="http://schemas.openxmlformats.org/officeDocument/2006/relationships/tags" Target="../tags/tag1133.xml"/><Relationship Id="rId43" Type="http://schemas.openxmlformats.org/officeDocument/2006/relationships/tags" Target="../tags/tag1132.xml"/><Relationship Id="rId42" Type="http://schemas.openxmlformats.org/officeDocument/2006/relationships/tags" Target="../tags/tag1131.xml"/><Relationship Id="rId41" Type="http://schemas.openxmlformats.org/officeDocument/2006/relationships/tags" Target="../tags/tag1130.xml"/><Relationship Id="rId40" Type="http://schemas.openxmlformats.org/officeDocument/2006/relationships/tags" Target="../tags/tag1129.xml"/><Relationship Id="rId4" Type="http://schemas.openxmlformats.org/officeDocument/2006/relationships/tags" Target="../tags/tag1093.xml"/><Relationship Id="rId39" Type="http://schemas.openxmlformats.org/officeDocument/2006/relationships/tags" Target="../tags/tag1128.xml"/><Relationship Id="rId38" Type="http://schemas.openxmlformats.org/officeDocument/2006/relationships/tags" Target="../tags/tag1127.xml"/><Relationship Id="rId37" Type="http://schemas.openxmlformats.org/officeDocument/2006/relationships/tags" Target="../tags/tag1126.xml"/><Relationship Id="rId36" Type="http://schemas.openxmlformats.org/officeDocument/2006/relationships/tags" Target="../tags/tag1125.xml"/><Relationship Id="rId35" Type="http://schemas.openxmlformats.org/officeDocument/2006/relationships/tags" Target="../tags/tag1124.xml"/><Relationship Id="rId34" Type="http://schemas.openxmlformats.org/officeDocument/2006/relationships/tags" Target="../tags/tag1123.xml"/><Relationship Id="rId33" Type="http://schemas.openxmlformats.org/officeDocument/2006/relationships/tags" Target="../tags/tag1122.xml"/><Relationship Id="rId32" Type="http://schemas.openxmlformats.org/officeDocument/2006/relationships/tags" Target="../tags/tag1121.xml"/><Relationship Id="rId31" Type="http://schemas.openxmlformats.org/officeDocument/2006/relationships/tags" Target="../tags/tag1120.xml"/><Relationship Id="rId30" Type="http://schemas.openxmlformats.org/officeDocument/2006/relationships/tags" Target="../tags/tag1119.xml"/><Relationship Id="rId3" Type="http://schemas.openxmlformats.org/officeDocument/2006/relationships/tags" Target="../tags/tag1092.xml"/><Relationship Id="rId29" Type="http://schemas.openxmlformats.org/officeDocument/2006/relationships/tags" Target="../tags/tag1118.xml"/><Relationship Id="rId28" Type="http://schemas.openxmlformats.org/officeDocument/2006/relationships/tags" Target="../tags/tag1117.xml"/><Relationship Id="rId27" Type="http://schemas.openxmlformats.org/officeDocument/2006/relationships/tags" Target="../tags/tag1116.xml"/><Relationship Id="rId26" Type="http://schemas.openxmlformats.org/officeDocument/2006/relationships/tags" Target="../tags/tag1115.xml"/><Relationship Id="rId25" Type="http://schemas.openxmlformats.org/officeDocument/2006/relationships/tags" Target="../tags/tag1114.xml"/><Relationship Id="rId24" Type="http://schemas.openxmlformats.org/officeDocument/2006/relationships/tags" Target="../tags/tag1113.xml"/><Relationship Id="rId23" Type="http://schemas.openxmlformats.org/officeDocument/2006/relationships/tags" Target="../tags/tag1112.xml"/><Relationship Id="rId22" Type="http://schemas.openxmlformats.org/officeDocument/2006/relationships/tags" Target="../tags/tag1111.xml"/><Relationship Id="rId21" Type="http://schemas.openxmlformats.org/officeDocument/2006/relationships/tags" Target="../tags/tag1110.xml"/><Relationship Id="rId20" Type="http://schemas.openxmlformats.org/officeDocument/2006/relationships/tags" Target="../tags/tag1109.xml"/><Relationship Id="rId2" Type="http://schemas.openxmlformats.org/officeDocument/2006/relationships/tags" Target="../tags/tag1091.xml"/><Relationship Id="rId19" Type="http://schemas.openxmlformats.org/officeDocument/2006/relationships/tags" Target="../tags/tag1108.xml"/><Relationship Id="rId18" Type="http://schemas.openxmlformats.org/officeDocument/2006/relationships/tags" Target="../tags/tag1107.xml"/><Relationship Id="rId17" Type="http://schemas.openxmlformats.org/officeDocument/2006/relationships/tags" Target="../tags/tag1106.xml"/><Relationship Id="rId16" Type="http://schemas.openxmlformats.org/officeDocument/2006/relationships/tags" Target="../tags/tag1105.xml"/><Relationship Id="rId15" Type="http://schemas.openxmlformats.org/officeDocument/2006/relationships/tags" Target="../tags/tag1104.xml"/><Relationship Id="rId14" Type="http://schemas.openxmlformats.org/officeDocument/2006/relationships/tags" Target="../tags/tag1103.xml"/><Relationship Id="rId13" Type="http://schemas.openxmlformats.org/officeDocument/2006/relationships/tags" Target="../tags/tag1102.xml"/><Relationship Id="rId12" Type="http://schemas.openxmlformats.org/officeDocument/2006/relationships/tags" Target="../tags/tag1101.xml"/><Relationship Id="rId11" Type="http://schemas.openxmlformats.org/officeDocument/2006/relationships/tags" Target="../tags/tag1100.xml"/><Relationship Id="rId103" Type="http://schemas.openxmlformats.org/officeDocument/2006/relationships/notesSlide" Target="../notesSlides/notesSlide36.xml"/><Relationship Id="rId102" Type="http://schemas.openxmlformats.org/officeDocument/2006/relationships/slideLayout" Target="../slideLayouts/slideLayout6.xml"/><Relationship Id="rId101" Type="http://schemas.openxmlformats.org/officeDocument/2006/relationships/tags" Target="../tags/tag1190.xml"/><Relationship Id="rId100" Type="http://schemas.openxmlformats.org/officeDocument/2006/relationships/tags" Target="../tags/tag1189.xml"/><Relationship Id="rId10" Type="http://schemas.openxmlformats.org/officeDocument/2006/relationships/tags" Target="../tags/tag1099.xml"/><Relationship Id="rId1" Type="http://schemas.openxmlformats.org/officeDocument/2006/relationships/tags" Target="../tags/tag1090.xml"/></Relationships>
</file>

<file path=ppt/slides/_rels/slide47.xml.rels><?xml version="1.0" encoding="UTF-8" standalone="yes"?>
<Relationships xmlns="http://schemas.openxmlformats.org/package/2006/relationships"><Relationship Id="rId9" Type="http://schemas.openxmlformats.org/officeDocument/2006/relationships/tags" Target="../tags/tag1201.xml"/><Relationship Id="rId8" Type="http://schemas.openxmlformats.org/officeDocument/2006/relationships/tags" Target="../tags/tag1200.xml"/><Relationship Id="rId7" Type="http://schemas.openxmlformats.org/officeDocument/2006/relationships/image" Target="../media/image38.png"/><Relationship Id="rId6" Type="http://schemas.openxmlformats.org/officeDocument/2006/relationships/tags" Target="../tags/tag1199.xml"/><Relationship Id="rId5" Type="http://schemas.openxmlformats.org/officeDocument/2006/relationships/tags" Target="../tags/tag1198.xml"/><Relationship Id="rId4" Type="http://schemas.openxmlformats.org/officeDocument/2006/relationships/tags" Target="../tags/tag1197.xml"/><Relationship Id="rId3" Type="http://schemas.openxmlformats.org/officeDocument/2006/relationships/tags" Target="../tags/tag1196.xml"/><Relationship Id="rId2" Type="http://schemas.openxmlformats.org/officeDocument/2006/relationships/tags" Target="../tags/tag1195.xml"/><Relationship Id="rId19" Type="http://schemas.openxmlformats.org/officeDocument/2006/relationships/notesSlide" Target="../notesSlides/notesSlide37.xml"/><Relationship Id="rId18" Type="http://schemas.openxmlformats.org/officeDocument/2006/relationships/slideLayout" Target="../slideLayouts/slideLayout6.xml"/><Relationship Id="rId17" Type="http://schemas.openxmlformats.org/officeDocument/2006/relationships/tags" Target="../tags/tag1207.xml"/><Relationship Id="rId16" Type="http://schemas.openxmlformats.org/officeDocument/2006/relationships/tags" Target="../tags/tag1206.xml"/><Relationship Id="rId15" Type="http://schemas.openxmlformats.org/officeDocument/2006/relationships/image" Target="../media/image40.png"/><Relationship Id="rId14" Type="http://schemas.openxmlformats.org/officeDocument/2006/relationships/tags" Target="../tags/tag1205.xml"/><Relationship Id="rId13" Type="http://schemas.openxmlformats.org/officeDocument/2006/relationships/tags" Target="../tags/tag1204.xml"/><Relationship Id="rId12" Type="http://schemas.openxmlformats.org/officeDocument/2006/relationships/tags" Target="../tags/tag1203.xml"/><Relationship Id="rId11" Type="http://schemas.openxmlformats.org/officeDocument/2006/relationships/image" Target="../media/image39.png"/><Relationship Id="rId10" Type="http://schemas.openxmlformats.org/officeDocument/2006/relationships/tags" Target="../tags/tag1202.xml"/><Relationship Id="rId1" Type="http://schemas.openxmlformats.org/officeDocument/2006/relationships/tags" Target="../tags/tag1194.xml"/></Relationships>
</file>

<file path=ppt/slides/_rels/slide48.xml.rels><?xml version="1.0" encoding="UTF-8" standalone="yes"?>
<Relationships xmlns="http://schemas.openxmlformats.org/package/2006/relationships"><Relationship Id="rId99" Type="http://schemas.openxmlformats.org/officeDocument/2006/relationships/tags" Target="../tags/tag1309.xml"/><Relationship Id="rId98" Type="http://schemas.openxmlformats.org/officeDocument/2006/relationships/tags" Target="../tags/tag1308.xml"/><Relationship Id="rId97" Type="http://schemas.openxmlformats.org/officeDocument/2006/relationships/tags" Target="../tags/tag1307.xml"/><Relationship Id="rId96" Type="http://schemas.openxmlformats.org/officeDocument/2006/relationships/tags" Target="../tags/tag1306.xml"/><Relationship Id="rId95" Type="http://schemas.openxmlformats.org/officeDocument/2006/relationships/tags" Target="../tags/tag1305.xml"/><Relationship Id="rId94" Type="http://schemas.openxmlformats.org/officeDocument/2006/relationships/tags" Target="../tags/tag1304.xml"/><Relationship Id="rId93" Type="http://schemas.openxmlformats.org/officeDocument/2006/relationships/tags" Target="../tags/tag1303.xml"/><Relationship Id="rId92" Type="http://schemas.openxmlformats.org/officeDocument/2006/relationships/tags" Target="../tags/tag1302.xml"/><Relationship Id="rId91" Type="http://schemas.openxmlformats.org/officeDocument/2006/relationships/tags" Target="../tags/tag1301.xml"/><Relationship Id="rId90" Type="http://schemas.openxmlformats.org/officeDocument/2006/relationships/tags" Target="../tags/tag1300.xml"/><Relationship Id="rId9" Type="http://schemas.openxmlformats.org/officeDocument/2006/relationships/tags" Target="../tags/tag1219.xml"/><Relationship Id="rId89" Type="http://schemas.openxmlformats.org/officeDocument/2006/relationships/tags" Target="../tags/tag1299.xml"/><Relationship Id="rId88" Type="http://schemas.openxmlformats.org/officeDocument/2006/relationships/tags" Target="../tags/tag1298.xml"/><Relationship Id="rId87" Type="http://schemas.openxmlformats.org/officeDocument/2006/relationships/tags" Target="../tags/tag1297.xml"/><Relationship Id="rId86" Type="http://schemas.openxmlformats.org/officeDocument/2006/relationships/tags" Target="../tags/tag1296.xml"/><Relationship Id="rId85" Type="http://schemas.openxmlformats.org/officeDocument/2006/relationships/tags" Target="../tags/tag1295.xml"/><Relationship Id="rId84" Type="http://schemas.openxmlformats.org/officeDocument/2006/relationships/tags" Target="../tags/tag1294.xml"/><Relationship Id="rId83" Type="http://schemas.openxmlformats.org/officeDocument/2006/relationships/tags" Target="../tags/tag1293.xml"/><Relationship Id="rId82" Type="http://schemas.openxmlformats.org/officeDocument/2006/relationships/tags" Target="../tags/tag1292.xml"/><Relationship Id="rId81" Type="http://schemas.openxmlformats.org/officeDocument/2006/relationships/tags" Target="../tags/tag1291.xml"/><Relationship Id="rId80" Type="http://schemas.openxmlformats.org/officeDocument/2006/relationships/tags" Target="../tags/tag1290.xml"/><Relationship Id="rId8" Type="http://schemas.openxmlformats.org/officeDocument/2006/relationships/tags" Target="../tags/tag1218.xml"/><Relationship Id="rId79" Type="http://schemas.openxmlformats.org/officeDocument/2006/relationships/tags" Target="../tags/tag1289.xml"/><Relationship Id="rId78" Type="http://schemas.openxmlformats.org/officeDocument/2006/relationships/tags" Target="../tags/tag1288.xml"/><Relationship Id="rId77" Type="http://schemas.openxmlformats.org/officeDocument/2006/relationships/tags" Target="../tags/tag1287.xml"/><Relationship Id="rId76" Type="http://schemas.openxmlformats.org/officeDocument/2006/relationships/tags" Target="../tags/tag1286.xml"/><Relationship Id="rId75" Type="http://schemas.openxmlformats.org/officeDocument/2006/relationships/tags" Target="../tags/tag1285.xml"/><Relationship Id="rId74" Type="http://schemas.openxmlformats.org/officeDocument/2006/relationships/tags" Target="../tags/tag1284.xml"/><Relationship Id="rId73" Type="http://schemas.openxmlformats.org/officeDocument/2006/relationships/tags" Target="../tags/tag1283.xml"/><Relationship Id="rId72" Type="http://schemas.openxmlformats.org/officeDocument/2006/relationships/tags" Target="../tags/tag1282.xml"/><Relationship Id="rId71" Type="http://schemas.openxmlformats.org/officeDocument/2006/relationships/tags" Target="../tags/tag1281.xml"/><Relationship Id="rId70" Type="http://schemas.openxmlformats.org/officeDocument/2006/relationships/tags" Target="../tags/tag1280.xml"/><Relationship Id="rId7" Type="http://schemas.openxmlformats.org/officeDocument/2006/relationships/tags" Target="../tags/tag1217.xml"/><Relationship Id="rId69" Type="http://schemas.openxmlformats.org/officeDocument/2006/relationships/tags" Target="../tags/tag1279.xml"/><Relationship Id="rId68" Type="http://schemas.openxmlformats.org/officeDocument/2006/relationships/tags" Target="../tags/tag1278.xml"/><Relationship Id="rId67" Type="http://schemas.openxmlformats.org/officeDocument/2006/relationships/tags" Target="../tags/tag1277.xml"/><Relationship Id="rId66" Type="http://schemas.openxmlformats.org/officeDocument/2006/relationships/tags" Target="../tags/tag1276.xml"/><Relationship Id="rId65" Type="http://schemas.openxmlformats.org/officeDocument/2006/relationships/tags" Target="../tags/tag1275.xml"/><Relationship Id="rId64" Type="http://schemas.openxmlformats.org/officeDocument/2006/relationships/tags" Target="../tags/tag1274.xml"/><Relationship Id="rId63" Type="http://schemas.openxmlformats.org/officeDocument/2006/relationships/tags" Target="../tags/tag1273.xml"/><Relationship Id="rId62" Type="http://schemas.openxmlformats.org/officeDocument/2006/relationships/tags" Target="../tags/tag1272.xml"/><Relationship Id="rId61" Type="http://schemas.openxmlformats.org/officeDocument/2006/relationships/tags" Target="../tags/tag1271.xml"/><Relationship Id="rId60" Type="http://schemas.openxmlformats.org/officeDocument/2006/relationships/tags" Target="../tags/tag1270.xml"/><Relationship Id="rId6" Type="http://schemas.openxmlformats.org/officeDocument/2006/relationships/tags" Target="../tags/tag1216.xml"/><Relationship Id="rId59" Type="http://schemas.openxmlformats.org/officeDocument/2006/relationships/tags" Target="../tags/tag1269.xml"/><Relationship Id="rId58" Type="http://schemas.openxmlformats.org/officeDocument/2006/relationships/tags" Target="../tags/tag1268.xml"/><Relationship Id="rId57" Type="http://schemas.openxmlformats.org/officeDocument/2006/relationships/tags" Target="../tags/tag1267.xml"/><Relationship Id="rId56" Type="http://schemas.openxmlformats.org/officeDocument/2006/relationships/tags" Target="../tags/tag1266.xml"/><Relationship Id="rId55" Type="http://schemas.openxmlformats.org/officeDocument/2006/relationships/tags" Target="../tags/tag1265.xml"/><Relationship Id="rId54" Type="http://schemas.openxmlformats.org/officeDocument/2006/relationships/tags" Target="../tags/tag1264.xml"/><Relationship Id="rId53" Type="http://schemas.openxmlformats.org/officeDocument/2006/relationships/tags" Target="../tags/tag1263.xml"/><Relationship Id="rId52" Type="http://schemas.openxmlformats.org/officeDocument/2006/relationships/tags" Target="../tags/tag1262.xml"/><Relationship Id="rId51" Type="http://schemas.openxmlformats.org/officeDocument/2006/relationships/tags" Target="../tags/tag1261.xml"/><Relationship Id="rId50" Type="http://schemas.openxmlformats.org/officeDocument/2006/relationships/tags" Target="../tags/tag1260.xml"/><Relationship Id="rId5" Type="http://schemas.openxmlformats.org/officeDocument/2006/relationships/tags" Target="../tags/tag1215.xml"/><Relationship Id="rId49" Type="http://schemas.openxmlformats.org/officeDocument/2006/relationships/tags" Target="../tags/tag1259.xml"/><Relationship Id="rId48" Type="http://schemas.openxmlformats.org/officeDocument/2006/relationships/tags" Target="../tags/tag1258.xml"/><Relationship Id="rId47" Type="http://schemas.openxmlformats.org/officeDocument/2006/relationships/tags" Target="../tags/tag1257.xml"/><Relationship Id="rId46" Type="http://schemas.openxmlformats.org/officeDocument/2006/relationships/tags" Target="../tags/tag1256.xml"/><Relationship Id="rId45" Type="http://schemas.openxmlformats.org/officeDocument/2006/relationships/tags" Target="../tags/tag1255.xml"/><Relationship Id="rId44" Type="http://schemas.openxmlformats.org/officeDocument/2006/relationships/tags" Target="../tags/tag1254.xml"/><Relationship Id="rId43" Type="http://schemas.openxmlformats.org/officeDocument/2006/relationships/tags" Target="../tags/tag1253.xml"/><Relationship Id="rId42" Type="http://schemas.openxmlformats.org/officeDocument/2006/relationships/tags" Target="../tags/tag1252.xml"/><Relationship Id="rId41" Type="http://schemas.openxmlformats.org/officeDocument/2006/relationships/tags" Target="../tags/tag1251.xml"/><Relationship Id="rId40" Type="http://schemas.openxmlformats.org/officeDocument/2006/relationships/tags" Target="../tags/tag1250.xml"/><Relationship Id="rId4" Type="http://schemas.openxmlformats.org/officeDocument/2006/relationships/tags" Target="../tags/tag1214.xml"/><Relationship Id="rId39" Type="http://schemas.openxmlformats.org/officeDocument/2006/relationships/tags" Target="../tags/tag1249.xml"/><Relationship Id="rId38" Type="http://schemas.openxmlformats.org/officeDocument/2006/relationships/tags" Target="../tags/tag1248.xml"/><Relationship Id="rId37" Type="http://schemas.openxmlformats.org/officeDocument/2006/relationships/tags" Target="../tags/tag1247.xml"/><Relationship Id="rId36" Type="http://schemas.openxmlformats.org/officeDocument/2006/relationships/tags" Target="../tags/tag1246.xml"/><Relationship Id="rId35" Type="http://schemas.openxmlformats.org/officeDocument/2006/relationships/tags" Target="../tags/tag1245.xml"/><Relationship Id="rId34" Type="http://schemas.openxmlformats.org/officeDocument/2006/relationships/tags" Target="../tags/tag1244.xml"/><Relationship Id="rId33" Type="http://schemas.openxmlformats.org/officeDocument/2006/relationships/tags" Target="../tags/tag1243.xml"/><Relationship Id="rId32" Type="http://schemas.openxmlformats.org/officeDocument/2006/relationships/tags" Target="../tags/tag1242.xml"/><Relationship Id="rId31" Type="http://schemas.openxmlformats.org/officeDocument/2006/relationships/tags" Target="../tags/tag1241.xml"/><Relationship Id="rId30" Type="http://schemas.openxmlformats.org/officeDocument/2006/relationships/tags" Target="../tags/tag1240.xml"/><Relationship Id="rId3" Type="http://schemas.openxmlformats.org/officeDocument/2006/relationships/tags" Target="../tags/tag1213.xml"/><Relationship Id="rId29" Type="http://schemas.openxmlformats.org/officeDocument/2006/relationships/tags" Target="../tags/tag1239.xml"/><Relationship Id="rId28" Type="http://schemas.openxmlformats.org/officeDocument/2006/relationships/tags" Target="../tags/tag1238.xml"/><Relationship Id="rId27" Type="http://schemas.openxmlformats.org/officeDocument/2006/relationships/tags" Target="../tags/tag1237.xml"/><Relationship Id="rId26" Type="http://schemas.openxmlformats.org/officeDocument/2006/relationships/tags" Target="../tags/tag1236.xml"/><Relationship Id="rId25" Type="http://schemas.openxmlformats.org/officeDocument/2006/relationships/tags" Target="../tags/tag1235.xml"/><Relationship Id="rId24" Type="http://schemas.openxmlformats.org/officeDocument/2006/relationships/tags" Target="../tags/tag1234.xml"/><Relationship Id="rId23" Type="http://schemas.openxmlformats.org/officeDocument/2006/relationships/tags" Target="../tags/tag1233.xml"/><Relationship Id="rId22" Type="http://schemas.openxmlformats.org/officeDocument/2006/relationships/tags" Target="../tags/tag1232.xml"/><Relationship Id="rId21" Type="http://schemas.openxmlformats.org/officeDocument/2006/relationships/tags" Target="../tags/tag1231.xml"/><Relationship Id="rId20" Type="http://schemas.openxmlformats.org/officeDocument/2006/relationships/tags" Target="../tags/tag1230.xml"/><Relationship Id="rId2" Type="http://schemas.openxmlformats.org/officeDocument/2006/relationships/tags" Target="../tags/tag1212.xml"/><Relationship Id="rId19" Type="http://schemas.openxmlformats.org/officeDocument/2006/relationships/tags" Target="../tags/tag1229.xml"/><Relationship Id="rId18" Type="http://schemas.openxmlformats.org/officeDocument/2006/relationships/tags" Target="../tags/tag1228.xml"/><Relationship Id="rId17" Type="http://schemas.openxmlformats.org/officeDocument/2006/relationships/tags" Target="../tags/tag1227.xml"/><Relationship Id="rId16" Type="http://schemas.openxmlformats.org/officeDocument/2006/relationships/tags" Target="../tags/tag1226.xml"/><Relationship Id="rId15" Type="http://schemas.openxmlformats.org/officeDocument/2006/relationships/tags" Target="../tags/tag1225.xml"/><Relationship Id="rId14" Type="http://schemas.openxmlformats.org/officeDocument/2006/relationships/tags" Target="../tags/tag1224.xml"/><Relationship Id="rId13" Type="http://schemas.openxmlformats.org/officeDocument/2006/relationships/tags" Target="../tags/tag1223.xml"/><Relationship Id="rId12" Type="http://schemas.openxmlformats.org/officeDocument/2006/relationships/tags" Target="../tags/tag1222.xml"/><Relationship Id="rId11" Type="http://schemas.openxmlformats.org/officeDocument/2006/relationships/tags" Target="../tags/tag1221.xml"/><Relationship Id="rId103" Type="http://schemas.openxmlformats.org/officeDocument/2006/relationships/notesSlide" Target="../notesSlides/notesSlide38.xml"/><Relationship Id="rId102" Type="http://schemas.openxmlformats.org/officeDocument/2006/relationships/slideLayout" Target="../slideLayouts/slideLayout6.xml"/><Relationship Id="rId101" Type="http://schemas.openxmlformats.org/officeDocument/2006/relationships/tags" Target="../tags/tag1311.xml"/><Relationship Id="rId100" Type="http://schemas.openxmlformats.org/officeDocument/2006/relationships/tags" Target="../tags/tag1310.xml"/><Relationship Id="rId10" Type="http://schemas.openxmlformats.org/officeDocument/2006/relationships/tags" Target="../tags/tag1220.xml"/><Relationship Id="rId1" Type="http://schemas.openxmlformats.org/officeDocument/2006/relationships/tags" Target="../tags/tag1211.xml"/></Relationships>
</file>

<file path=ppt/slides/_rels/slide49.xml.rels><?xml version="1.0" encoding="UTF-8" standalone="yes"?>
<Relationships xmlns="http://schemas.openxmlformats.org/package/2006/relationships"><Relationship Id="rId9" Type="http://schemas.openxmlformats.org/officeDocument/2006/relationships/tags" Target="../tags/tag1323.xml"/><Relationship Id="rId8" Type="http://schemas.openxmlformats.org/officeDocument/2006/relationships/tags" Target="../tags/tag1322.xml"/><Relationship Id="rId7" Type="http://schemas.openxmlformats.org/officeDocument/2006/relationships/tags" Target="../tags/tag1321.xml"/><Relationship Id="rId6" Type="http://schemas.openxmlformats.org/officeDocument/2006/relationships/tags" Target="../tags/tag1320.xml"/><Relationship Id="rId5" Type="http://schemas.openxmlformats.org/officeDocument/2006/relationships/tags" Target="../tags/tag1319.xml"/><Relationship Id="rId4" Type="http://schemas.openxmlformats.org/officeDocument/2006/relationships/tags" Target="../tags/tag1318.xml"/><Relationship Id="rId3" Type="http://schemas.openxmlformats.org/officeDocument/2006/relationships/tags" Target="../tags/tag1317.xml"/><Relationship Id="rId2" Type="http://schemas.openxmlformats.org/officeDocument/2006/relationships/tags" Target="../tags/tag1316.xml"/><Relationship Id="rId16" Type="http://schemas.openxmlformats.org/officeDocument/2006/relationships/notesSlide" Target="../notesSlides/notesSlide39.xml"/><Relationship Id="rId15" Type="http://schemas.openxmlformats.org/officeDocument/2006/relationships/slideLayout" Target="../slideLayouts/slideLayout6.xml"/><Relationship Id="rId14" Type="http://schemas.openxmlformats.org/officeDocument/2006/relationships/tags" Target="../tags/tag1327.xml"/><Relationship Id="rId13" Type="http://schemas.openxmlformats.org/officeDocument/2006/relationships/tags" Target="../tags/tag1326.xml"/><Relationship Id="rId12" Type="http://schemas.openxmlformats.org/officeDocument/2006/relationships/tags" Target="../tags/tag1325.xml"/><Relationship Id="rId11" Type="http://schemas.openxmlformats.org/officeDocument/2006/relationships/tags" Target="../tags/tag1324.xml"/><Relationship Id="rId10" Type="http://schemas.openxmlformats.org/officeDocument/2006/relationships/image" Target="../media/image41.png"/><Relationship Id="rId1" Type="http://schemas.openxmlformats.org/officeDocument/2006/relationships/tags" Target="../tags/tag1315.xml"/></Relationships>
</file>

<file path=ppt/slides/_rels/slide50.xml.rels><?xml version="1.0" encoding="UTF-8" standalone="yes"?>
<Relationships xmlns="http://schemas.openxmlformats.org/package/2006/relationships"><Relationship Id="rId9" Type="http://schemas.openxmlformats.org/officeDocument/2006/relationships/tags" Target="../tags/tag1338.xml"/><Relationship Id="rId8" Type="http://schemas.openxmlformats.org/officeDocument/2006/relationships/tags" Target="../tags/tag1337.xml"/><Relationship Id="rId7" Type="http://schemas.openxmlformats.org/officeDocument/2006/relationships/tags" Target="../tags/tag1336.xml"/><Relationship Id="rId6" Type="http://schemas.openxmlformats.org/officeDocument/2006/relationships/tags" Target="../tags/tag1335.xml"/><Relationship Id="rId5" Type="http://schemas.openxmlformats.org/officeDocument/2006/relationships/tags" Target="../tags/tag1334.xml"/><Relationship Id="rId4" Type="http://schemas.openxmlformats.org/officeDocument/2006/relationships/tags" Target="../tags/tag1333.xml"/><Relationship Id="rId3" Type="http://schemas.openxmlformats.org/officeDocument/2006/relationships/image" Target="../media/image34.png"/><Relationship Id="rId2" Type="http://schemas.openxmlformats.org/officeDocument/2006/relationships/tags" Target="../tags/tag1332.xml"/><Relationship Id="rId16" Type="http://schemas.openxmlformats.org/officeDocument/2006/relationships/notesSlide" Target="../notesSlides/notesSlide40.xml"/><Relationship Id="rId15" Type="http://schemas.openxmlformats.org/officeDocument/2006/relationships/slideLayout" Target="../slideLayouts/slideLayout7.xml"/><Relationship Id="rId14" Type="http://schemas.openxmlformats.org/officeDocument/2006/relationships/tags" Target="../tags/tag1343.xml"/><Relationship Id="rId13" Type="http://schemas.openxmlformats.org/officeDocument/2006/relationships/tags" Target="../tags/tag1342.xml"/><Relationship Id="rId12" Type="http://schemas.openxmlformats.org/officeDocument/2006/relationships/tags" Target="../tags/tag1341.xml"/><Relationship Id="rId11" Type="http://schemas.openxmlformats.org/officeDocument/2006/relationships/tags" Target="../tags/tag1340.xml"/><Relationship Id="rId10" Type="http://schemas.openxmlformats.org/officeDocument/2006/relationships/tags" Target="../tags/tag1339.xml"/><Relationship Id="rId1" Type="http://schemas.openxmlformats.org/officeDocument/2006/relationships/tags" Target="../tags/tag1331.xml"/></Relationships>
</file>

<file path=ppt/slides/_rels/slide51.xml.rels><?xml version="1.0" encoding="UTF-8" standalone="yes"?>
<Relationships xmlns="http://schemas.openxmlformats.org/package/2006/relationships"><Relationship Id="rId8" Type="http://schemas.openxmlformats.org/officeDocument/2006/relationships/notesSlide" Target="../notesSlides/notesSlide41.xml"/><Relationship Id="rId7" Type="http://schemas.openxmlformats.org/officeDocument/2006/relationships/slideLayout" Target="../slideLayouts/slideLayout7.xml"/><Relationship Id="rId6" Type="http://schemas.openxmlformats.org/officeDocument/2006/relationships/tags" Target="../tags/tag1351.xml"/><Relationship Id="rId5" Type="http://schemas.openxmlformats.org/officeDocument/2006/relationships/tags" Target="../tags/tag1350.xml"/><Relationship Id="rId4" Type="http://schemas.openxmlformats.org/officeDocument/2006/relationships/tags" Target="../tags/tag1349.xml"/><Relationship Id="rId3" Type="http://schemas.openxmlformats.org/officeDocument/2006/relationships/tags" Target="../tags/tag1348.xml"/><Relationship Id="rId2" Type="http://schemas.openxmlformats.org/officeDocument/2006/relationships/image" Target="../media/image4.jpeg"/><Relationship Id="rId1" Type="http://schemas.openxmlformats.org/officeDocument/2006/relationships/tags" Target="../tags/tag1347.xml"/></Relationships>
</file>

<file path=ppt/slides/_rels/slide52.xml.rels><?xml version="1.0" encoding="UTF-8" standalone="yes"?>
<Relationships xmlns="http://schemas.openxmlformats.org/package/2006/relationships"><Relationship Id="rId9" Type="http://schemas.openxmlformats.org/officeDocument/2006/relationships/tags" Target="../tags/tag1363.xml"/><Relationship Id="rId8" Type="http://schemas.openxmlformats.org/officeDocument/2006/relationships/tags" Target="../tags/tag1362.xml"/><Relationship Id="rId7" Type="http://schemas.openxmlformats.org/officeDocument/2006/relationships/tags" Target="../tags/tag1361.xml"/><Relationship Id="rId6" Type="http://schemas.openxmlformats.org/officeDocument/2006/relationships/tags" Target="../tags/tag1360.xml"/><Relationship Id="rId5" Type="http://schemas.openxmlformats.org/officeDocument/2006/relationships/tags" Target="../tags/tag1359.xml"/><Relationship Id="rId4" Type="http://schemas.openxmlformats.org/officeDocument/2006/relationships/tags" Target="../tags/tag1358.xml"/><Relationship Id="rId3" Type="http://schemas.openxmlformats.org/officeDocument/2006/relationships/tags" Target="../tags/tag1357.xml"/><Relationship Id="rId22" Type="http://schemas.openxmlformats.org/officeDocument/2006/relationships/notesSlide" Target="../notesSlides/notesSlide42.xml"/><Relationship Id="rId21" Type="http://schemas.openxmlformats.org/officeDocument/2006/relationships/slideLayout" Target="../slideLayouts/slideLayout7.xml"/><Relationship Id="rId20" Type="http://schemas.openxmlformats.org/officeDocument/2006/relationships/tags" Target="../tags/tag1373.xml"/><Relationship Id="rId2" Type="http://schemas.openxmlformats.org/officeDocument/2006/relationships/tags" Target="../tags/tag1356.xml"/><Relationship Id="rId19" Type="http://schemas.openxmlformats.org/officeDocument/2006/relationships/tags" Target="../tags/tag1372.xml"/><Relationship Id="rId18" Type="http://schemas.openxmlformats.org/officeDocument/2006/relationships/tags" Target="../tags/tag1371.xml"/><Relationship Id="rId17" Type="http://schemas.openxmlformats.org/officeDocument/2006/relationships/tags" Target="../tags/tag1370.xml"/><Relationship Id="rId16" Type="http://schemas.openxmlformats.org/officeDocument/2006/relationships/tags" Target="../tags/tag1369.xml"/><Relationship Id="rId15" Type="http://schemas.openxmlformats.org/officeDocument/2006/relationships/tags" Target="../tags/tag1368.xml"/><Relationship Id="rId14" Type="http://schemas.openxmlformats.org/officeDocument/2006/relationships/tags" Target="../tags/tag1367.xml"/><Relationship Id="rId13" Type="http://schemas.openxmlformats.org/officeDocument/2006/relationships/tags" Target="../tags/tag1366.xml"/><Relationship Id="rId12" Type="http://schemas.openxmlformats.org/officeDocument/2006/relationships/image" Target="../media/image42.png"/><Relationship Id="rId11" Type="http://schemas.openxmlformats.org/officeDocument/2006/relationships/tags" Target="../tags/tag1365.xml"/><Relationship Id="rId10" Type="http://schemas.openxmlformats.org/officeDocument/2006/relationships/tags" Target="../tags/tag1364.xml"/><Relationship Id="rId1" Type="http://schemas.openxmlformats.org/officeDocument/2006/relationships/tags" Target="../tags/tag1355.xml"/></Relationships>
</file>

<file path=ppt/slides/_rels/slide53.xml.rels><?xml version="1.0" encoding="UTF-8" standalone="yes"?>
<Relationships xmlns="http://schemas.openxmlformats.org/package/2006/relationships"><Relationship Id="rId9" Type="http://schemas.openxmlformats.org/officeDocument/2006/relationships/notesSlide" Target="../notesSlides/notesSlide43.xml"/><Relationship Id="rId8" Type="http://schemas.openxmlformats.org/officeDocument/2006/relationships/slideLayout" Target="../slideLayouts/slideLayout6.xml"/><Relationship Id="rId7" Type="http://schemas.openxmlformats.org/officeDocument/2006/relationships/tags" Target="../tags/tag1383.xml"/><Relationship Id="rId6" Type="http://schemas.openxmlformats.org/officeDocument/2006/relationships/tags" Target="../tags/tag1382.xml"/><Relationship Id="rId5" Type="http://schemas.openxmlformats.org/officeDocument/2006/relationships/tags" Target="../tags/tag1381.xml"/><Relationship Id="rId4" Type="http://schemas.openxmlformats.org/officeDocument/2006/relationships/tags" Target="../tags/tag1380.xml"/><Relationship Id="rId3" Type="http://schemas.openxmlformats.org/officeDocument/2006/relationships/tags" Target="../tags/tag1379.xml"/><Relationship Id="rId2" Type="http://schemas.openxmlformats.org/officeDocument/2006/relationships/tags" Target="../tags/tag1378.xml"/><Relationship Id="rId1" Type="http://schemas.openxmlformats.org/officeDocument/2006/relationships/tags" Target="../tags/tag1377.xml"/></Relationships>
</file>

<file path=ppt/slides/_rels/slide54.xml.rels><?xml version="1.0" encoding="UTF-8" standalone="yes"?>
<Relationships xmlns="http://schemas.openxmlformats.org/package/2006/relationships"><Relationship Id="rId9" Type="http://schemas.openxmlformats.org/officeDocument/2006/relationships/tags" Target="../tags/tag1395.xml"/><Relationship Id="rId8" Type="http://schemas.openxmlformats.org/officeDocument/2006/relationships/tags" Target="../tags/tag1394.xml"/><Relationship Id="rId7" Type="http://schemas.openxmlformats.org/officeDocument/2006/relationships/tags" Target="../tags/tag1393.xml"/><Relationship Id="rId6" Type="http://schemas.openxmlformats.org/officeDocument/2006/relationships/tags" Target="../tags/tag1392.xml"/><Relationship Id="rId5" Type="http://schemas.openxmlformats.org/officeDocument/2006/relationships/tags" Target="../tags/tag1391.xml"/><Relationship Id="rId4" Type="http://schemas.openxmlformats.org/officeDocument/2006/relationships/tags" Target="../tags/tag1390.xml"/><Relationship Id="rId37" Type="http://schemas.openxmlformats.org/officeDocument/2006/relationships/notesSlide" Target="../notesSlides/notesSlide44.xml"/><Relationship Id="rId36" Type="http://schemas.openxmlformats.org/officeDocument/2006/relationships/slideLayout" Target="../slideLayouts/slideLayout6.xml"/><Relationship Id="rId35" Type="http://schemas.openxmlformats.org/officeDocument/2006/relationships/tags" Target="../tags/tag1421.xml"/><Relationship Id="rId34" Type="http://schemas.openxmlformats.org/officeDocument/2006/relationships/tags" Target="../tags/tag1420.xml"/><Relationship Id="rId33" Type="http://schemas.openxmlformats.org/officeDocument/2006/relationships/tags" Target="../tags/tag1419.xml"/><Relationship Id="rId32" Type="http://schemas.openxmlformats.org/officeDocument/2006/relationships/tags" Target="../tags/tag1418.xml"/><Relationship Id="rId31" Type="http://schemas.openxmlformats.org/officeDocument/2006/relationships/tags" Target="../tags/tag1417.xml"/><Relationship Id="rId30" Type="http://schemas.openxmlformats.org/officeDocument/2006/relationships/tags" Target="../tags/tag1416.xml"/><Relationship Id="rId3" Type="http://schemas.openxmlformats.org/officeDocument/2006/relationships/tags" Target="../tags/tag1389.xml"/><Relationship Id="rId29" Type="http://schemas.openxmlformats.org/officeDocument/2006/relationships/tags" Target="../tags/tag1415.xml"/><Relationship Id="rId28" Type="http://schemas.openxmlformats.org/officeDocument/2006/relationships/tags" Target="../tags/tag1414.xml"/><Relationship Id="rId27" Type="http://schemas.openxmlformats.org/officeDocument/2006/relationships/tags" Target="../tags/tag1413.xml"/><Relationship Id="rId26" Type="http://schemas.openxmlformats.org/officeDocument/2006/relationships/tags" Target="../tags/tag1412.xml"/><Relationship Id="rId25" Type="http://schemas.openxmlformats.org/officeDocument/2006/relationships/tags" Target="../tags/tag1411.xml"/><Relationship Id="rId24" Type="http://schemas.openxmlformats.org/officeDocument/2006/relationships/tags" Target="../tags/tag1410.xml"/><Relationship Id="rId23" Type="http://schemas.openxmlformats.org/officeDocument/2006/relationships/tags" Target="../tags/tag1409.xml"/><Relationship Id="rId22" Type="http://schemas.openxmlformats.org/officeDocument/2006/relationships/tags" Target="../tags/tag1408.xml"/><Relationship Id="rId21" Type="http://schemas.openxmlformats.org/officeDocument/2006/relationships/tags" Target="../tags/tag1407.xml"/><Relationship Id="rId20" Type="http://schemas.openxmlformats.org/officeDocument/2006/relationships/tags" Target="../tags/tag1406.xml"/><Relationship Id="rId2" Type="http://schemas.openxmlformats.org/officeDocument/2006/relationships/tags" Target="../tags/tag1388.xml"/><Relationship Id="rId19" Type="http://schemas.openxmlformats.org/officeDocument/2006/relationships/tags" Target="../tags/tag1405.xml"/><Relationship Id="rId18" Type="http://schemas.openxmlformats.org/officeDocument/2006/relationships/tags" Target="../tags/tag1404.xml"/><Relationship Id="rId17" Type="http://schemas.openxmlformats.org/officeDocument/2006/relationships/tags" Target="../tags/tag1403.xml"/><Relationship Id="rId16" Type="http://schemas.openxmlformats.org/officeDocument/2006/relationships/tags" Target="../tags/tag1402.xml"/><Relationship Id="rId15" Type="http://schemas.openxmlformats.org/officeDocument/2006/relationships/tags" Target="../tags/tag1401.xml"/><Relationship Id="rId14" Type="http://schemas.openxmlformats.org/officeDocument/2006/relationships/tags" Target="../tags/tag1400.xml"/><Relationship Id="rId13" Type="http://schemas.openxmlformats.org/officeDocument/2006/relationships/tags" Target="../tags/tag1399.xml"/><Relationship Id="rId12" Type="http://schemas.openxmlformats.org/officeDocument/2006/relationships/tags" Target="../tags/tag1398.xml"/><Relationship Id="rId11" Type="http://schemas.openxmlformats.org/officeDocument/2006/relationships/tags" Target="../tags/tag1397.xml"/><Relationship Id="rId10" Type="http://schemas.openxmlformats.org/officeDocument/2006/relationships/tags" Target="../tags/tag1396.xml"/><Relationship Id="rId1" Type="http://schemas.openxmlformats.org/officeDocument/2006/relationships/tags" Target="../tags/tag1387.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425.xml"/><Relationship Id="rId1" Type="http://schemas.openxmlformats.org/officeDocument/2006/relationships/image" Target="../media/image43.png"/></Relationships>
</file>

<file path=ppt/slides/_rels/slide56.xml.rels><?xml version="1.0" encoding="UTF-8" standalone="yes"?>
<Relationships xmlns="http://schemas.openxmlformats.org/package/2006/relationships"><Relationship Id="rId9" Type="http://schemas.openxmlformats.org/officeDocument/2006/relationships/tags" Target="../tags/tag1434.xml"/><Relationship Id="rId8" Type="http://schemas.openxmlformats.org/officeDocument/2006/relationships/tags" Target="../tags/tag1433.xml"/><Relationship Id="rId7" Type="http://schemas.openxmlformats.org/officeDocument/2006/relationships/tags" Target="../tags/tag1432.xml"/><Relationship Id="rId6" Type="http://schemas.openxmlformats.org/officeDocument/2006/relationships/tags" Target="../tags/tag1431.xml"/><Relationship Id="rId5" Type="http://schemas.openxmlformats.org/officeDocument/2006/relationships/tags" Target="../tags/tag1430.xml"/><Relationship Id="rId4" Type="http://schemas.openxmlformats.org/officeDocument/2006/relationships/tags" Target="../tags/tag1429.xml"/><Relationship Id="rId3" Type="http://schemas.openxmlformats.org/officeDocument/2006/relationships/tags" Target="../tags/tag1428.xml"/><Relationship Id="rId20" Type="http://schemas.openxmlformats.org/officeDocument/2006/relationships/notesSlide" Target="../notesSlides/notesSlide45.xml"/><Relationship Id="rId2" Type="http://schemas.openxmlformats.org/officeDocument/2006/relationships/tags" Target="../tags/tag1427.xml"/><Relationship Id="rId19" Type="http://schemas.openxmlformats.org/officeDocument/2006/relationships/slideLayout" Target="../slideLayouts/slideLayout7.xml"/><Relationship Id="rId18" Type="http://schemas.openxmlformats.org/officeDocument/2006/relationships/tags" Target="../tags/tag1443.xml"/><Relationship Id="rId17" Type="http://schemas.openxmlformats.org/officeDocument/2006/relationships/tags" Target="../tags/tag1442.xml"/><Relationship Id="rId16" Type="http://schemas.openxmlformats.org/officeDocument/2006/relationships/tags" Target="../tags/tag1441.xml"/><Relationship Id="rId15" Type="http://schemas.openxmlformats.org/officeDocument/2006/relationships/tags" Target="../tags/tag1440.xml"/><Relationship Id="rId14" Type="http://schemas.openxmlformats.org/officeDocument/2006/relationships/tags" Target="../tags/tag1439.xml"/><Relationship Id="rId13" Type="http://schemas.openxmlformats.org/officeDocument/2006/relationships/tags" Target="../tags/tag1438.xml"/><Relationship Id="rId12" Type="http://schemas.openxmlformats.org/officeDocument/2006/relationships/tags" Target="../tags/tag1437.xml"/><Relationship Id="rId11" Type="http://schemas.openxmlformats.org/officeDocument/2006/relationships/tags" Target="../tags/tag1436.xml"/><Relationship Id="rId10" Type="http://schemas.openxmlformats.org/officeDocument/2006/relationships/tags" Target="../tags/tag1435.xml"/><Relationship Id="rId1" Type="http://schemas.openxmlformats.org/officeDocument/2006/relationships/tags" Target="../tags/tag14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55516"/>
            <a:ext cx="12192000" cy="6858000"/>
          </a:xfrm>
          <a:prstGeom prst="rect">
            <a:avLst/>
          </a:prstGeom>
        </p:spPr>
      </p:pic>
      <p:sp>
        <p:nvSpPr>
          <p:cNvPr id="4" name="PA_标题 1"/>
          <p:cNvSpPr txBox="1"/>
          <p:nvPr>
            <p:custDataLst>
              <p:tags r:id="rId2"/>
            </p:custDataLst>
          </p:nvPr>
        </p:nvSpPr>
        <p:spPr>
          <a:xfrm>
            <a:off x="4557926" y="2219250"/>
            <a:ext cx="6152424" cy="1137676"/>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150000"/>
              </a:lnSpc>
            </a:pPr>
            <a:r>
              <a:rPr lang="zh-CN" altLang="en-US" sz="3600" b="1" dirty="0" smtClean="0">
                <a:solidFill>
                  <a:srgbClr val="2D9F7E"/>
                </a:solidFill>
                <a:latin typeface="微软雅黑" panose="020B0503020204020204" pitchFamily="34" charset="-122"/>
                <a:ea typeface="微软雅黑" panose="020B0503020204020204" pitchFamily="34" charset="-122"/>
              </a:rPr>
              <a:t>探究计算机中的数据表示</a:t>
            </a:r>
            <a:endParaRPr lang="en-US" altLang="zh-CN" sz="3600" b="1" dirty="0" smtClean="0">
              <a:solidFill>
                <a:srgbClr val="2D9F7E"/>
              </a:solidFill>
              <a:latin typeface="微软雅黑" panose="020B0503020204020204" pitchFamily="34" charset="-122"/>
              <a:ea typeface="微软雅黑" panose="020B0503020204020204" pitchFamily="34" charset="-122"/>
            </a:endParaRPr>
          </a:p>
          <a:p>
            <a:pPr algn="r">
              <a:lnSpc>
                <a:spcPct val="150000"/>
              </a:lnSpc>
            </a:pPr>
            <a:r>
              <a:rPr lang="en-US" altLang="zh-CN" sz="3600" b="1" dirty="0" smtClean="0">
                <a:solidFill>
                  <a:srgbClr val="2D9F7E"/>
                </a:solidFill>
                <a:latin typeface="微软雅黑" panose="020B0503020204020204" pitchFamily="34" charset="-122"/>
                <a:ea typeface="微软雅黑" panose="020B0503020204020204" pitchFamily="34" charset="-122"/>
              </a:rPr>
              <a:t>——</a:t>
            </a:r>
            <a:r>
              <a:rPr lang="zh-CN" altLang="en-US" sz="3600" b="1" dirty="0" smtClean="0">
                <a:solidFill>
                  <a:srgbClr val="2D9F7E"/>
                </a:solidFill>
                <a:latin typeface="微软雅黑" panose="020B0503020204020204" pitchFamily="34" charset="-122"/>
                <a:ea typeface="微软雅黑" panose="020B0503020204020204" pitchFamily="34" charset="-122"/>
              </a:rPr>
              <a:t>认识</a:t>
            </a:r>
            <a:r>
              <a:rPr lang="zh-CN" altLang="en-US" sz="3600" b="1" dirty="0">
                <a:solidFill>
                  <a:srgbClr val="2D9F7E"/>
                </a:solidFill>
                <a:latin typeface="微软雅黑" panose="020B0503020204020204" pitchFamily="34" charset="-122"/>
                <a:ea typeface="微软雅黑" panose="020B0503020204020204" pitchFamily="34" charset="-122"/>
              </a:rPr>
              <a:t>数据编码</a:t>
            </a:r>
            <a:endParaRPr lang="zh-CN" altLang="en-US" sz="3600" b="1" dirty="0">
              <a:solidFill>
                <a:srgbClr val="2D9F7E"/>
              </a:solidFill>
              <a:latin typeface="微软雅黑" panose="020B0503020204020204" pitchFamily="34" charset="-122"/>
              <a:ea typeface="微软雅黑" panose="020B0503020204020204" pitchFamily="34" charset="-122"/>
            </a:endParaRPr>
          </a:p>
        </p:txBody>
      </p:sp>
      <p:sp>
        <p:nvSpPr>
          <p:cNvPr id="6" name="TextBox 16"/>
          <p:cNvSpPr txBox="1"/>
          <p:nvPr/>
        </p:nvSpPr>
        <p:spPr>
          <a:xfrm>
            <a:off x="5738917" y="1004928"/>
            <a:ext cx="2926080" cy="1106805"/>
          </a:xfrm>
          <a:prstGeom prst="rect">
            <a:avLst/>
          </a:prstGeom>
          <a:noFill/>
        </p:spPr>
        <p:txBody>
          <a:bodyPr wrap="none" rtlCol="0">
            <a:spAutoFit/>
          </a:bodyPr>
          <a:lstStyle/>
          <a:p>
            <a:pPr algn="ctr"/>
            <a:r>
              <a:rPr lang="zh-CN" altLang="en-US" sz="6600" spc="600" dirty="0">
                <a:solidFill>
                  <a:srgbClr val="7481A1"/>
                </a:solidFill>
                <a:latin typeface="方正兰亭超细黑简体" panose="02000000000000000000" pitchFamily="2" charset="-122"/>
                <a:ea typeface="方正兰亭超细黑简体" panose="02000000000000000000" pitchFamily="2" charset="-122"/>
                <a:cs typeface="hakuyoxingshu7000" panose="02000600000000000000" pitchFamily="2" charset="-122"/>
              </a:rPr>
              <a:t>项目二</a:t>
            </a:r>
            <a:endParaRPr lang="zh-CN" altLang="en-US" sz="6600" spc="600" dirty="0">
              <a:solidFill>
                <a:srgbClr val="7481A1"/>
              </a:solidFill>
              <a:latin typeface="方正兰亭超细黑简体" panose="02000000000000000000" pitchFamily="2" charset="-122"/>
              <a:ea typeface="方正兰亭超细黑简体" panose="02000000000000000000" pitchFamily="2" charset="-122"/>
              <a:cs typeface="hakuyoxingshu7000" panose="02000600000000000000" pitchFamily="2" charset="-122"/>
            </a:endParaRPr>
          </a:p>
        </p:txBody>
      </p:sp>
      <p:grpSp>
        <p:nvGrpSpPr>
          <p:cNvPr id="7" name="组合 6"/>
          <p:cNvGrpSpPr/>
          <p:nvPr/>
        </p:nvGrpSpPr>
        <p:grpSpPr>
          <a:xfrm>
            <a:off x="10218432" y="6111240"/>
            <a:ext cx="1373291" cy="217075"/>
            <a:chOff x="5488849" y="4448992"/>
            <a:chExt cx="1184825" cy="187284"/>
          </a:xfrm>
          <a:solidFill>
            <a:srgbClr val="7481A1"/>
          </a:solidFill>
        </p:grpSpPr>
        <p:sp>
          <p:nvSpPr>
            <p:cNvPr id="8" name="椭圆 7"/>
            <p:cNvSpPr/>
            <p:nvPr/>
          </p:nvSpPr>
          <p:spPr>
            <a:xfrm>
              <a:off x="5488849" y="4448992"/>
              <a:ext cx="187284" cy="187284"/>
            </a:xfrm>
            <a:prstGeom prst="ellipse">
              <a:avLst/>
            </a:prstGeom>
            <a:solidFill>
              <a:srgbClr val="2D9F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5819616" y="4448992"/>
              <a:ext cx="187284" cy="18728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6150383" y="4448992"/>
              <a:ext cx="187284" cy="187284"/>
            </a:xfrm>
            <a:prstGeom prst="ellipse">
              <a:avLst/>
            </a:prstGeom>
            <a:solidFill>
              <a:srgbClr val="2D9F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6486390" y="4448992"/>
              <a:ext cx="187284" cy="18728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750"/>
                                        <p:tgtEl>
                                          <p:spTgt spid="3"/>
                                        </p:tgtEl>
                                      </p:cBhvr>
                                    </p:animEffect>
                                  </p:childTnLst>
                                </p:cTn>
                              </p:par>
                            </p:childTnLst>
                          </p:cTn>
                        </p:par>
                        <p:par>
                          <p:cTn id="8" fill="hold">
                            <p:stCondLst>
                              <p:cond delay="1000"/>
                            </p:stCondLst>
                            <p:childTnLst>
                              <p:par>
                                <p:cTn id="9" presetID="2" presetClass="entr" presetSubtype="8"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extBox 44"/>
          <p:cNvSpPr txBox="1"/>
          <p:nvPr/>
        </p:nvSpPr>
        <p:spPr>
          <a:xfrm>
            <a:off x="1776749" y="1475126"/>
            <a:ext cx="1938002" cy="1015428"/>
          </a:xfrm>
          <a:prstGeom prst="rect">
            <a:avLst/>
          </a:prstGeom>
          <a:noFill/>
        </p:spPr>
        <p:txBody>
          <a:bodyPr wrap="square" rtlCol="0">
            <a:spAutoFit/>
          </a:bodyPr>
          <a:lstStyle/>
          <a:p>
            <a:pPr algn="ctr"/>
            <a:r>
              <a:rPr lang="zh-CN" altLang="en-US" sz="6000" b="1">
                <a:solidFill>
                  <a:srgbClr val="2D9F7E"/>
                </a:solidFill>
                <a:latin typeface="微软雅黑" panose="020B0503020204020204" pitchFamily="34" charset="-122"/>
                <a:ea typeface="微软雅黑" panose="020B0503020204020204" pitchFamily="34" charset="-122"/>
              </a:rPr>
              <a:t>目 </a:t>
            </a:r>
            <a:endParaRPr lang="en-US" altLang="zh-CN" sz="6000" b="1">
              <a:solidFill>
                <a:srgbClr val="2D9F7E"/>
              </a:solidFill>
              <a:latin typeface="微软雅黑" panose="020B0503020204020204" pitchFamily="34" charset="-122"/>
              <a:ea typeface="微软雅黑" panose="020B0503020204020204" pitchFamily="34" charset="-122"/>
            </a:endParaRPr>
          </a:p>
        </p:txBody>
      </p:sp>
      <p:sp>
        <p:nvSpPr>
          <p:cNvPr id="15" name="TextBox 44"/>
          <p:cNvSpPr txBox="1"/>
          <p:nvPr/>
        </p:nvSpPr>
        <p:spPr>
          <a:xfrm>
            <a:off x="1776749" y="4370726"/>
            <a:ext cx="1938002" cy="1015428"/>
          </a:xfrm>
          <a:prstGeom prst="rect">
            <a:avLst/>
          </a:prstGeom>
          <a:noFill/>
        </p:spPr>
        <p:txBody>
          <a:bodyPr wrap="square" rtlCol="0">
            <a:spAutoFit/>
          </a:bodyPr>
          <a:lstStyle/>
          <a:p>
            <a:pPr algn="ctr"/>
            <a:r>
              <a:rPr lang="zh-CN" altLang="en-US" sz="6000" b="1">
                <a:solidFill>
                  <a:srgbClr val="2D9F7E"/>
                </a:solidFill>
                <a:latin typeface="微软雅黑" panose="020B0503020204020204" pitchFamily="34" charset="-122"/>
                <a:ea typeface="微软雅黑" panose="020B0503020204020204" pitchFamily="34" charset="-122"/>
              </a:rPr>
              <a:t>录</a:t>
            </a:r>
            <a:endParaRPr lang="en-US" altLang="zh-CN" sz="6000" b="1">
              <a:solidFill>
                <a:srgbClr val="2D9F7E"/>
              </a:solidFill>
              <a:latin typeface="微软雅黑" panose="020B0503020204020204" pitchFamily="34" charset="-122"/>
              <a:ea typeface="微软雅黑" panose="020B0503020204020204" pitchFamily="34" charset="-122"/>
            </a:endParaRPr>
          </a:p>
        </p:txBody>
      </p:sp>
      <p:sp>
        <p:nvSpPr>
          <p:cNvPr id="17" name="Rectangle 12"/>
          <p:cNvSpPr>
            <a:spLocks noChangeArrowheads="1"/>
          </p:cNvSpPr>
          <p:nvPr/>
        </p:nvSpPr>
        <p:spPr bwMode="auto">
          <a:xfrm>
            <a:off x="6417310" y="732790"/>
            <a:ext cx="681990" cy="666750"/>
          </a:xfrm>
          <a:prstGeom prst="rect">
            <a:avLst/>
          </a:prstGeom>
          <a:solidFill>
            <a:srgbClr val="2D9F7E"/>
          </a:solidFill>
          <a:ln>
            <a:noFill/>
          </a:ln>
        </p:spPr>
        <p:txBody>
          <a:bodyPr lIns="68546" tIns="34273" rIns="68546" bIns="34273"/>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a:solidFill>
                <a:schemeClr val="bg1"/>
              </a:solidFill>
            </a:endParaRPr>
          </a:p>
        </p:txBody>
      </p:sp>
      <p:sp>
        <p:nvSpPr>
          <p:cNvPr id="18" name="Rectangle 12"/>
          <p:cNvSpPr>
            <a:spLocks noChangeArrowheads="1"/>
          </p:cNvSpPr>
          <p:nvPr/>
        </p:nvSpPr>
        <p:spPr bwMode="auto">
          <a:xfrm>
            <a:off x="6417310" y="1838325"/>
            <a:ext cx="681990" cy="666750"/>
          </a:xfrm>
          <a:prstGeom prst="rect">
            <a:avLst/>
          </a:prstGeom>
          <a:solidFill>
            <a:srgbClr val="7481A1"/>
          </a:solidFill>
          <a:ln>
            <a:noFill/>
          </a:ln>
        </p:spPr>
        <p:txBody>
          <a:bodyPr lIns="68546" tIns="34273" rIns="68546" bIns="34273"/>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a:solidFill>
                <a:schemeClr val="bg1"/>
              </a:solidFill>
            </a:endParaRPr>
          </a:p>
        </p:txBody>
      </p:sp>
      <p:sp>
        <p:nvSpPr>
          <p:cNvPr id="19" name="Rectangle 12"/>
          <p:cNvSpPr>
            <a:spLocks noChangeArrowheads="1"/>
          </p:cNvSpPr>
          <p:nvPr/>
        </p:nvSpPr>
        <p:spPr bwMode="auto">
          <a:xfrm>
            <a:off x="6430645" y="2928620"/>
            <a:ext cx="681990" cy="666750"/>
          </a:xfrm>
          <a:prstGeom prst="rect">
            <a:avLst/>
          </a:prstGeom>
          <a:solidFill>
            <a:srgbClr val="2D9F7E"/>
          </a:solidFill>
          <a:ln>
            <a:noFill/>
          </a:ln>
        </p:spPr>
        <p:txBody>
          <a:bodyPr lIns="68546" tIns="34273" rIns="68546" bIns="34273"/>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a:solidFill>
                <a:schemeClr val="bg1"/>
              </a:solidFill>
            </a:endParaRPr>
          </a:p>
        </p:txBody>
      </p:sp>
      <p:sp>
        <p:nvSpPr>
          <p:cNvPr id="20" name="Rectangle 12"/>
          <p:cNvSpPr>
            <a:spLocks noChangeArrowheads="1"/>
          </p:cNvSpPr>
          <p:nvPr/>
        </p:nvSpPr>
        <p:spPr bwMode="auto">
          <a:xfrm>
            <a:off x="6430645" y="4019550"/>
            <a:ext cx="681990" cy="666750"/>
          </a:xfrm>
          <a:prstGeom prst="rect">
            <a:avLst/>
          </a:prstGeom>
          <a:solidFill>
            <a:srgbClr val="7481A1"/>
          </a:solidFill>
          <a:ln w="9525">
            <a:noFill/>
            <a:miter lim="800000"/>
          </a:ln>
        </p:spPr>
        <p:txBody>
          <a:bodyPr lIns="68546" tIns="34273" rIns="68546" bIns="34273"/>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a:solidFill>
                <a:schemeClr val="bg1"/>
              </a:solidFill>
            </a:endParaRPr>
          </a:p>
        </p:txBody>
      </p:sp>
      <p:sp>
        <p:nvSpPr>
          <p:cNvPr id="21" name="TextBox 105"/>
          <p:cNvSpPr txBox="1">
            <a:spLocks noChangeArrowheads="1"/>
          </p:cNvSpPr>
          <p:nvPr/>
        </p:nvSpPr>
        <p:spPr bwMode="auto">
          <a:xfrm>
            <a:off x="7572374" y="817245"/>
            <a:ext cx="2124801" cy="559435"/>
          </a:xfrm>
          <a:prstGeom prst="rect">
            <a:avLst/>
          </a:prstGeom>
          <a:noFill/>
          <a:ln w="9525">
            <a:noFill/>
            <a:miter lim="800000"/>
          </a:ln>
        </p:spPr>
        <p:txBody>
          <a:bodyPr wrap="square" lIns="68546" tIns="34273" rIns="68546" bIns="34273">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spc="600" dirty="0">
                <a:solidFill>
                  <a:schemeClr val="bg1">
                    <a:lumMod val="50000"/>
                  </a:schemeClr>
                </a:solidFill>
                <a:latin typeface="微软雅黑" panose="020B0503020204020204" pitchFamily="34" charset="-122"/>
                <a:ea typeface="微软雅黑" panose="020B0503020204020204" pitchFamily="34" charset="-122"/>
              </a:rPr>
              <a:t>体验探索</a:t>
            </a:r>
            <a:endParaRPr lang="zh-CN" altLang="en-US" sz="3200" b="1" spc="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2" name="TextBox 106"/>
          <p:cNvSpPr txBox="1">
            <a:spLocks noChangeArrowheads="1"/>
          </p:cNvSpPr>
          <p:nvPr/>
        </p:nvSpPr>
        <p:spPr bwMode="auto">
          <a:xfrm>
            <a:off x="6549390" y="767080"/>
            <a:ext cx="469265" cy="621030"/>
          </a:xfrm>
          <a:prstGeom prst="rect">
            <a:avLst/>
          </a:prstGeom>
          <a:noFill/>
          <a:ln w="9525">
            <a:noFill/>
            <a:miter lim="800000"/>
          </a:ln>
        </p:spPr>
        <p:txBody>
          <a:bodyPr wrap="square" lIns="68546" tIns="34273" rIns="68546" bIns="34273">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600" b="1">
                <a:solidFill>
                  <a:schemeClr val="bg1"/>
                </a:solidFill>
                <a:latin typeface="微软雅黑" panose="020B0503020204020204" pitchFamily="34" charset="-122"/>
                <a:ea typeface="微软雅黑" panose="020B0503020204020204" pitchFamily="34" charset="-122"/>
              </a:rPr>
              <a:t>1</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23" name="TextBox 108"/>
          <p:cNvSpPr txBox="1">
            <a:spLocks noChangeArrowheads="1"/>
          </p:cNvSpPr>
          <p:nvPr/>
        </p:nvSpPr>
        <p:spPr bwMode="auto">
          <a:xfrm>
            <a:off x="7572375" y="1936115"/>
            <a:ext cx="3655606" cy="559435"/>
          </a:xfrm>
          <a:prstGeom prst="rect">
            <a:avLst/>
          </a:prstGeom>
          <a:noFill/>
          <a:ln w="9525">
            <a:noFill/>
            <a:miter lim="800000"/>
          </a:ln>
        </p:spPr>
        <p:txBody>
          <a:bodyPr wrap="square" lIns="68546" tIns="34273" rIns="68546" bIns="34273">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spc="600">
                <a:solidFill>
                  <a:schemeClr val="bg1">
                    <a:lumMod val="50000"/>
                  </a:schemeClr>
                </a:solidFill>
                <a:latin typeface="微软雅黑" panose="020B0503020204020204" pitchFamily="34" charset="-122"/>
                <a:ea typeface="微软雅黑" panose="020B0503020204020204" pitchFamily="34" charset="-122"/>
              </a:rPr>
              <a:t>数字化及其作用</a:t>
            </a:r>
            <a:endParaRPr lang="zh-CN" altLang="en-US" sz="3200" b="1" spc="600">
              <a:solidFill>
                <a:schemeClr val="bg1">
                  <a:lumMod val="50000"/>
                </a:schemeClr>
              </a:solidFill>
              <a:latin typeface="微软雅黑" panose="020B0503020204020204" pitchFamily="34" charset="-122"/>
              <a:ea typeface="微软雅黑" panose="020B0503020204020204" pitchFamily="34" charset="-122"/>
            </a:endParaRPr>
          </a:p>
        </p:txBody>
      </p:sp>
      <p:sp>
        <p:nvSpPr>
          <p:cNvPr id="24" name="TextBox 109"/>
          <p:cNvSpPr txBox="1">
            <a:spLocks noChangeArrowheads="1"/>
          </p:cNvSpPr>
          <p:nvPr/>
        </p:nvSpPr>
        <p:spPr bwMode="auto">
          <a:xfrm>
            <a:off x="6549390" y="1890395"/>
            <a:ext cx="469265" cy="621030"/>
          </a:xfrm>
          <a:prstGeom prst="rect">
            <a:avLst/>
          </a:prstGeom>
          <a:noFill/>
          <a:ln w="9525">
            <a:noFill/>
            <a:miter lim="800000"/>
          </a:ln>
        </p:spPr>
        <p:txBody>
          <a:bodyPr wrap="square" lIns="68546" tIns="34273" rIns="68546" bIns="34273">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600" b="1">
                <a:solidFill>
                  <a:schemeClr val="bg1"/>
                </a:solidFill>
                <a:latin typeface="微软雅黑" panose="020B0503020204020204" pitchFamily="34" charset="-122"/>
                <a:ea typeface="微软雅黑" panose="020B0503020204020204" pitchFamily="34" charset="-122"/>
              </a:rPr>
              <a:t>2</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25" name="TextBox 115"/>
          <p:cNvSpPr txBox="1">
            <a:spLocks noChangeArrowheads="1"/>
          </p:cNvSpPr>
          <p:nvPr/>
        </p:nvSpPr>
        <p:spPr bwMode="auto">
          <a:xfrm>
            <a:off x="7583805" y="2994025"/>
            <a:ext cx="4133274" cy="559435"/>
          </a:xfrm>
          <a:prstGeom prst="rect">
            <a:avLst/>
          </a:prstGeom>
          <a:noFill/>
          <a:ln w="9525">
            <a:noFill/>
            <a:miter lim="800000"/>
          </a:ln>
        </p:spPr>
        <p:txBody>
          <a:bodyPr wrap="square" lIns="68546" tIns="34273" rIns="68546" bIns="34273">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spc="600" dirty="0">
                <a:solidFill>
                  <a:schemeClr val="bg1">
                    <a:lumMod val="50000"/>
                  </a:schemeClr>
                </a:solidFill>
                <a:latin typeface="微软雅黑" panose="020B0503020204020204" pitchFamily="34" charset="-122"/>
                <a:ea typeface="微软雅黑" panose="020B0503020204020204" pitchFamily="34" charset="-122"/>
              </a:rPr>
              <a:t>二进制与数字转换</a:t>
            </a:r>
            <a:endParaRPr lang="zh-CN" altLang="en-US" sz="3200" b="1" spc="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6" name="TextBox 116"/>
          <p:cNvSpPr txBox="1">
            <a:spLocks noChangeArrowheads="1"/>
          </p:cNvSpPr>
          <p:nvPr/>
        </p:nvSpPr>
        <p:spPr bwMode="auto">
          <a:xfrm>
            <a:off x="6560185" y="2962275"/>
            <a:ext cx="469265" cy="621030"/>
          </a:xfrm>
          <a:prstGeom prst="rect">
            <a:avLst/>
          </a:prstGeom>
          <a:noFill/>
          <a:ln w="9525">
            <a:noFill/>
            <a:miter lim="800000"/>
          </a:ln>
        </p:spPr>
        <p:txBody>
          <a:bodyPr wrap="square" lIns="68546" tIns="34273" rIns="68546" bIns="34273">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27" name="TextBox 117"/>
          <p:cNvSpPr txBox="1">
            <a:spLocks noChangeArrowheads="1"/>
          </p:cNvSpPr>
          <p:nvPr/>
        </p:nvSpPr>
        <p:spPr bwMode="auto">
          <a:xfrm>
            <a:off x="7583804" y="4085590"/>
            <a:ext cx="2432065" cy="559435"/>
          </a:xfrm>
          <a:prstGeom prst="rect">
            <a:avLst/>
          </a:prstGeom>
          <a:noFill/>
          <a:ln w="9525">
            <a:noFill/>
            <a:miter lim="800000"/>
          </a:ln>
        </p:spPr>
        <p:txBody>
          <a:bodyPr wrap="square" lIns="68546" tIns="34273" rIns="68546" bIns="34273">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spc="600" dirty="0">
                <a:solidFill>
                  <a:schemeClr val="bg1">
                    <a:lumMod val="50000"/>
                  </a:schemeClr>
                </a:solidFill>
                <a:latin typeface="微软雅黑" panose="020B0503020204020204" pitchFamily="34" charset="-122"/>
                <a:ea typeface="微软雅黑" panose="020B0503020204020204" pitchFamily="34" charset="-122"/>
              </a:rPr>
              <a:t>数字编码</a:t>
            </a:r>
            <a:endParaRPr lang="zh-CN" altLang="en-US" sz="3200" b="1" spc="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8" name="TextBox 118"/>
          <p:cNvSpPr txBox="1">
            <a:spLocks noChangeArrowheads="1"/>
          </p:cNvSpPr>
          <p:nvPr/>
        </p:nvSpPr>
        <p:spPr bwMode="auto">
          <a:xfrm>
            <a:off x="6560185" y="4053840"/>
            <a:ext cx="469265" cy="621030"/>
          </a:xfrm>
          <a:prstGeom prst="rect">
            <a:avLst/>
          </a:prstGeom>
          <a:noFill/>
          <a:ln w="9525">
            <a:noFill/>
            <a:miter lim="800000"/>
          </a:ln>
        </p:spPr>
        <p:txBody>
          <a:bodyPr wrap="square" lIns="68546" tIns="34273" rIns="68546" bIns="34273">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600" b="1" dirty="0">
                <a:solidFill>
                  <a:schemeClr val="bg1"/>
                </a:solidFill>
                <a:latin typeface="微软雅黑" panose="020B0503020204020204" pitchFamily="34" charset="-122"/>
                <a:ea typeface="微软雅黑" panose="020B0503020204020204" pitchFamily="34" charset="-122"/>
              </a:rPr>
              <a:t>4</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a:off x="6469710" y="1549554"/>
            <a:ext cx="424307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6417310" y="2656840"/>
            <a:ext cx="4627245" cy="2032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6417310" y="3736975"/>
            <a:ext cx="5101590" cy="825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6417310" y="4853940"/>
            <a:ext cx="424307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 name="Rectangle 12"/>
          <p:cNvSpPr>
            <a:spLocks noChangeArrowheads="1"/>
          </p:cNvSpPr>
          <p:nvPr/>
        </p:nvSpPr>
        <p:spPr bwMode="auto">
          <a:xfrm>
            <a:off x="6469962" y="5236617"/>
            <a:ext cx="682259" cy="699063"/>
          </a:xfrm>
          <a:prstGeom prst="rect">
            <a:avLst/>
          </a:prstGeom>
          <a:solidFill>
            <a:srgbClr val="2D9F7E"/>
          </a:solidFill>
          <a:ln>
            <a:noFill/>
          </a:ln>
        </p:spPr>
        <p:txBody>
          <a:bodyPr lIns="68546" tIns="34273" rIns="68546" bIns="34273"/>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a:solidFill>
                <a:schemeClr val="bg1"/>
              </a:solidFill>
            </a:endParaRPr>
          </a:p>
        </p:txBody>
      </p:sp>
      <p:sp>
        <p:nvSpPr>
          <p:cNvPr id="3" name="TextBox 115"/>
          <p:cNvSpPr txBox="1">
            <a:spLocks noChangeArrowheads="1"/>
          </p:cNvSpPr>
          <p:nvPr/>
        </p:nvSpPr>
        <p:spPr bwMode="auto">
          <a:xfrm>
            <a:off x="7630886" y="5297646"/>
            <a:ext cx="2066290" cy="559435"/>
          </a:xfrm>
          <a:prstGeom prst="rect">
            <a:avLst/>
          </a:prstGeom>
          <a:noFill/>
          <a:ln w="9525">
            <a:noFill/>
            <a:miter lim="800000"/>
          </a:ln>
        </p:spPr>
        <p:txBody>
          <a:bodyPr wrap="none" lIns="68546" tIns="34273" rIns="68546" bIns="34273">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spc="600">
                <a:solidFill>
                  <a:schemeClr val="bg1">
                    <a:lumMod val="50000"/>
                  </a:schemeClr>
                </a:solidFill>
                <a:latin typeface="微软雅黑" panose="020B0503020204020204" pitchFamily="34" charset="-122"/>
                <a:ea typeface="微软雅黑" panose="020B0503020204020204" pitchFamily="34" charset="-122"/>
              </a:rPr>
              <a:t>数据压缩</a:t>
            </a:r>
            <a:endParaRPr lang="zh-CN" altLang="en-US" sz="3200" b="1" spc="600">
              <a:solidFill>
                <a:schemeClr val="bg1">
                  <a:lumMod val="50000"/>
                </a:schemeClr>
              </a:solidFill>
              <a:latin typeface="微软雅黑" panose="020B0503020204020204" pitchFamily="34" charset="-122"/>
              <a:ea typeface="微软雅黑" panose="020B0503020204020204" pitchFamily="34" charset="-122"/>
            </a:endParaRPr>
          </a:p>
        </p:txBody>
      </p:sp>
      <p:sp>
        <p:nvSpPr>
          <p:cNvPr id="4" name="TextBox 116"/>
          <p:cNvSpPr txBox="1">
            <a:spLocks noChangeArrowheads="1"/>
          </p:cNvSpPr>
          <p:nvPr/>
        </p:nvSpPr>
        <p:spPr bwMode="auto">
          <a:xfrm>
            <a:off x="6602056" y="5274172"/>
            <a:ext cx="417830" cy="621030"/>
          </a:xfrm>
          <a:prstGeom prst="rect">
            <a:avLst/>
          </a:prstGeom>
          <a:noFill/>
          <a:ln w="9525">
            <a:noFill/>
            <a:miter lim="800000"/>
          </a:ln>
        </p:spPr>
        <p:txBody>
          <a:bodyPr wrap="none" lIns="68546" tIns="34273" rIns="68546" bIns="34273">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600" b="1">
                <a:solidFill>
                  <a:schemeClr val="bg1"/>
                </a:solidFill>
                <a:latin typeface="微软雅黑" panose="020B0503020204020204" pitchFamily="34" charset="-122"/>
                <a:ea typeface="微软雅黑" panose="020B0503020204020204" pitchFamily="34" charset="-122"/>
              </a:rPr>
              <a:t>5</a:t>
            </a:r>
            <a:endParaRPr lang="zh-CN" altLang="en-US" sz="3600" b="1">
              <a:solidFill>
                <a:schemeClr val="bg1"/>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6469710" y="6124543"/>
            <a:ext cx="424313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7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Box 44"/>
          <p:cNvSpPr txBox="1"/>
          <p:nvPr/>
        </p:nvSpPr>
        <p:spPr>
          <a:xfrm>
            <a:off x="2843549" y="1475126"/>
            <a:ext cx="1938002" cy="830997"/>
          </a:xfrm>
          <a:prstGeom prst="rect">
            <a:avLst/>
          </a:prstGeom>
          <a:noFill/>
        </p:spPr>
        <p:txBody>
          <a:bodyPr wrap="square" rtlCol="0">
            <a:spAutoFit/>
          </a:bodyPr>
          <a:lstStyle/>
          <a:p>
            <a:pPr algn="ctr"/>
            <a:r>
              <a:rPr lang="zh-CN" altLang="en-US" sz="4800" b="1" dirty="0" smtClean="0">
                <a:solidFill>
                  <a:srgbClr val="2D9F7E"/>
                </a:solidFill>
                <a:latin typeface="微软雅黑" panose="020B0503020204020204" pitchFamily="34" charset="-122"/>
                <a:ea typeface="微软雅黑" panose="020B0503020204020204" pitchFamily="34" charset="-122"/>
              </a:rPr>
              <a:t>问</a:t>
            </a:r>
            <a:endParaRPr lang="en-US" altLang="zh-CN" sz="4800" b="1" dirty="0">
              <a:solidFill>
                <a:srgbClr val="2D9F7E"/>
              </a:solidFill>
              <a:latin typeface="微软雅黑" panose="020B0503020204020204" pitchFamily="34" charset="-122"/>
              <a:ea typeface="微软雅黑" panose="020B0503020204020204" pitchFamily="34" charset="-122"/>
            </a:endParaRPr>
          </a:p>
        </p:txBody>
      </p:sp>
      <p:sp>
        <p:nvSpPr>
          <p:cNvPr id="7" name="TextBox 44"/>
          <p:cNvSpPr txBox="1"/>
          <p:nvPr/>
        </p:nvSpPr>
        <p:spPr>
          <a:xfrm>
            <a:off x="5177174" y="1475126"/>
            <a:ext cx="1938002" cy="830997"/>
          </a:xfrm>
          <a:prstGeom prst="rect">
            <a:avLst/>
          </a:prstGeom>
          <a:noFill/>
        </p:spPr>
        <p:txBody>
          <a:bodyPr wrap="square" rtlCol="0">
            <a:spAutoFit/>
          </a:bodyPr>
          <a:lstStyle/>
          <a:p>
            <a:pPr algn="ctr"/>
            <a:r>
              <a:rPr lang="zh-CN" altLang="en-US" sz="4800" b="1" dirty="0" smtClean="0">
                <a:solidFill>
                  <a:srgbClr val="2D9F7E"/>
                </a:solidFill>
                <a:latin typeface="微软雅黑" panose="020B0503020204020204" pitchFamily="34" charset="-122"/>
                <a:ea typeface="微软雅黑" panose="020B0503020204020204" pitchFamily="34" charset="-122"/>
              </a:rPr>
              <a:t>题</a:t>
            </a:r>
            <a:endParaRPr lang="en-US" altLang="zh-CN" sz="4800" b="1" dirty="0">
              <a:solidFill>
                <a:srgbClr val="2D9F7E"/>
              </a:solidFill>
              <a:latin typeface="微软雅黑" panose="020B0503020204020204" pitchFamily="34" charset="-122"/>
              <a:ea typeface="微软雅黑" panose="020B0503020204020204" pitchFamily="34" charset="-122"/>
            </a:endParaRPr>
          </a:p>
        </p:txBody>
      </p:sp>
      <p:sp>
        <p:nvSpPr>
          <p:cNvPr id="8" name="TextBox 44"/>
          <p:cNvSpPr txBox="1"/>
          <p:nvPr/>
        </p:nvSpPr>
        <p:spPr>
          <a:xfrm>
            <a:off x="7510799" y="1475126"/>
            <a:ext cx="1938002" cy="830997"/>
          </a:xfrm>
          <a:prstGeom prst="rect">
            <a:avLst/>
          </a:prstGeom>
          <a:noFill/>
        </p:spPr>
        <p:txBody>
          <a:bodyPr wrap="square" rtlCol="0">
            <a:spAutoFit/>
          </a:bodyPr>
          <a:lstStyle/>
          <a:p>
            <a:pPr algn="ctr"/>
            <a:r>
              <a:rPr lang="zh-CN" altLang="en-US" sz="4800" b="1" dirty="0" smtClean="0">
                <a:solidFill>
                  <a:srgbClr val="2D9F7E"/>
                </a:solidFill>
                <a:latin typeface="微软雅黑" panose="020B0503020204020204" pitchFamily="34" charset="-122"/>
                <a:ea typeface="微软雅黑" panose="020B0503020204020204" pitchFamily="34" charset="-122"/>
              </a:rPr>
              <a:t>一</a:t>
            </a:r>
            <a:endParaRPr lang="en-US" altLang="zh-CN" sz="4800" b="1" dirty="0">
              <a:solidFill>
                <a:srgbClr val="2D9F7E"/>
              </a:solidFill>
              <a:latin typeface="微软雅黑" panose="020B0503020204020204" pitchFamily="34" charset="-122"/>
              <a:ea typeface="微软雅黑" panose="020B0503020204020204" pitchFamily="34" charset="-122"/>
            </a:endParaRPr>
          </a:p>
        </p:txBody>
      </p:sp>
      <p:sp>
        <p:nvSpPr>
          <p:cNvPr id="13" name="矩形 12"/>
          <p:cNvSpPr/>
          <p:nvPr/>
        </p:nvSpPr>
        <p:spPr>
          <a:xfrm>
            <a:off x="2381250" y="3632195"/>
            <a:ext cx="7824312" cy="1045210"/>
          </a:xfrm>
          <a:prstGeom prst="rect">
            <a:avLst/>
          </a:prstGeom>
        </p:spPr>
        <p:txBody>
          <a:bodyPr wrap="square">
            <a:spAutoFit/>
          </a:bodyPr>
          <a:lstStyle/>
          <a:p>
            <a:pPr algn="ctr"/>
            <a:r>
              <a:rPr lang="zh-CN" altLang="en-US" sz="6200" b="1" spc="2200" dirty="0">
                <a:solidFill>
                  <a:srgbClr val="2D9F7E"/>
                </a:solidFill>
                <a:latin typeface="微软雅黑" panose="020B0503020204020204" pitchFamily="34" charset="-122"/>
                <a:ea typeface="微软雅黑" panose="020B0503020204020204" pitchFamily="34" charset="-122"/>
              </a:rPr>
              <a:t>体验探索</a:t>
            </a:r>
            <a:endParaRPr lang="zh-CN" altLang="en-US" sz="6200" b="1" spc="2200" dirty="0">
              <a:solidFill>
                <a:srgbClr val="2D9F7E"/>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p:cNvSpPr txBox="1">
            <a:spLocks noChangeArrowheads="1"/>
          </p:cNvSpPr>
          <p:nvPr/>
        </p:nvSpPr>
        <p:spPr bwMode="auto">
          <a:xfrm>
            <a:off x="4468715" y="28654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体验探索</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2" name="Rectangle 14"/>
          <p:cNvSpPr>
            <a:spLocks noChangeArrowheads="1"/>
          </p:cNvSpPr>
          <p:nvPr>
            <p:custDataLst>
              <p:tags r:id="rId1"/>
            </p:custDataLst>
          </p:nvPr>
        </p:nvSpPr>
        <p:spPr bwMode="auto">
          <a:xfrm>
            <a:off x="2439644" y="1790516"/>
            <a:ext cx="2096323" cy="2104080"/>
          </a:xfrm>
          <a:prstGeom prst="rect">
            <a:avLst/>
          </a:prstGeom>
          <a:solidFill>
            <a:sysClr val="window" lastClr="FFFFFF">
              <a:lumMod val="95000"/>
            </a:sysClr>
          </a:solidFill>
          <a:ln w="6350">
            <a:noFill/>
          </a:ln>
        </p:spPr>
        <p:txBody>
          <a:bodyPr lIns="121912" tIns="60956" rIns="121912" bIns="60956"/>
          <a:lstStyle/>
          <a:p>
            <a:pPr>
              <a:lnSpc>
                <a:spcPct val="120000"/>
              </a:lnSpc>
            </a:pPr>
            <a:endParaRPr lang="zh-CN" altLang="en-US" sz="169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63" name="文本框 62"/>
          <p:cNvSpPr txBox="1"/>
          <p:nvPr>
            <p:custDataLst>
              <p:tags r:id="rId2"/>
            </p:custDataLst>
          </p:nvPr>
        </p:nvSpPr>
        <p:spPr>
          <a:xfrm>
            <a:off x="2632403" y="2021644"/>
            <a:ext cx="1710804" cy="398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ormAutofit lnSpcReduction="10000"/>
          </a:bodyPr>
          <a:lstStyle>
            <a:defPPr>
              <a:defRPr lang="zh-CN"/>
            </a:defPPr>
            <a:lvl1pPr algn="ctr">
              <a:lnSpc>
                <a:spcPct val="120000"/>
              </a:lnSpc>
              <a:spcBef>
                <a:spcPct val="0"/>
              </a:spcBef>
              <a:defRPr b="1" spc="300">
                <a:solidFill>
                  <a:srgbClr val="000000"/>
                </a:solidFill>
                <a:latin typeface="Arial" panose="020B0604020202020204" pitchFamily="34" charset="0"/>
                <a:ea typeface="微软雅黑" panose="020B0503020204020204" pitchFamily="34" charset="-122"/>
                <a:cs typeface="+mn-ea"/>
              </a:defRPr>
            </a:lvl1pPr>
          </a:lstStyle>
          <a:p>
            <a:r>
              <a:rPr lang="zh-CN" altLang="en-US" dirty="0">
                <a:sym typeface="Arial" panose="020B0604020202020204" pitchFamily="34" charset="0"/>
              </a:rPr>
              <a:t>共享单车</a:t>
            </a:r>
            <a:endParaRPr lang="zh-CN" altLang="en-US" dirty="0">
              <a:sym typeface="Arial" panose="020B0604020202020204" pitchFamily="34" charset="0"/>
            </a:endParaRPr>
          </a:p>
        </p:txBody>
      </p:sp>
      <p:sp>
        <p:nvSpPr>
          <p:cNvPr id="64" name="文本框 63"/>
          <p:cNvSpPr txBox="1"/>
          <p:nvPr>
            <p:custDataLst>
              <p:tags r:id="rId3"/>
            </p:custDataLst>
          </p:nvPr>
        </p:nvSpPr>
        <p:spPr>
          <a:xfrm>
            <a:off x="2693215" y="2468848"/>
            <a:ext cx="1710690" cy="1128643"/>
          </a:xfrm>
          <a:prstGeom prst="rect">
            <a:avLst/>
          </a:prstGeom>
          <a:noFill/>
        </p:spPr>
        <p:txBody>
          <a:bodyPr wrap="square" lIns="90000" tIns="46800" rIns="90000" bIns="46800" rtlCol="0">
            <a:normAutofit/>
          </a:bodyPr>
          <a:lstStyle>
            <a:defPPr>
              <a:defRPr lang="zh-CN"/>
            </a:defPPr>
            <a:lvl1pPr algn="ctr" fontAlgn="t">
              <a:lnSpc>
                <a:spcPct val="120000"/>
              </a:lnSpc>
              <a:defRPr sz="1400" spc="150">
                <a:solidFill>
                  <a:sysClr val="windowText" lastClr="000000">
                    <a:lumMod val="75000"/>
                    <a:lumOff val="25000"/>
                  </a:sysClr>
                </a:solidFill>
                <a:latin typeface="Arial" panose="020B0604020202020204" pitchFamily="34" charset="0"/>
                <a:ea typeface="微软雅黑" panose="020B0503020204020204" pitchFamily="34" charset="-122"/>
              </a:defRPr>
            </a:lvl1pPr>
          </a:lstStyle>
          <a:p>
            <a:pPr algn="l"/>
            <a:r>
              <a:rPr lang="zh-CN" altLang="en-US" b="1" dirty="0">
                <a:sym typeface="Arial" panose="020B0604020202020204" pitchFamily="34" charset="0"/>
              </a:rPr>
              <a:t>共享单车是一种新型共享经济</a:t>
            </a:r>
            <a:endParaRPr lang="zh-CN" altLang="en-US" b="1" dirty="0">
              <a:sym typeface="Arial" panose="020B0604020202020204" pitchFamily="34" charset="0"/>
            </a:endParaRPr>
          </a:p>
        </p:txBody>
      </p:sp>
      <p:sp>
        <p:nvSpPr>
          <p:cNvPr id="65" name="Rectangle 20"/>
          <p:cNvSpPr>
            <a:spLocks noChangeArrowheads="1"/>
          </p:cNvSpPr>
          <p:nvPr>
            <p:custDataLst>
              <p:tags r:id="rId4"/>
            </p:custDataLst>
          </p:nvPr>
        </p:nvSpPr>
        <p:spPr bwMode="auto">
          <a:xfrm>
            <a:off x="4829973" y="4048346"/>
            <a:ext cx="2984957" cy="2235496"/>
          </a:xfrm>
          <a:prstGeom prst="rect">
            <a:avLst/>
          </a:prstGeom>
          <a:solidFill>
            <a:sysClr val="window" lastClr="FFFFFF">
              <a:lumMod val="95000"/>
            </a:sysClr>
          </a:solidFill>
          <a:ln w="6350">
            <a:noFill/>
          </a:ln>
        </p:spPr>
        <p:txBody>
          <a:bodyPr lIns="121912" tIns="60956" rIns="121912" bIns="60956"/>
          <a:lstStyle/>
          <a:p>
            <a:pPr>
              <a:lnSpc>
                <a:spcPct val="120000"/>
              </a:lnSpc>
            </a:pPr>
            <a:endParaRPr lang="zh-CN" altLang="en-US" sz="169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66" name="文本框 65"/>
          <p:cNvSpPr txBox="1"/>
          <p:nvPr>
            <p:custDataLst>
              <p:tags r:id="rId5"/>
            </p:custDataLst>
          </p:nvPr>
        </p:nvSpPr>
        <p:spPr>
          <a:xfrm>
            <a:off x="5426270" y="4054838"/>
            <a:ext cx="1710804" cy="398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ormAutofit lnSpcReduction="10000"/>
          </a:bodyPr>
          <a:lstStyle>
            <a:defPPr>
              <a:defRPr lang="zh-CN"/>
            </a:defPPr>
            <a:lvl1pPr algn="ctr">
              <a:lnSpc>
                <a:spcPct val="120000"/>
              </a:lnSpc>
              <a:spcBef>
                <a:spcPct val="0"/>
              </a:spcBef>
              <a:defRPr b="1" spc="300">
                <a:solidFill>
                  <a:srgbClr val="000000"/>
                </a:solidFill>
                <a:latin typeface="Arial" panose="020B0604020202020204" pitchFamily="34" charset="0"/>
                <a:ea typeface="微软雅黑" panose="020B0503020204020204" pitchFamily="34" charset="-122"/>
                <a:cs typeface="+mn-ea"/>
              </a:defRPr>
            </a:lvl1pPr>
          </a:lstStyle>
          <a:p>
            <a:r>
              <a:rPr lang="zh-CN" altLang="en-US" dirty="0">
                <a:sym typeface="Arial" panose="020B0604020202020204" pitchFamily="34" charset="0"/>
              </a:rPr>
              <a:t>网上购物</a:t>
            </a:r>
            <a:endParaRPr lang="zh-CN" altLang="en-US" dirty="0">
              <a:sym typeface="Arial" panose="020B0604020202020204" pitchFamily="34" charset="0"/>
            </a:endParaRPr>
          </a:p>
        </p:txBody>
      </p:sp>
      <p:sp>
        <p:nvSpPr>
          <p:cNvPr id="67" name="文本框 66"/>
          <p:cNvSpPr txBox="1"/>
          <p:nvPr>
            <p:custDataLst>
              <p:tags r:id="rId6"/>
            </p:custDataLst>
          </p:nvPr>
        </p:nvSpPr>
        <p:spPr>
          <a:xfrm>
            <a:off x="4940303" y="4490983"/>
            <a:ext cx="2782981" cy="1452245"/>
          </a:xfrm>
          <a:prstGeom prst="rect">
            <a:avLst/>
          </a:prstGeom>
          <a:noFill/>
        </p:spPr>
        <p:txBody>
          <a:bodyPr wrap="square" lIns="90000" tIns="46800" rIns="90000" bIns="46800" rtlCol="0"/>
          <a:lstStyle>
            <a:defPPr>
              <a:defRPr lang="zh-CN"/>
            </a:defPPr>
            <a:lvl1pPr algn="ctr" fontAlgn="t">
              <a:lnSpc>
                <a:spcPct val="120000"/>
              </a:lnSpc>
              <a:defRPr sz="1400" spc="150">
                <a:solidFill>
                  <a:sysClr val="windowText" lastClr="000000">
                    <a:lumMod val="75000"/>
                    <a:lumOff val="25000"/>
                  </a:sysClr>
                </a:solidFill>
                <a:latin typeface="Arial" panose="020B0604020202020204" pitchFamily="34" charset="0"/>
                <a:ea typeface="微软雅黑" panose="020B0503020204020204" pitchFamily="34" charset="-122"/>
              </a:defRPr>
            </a:lvl1pPr>
          </a:lstStyle>
          <a:p>
            <a:pPr algn="l"/>
            <a:r>
              <a:rPr lang="zh-CN" altLang="en-US" b="1" dirty="0">
                <a:sym typeface="Arial" panose="020B0604020202020204" pitchFamily="34" charset="0"/>
              </a:rPr>
              <a:t>就是通过互联网检索商品信息，并通过电子订购单发出购物请求，然后填上私人支票帐号或信用卡的</a:t>
            </a:r>
            <a:r>
              <a:rPr lang="zh-CN" altLang="en-US" b="1" dirty="0" smtClean="0">
                <a:sym typeface="Arial" panose="020B0604020202020204" pitchFamily="34" charset="0"/>
              </a:rPr>
              <a:t>号码进行网上支付，</a:t>
            </a:r>
            <a:r>
              <a:rPr lang="zh-CN" altLang="en-US" b="1" dirty="0">
                <a:sym typeface="Arial" panose="020B0604020202020204" pitchFamily="34" charset="0"/>
              </a:rPr>
              <a:t>厂商通过邮购的方式发货，或是通过快递公司送货上门。</a:t>
            </a:r>
            <a:endParaRPr lang="zh-CN" altLang="en-US" b="1" dirty="0">
              <a:sym typeface="Arial" panose="020B0604020202020204" pitchFamily="34" charset="0"/>
            </a:endParaRPr>
          </a:p>
        </p:txBody>
      </p:sp>
      <p:pic>
        <p:nvPicPr>
          <p:cNvPr id="68" name="图片 67" descr="C:\Users\lenovo\Desktop\2020年下学期信息和通用\信息技术\t01c52fa1512f4a11dd.jpgt01c52fa1512f4a11dd"/>
          <p:cNvPicPr/>
          <p:nvPr>
            <p:custDataLst>
              <p:tags r:id="rId7"/>
            </p:custDataLst>
          </p:nvPr>
        </p:nvPicPr>
        <p:blipFill>
          <a:blip r:embed="rId8"/>
          <a:stretch>
            <a:fillRect/>
          </a:stretch>
        </p:blipFill>
        <p:spPr>
          <a:xfrm>
            <a:off x="2196805" y="4048346"/>
            <a:ext cx="2339162" cy="1995477"/>
          </a:xfrm>
          <a:custGeom>
            <a:avLst/>
            <a:gdLst>
              <a:gd name="connsiteX0" fmla="*/ 0 w 1808480"/>
              <a:gd name="connsiteY0" fmla="*/ 0 h 1808480"/>
              <a:gd name="connsiteX1" fmla="*/ 1808480 w 1808480"/>
              <a:gd name="connsiteY1" fmla="*/ 0 h 1808480"/>
              <a:gd name="connsiteX2" fmla="*/ 1808480 w 1808480"/>
              <a:gd name="connsiteY2" fmla="*/ 1808480 h 1808480"/>
              <a:gd name="connsiteX3" fmla="*/ 0 w 1808480"/>
              <a:gd name="connsiteY3" fmla="*/ 1808480 h 1808480"/>
            </a:gdLst>
            <a:ahLst/>
            <a:cxnLst>
              <a:cxn ang="0">
                <a:pos x="connsiteX0" y="connsiteY0"/>
              </a:cxn>
              <a:cxn ang="0">
                <a:pos x="connsiteX1" y="connsiteY1"/>
              </a:cxn>
              <a:cxn ang="0">
                <a:pos x="connsiteX2" y="connsiteY2"/>
              </a:cxn>
              <a:cxn ang="0">
                <a:pos x="connsiteX3" y="connsiteY3"/>
              </a:cxn>
            </a:cxnLst>
            <a:rect l="l" t="t" r="r" b="b"/>
            <a:pathLst>
              <a:path w="1808480" h="1808480">
                <a:moveTo>
                  <a:pt x="0" y="0"/>
                </a:moveTo>
                <a:lnTo>
                  <a:pt x="1808480" y="0"/>
                </a:lnTo>
                <a:lnTo>
                  <a:pt x="1808480" y="1808480"/>
                </a:lnTo>
                <a:lnTo>
                  <a:pt x="0" y="1808480"/>
                </a:lnTo>
                <a:close/>
              </a:path>
            </a:pathLst>
          </a:custGeom>
        </p:spPr>
      </p:pic>
      <p:pic>
        <p:nvPicPr>
          <p:cNvPr id="69" name="图片 68" descr="C:\Users\lenovo\Desktop\2020年下学期信息和通用\信息技术\t01c87b537681c915c8.jpgt01c87b537681c915c8"/>
          <p:cNvPicPr>
            <a:picLocks noChangeAspect="1"/>
          </p:cNvPicPr>
          <p:nvPr>
            <p:custDataLst>
              <p:tags r:id="rId9"/>
            </p:custDataLst>
          </p:nvPr>
        </p:nvPicPr>
        <p:blipFill>
          <a:blip r:embed="rId10"/>
          <a:stretch>
            <a:fillRect/>
          </a:stretch>
        </p:blipFill>
        <p:spPr>
          <a:xfrm>
            <a:off x="5047839" y="1790516"/>
            <a:ext cx="2096323" cy="1885228"/>
          </a:xfrm>
          <a:custGeom>
            <a:avLst/>
            <a:gdLst>
              <a:gd name="connsiteX0" fmla="*/ 0 w 2096323"/>
              <a:gd name="connsiteY0" fmla="*/ 0 h 2096323"/>
              <a:gd name="connsiteX1" fmla="*/ 2096323 w 2096323"/>
              <a:gd name="connsiteY1" fmla="*/ 0 h 2096323"/>
              <a:gd name="connsiteX2" fmla="*/ 2096323 w 2096323"/>
              <a:gd name="connsiteY2" fmla="*/ 2096323 h 2096323"/>
              <a:gd name="connsiteX3" fmla="*/ 0 w 2096323"/>
              <a:gd name="connsiteY3" fmla="*/ 2096323 h 2096323"/>
            </a:gdLst>
            <a:ahLst/>
            <a:cxnLst>
              <a:cxn ang="0">
                <a:pos x="connsiteX0" y="connsiteY0"/>
              </a:cxn>
              <a:cxn ang="0">
                <a:pos x="connsiteX1" y="connsiteY1"/>
              </a:cxn>
              <a:cxn ang="0">
                <a:pos x="connsiteX2" y="connsiteY2"/>
              </a:cxn>
              <a:cxn ang="0">
                <a:pos x="connsiteX3" y="connsiteY3"/>
              </a:cxn>
            </a:cxnLst>
            <a:rect l="l" t="t" r="r" b="b"/>
            <a:pathLst>
              <a:path w="2096323" h="2096323">
                <a:moveTo>
                  <a:pt x="0" y="0"/>
                </a:moveTo>
                <a:lnTo>
                  <a:pt x="2096323" y="0"/>
                </a:lnTo>
                <a:lnTo>
                  <a:pt x="2096323" y="2096323"/>
                </a:lnTo>
                <a:lnTo>
                  <a:pt x="0" y="2096323"/>
                </a:lnTo>
                <a:close/>
              </a:path>
            </a:pathLst>
          </a:custGeom>
        </p:spPr>
      </p:pic>
      <p:sp>
        <p:nvSpPr>
          <p:cNvPr id="70" name="Rectangle 14"/>
          <p:cNvSpPr>
            <a:spLocks noChangeArrowheads="1"/>
          </p:cNvSpPr>
          <p:nvPr>
            <p:custDataLst>
              <p:tags r:id="rId11"/>
            </p:custDataLst>
          </p:nvPr>
        </p:nvSpPr>
        <p:spPr bwMode="auto">
          <a:xfrm>
            <a:off x="7478320" y="1790516"/>
            <a:ext cx="2734277" cy="2104080"/>
          </a:xfrm>
          <a:prstGeom prst="rect">
            <a:avLst/>
          </a:prstGeom>
          <a:solidFill>
            <a:sysClr val="window" lastClr="FFFFFF">
              <a:lumMod val="95000"/>
            </a:sysClr>
          </a:solidFill>
          <a:ln w="6350">
            <a:noFill/>
          </a:ln>
        </p:spPr>
        <p:txBody>
          <a:bodyPr lIns="121912" tIns="60956" rIns="121912" bIns="60956"/>
          <a:lstStyle/>
          <a:p>
            <a:pPr>
              <a:lnSpc>
                <a:spcPct val="120000"/>
              </a:lnSpc>
            </a:pPr>
            <a:endParaRPr lang="zh-CN" altLang="en-US" sz="169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71" name="文本框 70"/>
          <p:cNvSpPr txBox="1"/>
          <p:nvPr>
            <p:custDataLst>
              <p:tags r:id="rId12"/>
            </p:custDataLst>
          </p:nvPr>
        </p:nvSpPr>
        <p:spPr>
          <a:xfrm>
            <a:off x="8009428" y="1867561"/>
            <a:ext cx="1710804" cy="398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ormAutofit lnSpcReduction="10000"/>
          </a:bodyPr>
          <a:lstStyle>
            <a:defPPr>
              <a:defRPr lang="zh-CN"/>
            </a:defPPr>
            <a:lvl1pPr algn="ctr">
              <a:lnSpc>
                <a:spcPct val="120000"/>
              </a:lnSpc>
              <a:spcBef>
                <a:spcPct val="0"/>
              </a:spcBef>
              <a:defRPr b="1" spc="300">
                <a:solidFill>
                  <a:srgbClr val="000000"/>
                </a:solidFill>
                <a:latin typeface="Arial" panose="020B0604020202020204" pitchFamily="34" charset="0"/>
                <a:ea typeface="微软雅黑" panose="020B0503020204020204" pitchFamily="34" charset="-122"/>
                <a:cs typeface="+mn-ea"/>
              </a:defRPr>
            </a:lvl1pPr>
          </a:lstStyle>
          <a:p>
            <a:r>
              <a:rPr lang="zh-CN" altLang="en-US" dirty="0">
                <a:sym typeface="Arial" panose="020B0604020202020204" pitchFamily="34" charset="0"/>
              </a:rPr>
              <a:t>网络通信</a:t>
            </a:r>
            <a:endParaRPr lang="zh-CN" altLang="en-US" dirty="0">
              <a:sym typeface="Arial" panose="020B0604020202020204" pitchFamily="34" charset="0"/>
            </a:endParaRPr>
          </a:p>
        </p:txBody>
      </p:sp>
      <p:sp>
        <p:nvSpPr>
          <p:cNvPr id="72" name="文本框 71"/>
          <p:cNvSpPr txBox="1"/>
          <p:nvPr>
            <p:custDataLst>
              <p:tags r:id="rId13"/>
            </p:custDataLst>
          </p:nvPr>
        </p:nvSpPr>
        <p:spPr>
          <a:xfrm>
            <a:off x="7671260" y="2265876"/>
            <a:ext cx="2387140" cy="1285148"/>
          </a:xfrm>
          <a:prstGeom prst="rect">
            <a:avLst/>
          </a:prstGeom>
          <a:noFill/>
        </p:spPr>
        <p:txBody>
          <a:bodyPr wrap="square" lIns="90000" tIns="46800" rIns="90000" bIns="46800" rtlCol="0"/>
          <a:lstStyle>
            <a:defPPr>
              <a:defRPr lang="zh-CN"/>
            </a:defPPr>
            <a:lvl1pPr algn="ctr" fontAlgn="t">
              <a:lnSpc>
                <a:spcPct val="120000"/>
              </a:lnSpc>
              <a:defRPr sz="1400" spc="150">
                <a:solidFill>
                  <a:sysClr val="windowText" lastClr="000000">
                    <a:lumMod val="75000"/>
                    <a:lumOff val="25000"/>
                  </a:sysClr>
                </a:solidFill>
                <a:latin typeface="Arial" panose="020B0604020202020204" pitchFamily="34" charset="0"/>
                <a:ea typeface="微软雅黑" panose="020B0503020204020204" pitchFamily="34" charset="-122"/>
              </a:defRPr>
            </a:lvl1pPr>
          </a:lstStyle>
          <a:p>
            <a:pPr algn="l"/>
            <a:r>
              <a:rPr lang="zh-CN" altLang="en-US" b="1" dirty="0">
                <a:sym typeface="Arial" panose="020B0604020202020204" pitchFamily="34" charset="0"/>
              </a:rPr>
              <a:t>网络通信是</a:t>
            </a:r>
            <a:r>
              <a:rPr lang="zh-CN" altLang="en-US" b="1" dirty="0" smtClean="0">
                <a:sym typeface="Arial" panose="020B0604020202020204" pitchFamily="34" charset="0"/>
              </a:rPr>
              <a:t>通过</a:t>
            </a:r>
            <a:r>
              <a:rPr lang="zh-CN" altLang="en-US" b="1" dirty="0">
                <a:sym typeface="Arial" panose="020B0604020202020204" pitchFamily="34" charset="0"/>
              </a:rPr>
              <a:t>各种</a:t>
            </a:r>
            <a:r>
              <a:rPr lang="zh-CN" altLang="en-US" b="1" dirty="0" smtClean="0">
                <a:sym typeface="Arial" panose="020B0604020202020204" pitchFamily="34" charset="0"/>
              </a:rPr>
              <a:t>网络，将</a:t>
            </a:r>
            <a:r>
              <a:rPr lang="zh-CN" altLang="en-US" b="1" dirty="0">
                <a:sym typeface="Arial" panose="020B0604020202020204" pitchFamily="34" charset="0"/>
              </a:rPr>
              <a:t>各个孤立的设备进行连接，通过信息交换实现人与人，人与计算机，计算机与计算机之间的通信。</a:t>
            </a:r>
            <a:endParaRPr lang="zh-CN" altLang="en-US" b="1" dirty="0">
              <a:sym typeface="Arial" panose="020B0604020202020204" pitchFamily="34" charset="0"/>
            </a:endParaRPr>
          </a:p>
        </p:txBody>
      </p:sp>
      <p:pic>
        <p:nvPicPr>
          <p:cNvPr id="73" name="图片 72" descr="C:\Users\lenovo\Desktop\2020年下学期信息和通用\信息技术\t018ee0179cb2b66f48.jpgt018ee0179cb2b66f48"/>
          <p:cNvPicPr>
            <a:picLocks noChangeAspect="1"/>
          </p:cNvPicPr>
          <p:nvPr>
            <p:custDataLst>
              <p:tags r:id="rId14"/>
            </p:custDataLst>
          </p:nvPr>
        </p:nvPicPr>
        <p:blipFill>
          <a:blip r:embed="rId15"/>
          <a:stretch>
            <a:fillRect/>
          </a:stretch>
        </p:blipFill>
        <p:spPr>
          <a:xfrm>
            <a:off x="8009428" y="4110408"/>
            <a:ext cx="2203169" cy="1995477"/>
          </a:xfrm>
          <a:custGeom>
            <a:avLst/>
            <a:gdLst>
              <a:gd name="connsiteX0" fmla="*/ 0 w 2096323"/>
              <a:gd name="connsiteY0" fmla="*/ 0 h 2104080"/>
              <a:gd name="connsiteX1" fmla="*/ 2096323 w 2096323"/>
              <a:gd name="connsiteY1" fmla="*/ 0 h 2104080"/>
              <a:gd name="connsiteX2" fmla="*/ 2096323 w 2096323"/>
              <a:gd name="connsiteY2" fmla="*/ 2104080 h 2104080"/>
              <a:gd name="connsiteX3" fmla="*/ 0 w 2096323"/>
              <a:gd name="connsiteY3" fmla="*/ 2104080 h 2104080"/>
            </a:gdLst>
            <a:ahLst/>
            <a:cxnLst>
              <a:cxn ang="0">
                <a:pos x="connsiteX0" y="connsiteY0"/>
              </a:cxn>
              <a:cxn ang="0">
                <a:pos x="connsiteX1" y="connsiteY1"/>
              </a:cxn>
              <a:cxn ang="0">
                <a:pos x="connsiteX2" y="connsiteY2"/>
              </a:cxn>
              <a:cxn ang="0">
                <a:pos x="connsiteX3" y="connsiteY3"/>
              </a:cxn>
            </a:cxnLst>
            <a:rect l="l" t="t" r="r" b="b"/>
            <a:pathLst>
              <a:path w="2096323" h="2104080">
                <a:moveTo>
                  <a:pt x="0" y="0"/>
                </a:moveTo>
                <a:lnTo>
                  <a:pt x="2096323" y="0"/>
                </a:lnTo>
                <a:lnTo>
                  <a:pt x="2096323" y="2104080"/>
                </a:lnTo>
                <a:lnTo>
                  <a:pt x="0" y="2104080"/>
                </a:lnTo>
                <a:close/>
              </a:path>
            </a:pathLst>
          </a:custGeom>
        </p:spPr>
      </p:pic>
    </p:spTree>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p:cNvSpPr txBox="1">
            <a:spLocks noChangeArrowheads="1"/>
          </p:cNvSpPr>
          <p:nvPr/>
        </p:nvSpPr>
        <p:spPr bwMode="auto">
          <a:xfrm>
            <a:off x="4468715" y="28654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rPr>
              <a:t>体验探索</a:t>
            </a:r>
            <a:endPar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 name="矩形 3"/>
          <p:cNvSpPr/>
          <p:nvPr/>
        </p:nvSpPr>
        <p:spPr>
          <a:xfrm>
            <a:off x="6342524" y="1800867"/>
            <a:ext cx="4744254" cy="4406151"/>
          </a:xfrm>
          <a:prstGeom prst="rect">
            <a:avLst/>
          </a:prstGeom>
          <a:noFill/>
          <a:ln>
            <a:solidFill>
              <a:srgbClr val="7481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bg1"/>
              </a:solidFill>
            </a:endParaRPr>
          </a:p>
        </p:txBody>
      </p:sp>
      <p:sp>
        <p:nvSpPr>
          <p:cNvPr id="5" name="矩形 4"/>
          <p:cNvSpPr/>
          <p:nvPr/>
        </p:nvSpPr>
        <p:spPr>
          <a:xfrm>
            <a:off x="1185125" y="4840468"/>
            <a:ext cx="5019100" cy="1366550"/>
          </a:xfrm>
          <a:prstGeom prst="rect">
            <a:avLst/>
          </a:prstGeom>
          <a:solidFill>
            <a:srgbClr val="2D9F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bg1"/>
              </a:solidFill>
            </a:endParaRPr>
          </a:p>
        </p:txBody>
      </p:sp>
      <p:sp>
        <p:nvSpPr>
          <p:cNvPr id="6" name="矩形 5"/>
          <p:cNvSpPr/>
          <p:nvPr/>
        </p:nvSpPr>
        <p:spPr>
          <a:xfrm>
            <a:off x="1166934" y="1800867"/>
            <a:ext cx="5037291" cy="2900568"/>
          </a:xfrm>
          <a:prstGeom prst="rect">
            <a:avLst/>
          </a:prstGeom>
          <a:blipFill dpi="0" rotWithShape="1">
            <a:blip r:embed="rId1">
              <a:extLst>
                <a:ext uri="{28A0092B-C50C-407E-A947-70E740481C1C}">
                  <a14:useLocalDpi xmlns:a14="http://schemas.microsoft.com/office/drawing/2010/main" val="0"/>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bg1"/>
              </a:solidFill>
            </a:endParaRPr>
          </a:p>
        </p:txBody>
      </p:sp>
      <p:sp>
        <p:nvSpPr>
          <p:cNvPr id="7" name="TextBox 12"/>
          <p:cNvSpPr txBox="1"/>
          <p:nvPr/>
        </p:nvSpPr>
        <p:spPr>
          <a:xfrm>
            <a:off x="6658786" y="2080338"/>
            <a:ext cx="4045585" cy="3539430"/>
          </a:xfrm>
          <a:prstGeom prst="rect">
            <a:avLst/>
          </a:prstGeom>
          <a:noFill/>
        </p:spPr>
        <p:txBody>
          <a:bodyPr wrap="square" rtlCol="0">
            <a:spAutoFit/>
          </a:bodyPr>
          <a:lstStyle/>
          <a:p>
            <a:pPr algn="ctr"/>
            <a:r>
              <a:rPr lang="zh-CN" altLang="en-US" sz="2400" b="1" dirty="0">
                <a:latin typeface="微软雅黑" panose="020B0503020204020204" pitchFamily="34" charset="-122"/>
                <a:ea typeface="微软雅黑" panose="020B0503020204020204" pitchFamily="34" charset="-122"/>
                <a:sym typeface="+mn-ea"/>
              </a:rPr>
              <a:t>体验数字化</a:t>
            </a:r>
            <a:r>
              <a:rPr lang="zh-CN" altLang="en-US" sz="2400" b="1" dirty="0" smtClean="0">
                <a:latin typeface="微软雅黑" panose="020B0503020204020204" pitchFamily="34" charset="-122"/>
                <a:ea typeface="微软雅黑" panose="020B0503020204020204" pitchFamily="34" charset="-122"/>
                <a:sym typeface="+mn-ea"/>
              </a:rPr>
              <a:t>生活</a:t>
            </a:r>
            <a:endParaRPr lang="zh-CN" altLang="en-US" sz="2000" dirty="0">
              <a:latin typeface="微软雅黑" panose="020B0503020204020204" pitchFamily="34" charset="-122"/>
              <a:ea typeface="微软雅黑" panose="020B0503020204020204" pitchFamily="34"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sym typeface="+mn-ea"/>
              </a:rPr>
              <a:t>信息技术的发展与普及为我们创造了一个全新的数字化生活环境。</a:t>
            </a:r>
            <a:r>
              <a:rPr lang="zh-CN" altLang="en-US" sz="2000" dirty="0" smtClean="0">
                <a:latin typeface="微软雅黑" panose="020B0503020204020204" pitchFamily="34" charset="-122"/>
                <a:ea typeface="微软雅黑" panose="020B0503020204020204" pitchFamily="34" charset="-122"/>
                <a:sym typeface="+mn-ea"/>
              </a:rPr>
              <a:t>例如：共享</a:t>
            </a:r>
            <a:r>
              <a:rPr lang="zh-CN" altLang="en-US" sz="2000" dirty="0">
                <a:latin typeface="微软雅黑" panose="020B0503020204020204" pitchFamily="34" charset="-122"/>
                <a:ea typeface="微软雅黑" panose="020B0503020204020204" pitchFamily="34" charset="-122"/>
                <a:sym typeface="+mn-ea"/>
              </a:rPr>
              <a:t>单车、在线购物、网络通信和远程医疗等，它们在给我们带来生活便利的同时，也在逐渐地改变着我们的生活方式。</a:t>
            </a:r>
            <a:endParaRPr lang="en-US" altLang="zh-CN" sz="2000" dirty="0">
              <a:solidFill>
                <a:schemeClr val="bg1">
                  <a:lumMod val="50000"/>
                </a:schemeClr>
              </a:solidFill>
              <a:latin typeface="微软雅黑" panose="020B0503020204020204" pitchFamily="34" charset="-122"/>
              <a:ea typeface="微软雅黑" panose="020B0503020204020204" pitchFamily="34" charset="-122"/>
            </a:endParaRPr>
          </a:p>
          <a:p>
            <a:pPr algn="ctr"/>
            <a:endParaRPr lang="en-US" altLang="zh-CN" sz="2000"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p:nvCxnSpPr>
        <p:spPr>
          <a:xfrm>
            <a:off x="1702787" y="5585298"/>
            <a:ext cx="4501438"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13" name="TextBox 18"/>
          <p:cNvSpPr txBox="1"/>
          <p:nvPr/>
        </p:nvSpPr>
        <p:spPr>
          <a:xfrm>
            <a:off x="6645313" y="5549538"/>
            <a:ext cx="4138676" cy="461665"/>
          </a:xfrm>
          <a:prstGeom prst="rect">
            <a:avLst/>
          </a:prstGeom>
          <a:noFill/>
        </p:spPr>
        <p:txBody>
          <a:bodyPr wrap="square" rtlCol="0">
            <a:spAutoFit/>
          </a:bodyPr>
          <a:lstStyle/>
          <a:p>
            <a:pPr algn="ctr"/>
            <a:r>
              <a:rPr lang="zh-CN" altLang="en-US" sz="2400" dirty="0">
                <a:solidFill>
                  <a:schemeClr val="bg1">
                    <a:lumMod val="50000"/>
                  </a:schemeClr>
                </a:solidFill>
                <a:latin typeface="微软雅黑" panose="020B0503020204020204" pitchFamily="34" charset="-122"/>
                <a:ea typeface="微软雅黑" panose="020B0503020204020204" pitchFamily="34" charset="-122"/>
              </a:rPr>
              <a:t>体验数字化生活</a:t>
            </a:r>
            <a:endParaRPr lang="zh-CN" altLang="en-US" sz="2400"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14" name="直接连接符 13"/>
          <p:cNvCxnSpPr/>
          <p:nvPr/>
        </p:nvCxnSpPr>
        <p:spPr>
          <a:xfrm>
            <a:off x="6430859" y="5523743"/>
            <a:ext cx="4501438" cy="0"/>
          </a:xfrm>
          <a:prstGeom prst="line">
            <a:avLst/>
          </a:prstGeom>
          <a:ln>
            <a:solidFill>
              <a:srgbClr val="7481A1"/>
            </a:solidFill>
            <a:prstDash val="sysDot"/>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3064765" y="5123633"/>
            <a:ext cx="1259820" cy="461665"/>
          </a:xfrm>
          <a:prstGeom prst="rect">
            <a:avLst/>
          </a:prstGeom>
          <a:noFill/>
        </p:spPr>
        <p:txBody>
          <a:bodyPr wrap="square" rtlCol="0">
            <a:spAutoFit/>
          </a:bodyPr>
          <a:lstStyle/>
          <a:p>
            <a:r>
              <a:rPr lang="zh-CN" altLang="en-US" sz="2400" dirty="0" smtClean="0">
                <a:latin typeface="微软雅黑" panose="020B0503020204020204" pitchFamily="34" charset="-122"/>
                <a:ea typeface="微软雅黑" panose="020B0503020204020204" pitchFamily="34" charset="-122"/>
              </a:rPr>
              <a:t>持卡族</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Box 44"/>
          <p:cNvSpPr txBox="1"/>
          <p:nvPr/>
        </p:nvSpPr>
        <p:spPr>
          <a:xfrm>
            <a:off x="2843549" y="1475126"/>
            <a:ext cx="1938002" cy="830997"/>
          </a:xfrm>
          <a:prstGeom prst="rect">
            <a:avLst/>
          </a:prstGeom>
          <a:noFill/>
        </p:spPr>
        <p:txBody>
          <a:bodyPr wrap="square" rtlCol="0">
            <a:spAutoFit/>
          </a:bodyPr>
          <a:lstStyle/>
          <a:p>
            <a:pPr algn="ctr"/>
            <a:r>
              <a:rPr lang="zh-CN" altLang="en-US" sz="4800" b="1" dirty="0" smtClean="0">
                <a:solidFill>
                  <a:srgbClr val="2D9F7E"/>
                </a:solidFill>
                <a:latin typeface="微软雅黑" panose="020B0503020204020204" pitchFamily="34" charset="-122"/>
                <a:ea typeface="微软雅黑" panose="020B0503020204020204" pitchFamily="34" charset="-122"/>
              </a:rPr>
              <a:t>问</a:t>
            </a:r>
            <a:endParaRPr lang="en-US" altLang="zh-CN" sz="4800" b="1" dirty="0">
              <a:solidFill>
                <a:srgbClr val="2D9F7E"/>
              </a:solidFill>
              <a:latin typeface="微软雅黑" panose="020B0503020204020204" pitchFamily="34" charset="-122"/>
              <a:ea typeface="微软雅黑" panose="020B0503020204020204" pitchFamily="34" charset="-122"/>
            </a:endParaRPr>
          </a:p>
        </p:txBody>
      </p:sp>
      <p:sp>
        <p:nvSpPr>
          <p:cNvPr id="7" name="TextBox 44"/>
          <p:cNvSpPr txBox="1"/>
          <p:nvPr/>
        </p:nvSpPr>
        <p:spPr>
          <a:xfrm>
            <a:off x="5177174" y="1475126"/>
            <a:ext cx="1938002" cy="830997"/>
          </a:xfrm>
          <a:prstGeom prst="rect">
            <a:avLst/>
          </a:prstGeom>
          <a:noFill/>
        </p:spPr>
        <p:txBody>
          <a:bodyPr wrap="square" rtlCol="0">
            <a:spAutoFit/>
          </a:bodyPr>
          <a:lstStyle/>
          <a:p>
            <a:pPr algn="ctr"/>
            <a:r>
              <a:rPr lang="zh-CN" altLang="en-US" sz="4800" b="1" dirty="0" smtClean="0">
                <a:solidFill>
                  <a:srgbClr val="2D9F7E"/>
                </a:solidFill>
                <a:latin typeface="微软雅黑" panose="020B0503020204020204" pitchFamily="34" charset="-122"/>
                <a:ea typeface="微软雅黑" panose="020B0503020204020204" pitchFamily="34" charset="-122"/>
              </a:rPr>
              <a:t>题</a:t>
            </a:r>
            <a:endParaRPr lang="en-US" altLang="zh-CN" sz="4800" b="1" dirty="0">
              <a:solidFill>
                <a:srgbClr val="2D9F7E"/>
              </a:solidFill>
              <a:latin typeface="微软雅黑" panose="020B0503020204020204" pitchFamily="34" charset="-122"/>
              <a:ea typeface="微软雅黑" panose="020B0503020204020204" pitchFamily="34" charset="-122"/>
            </a:endParaRPr>
          </a:p>
        </p:txBody>
      </p:sp>
      <p:sp>
        <p:nvSpPr>
          <p:cNvPr id="8" name="TextBox 44"/>
          <p:cNvSpPr txBox="1"/>
          <p:nvPr/>
        </p:nvSpPr>
        <p:spPr>
          <a:xfrm>
            <a:off x="7510799" y="1475126"/>
            <a:ext cx="1938002" cy="830997"/>
          </a:xfrm>
          <a:prstGeom prst="rect">
            <a:avLst/>
          </a:prstGeom>
          <a:noFill/>
        </p:spPr>
        <p:txBody>
          <a:bodyPr wrap="square" rtlCol="0">
            <a:spAutoFit/>
          </a:bodyPr>
          <a:lstStyle/>
          <a:p>
            <a:pPr algn="ctr"/>
            <a:r>
              <a:rPr lang="zh-CN" altLang="en-US" sz="4800" b="1" dirty="0" smtClean="0">
                <a:solidFill>
                  <a:srgbClr val="2D9F7E"/>
                </a:solidFill>
                <a:latin typeface="微软雅黑" panose="020B0503020204020204" pitchFamily="34" charset="-122"/>
                <a:ea typeface="微软雅黑" panose="020B0503020204020204" pitchFamily="34" charset="-122"/>
              </a:rPr>
              <a:t>二</a:t>
            </a:r>
            <a:endParaRPr lang="en-US" altLang="zh-CN" sz="4800" b="1" dirty="0">
              <a:solidFill>
                <a:srgbClr val="2D9F7E"/>
              </a:solidFill>
              <a:latin typeface="微软雅黑" panose="020B0503020204020204" pitchFamily="34" charset="-122"/>
              <a:ea typeface="微软雅黑" panose="020B0503020204020204" pitchFamily="34" charset="-122"/>
            </a:endParaRPr>
          </a:p>
        </p:txBody>
      </p:sp>
      <p:sp>
        <p:nvSpPr>
          <p:cNvPr id="13" name="矩形 12"/>
          <p:cNvSpPr/>
          <p:nvPr/>
        </p:nvSpPr>
        <p:spPr>
          <a:xfrm>
            <a:off x="2381250" y="3632195"/>
            <a:ext cx="7824312" cy="1045210"/>
          </a:xfrm>
          <a:prstGeom prst="rect">
            <a:avLst/>
          </a:prstGeom>
        </p:spPr>
        <p:txBody>
          <a:bodyPr wrap="square">
            <a:spAutoFit/>
          </a:bodyPr>
          <a:lstStyle/>
          <a:p>
            <a:pPr algn="ctr"/>
            <a:r>
              <a:rPr lang="zh-CN" altLang="en-US" sz="6200" b="1" spc="2200" dirty="0">
                <a:solidFill>
                  <a:srgbClr val="2D9F7E"/>
                </a:solidFill>
                <a:latin typeface="微软雅黑" panose="020B0503020204020204" pitchFamily="34" charset="-122"/>
                <a:ea typeface="微软雅黑" panose="020B0503020204020204" pitchFamily="34" charset="-122"/>
              </a:rPr>
              <a:t>数字化及其作用</a:t>
            </a:r>
            <a:endParaRPr lang="zh-CN" altLang="en-US" sz="6200" b="1" spc="2200" dirty="0">
              <a:solidFill>
                <a:srgbClr val="2D9F7E"/>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p:cNvSpPr txBox="1">
            <a:spLocks noChangeArrowheads="1"/>
          </p:cNvSpPr>
          <p:nvPr/>
        </p:nvSpPr>
        <p:spPr bwMode="auto">
          <a:xfrm>
            <a:off x="4468715" y="28654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rPr>
              <a:t>数字化及其作用</a:t>
            </a:r>
            <a:endPar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5" name="任意多边形 3"/>
          <p:cNvSpPr/>
          <p:nvPr>
            <p:custDataLst>
              <p:tags r:id="rId1"/>
            </p:custDataLst>
          </p:nvPr>
        </p:nvSpPr>
        <p:spPr>
          <a:xfrm>
            <a:off x="133446" y="1362074"/>
            <a:ext cx="5479318" cy="4153161"/>
          </a:xfrm>
          <a:custGeom>
            <a:avLst/>
            <a:gdLst>
              <a:gd name="connsiteX0" fmla="*/ 2605888 w 4598478"/>
              <a:gd name="connsiteY0" fmla="*/ 171 h 3114871"/>
              <a:gd name="connsiteX1" fmla="*/ 3238500 w 4598478"/>
              <a:gd name="connsiteY1" fmla="*/ 55479 h 3114871"/>
              <a:gd name="connsiteX2" fmla="*/ 4591050 w 4598478"/>
              <a:gd name="connsiteY2" fmla="*/ 74529 h 3114871"/>
              <a:gd name="connsiteX3" fmla="*/ 4431078 w 4598478"/>
              <a:gd name="connsiteY3" fmla="*/ 502387 h 3114871"/>
              <a:gd name="connsiteX4" fmla="*/ 3524250 w 4598478"/>
              <a:gd name="connsiteY4" fmla="*/ 1598562 h 3114871"/>
              <a:gd name="connsiteX5" fmla="*/ 4429125 w 4598478"/>
              <a:gd name="connsiteY5" fmla="*/ 2694439 h 3114871"/>
              <a:gd name="connsiteX6" fmla="*/ 4429125 w 4598478"/>
              <a:gd name="connsiteY6" fmla="*/ 2693904 h 3114871"/>
              <a:gd name="connsiteX7" fmla="*/ 4572000 w 4598478"/>
              <a:gd name="connsiteY7" fmla="*/ 3103479 h 3114871"/>
              <a:gd name="connsiteX8" fmla="*/ 3743325 w 4598478"/>
              <a:gd name="connsiteY8" fmla="*/ 2893929 h 3114871"/>
              <a:gd name="connsiteX9" fmla="*/ 3305175 w 4598478"/>
              <a:gd name="connsiteY9" fmla="*/ 2798679 h 3114871"/>
              <a:gd name="connsiteX10" fmla="*/ 2857500 w 4598478"/>
              <a:gd name="connsiteY10" fmla="*/ 2693904 h 3114871"/>
              <a:gd name="connsiteX11" fmla="*/ 1866900 w 4598478"/>
              <a:gd name="connsiteY11" fmla="*/ 1960479 h 3114871"/>
              <a:gd name="connsiteX12" fmla="*/ 0 w 4598478"/>
              <a:gd name="connsiteY12" fmla="*/ 1531854 h 3114871"/>
              <a:gd name="connsiteX13" fmla="*/ 0 w 4598478"/>
              <a:gd name="connsiteY13" fmla="*/ 141204 h 3114871"/>
              <a:gd name="connsiteX14" fmla="*/ 1857375 w 4598478"/>
              <a:gd name="connsiteY14" fmla="*/ 160254 h 3114871"/>
              <a:gd name="connsiteX15" fmla="*/ 2605888 w 4598478"/>
              <a:gd name="connsiteY15" fmla="*/ 171 h 3114871"/>
              <a:gd name="connsiteX0-1" fmla="*/ 2605888 w 4598478"/>
              <a:gd name="connsiteY0-2" fmla="*/ 171 h 3114871"/>
              <a:gd name="connsiteX1-3" fmla="*/ 3238500 w 4598478"/>
              <a:gd name="connsiteY1-4" fmla="*/ 55479 h 3114871"/>
              <a:gd name="connsiteX2-5" fmla="*/ 4591050 w 4598478"/>
              <a:gd name="connsiteY2-6" fmla="*/ 74529 h 3114871"/>
              <a:gd name="connsiteX3-7" fmla="*/ 4431078 w 4598478"/>
              <a:gd name="connsiteY3-8" fmla="*/ 502387 h 3114871"/>
              <a:gd name="connsiteX4-9" fmla="*/ 3524250 w 4598478"/>
              <a:gd name="connsiteY4-10" fmla="*/ 1598562 h 3114871"/>
              <a:gd name="connsiteX5-11" fmla="*/ 4429125 w 4598478"/>
              <a:gd name="connsiteY5-12" fmla="*/ 2694439 h 3114871"/>
              <a:gd name="connsiteX6-13" fmla="*/ 4572000 w 4598478"/>
              <a:gd name="connsiteY6-14" fmla="*/ 3103479 h 3114871"/>
              <a:gd name="connsiteX7-15" fmla="*/ 3743325 w 4598478"/>
              <a:gd name="connsiteY7-16" fmla="*/ 2893929 h 3114871"/>
              <a:gd name="connsiteX8-17" fmla="*/ 3305175 w 4598478"/>
              <a:gd name="connsiteY8-18" fmla="*/ 2798679 h 3114871"/>
              <a:gd name="connsiteX9-19" fmla="*/ 2857500 w 4598478"/>
              <a:gd name="connsiteY9-20" fmla="*/ 2693904 h 3114871"/>
              <a:gd name="connsiteX10-21" fmla="*/ 1866900 w 4598478"/>
              <a:gd name="connsiteY10-22" fmla="*/ 1960479 h 3114871"/>
              <a:gd name="connsiteX11-23" fmla="*/ 0 w 4598478"/>
              <a:gd name="connsiteY11-24" fmla="*/ 1531854 h 3114871"/>
              <a:gd name="connsiteX12-25" fmla="*/ 0 w 4598478"/>
              <a:gd name="connsiteY12-26" fmla="*/ 141204 h 3114871"/>
              <a:gd name="connsiteX13-27" fmla="*/ 1857375 w 4598478"/>
              <a:gd name="connsiteY13-28" fmla="*/ 160254 h 3114871"/>
              <a:gd name="connsiteX14-29" fmla="*/ 2605888 w 4598478"/>
              <a:gd name="connsiteY14-30" fmla="*/ 171 h 3114871"/>
              <a:gd name="connsiteX0-31" fmla="*/ 2605888 w 4598478"/>
              <a:gd name="connsiteY0-32" fmla="*/ 171 h 3114871"/>
              <a:gd name="connsiteX1-33" fmla="*/ 3238500 w 4598478"/>
              <a:gd name="connsiteY1-34" fmla="*/ 55479 h 3114871"/>
              <a:gd name="connsiteX2-35" fmla="*/ 4591050 w 4598478"/>
              <a:gd name="connsiteY2-36" fmla="*/ 74529 h 3114871"/>
              <a:gd name="connsiteX3-37" fmla="*/ 4431078 w 4598478"/>
              <a:gd name="connsiteY3-38" fmla="*/ 502387 h 3114871"/>
              <a:gd name="connsiteX4-39" fmla="*/ 3524250 w 4598478"/>
              <a:gd name="connsiteY4-40" fmla="*/ 1598562 h 3114871"/>
              <a:gd name="connsiteX5-41" fmla="*/ 4429125 w 4598478"/>
              <a:gd name="connsiteY5-42" fmla="*/ 2694439 h 3114871"/>
              <a:gd name="connsiteX6-43" fmla="*/ 4572000 w 4598478"/>
              <a:gd name="connsiteY6-44" fmla="*/ 3103479 h 3114871"/>
              <a:gd name="connsiteX7-45" fmla="*/ 3743325 w 4598478"/>
              <a:gd name="connsiteY7-46" fmla="*/ 2893929 h 3114871"/>
              <a:gd name="connsiteX8-47" fmla="*/ 3305175 w 4598478"/>
              <a:gd name="connsiteY8-48" fmla="*/ 2798679 h 3114871"/>
              <a:gd name="connsiteX9-49" fmla="*/ 2857500 w 4598478"/>
              <a:gd name="connsiteY9-50" fmla="*/ 2693904 h 3114871"/>
              <a:gd name="connsiteX10-51" fmla="*/ 1866900 w 4598478"/>
              <a:gd name="connsiteY10-52" fmla="*/ 1960479 h 3114871"/>
              <a:gd name="connsiteX11-53" fmla="*/ 0 w 4598478"/>
              <a:gd name="connsiteY11-54" fmla="*/ 1531854 h 3114871"/>
              <a:gd name="connsiteX12-55" fmla="*/ 0 w 4598478"/>
              <a:gd name="connsiteY12-56" fmla="*/ 141204 h 3114871"/>
              <a:gd name="connsiteX13-57" fmla="*/ 1857375 w 4598478"/>
              <a:gd name="connsiteY13-58" fmla="*/ 160254 h 3114871"/>
              <a:gd name="connsiteX14-59" fmla="*/ 2605888 w 4598478"/>
              <a:gd name="connsiteY14-60" fmla="*/ 171 h 3114871"/>
              <a:gd name="connsiteX0-61" fmla="*/ 2605888 w 4600947"/>
              <a:gd name="connsiteY0-62" fmla="*/ 171 h 3114871"/>
              <a:gd name="connsiteX1-63" fmla="*/ 3238500 w 4600947"/>
              <a:gd name="connsiteY1-64" fmla="*/ 55479 h 3114871"/>
              <a:gd name="connsiteX2-65" fmla="*/ 4591050 w 4600947"/>
              <a:gd name="connsiteY2-66" fmla="*/ 74529 h 3114871"/>
              <a:gd name="connsiteX3-67" fmla="*/ 4431078 w 4600947"/>
              <a:gd name="connsiteY3-68" fmla="*/ 502387 h 3114871"/>
              <a:gd name="connsiteX4-69" fmla="*/ 3524250 w 4600947"/>
              <a:gd name="connsiteY4-70" fmla="*/ 1598562 h 3114871"/>
              <a:gd name="connsiteX5-71" fmla="*/ 4429125 w 4600947"/>
              <a:gd name="connsiteY5-72" fmla="*/ 2694439 h 3114871"/>
              <a:gd name="connsiteX6-73" fmla="*/ 4572000 w 4600947"/>
              <a:gd name="connsiteY6-74" fmla="*/ 3103479 h 3114871"/>
              <a:gd name="connsiteX7-75" fmla="*/ 3743325 w 4600947"/>
              <a:gd name="connsiteY7-76" fmla="*/ 2893929 h 3114871"/>
              <a:gd name="connsiteX8-77" fmla="*/ 3305175 w 4600947"/>
              <a:gd name="connsiteY8-78" fmla="*/ 2798679 h 3114871"/>
              <a:gd name="connsiteX9-79" fmla="*/ 2857500 w 4600947"/>
              <a:gd name="connsiteY9-80" fmla="*/ 2693904 h 3114871"/>
              <a:gd name="connsiteX10-81" fmla="*/ 1866900 w 4600947"/>
              <a:gd name="connsiteY10-82" fmla="*/ 1960479 h 3114871"/>
              <a:gd name="connsiteX11-83" fmla="*/ 0 w 4600947"/>
              <a:gd name="connsiteY11-84" fmla="*/ 1531854 h 3114871"/>
              <a:gd name="connsiteX12-85" fmla="*/ 0 w 4600947"/>
              <a:gd name="connsiteY12-86" fmla="*/ 141204 h 3114871"/>
              <a:gd name="connsiteX13-87" fmla="*/ 1857375 w 4600947"/>
              <a:gd name="connsiteY13-88" fmla="*/ 160254 h 3114871"/>
              <a:gd name="connsiteX14-89" fmla="*/ 2605888 w 4600947"/>
              <a:gd name="connsiteY14-90" fmla="*/ 171 h 311487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4600947" h="3114871">
                <a:moveTo>
                  <a:pt x="2605888" y="171"/>
                </a:moveTo>
                <a:cubicBezTo>
                  <a:pt x="2782937" y="2199"/>
                  <a:pt x="2987278" y="22142"/>
                  <a:pt x="3238500" y="55479"/>
                </a:cubicBezTo>
                <a:cubicBezTo>
                  <a:pt x="3965575" y="185654"/>
                  <a:pt x="4244975" y="134854"/>
                  <a:pt x="4591050" y="74529"/>
                </a:cubicBezTo>
                <a:cubicBezTo>
                  <a:pt x="4622625" y="377646"/>
                  <a:pt x="4550579" y="464100"/>
                  <a:pt x="4431078" y="502387"/>
                </a:cubicBezTo>
                <a:cubicBezTo>
                  <a:pt x="3914615" y="599902"/>
                  <a:pt x="3524250" y="1053645"/>
                  <a:pt x="3524250" y="1598562"/>
                </a:cubicBezTo>
                <a:cubicBezTo>
                  <a:pt x="3524250" y="2142797"/>
                  <a:pt x="3913637" y="2596085"/>
                  <a:pt x="4429125" y="2694439"/>
                </a:cubicBezTo>
                <a:cubicBezTo>
                  <a:pt x="4650581" y="2737917"/>
                  <a:pt x="4607718" y="3045713"/>
                  <a:pt x="4572000" y="3103479"/>
                </a:cubicBezTo>
                <a:cubicBezTo>
                  <a:pt x="4257675" y="3147929"/>
                  <a:pt x="3914775" y="3059029"/>
                  <a:pt x="3743325" y="2893929"/>
                </a:cubicBezTo>
                <a:cubicBezTo>
                  <a:pt x="3540125" y="3052679"/>
                  <a:pt x="3384550" y="2897104"/>
                  <a:pt x="3305175" y="2798679"/>
                </a:cubicBezTo>
                <a:cubicBezTo>
                  <a:pt x="3108325" y="2954254"/>
                  <a:pt x="2940050" y="2785979"/>
                  <a:pt x="2857500" y="2693904"/>
                </a:cubicBezTo>
                <a:cubicBezTo>
                  <a:pt x="2460625" y="2811379"/>
                  <a:pt x="2244725" y="2290679"/>
                  <a:pt x="1866900" y="1960479"/>
                </a:cubicBezTo>
                <a:cubicBezTo>
                  <a:pt x="1235075" y="1703304"/>
                  <a:pt x="612775" y="1589004"/>
                  <a:pt x="0" y="1531854"/>
                </a:cubicBezTo>
                <a:lnTo>
                  <a:pt x="0" y="141204"/>
                </a:lnTo>
                <a:cubicBezTo>
                  <a:pt x="590550" y="214229"/>
                  <a:pt x="1152525" y="249154"/>
                  <a:pt x="1857375" y="160254"/>
                </a:cubicBezTo>
                <a:cubicBezTo>
                  <a:pt x="2091531" y="43176"/>
                  <a:pt x="2310805" y="-3209"/>
                  <a:pt x="2605888" y="171"/>
                </a:cubicBezTo>
                <a:close/>
              </a:path>
            </a:pathLst>
          </a:custGeom>
          <a:solidFill>
            <a:srgbClr val="F5D4B7"/>
          </a:solidFill>
          <a:ln>
            <a:noFill/>
          </a:ln>
        </p:spPr>
        <p:style>
          <a:lnRef idx="2">
            <a:srgbClr val="F5D4B7">
              <a:shade val="50000"/>
            </a:srgbClr>
          </a:lnRef>
          <a:fillRef idx="1">
            <a:srgbClr val="F5D4B7"/>
          </a:fillRef>
          <a:effectRef idx="0">
            <a:srgbClr val="F5D4B7"/>
          </a:effectRef>
          <a:fontRef idx="minor">
            <a:srgbClr val="FFFFFF"/>
          </a:fontRef>
        </p:style>
        <p:txBody>
          <a:bodyPr anchor="ctr"/>
          <a:lstStyle/>
          <a:p>
            <a:pPr algn="ctr"/>
            <a:endParaRPr lang="zh-CN" altLang="en-US" sz="2400">
              <a:solidFill>
                <a:srgbClr val="1E497E"/>
              </a:solidFill>
            </a:endParaRPr>
          </a:p>
        </p:txBody>
      </p:sp>
      <p:sp>
        <p:nvSpPr>
          <p:cNvPr id="26" name="任意多边形 8"/>
          <p:cNvSpPr/>
          <p:nvPr>
            <p:custDataLst>
              <p:tags r:id="rId2"/>
            </p:custDataLst>
          </p:nvPr>
        </p:nvSpPr>
        <p:spPr>
          <a:xfrm flipH="1" flipV="1">
            <a:off x="5539562" y="1419444"/>
            <a:ext cx="6021605" cy="4153161"/>
          </a:xfrm>
          <a:custGeom>
            <a:avLst/>
            <a:gdLst>
              <a:gd name="connsiteX0" fmla="*/ 2605888 w 4598478"/>
              <a:gd name="connsiteY0" fmla="*/ 171 h 3114871"/>
              <a:gd name="connsiteX1" fmla="*/ 3238500 w 4598478"/>
              <a:gd name="connsiteY1" fmla="*/ 55479 h 3114871"/>
              <a:gd name="connsiteX2" fmla="*/ 4591050 w 4598478"/>
              <a:gd name="connsiteY2" fmla="*/ 74529 h 3114871"/>
              <a:gd name="connsiteX3" fmla="*/ 4431078 w 4598478"/>
              <a:gd name="connsiteY3" fmla="*/ 502387 h 3114871"/>
              <a:gd name="connsiteX4" fmla="*/ 3524250 w 4598478"/>
              <a:gd name="connsiteY4" fmla="*/ 1598562 h 3114871"/>
              <a:gd name="connsiteX5" fmla="*/ 4429125 w 4598478"/>
              <a:gd name="connsiteY5" fmla="*/ 2694439 h 3114871"/>
              <a:gd name="connsiteX6" fmla="*/ 4429125 w 4598478"/>
              <a:gd name="connsiteY6" fmla="*/ 2693904 h 3114871"/>
              <a:gd name="connsiteX7" fmla="*/ 4572000 w 4598478"/>
              <a:gd name="connsiteY7" fmla="*/ 3103479 h 3114871"/>
              <a:gd name="connsiteX8" fmla="*/ 3743325 w 4598478"/>
              <a:gd name="connsiteY8" fmla="*/ 2893929 h 3114871"/>
              <a:gd name="connsiteX9" fmla="*/ 3305175 w 4598478"/>
              <a:gd name="connsiteY9" fmla="*/ 2798679 h 3114871"/>
              <a:gd name="connsiteX10" fmla="*/ 2857500 w 4598478"/>
              <a:gd name="connsiteY10" fmla="*/ 2693904 h 3114871"/>
              <a:gd name="connsiteX11" fmla="*/ 1866900 w 4598478"/>
              <a:gd name="connsiteY11" fmla="*/ 1960479 h 3114871"/>
              <a:gd name="connsiteX12" fmla="*/ 0 w 4598478"/>
              <a:gd name="connsiteY12" fmla="*/ 1531854 h 3114871"/>
              <a:gd name="connsiteX13" fmla="*/ 0 w 4598478"/>
              <a:gd name="connsiteY13" fmla="*/ 141204 h 3114871"/>
              <a:gd name="connsiteX14" fmla="*/ 1857375 w 4598478"/>
              <a:gd name="connsiteY14" fmla="*/ 160254 h 3114871"/>
              <a:gd name="connsiteX15" fmla="*/ 2605888 w 4598478"/>
              <a:gd name="connsiteY15" fmla="*/ 171 h 3114871"/>
              <a:gd name="connsiteX0-1" fmla="*/ 2605888 w 4598478"/>
              <a:gd name="connsiteY0-2" fmla="*/ 171 h 3114871"/>
              <a:gd name="connsiteX1-3" fmla="*/ 3238500 w 4598478"/>
              <a:gd name="connsiteY1-4" fmla="*/ 55479 h 3114871"/>
              <a:gd name="connsiteX2-5" fmla="*/ 4591050 w 4598478"/>
              <a:gd name="connsiteY2-6" fmla="*/ 74529 h 3114871"/>
              <a:gd name="connsiteX3-7" fmla="*/ 4431078 w 4598478"/>
              <a:gd name="connsiteY3-8" fmla="*/ 502387 h 3114871"/>
              <a:gd name="connsiteX4-9" fmla="*/ 3524250 w 4598478"/>
              <a:gd name="connsiteY4-10" fmla="*/ 1598562 h 3114871"/>
              <a:gd name="connsiteX5-11" fmla="*/ 4429125 w 4598478"/>
              <a:gd name="connsiteY5-12" fmla="*/ 2694439 h 3114871"/>
              <a:gd name="connsiteX6-13" fmla="*/ 4572000 w 4598478"/>
              <a:gd name="connsiteY6-14" fmla="*/ 3103479 h 3114871"/>
              <a:gd name="connsiteX7-15" fmla="*/ 3743325 w 4598478"/>
              <a:gd name="connsiteY7-16" fmla="*/ 2893929 h 3114871"/>
              <a:gd name="connsiteX8-17" fmla="*/ 3305175 w 4598478"/>
              <a:gd name="connsiteY8-18" fmla="*/ 2798679 h 3114871"/>
              <a:gd name="connsiteX9-19" fmla="*/ 2857500 w 4598478"/>
              <a:gd name="connsiteY9-20" fmla="*/ 2693904 h 3114871"/>
              <a:gd name="connsiteX10-21" fmla="*/ 1866900 w 4598478"/>
              <a:gd name="connsiteY10-22" fmla="*/ 1960479 h 3114871"/>
              <a:gd name="connsiteX11-23" fmla="*/ 0 w 4598478"/>
              <a:gd name="connsiteY11-24" fmla="*/ 1531854 h 3114871"/>
              <a:gd name="connsiteX12-25" fmla="*/ 0 w 4598478"/>
              <a:gd name="connsiteY12-26" fmla="*/ 141204 h 3114871"/>
              <a:gd name="connsiteX13-27" fmla="*/ 1857375 w 4598478"/>
              <a:gd name="connsiteY13-28" fmla="*/ 160254 h 3114871"/>
              <a:gd name="connsiteX14-29" fmla="*/ 2605888 w 4598478"/>
              <a:gd name="connsiteY14-30" fmla="*/ 171 h 3114871"/>
              <a:gd name="connsiteX0-31" fmla="*/ 2605888 w 4598478"/>
              <a:gd name="connsiteY0-32" fmla="*/ 171 h 3114871"/>
              <a:gd name="connsiteX1-33" fmla="*/ 3238500 w 4598478"/>
              <a:gd name="connsiteY1-34" fmla="*/ 55479 h 3114871"/>
              <a:gd name="connsiteX2-35" fmla="*/ 4591050 w 4598478"/>
              <a:gd name="connsiteY2-36" fmla="*/ 74529 h 3114871"/>
              <a:gd name="connsiteX3-37" fmla="*/ 4431078 w 4598478"/>
              <a:gd name="connsiteY3-38" fmla="*/ 502387 h 3114871"/>
              <a:gd name="connsiteX4-39" fmla="*/ 3524250 w 4598478"/>
              <a:gd name="connsiteY4-40" fmla="*/ 1598562 h 3114871"/>
              <a:gd name="connsiteX5-41" fmla="*/ 4429125 w 4598478"/>
              <a:gd name="connsiteY5-42" fmla="*/ 2694439 h 3114871"/>
              <a:gd name="connsiteX6-43" fmla="*/ 4572000 w 4598478"/>
              <a:gd name="connsiteY6-44" fmla="*/ 3103479 h 3114871"/>
              <a:gd name="connsiteX7-45" fmla="*/ 3743325 w 4598478"/>
              <a:gd name="connsiteY7-46" fmla="*/ 2893929 h 3114871"/>
              <a:gd name="connsiteX8-47" fmla="*/ 3305175 w 4598478"/>
              <a:gd name="connsiteY8-48" fmla="*/ 2798679 h 3114871"/>
              <a:gd name="connsiteX9-49" fmla="*/ 2857500 w 4598478"/>
              <a:gd name="connsiteY9-50" fmla="*/ 2693904 h 3114871"/>
              <a:gd name="connsiteX10-51" fmla="*/ 1866900 w 4598478"/>
              <a:gd name="connsiteY10-52" fmla="*/ 1960479 h 3114871"/>
              <a:gd name="connsiteX11-53" fmla="*/ 0 w 4598478"/>
              <a:gd name="connsiteY11-54" fmla="*/ 1531854 h 3114871"/>
              <a:gd name="connsiteX12-55" fmla="*/ 0 w 4598478"/>
              <a:gd name="connsiteY12-56" fmla="*/ 141204 h 3114871"/>
              <a:gd name="connsiteX13-57" fmla="*/ 1857375 w 4598478"/>
              <a:gd name="connsiteY13-58" fmla="*/ 160254 h 3114871"/>
              <a:gd name="connsiteX14-59" fmla="*/ 2605888 w 4598478"/>
              <a:gd name="connsiteY14-60" fmla="*/ 171 h 3114871"/>
              <a:gd name="connsiteX0-61" fmla="*/ 2605888 w 4600947"/>
              <a:gd name="connsiteY0-62" fmla="*/ 171 h 3114871"/>
              <a:gd name="connsiteX1-63" fmla="*/ 3238500 w 4600947"/>
              <a:gd name="connsiteY1-64" fmla="*/ 55479 h 3114871"/>
              <a:gd name="connsiteX2-65" fmla="*/ 4591050 w 4600947"/>
              <a:gd name="connsiteY2-66" fmla="*/ 74529 h 3114871"/>
              <a:gd name="connsiteX3-67" fmla="*/ 4431078 w 4600947"/>
              <a:gd name="connsiteY3-68" fmla="*/ 502387 h 3114871"/>
              <a:gd name="connsiteX4-69" fmla="*/ 3524250 w 4600947"/>
              <a:gd name="connsiteY4-70" fmla="*/ 1598562 h 3114871"/>
              <a:gd name="connsiteX5-71" fmla="*/ 4429125 w 4600947"/>
              <a:gd name="connsiteY5-72" fmla="*/ 2694439 h 3114871"/>
              <a:gd name="connsiteX6-73" fmla="*/ 4572000 w 4600947"/>
              <a:gd name="connsiteY6-74" fmla="*/ 3103479 h 3114871"/>
              <a:gd name="connsiteX7-75" fmla="*/ 3743325 w 4600947"/>
              <a:gd name="connsiteY7-76" fmla="*/ 2893929 h 3114871"/>
              <a:gd name="connsiteX8-77" fmla="*/ 3305175 w 4600947"/>
              <a:gd name="connsiteY8-78" fmla="*/ 2798679 h 3114871"/>
              <a:gd name="connsiteX9-79" fmla="*/ 2857500 w 4600947"/>
              <a:gd name="connsiteY9-80" fmla="*/ 2693904 h 3114871"/>
              <a:gd name="connsiteX10-81" fmla="*/ 1866900 w 4600947"/>
              <a:gd name="connsiteY10-82" fmla="*/ 1960479 h 3114871"/>
              <a:gd name="connsiteX11-83" fmla="*/ 0 w 4600947"/>
              <a:gd name="connsiteY11-84" fmla="*/ 1531854 h 3114871"/>
              <a:gd name="connsiteX12-85" fmla="*/ 0 w 4600947"/>
              <a:gd name="connsiteY12-86" fmla="*/ 141204 h 3114871"/>
              <a:gd name="connsiteX13-87" fmla="*/ 1857375 w 4600947"/>
              <a:gd name="connsiteY13-88" fmla="*/ 160254 h 3114871"/>
              <a:gd name="connsiteX14-89" fmla="*/ 2605888 w 4600947"/>
              <a:gd name="connsiteY14-90" fmla="*/ 171 h 311487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4600947" h="3114871">
                <a:moveTo>
                  <a:pt x="2605888" y="171"/>
                </a:moveTo>
                <a:cubicBezTo>
                  <a:pt x="2782937" y="2199"/>
                  <a:pt x="2987278" y="22142"/>
                  <a:pt x="3238500" y="55479"/>
                </a:cubicBezTo>
                <a:cubicBezTo>
                  <a:pt x="3965575" y="185654"/>
                  <a:pt x="4244975" y="134854"/>
                  <a:pt x="4591050" y="74529"/>
                </a:cubicBezTo>
                <a:cubicBezTo>
                  <a:pt x="4622625" y="377646"/>
                  <a:pt x="4550579" y="464100"/>
                  <a:pt x="4431078" y="502387"/>
                </a:cubicBezTo>
                <a:cubicBezTo>
                  <a:pt x="3914615" y="599902"/>
                  <a:pt x="3524250" y="1053645"/>
                  <a:pt x="3524250" y="1598562"/>
                </a:cubicBezTo>
                <a:cubicBezTo>
                  <a:pt x="3524250" y="2142797"/>
                  <a:pt x="3913637" y="2596085"/>
                  <a:pt x="4429125" y="2694439"/>
                </a:cubicBezTo>
                <a:cubicBezTo>
                  <a:pt x="4650581" y="2737917"/>
                  <a:pt x="4607718" y="3045713"/>
                  <a:pt x="4572000" y="3103479"/>
                </a:cubicBezTo>
                <a:cubicBezTo>
                  <a:pt x="4257675" y="3147929"/>
                  <a:pt x="3914775" y="3059029"/>
                  <a:pt x="3743325" y="2893929"/>
                </a:cubicBezTo>
                <a:cubicBezTo>
                  <a:pt x="3540125" y="3052679"/>
                  <a:pt x="3384550" y="2897104"/>
                  <a:pt x="3305175" y="2798679"/>
                </a:cubicBezTo>
                <a:cubicBezTo>
                  <a:pt x="3108325" y="2954254"/>
                  <a:pt x="2940050" y="2785979"/>
                  <a:pt x="2857500" y="2693904"/>
                </a:cubicBezTo>
                <a:cubicBezTo>
                  <a:pt x="2460625" y="2811379"/>
                  <a:pt x="2244725" y="2290679"/>
                  <a:pt x="1866900" y="1960479"/>
                </a:cubicBezTo>
                <a:cubicBezTo>
                  <a:pt x="1235075" y="1703304"/>
                  <a:pt x="612775" y="1589004"/>
                  <a:pt x="0" y="1531854"/>
                </a:cubicBezTo>
                <a:lnTo>
                  <a:pt x="0" y="141204"/>
                </a:lnTo>
                <a:cubicBezTo>
                  <a:pt x="590550" y="214229"/>
                  <a:pt x="1152525" y="249154"/>
                  <a:pt x="1857375" y="160254"/>
                </a:cubicBezTo>
                <a:cubicBezTo>
                  <a:pt x="2091531" y="43176"/>
                  <a:pt x="2310805" y="-3209"/>
                  <a:pt x="2605888" y="171"/>
                </a:cubicBezTo>
                <a:close/>
              </a:path>
            </a:pathLst>
          </a:custGeom>
          <a:solidFill>
            <a:srgbClr val="F5D4B7"/>
          </a:solidFill>
          <a:ln>
            <a:noFill/>
          </a:ln>
        </p:spPr>
        <p:style>
          <a:lnRef idx="2">
            <a:srgbClr val="F5D4B7">
              <a:shade val="50000"/>
            </a:srgbClr>
          </a:lnRef>
          <a:fillRef idx="1">
            <a:srgbClr val="F5D4B7"/>
          </a:fillRef>
          <a:effectRef idx="0">
            <a:srgbClr val="F5D4B7"/>
          </a:effectRef>
          <a:fontRef idx="minor">
            <a:srgbClr val="FFFFFF"/>
          </a:fontRef>
        </p:style>
        <p:txBody>
          <a:bodyPr anchor="ctr"/>
          <a:lstStyle/>
          <a:p>
            <a:pPr algn="ctr"/>
            <a:endParaRPr lang="zh-CN" altLang="en-US" sz="2400">
              <a:solidFill>
                <a:srgbClr val="1E497E"/>
              </a:solidFill>
            </a:endParaRPr>
          </a:p>
        </p:txBody>
      </p:sp>
      <p:sp>
        <p:nvSpPr>
          <p:cNvPr id="27" name="TextBox 9"/>
          <p:cNvSpPr txBox="1"/>
          <p:nvPr>
            <p:custDataLst>
              <p:tags r:id="rId3"/>
            </p:custDataLst>
          </p:nvPr>
        </p:nvSpPr>
        <p:spPr>
          <a:xfrm>
            <a:off x="2873105" y="1612401"/>
            <a:ext cx="1486244" cy="461665"/>
          </a:xfrm>
          <a:prstGeom prst="rect">
            <a:avLst/>
          </a:prstGeom>
          <a:noFill/>
        </p:spPr>
        <p:txBody>
          <a:bodyPr wrap="square" rtlCol="0">
            <a:spAutoFit/>
          </a:bodyPr>
          <a:lstStyle/>
          <a:p>
            <a:r>
              <a:rPr lang="zh-CN" altLang="en-US" sz="2400" b="1" dirty="0">
                <a:solidFill>
                  <a:srgbClr val="1E497E"/>
                </a:solidFill>
                <a:latin typeface="微软雅黑" panose="020B0503020204020204" pitchFamily="34" charset="-122"/>
                <a:ea typeface="微软雅黑" panose="020B0503020204020204" pitchFamily="34" charset="-122"/>
              </a:rPr>
              <a:t>模拟信号</a:t>
            </a:r>
            <a:endParaRPr lang="zh-CN" altLang="en-US" sz="2400" b="1" dirty="0">
              <a:solidFill>
                <a:srgbClr val="1E497E"/>
              </a:solidFill>
              <a:latin typeface="微软雅黑" panose="020B0503020204020204" pitchFamily="34" charset="-122"/>
              <a:ea typeface="微软雅黑" panose="020B0503020204020204" pitchFamily="34" charset="-122"/>
            </a:endParaRPr>
          </a:p>
        </p:txBody>
      </p:sp>
      <p:sp>
        <p:nvSpPr>
          <p:cNvPr id="28" name="矩形 6"/>
          <p:cNvSpPr>
            <a:spLocks noChangeArrowheads="1"/>
          </p:cNvSpPr>
          <p:nvPr>
            <p:custDataLst>
              <p:tags r:id="rId4"/>
            </p:custDataLst>
          </p:nvPr>
        </p:nvSpPr>
        <p:spPr bwMode="auto">
          <a:xfrm>
            <a:off x="2720090" y="2177646"/>
            <a:ext cx="1748625"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kumimoji="1" lang="zh-CN" altLang="en-US" dirty="0">
                <a:latin typeface="微软雅黑" panose="020B0503020204020204" pitchFamily="34" charset="-122"/>
                <a:ea typeface="微软雅黑" panose="020B0503020204020204" pitchFamily="34" charset="-122"/>
                <a:sym typeface="+mn-ea"/>
              </a:rPr>
              <a:t>其信号波形可以表示为时间的连续函数</a:t>
            </a:r>
            <a:endParaRPr kumimoji="1" lang="zh-CN" altLang="en-US" dirty="0">
              <a:solidFill>
                <a:srgbClr val="1E497E"/>
              </a:solidFill>
              <a:latin typeface="微软雅黑" panose="020B0503020204020204" pitchFamily="34" charset="-122"/>
              <a:ea typeface="微软雅黑" panose="020B0503020204020204" pitchFamily="34" charset="-122"/>
              <a:sym typeface="+mn-ea"/>
            </a:endParaRPr>
          </a:p>
        </p:txBody>
      </p:sp>
      <p:sp>
        <p:nvSpPr>
          <p:cNvPr id="29" name="TextBox 13"/>
          <p:cNvSpPr txBox="1"/>
          <p:nvPr>
            <p:custDataLst>
              <p:tags r:id="rId5"/>
            </p:custDataLst>
          </p:nvPr>
        </p:nvSpPr>
        <p:spPr>
          <a:xfrm>
            <a:off x="7301565" y="2408478"/>
            <a:ext cx="1609950" cy="461665"/>
          </a:xfrm>
          <a:prstGeom prst="rect">
            <a:avLst/>
          </a:prstGeom>
          <a:noFill/>
        </p:spPr>
        <p:txBody>
          <a:bodyPr wrap="square" rtlCol="0">
            <a:spAutoFit/>
          </a:bodyPr>
          <a:lstStyle/>
          <a:p>
            <a:r>
              <a:rPr lang="zh-CN" altLang="en-US" sz="2400" b="1" dirty="0">
                <a:solidFill>
                  <a:srgbClr val="1E497E"/>
                </a:solidFill>
                <a:latin typeface="微软雅黑" panose="020B0503020204020204" pitchFamily="34" charset="-122"/>
                <a:ea typeface="微软雅黑" panose="020B0503020204020204" pitchFamily="34" charset="-122"/>
              </a:rPr>
              <a:t>数字信号</a:t>
            </a:r>
            <a:endParaRPr lang="zh-CN" altLang="en-US" sz="2400" b="1" dirty="0">
              <a:solidFill>
                <a:srgbClr val="1E497E"/>
              </a:solidFill>
              <a:latin typeface="微软雅黑" panose="020B0503020204020204" pitchFamily="34" charset="-122"/>
              <a:ea typeface="微软雅黑" panose="020B0503020204020204" pitchFamily="34" charset="-122"/>
            </a:endParaRPr>
          </a:p>
        </p:txBody>
      </p:sp>
      <p:sp>
        <p:nvSpPr>
          <p:cNvPr id="30" name="矩形 6"/>
          <p:cNvSpPr>
            <a:spLocks noChangeArrowheads="1"/>
          </p:cNvSpPr>
          <p:nvPr>
            <p:custDataLst>
              <p:tags r:id="rId6"/>
            </p:custDataLst>
          </p:nvPr>
        </p:nvSpPr>
        <p:spPr bwMode="auto">
          <a:xfrm>
            <a:off x="7128543" y="2980473"/>
            <a:ext cx="233511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kumimoji="1" lang="zh-CN" altLang="en-US" dirty="0">
                <a:latin typeface="微软雅黑" panose="020B0503020204020204" pitchFamily="34" charset="-122"/>
                <a:ea typeface="微软雅黑" panose="020B0503020204020204" pitchFamily="34" charset="-122"/>
                <a:sym typeface="+mn-ea"/>
              </a:rPr>
              <a:t>它在取值上是离散的、不连续的，例如以“</a:t>
            </a:r>
            <a:r>
              <a:rPr kumimoji="1" lang="en-US" altLang="zh-CN" dirty="0">
                <a:latin typeface="微软雅黑" panose="020B0503020204020204" pitchFamily="34" charset="-122"/>
                <a:ea typeface="微软雅黑" panose="020B0503020204020204" pitchFamily="34" charset="-122"/>
                <a:sym typeface="+mn-ea"/>
              </a:rPr>
              <a:t>0”</a:t>
            </a:r>
            <a:r>
              <a:rPr kumimoji="1" lang="zh-CN" altLang="en-US" dirty="0">
                <a:latin typeface="微软雅黑" panose="020B0503020204020204" pitchFamily="34" charset="-122"/>
                <a:ea typeface="微软雅黑" panose="020B0503020204020204" pitchFamily="34" charset="-122"/>
                <a:sym typeface="+mn-ea"/>
              </a:rPr>
              <a:t>和“</a:t>
            </a:r>
            <a:r>
              <a:rPr kumimoji="1" lang="en-US" altLang="zh-CN" dirty="0">
                <a:latin typeface="微软雅黑" panose="020B0503020204020204" pitchFamily="34" charset="-122"/>
                <a:ea typeface="微软雅黑" panose="020B0503020204020204" pitchFamily="34" charset="-122"/>
                <a:sym typeface="+mn-ea"/>
              </a:rPr>
              <a:t>1</a:t>
            </a:r>
            <a:r>
              <a:rPr kumimoji="1" lang="zh-CN" altLang="en-US" dirty="0">
                <a:latin typeface="微软雅黑" panose="020B0503020204020204" pitchFamily="34" charset="-122"/>
                <a:ea typeface="微软雅黑" panose="020B0503020204020204" pitchFamily="34" charset="-122"/>
                <a:sym typeface="+mn-ea"/>
              </a:rPr>
              <a:t>”</a:t>
            </a:r>
            <a:r>
              <a:rPr kumimoji="1" lang="en-US" altLang="zh-CN" dirty="0">
                <a:latin typeface="微软雅黑" panose="020B0503020204020204" pitchFamily="34" charset="-122"/>
                <a:ea typeface="微软雅黑" panose="020B0503020204020204" pitchFamily="34" charset="-122"/>
                <a:sym typeface="+mn-ea"/>
              </a:rPr>
              <a:t> </a:t>
            </a:r>
            <a:r>
              <a:rPr kumimoji="1" lang="zh-CN" altLang="en-US" dirty="0">
                <a:latin typeface="微软雅黑" panose="020B0503020204020204" pitchFamily="34" charset="-122"/>
                <a:ea typeface="微软雅黑" panose="020B0503020204020204" pitchFamily="34" charset="-122"/>
                <a:sym typeface="+mn-ea"/>
              </a:rPr>
              <a:t>来表示二进制数字信号。</a:t>
            </a:r>
            <a:endParaRPr kumimoji="1" lang="zh-CN" altLang="en-US" dirty="0">
              <a:solidFill>
                <a:srgbClr val="1E497E"/>
              </a:solidFill>
              <a:latin typeface="微软雅黑" panose="020B0503020204020204" pitchFamily="34" charset="-122"/>
              <a:ea typeface="微软雅黑" panose="020B0503020204020204" pitchFamily="34" charset="-122"/>
              <a:sym typeface="+mn-ea"/>
            </a:endParaRPr>
          </a:p>
        </p:txBody>
      </p:sp>
      <p:sp>
        <p:nvSpPr>
          <p:cNvPr id="31" name="Freeform 130"/>
          <p:cNvSpPr>
            <a:spLocks noEditPoints="1"/>
          </p:cNvSpPr>
          <p:nvPr>
            <p:custDataLst>
              <p:tags r:id="rId7"/>
            </p:custDataLst>
          </p:nvPr>
        </p:nvSpPr>
        <p:spPr bwMode="auto">
          <a:xfrm>
            <a:off x="4284583" y="2142511"/>
            <a:ext cx="2697056" cy="2592288"/>
          </a:xfrm>
          <a:custGeom>
            <a:avLst/>
            <a:gdLst/>
            <a:ahLst/>
            <a:cxnLst>
              <a:cxn ang="0">
                <a:pos x="275" y="12"/>
              </a:cxn>
              <a:cxn ang="0">
                <a:pos x="297" y="7"/>
              </a:cxn>
              <a:cxn ang="0">
                <a:pos x="237" y="26"/>
              </a:cxn>
              <a:cxn ang="0">
                <a:pos x="731" y="474"/>
              </a:cxn>
              <a:cxn ang="0">
                <a:pos x="724" y="482"/>
              </a:cxn>
              <a:cxn ang="0">
                <a:pos x="470" y="13"/>
              </a:cxn>
              <a:cxn ang="0">
                <a:pos x="454" y="10"/>
              </a:cxn>
              <a:cxn ang="0">
                <a:pos x="470" y="32"/>
              </a:cxn>
              <a:cxn ang="0">
                <a:pos x="475" y="26"/>
              </a:cxn>
              <a:cxn ang="0">
                <a:pos x="432" y="9"/>
              </a:cxn>
              <a:cxn ang="0">
                <a:pos x="423" y="8"/>
              </a:cxn>
              <a:cxn ang="0">
                <a:pos x="397" y="9"/>
              </a:cxn>
              <a:cxn ang="0">
                <a:pos x="386" y="10"/>
              </a:cxn>
              <a:cxn ang="0">
                <a:pos x="390" y="18"/>
              </a:cxn>
              <a:cxn ang="0">
                <a:pos x="538" y="408"/>
              </a:cxn>
              <a:cxn ang="0">
                <a:pos x="730" y="264"/>
              </a:cxn>
              <a:cxn ang="0">
                <a:pos x="478" y="71"/>
              </a:cxn>
              <a:cxn ang="0">
                <a:pos x="418" y="50"/>
              </a:cxn>
              <a:cxn ang="0">
                <a:pos x="363" y="88"/>
              </a:cxn>
              <a:cxn ang="0">
                <a:pos x="418" y="83"/>
              </a:cxn>
              <a:cxn ang="0">
                <a:pos x="389" y="134"/>
              </a:cxn>
              <a:cxn ang="0">
                <a:pos x="366" y="141"/>
              </a:cxn>
              <a:cxn ang="0">
                <a:pos x="283" y="212"/>
              </a:cxn>
              <a:cxn ang="0">
                <a:pos x="375" y="215"/>
              </a:cxn>
              <a:cxn ang="0">
                <a:pos x="451" y="261"/>
              </a:cxn>
              <a:cxn ang="0">
                <a:pos x="492" y="285"/>
              </a:cxn>
              <a:cxn ang="0">
                <a:pos x="500" y="23"/>
              </a:cxn>
              <a:cxn ang="0">
                <a:pos x="512" y="40"/>
              </a:cxn>
              <a:cxn ang="0">
                <a:pos x="514" y="62"/>
              </a:cxn>
              <a:cxn ang="0">
                <a:pos x="671" y="360"/>
              </a:cxn>
              <a:cxn ang="0">
                <a:pos x="733" y="432"/>
              </a:cxn>
              <a:cxn ang="0">
                <a:pos x="314" y="123"/>
              </a:cxn>
              <a:cxn ang="0">
                <a:pos x="291" y="165"/>
              </a:cxn>
              <a:cxn ang="0">
                <a:pos x="288" y="153"/>
              </a:cxn>
              <a:cxn ang="0">
                <a:pos x="460" y="297"/>
              </a:cxn>
              <a:cxn ang="0">
                <a:pos x="364" y="533"/>
              </a:cxn>
              <a:cxn ang="0">
                <a:pos x="48" y="434"/>
              </a:cxn>
              <a:cxn ang="0">
                <a:pos x="126" y="647"/>
              </a:cxn>
              <a:cxn ang="0">
                <a:pos x="166" y="674"/>
              </a:cxn>
              <a:cxn ang="0">
                <a:pos x="11" y="348"/>
              </a:cxn>
              <a:cxn ang="0">
                <a:pos x="290" y="70"/>
              </a:cxn>
              <a:cxn ang="0">
                <a:pos x="88" y="161"/>
              </a:cxn>
              <a:cxn ang="0">
                <a:pos x="351" y="3"/>
              </a:cxn>
              <a:cxn ang="0">
                <a:pos x="352" y="1"/>
              </a:cxn>
              <a:cxn ang="0">
                <a:pos x="347" y="1"/>
              </a:cxn>
              <a:cxn ang="0">
                <a:pos x="341" y="2"/>
              </a:cxn>
              <a:cxn ang="0">
                <a:pos x="322" y="4"/>
              </a:cxn>
              <a:cxn ang="0">
                <a:pos x="281" y="13"/>
              </a:cxn>
              <a:cxn ang="0">
                <a:pos x="270" y="17"/>
              </a:cxn>
              <a:cxn ang="0">
                <a:pos x="242" y="33"/>
              </a:cxn>
              <a:cxn ang="0">
                <a:pos x="175" y="96"/>
              </a:cxn>
              <a:cxn ang="0">
                <a:pos x="299" y="35"/>
              </a:cxn>
              <a:cxn ang="0">
                <a:pos x="351" y="0"/>
              </a:cxn>
              <a:cxn ang="0">
                <a:pos x="330" y="2"/>
              </a:cxn>
              <a:cxn ang="0">
                <a:pos x="271" y="14"/>
              </a:cxn>
              <a:cxn ang="0">
                <a:pos x="319" y="3"/>
              </a:cxn>
              <a:cxn ang="0">
                <a:pos x="186" y="52"/>
              </a:cxn>
              <a:cxn ang="0">
                <a:pos x="208" y="42"/>
              </a:cxn>
              <a:cxn ang="0">
                <a:pos x="179" y="53"/>
              </a:cxn>
              <a:cxn ang="0">
                <a:pos x="193" y="48"/>
              </a:cxn>
              <a:cxn ang="0">
                <a:pos x="108" y="138"/>
              </a:cxn>
              <a:cxn ang="0">
                <a:pos x="86" y="134"/>
              </a:cxn>
              <a:cxn ang="0">
                <a:pos x="66" y="186"/>
              </a:cxn>
            </a:cxnLst>
            <a:rect l="0" t="0" r="r" b="b"/>
            <a:pathLst>
              <a:path w="746" h="719">
                <a:moveTo>
                  <a:pt x="713" y="218"/>
                </a:moveTo>
                <a:cubicBezTo>
                  <a:pt x="709" y="210"/>
                  <a:pt x="709" y="210"/>
                  <a:pt x="709" y="210"/>
                </a:cubicBezTo>
                <a:cubicBezTo>
                  <a:pt x="711" y="213"/>
                  <a:pt x="712" y="216"/>
                  <a:pt x="713" y="218"/>
                </a:cubicBezTo>
                <a:cubicBezTo>
                  <a:pt x="713" y="218"/>
                  <a:pt x="713" y="218"/>
                  <a:pt x="713" y="218"/>
                </a:cubicBezTo>
                <a:moveTo>
                  <a:pt x="709" y="210"/>
                </a:moveTo>
                <a:cubicBezTo>
                  <a:pt x="706" y="203"/>
                  <a:pt x="701" y="194"/>
                  <a:pt x="697" y="187"/>
                </a:cubicBezTo>
                <a:cubicBezTo>
                  <a:pt x="697" y="186"/>
                  <a:pt x="697" y="186"/>
                  <a:pt x="697" y="186"/>
                </a:cubicBezTo>
                <a:cubicBezTo>
                  <a:pt x="702" y="195"/>
                  <a:pt x="704" y="199"/>
                  <a:pt x="709" y="210"/>
                </a:cubicBezTo>
                <a:cubicBezTo>
                  <a:pt x="709" y="210"/>
                  <a:pt x="709" y="210"/>
                  <a:pt x="709" y="210"/>
                </a:cubicBezTo>
                <a:moveTo>
                  <a:pt x="696" y="186"/>
                </a:moveTo>
                <a:cubicBezTo>
                  <a:pt x="697" y="186"/>
                  <a:pt x="697" y="186"/>
                  <a:pt x="697" y="186"/>
                </a:cubicBezTo>
                <a:cubicBezTo>
                  <a:pt x="697" y="187"/>
                  <a:pt x="697" y="187"/>
                  <a:pt x="697" y="187"/>
                </a:cubicBezTo>
                <a:cubicBezTo>
                  <a:pt x="697" y="186"/>
                  <a:pt x="697" y="186"/>
                  <a:pt x="696" y="186"/>
                </a:cubicBezTo>
                <a:moveTo>
                  <a:pt x="746" y="352"/>
                </a:moveTo>
                <a:cubicBezTo>
                  <a:pt x="745" y="351"/>
                  <a:pt x="745" y="350"/>
                  <a:pt x="745" y="348"/>
                </a:cubicBezTo>
                <a:cubicBezTo>
                  <a:pt x="745" y="350"/>
                  <a:pt x="745" y="351"/>
                  <a:pt x="746" y="352"/>
                </a:cubicBezTo>
                <a:cubicBezTo>
                  <a:pt x="746" y="352"/>
                  <a:pt x="746" y="352"/>
                  <a:pt x="746" y="352"/>
                </a:cubicBezTo>
                <a:moveTo>
                  <a:pt x="745" y="347"/>
                </a:moveTo>
                <a:cubicBezTo>
                  <a:pt x="745" y="346"/>
                  <a:pt x="745" y="344"/>
                  <a:pt x="745" y="343"/>
                </a:cubicBezTo>
                <a:cubicBezTo>
                  <a:pt x="745" y="345"/>
                  <a:pt x="745" y="347"/>
                  <a:pt x="745" y="348"/>
                </a:cubicBezTo>
                <a:cubicBezTo>
                  <a:pt x="745" y="348"/>
                  <a:pt x="745" y="348"/>
                  <a:pt x="745" y="347"/>
                </a:cubicBezTo>
                <a:moveTo>
                  <a:pt x="743" y="327"/>
                </a:moveTo>
                <a:cubicBezTo>
                  <a:pt x="743" y="321"/>
                  <a:pt x="743" y="321"/>
                  <a:pt x="743" y="321"/>
                </a:cubicBezTo>
                <a:cubicBezTo>
                  <a:pt x="743" y="324"/>
                  <a:pt x="743" y="326"/>
                  <a:pt x="743" y="329"/>
                </a:cubicBezTo>
                <a:cubicBezTo>
                  <a:pt x="743" y="328"/>
                  <a:pt x="743" y="327"/>
                  <a:pt x="743" y="327"/>
                </a:cubicBezTo>
                <a:moveTo>
                  <a:pt x="309" y="4"/>
                </a:moveTo>
                <a:cubicBezTo>
                  <a:pt x="309" y="5"/>
                  <a:pt x="309" y="5"/>
                  <a:pt x="309" y="5"/>
                </a:cubicBezTo>
                <a:cubicBezTo>
                  <a:pt x="313" y="4"/>
                  <a:pt x="313" y="4"/>
                  <a:pt x="313" y="4"/>
                </a:cubicBezTo>
                <a:cubicBezTo>
                  <a:pt x="313" y="4"/>
                  <a:pt x="313" y="4"/>
                  <a:pt x="313" y="4"/>
                </a:cubicBezTo>
                <a:cubicBezTo>
                  <a:pt x="312" y="4"/>
                  <a:pt x="311" y="4"/>
                  <a:pt x="309" y="4"/>
                </a:cubicBezTo>
                <a:moveTo>
                  <a:pt x="307" y="5"/>
                </a:moveTo>
                <a:cubicBezTo>
                  <a:pt x="304" y="5"/>
                  <a:pt x="304" y="5"/>
                  <a:pt x="304" y="5"/>
                </a:cubicBezTo>
                <a:cubicBezTo>
                  <a:pt x="305" y="5"/>
                  <a:pt x="305" y="5"/>
                  <a:pt x="305" y="5"/>
                </a:cubicBezTo>
                <a:cubicBezTo>
                  <a:pt x="306" y="5"/>
                  <a:pt x="306" y="5"/>
                  <a:pt x="307" y="5"/>
                </a:cubicBezTo>
                <a:moveTo>
                  <a:pt x="259" y="17"/>
                </a:moveTo>
                <a:cubicBezTo>
                  <a:pt x="259" y="17"/>
                  <a:pt x="258" y="17"/>
                  <a:pt x="258" y="17"/>
                </a:cubicBezTo>
                <a:cubicBezTo>
                  <a:pt x="258" y="17"/>
                  <a:pt x="259" y="17"/>
                  <a:pt x="259" y="17"/>
                </a:cubicBezTo>
                <a:moveTo>
                  <a:pt x="266" y="15"/>
                </a:moveTo>
                <a:cubicBezTo>
                  <a:pt x="267" y="14"/>
                  <a:pt x="267" y="14"/>
                  <a:pt x="268" y="14"/>
                </a:cubicBezTo>
                <a:cubicBezTo>
                  <a:pt x="268" y="14"/>
                  <a:pt x="268" y="14"/>
                  <a:pt x="268" y="14"/>
                </a:cubicBezTo>
                <a:cubicBezTo>
                  <a:pt x="267" y="14"/>
                  <a:pt x="267" y="14"/>
                  <a:pt x="267" y="14"/>
                </a:cubicBezTo>
                <a:cubicBezTo>
                  <a:pt x="267" y="14"/>
                  <a:pt x="267" y="14"/>
                  <a:pt x="267" y="14"/>
                </a:cubicBezTo>
                <a:cubicBezTo>
                  <a:pt x="266" y="15"/>
                  <a:pt x="266" y="15"/>
                  <a:pt x="266" y="15"/>
                </a:cubicBezTo>
                <a:cubicBezTo>
                  <a:pt x="266" y="15"/>
                  <a:pt x="266" y="15"/>
                  <a:pt x="266" y="15"/>
                </a:cubicBezTo>
                <a:moveTo>
                  <a:pt x="269" y="14"/>
                </a:moveTo>
                <a:cubicBezTo>
                  <a:pt x="269" y="14"/>
                  <a:pt x="269" y="14"/>
                  <a:pt x="269" y="14"/>
                </a:cubicBezTo>
                <a:cubicBezTo>
                  <a:pt x="269" y="14"/>
                  <a:pt x="269" y="14"/>
                  <a:pt x="268" y="14"/>
                </a:cubicBezTo>
                <a:cubicBezTo>
                  <a:pt x="267" y="14"/>
                  <a:pt x="267" y="14"/>
                  <a:pt x="266" y="15"/>
                </a:cubicBezTo>
                <a:cubicBezTo>
                  <a:pt x="269" y="14"/>
                  <a:pt x="269" y="14"/>
                  <a:pt x="269" y="14"/>
                </a:cubicBezTo>
                <a:moveTo>
                  <a:pt x="267" y="14"/>
                </a:moveTo>
                <a:cubicBezTo>
                  <a:pt x="268" y="14"/>
                  <a:pt x="268" y="14"/>
                  <a:pt x="268" y="14"/>
                </a:cubicBezTo>
                <a:cubicBezTo>
                  <a:pt x="269" y="14"/>
                  <a:pt x="269" y="14"/>
                  <a:pt x="270" y="13"/>
                </a:cubicBezTo>
                <a:cubicBezTo>
                  <a:pt x="269" y="14"/>
                  <a:pt x="268" y="14"/>
                  <a:pt x="268" y="14"/>
                </a:cubicBezTo>
                <a:cubicBezTo>
                  <a:pt x="267" y="14"/>
                  <a:pt x="267" y="14"/>
                  <a:pt x="267" y="14"/>
                </a:cubicBezTo>
                <a:cubicBezTo>
                  <a:pt x="267" y="14"/>
                  <a:pt x="267" y="14"/>
                  <a:pt x="267" y="14"/>
                </a:cubicBezTo>
                <a:moveTo>
                  <a:pt x="270" y="13"/>
                </a:moveTo>
                <a:cubicBezTo>
                  <a:pt x="274" y="12"/>
                  <a:pt x="274" y="12"/>
                  <a:pt x="274" y="12"/>
                </a:cubicBezTo>
                <a:cubicBezTo>
                  <a:pt x="274" y="12"/>
                  <a:pt x="274" y="12"/>
                  <a:pt x="274" y="12"/>
                </a:cubicBezTo>
                <a:cubicBezTo>
                  <a:pt x="275" y="12"/>
                  <a:pt x="275" y="12"/>
                  <a:pt x="275" y="12"/>
                </a:cubicBezTo>
                <a:cubicBezTo>
                  <a:pt x="275" y="12"/>
                  <a:pt x="275" y="12"/>
                  <a:pt x="275" y="12"/>
                </a:cubicBezTo>
                <a:cubicBezTo>
                  <a:pt x="273" y="13"/>
                  <a:pt x="272" y="13"/>
                  <a:pt x="270" y="13"/>
                </a:cubicBezTo>
                <a:cubicBezTo>
                  <a:pt x="269" y="14"/>
                  <a:pt x="269" y="14"/>
                  <a:pt x="268" y="14"/>
                </a:cubicBezTo>
                <a:cubicBezTo>
                  <a:pt x="270" y="13"/>
                  <a:pt x="270" y="13"/>
                  <a:pt x="270" y="13"/>
                </a:cubicBezTo>
                <a:moveTo>
                  <a:pt x="279" y="11"/>
                </a:moveTo>
                <a:cubicBezTo>
                  <a:pt x="279" y="11"/>
                  <a:pt x="279" y="11"/>
                  <a:pt x="279" y="11"/>
                </a:cubicBezTo>
                <a:cubicBezTo>
                  <a:pt x="280" y="11"/>
                  <a:pt x="281" y="11"/>
                  <a:pt x="281" y="10"/>
                </a:cubicBezTo>
                <a:cubicBezTo>
                  <a:pt x="284" y="10"/>
                  <a:pt x="284" y="10"/>
                  <a:pt x="284" y="10"/>
                </a:cubicBezTo>
                <a:cubicBezTo>
                  <a:pt x="284" y="10"/>
                  <a:pt x="284" y="10"/>
                  <a:pt x="284" y="10"/>
                </a:cubicBezTo>
                <a:cubicBezTo>
                  <a:pt x="283" y="10"/>
                  <a:pt x="283" y="10"/>
                  <a:pt x="283" y="10"/>
                </a:cubicBezTo>
                <a:cubicBezTo>
                  <a:pt x="282" y="10"/>
                  <a:pt x="281" y="10"/>
                  <a:pt x="280" y="11"/>
                </a:cubicBezTo>
                <a:cubicBezTo>
                  <a:pt x="280" y="11"/>
                  <a:pt x="280" y="11"/>
                  <a:pt x="280" y="11"/>
                </a:cubicBezTo>
                <a:cubicBezTo>
                  <a:pt x="279" y="11"/>
                  <a:pt x="279" y="11"/>
                  <a:pt x="279" y="11"/>
                </a:cubicBezTo>
                <a:moveTo>
                  <a:pt x="286" y="9"/>
                </a:moveTo>
                <a:cubicBezTo>
                  <a:pt x="287" y="9"/>
                  <a:pt x="287" y="9"/>
                  <a:pt x="287" y="9"/>
                </a:cubicBezTo>
                <a:cubicBezTo>
                  <a:pt x="289" y="9"/>
                  <a:pt x="289" y="9"/>
                  <a:pt x="289" y="9"/>
                </a:cubicBezTo>
                <a:cubicBezTo>
                  <a:pt x="290" y="8"/>
                  <a:pt x="290" y="8"/>
                  <a:pt x="290" y="8"/>
                </a:cubicBezTo>
                <a:cubicBezTo>
                  <a:pt x="288" y="9"/>
                  <a:pt x="288" y="9"/>
                  <a:pt x="288" y="9"/>
                </a:cubicBezTo>
                <a:cubicBezTo>
                  <a:pt x="287" y="9"/>
                  <a:pt x="287" y="9"/>
                  <a:pt x="287" y="9"/>
                </a:cubicBezTo>
                <a:cubicBezTo>
                  <a:pt x="286" y="9"/>
                  <a:pt x="286" y="9"/>
                  <a:pt x="286" y="9"/>
                </a:cubicBezTo>
                <a:cubicBezTo>
                  <a:pt x="286" y="9"/>
                  <a:pt x="286" y="9"/>
                  <a:pt x="286" y="9"/>
                </a:cubicBezTo>
                <a:moveTo>
                  <a:pt x="293" y="8"/>
                </a:moveTo>
                <a:cubicBezTo>
                  <a:pt x="294" y="7"/>
                  <a:pt x="294" y="7"/>
                  <a:pt x="294" y="7"/>
                </a:cubicBezTo>
                <a:cubicBezTo>
                  <a:pt x="298" y="7"/>
                  <a:pt x="298" y="7"/>
                  <a:pt x="298" y="7"/>
                </a:cubicBezTo>
                <a:cubicBezTo>
                  <a:pt x="298" y="7"/>
                  <a:pt x="298" y="7"/>
                  <a:pt x="298" y="7"/>
                </a:cubicBezTo>
                <a:cubicBezTo>
                  <a:pt x="296" y="7"/>
                  <a:pt x="296" y="7"/>
                  <a:pt x="296" y="7"/>
                </a:cubicBezTo>
                <a:cubicBezTo>
                  <a:pt x="293" y="8"/>
                  <a:pt x="293" y="8"/>
                  <a:pt x="293" y="8"/>
                </a:cubicBezTo>
                <a:cubicBezTo>
                  <a:pt x="292" y="8"/>
                  <a:pt x="292" y="8"/>
                  <a:pt x="292" y="8"/>
                </a:cubicBezTo>
                <a:cubicBezTo>
                  <a:pt x="292" y="8"/>
                  <a:pt x="291" y="8"/>
                  <a:pt x="291" y="8"/>
                </a:cubicBezTo>
                <a:cubicBezTo>
                  <a:pt x="293" y="8"/>
                  <a:pt x="293" y="8"/>
                  <a:pt x="293" y="8"/>
                </a:cubicBezTo>
                <a:moveTo>
                  <a:pt x="298" y="7"/>
                </a:moveTo>
                <a:cubicBezTo>
                  <a:pt x="298" y="7"/>
                  <a:pt x="298" y="7"/>
                  <a:pt x="298" y="7"/>
                </a:cubicBezTo>
                <a:cubicBezTo>
                  <a:pt x="298" y="7"/>
                  <a:pt x="298" y="7"/>
                  <a:pt x="298" y="7"/>
                </a:cubicBezTo>
                <a:cubicBezTo>
                  <a:pt x="298" y="7"/>
                  <a:pt x="298" y="7"/>
                  <a:pt x="298" y="7"/>
                </a:cubicBezTo>
                <a:moveTo>
                  <a:pt x="309" y="5"/>
                </a:moveTo>
                <a:cubicBezTo>
                  <a:pt x="314" y="4"/>
                  <a:pt x="314" y="4"/>
                  <a:pt x="314" y="4"/>
                </a:cubicBezTo>
                <a:cubicBezTo>
                  <a:pt x="315" y="4"/>
                  <a:pt x="315" y="4"/>
                  <a:pt x="315" y="4"/>
                </a:cubicBezTo>
                <a:cubicBezTo>
                  <a:pt x="314" y="4"/>
                  <a:pt x="313" y="4"/>
                  <a:pt x="312" y="4"/>
                </a:cubicBezTo>
                <a:cubicBezTo>
                  <a:pt x="311" y="4"/>
                  <a:pt x="311" y="4"/>
                  <a:pt x="311" y="4"/>
                </a:cubicBezTo>
                <a:cubicBezTo>
                  <a:pt x="308" y="5"/>
                  <a:pt x="308" y="5"/>
                  <a:pt x="308" y="5"/>
                </a:cubicBezTo>
                <a:cubicBezTo>
                  <a:pt x="309" y="5"/>
                  <a:pt x="309" y="5"/>
                  <a:pt x="309" y="5"/>
                </a:cubicBezTo>
                <a:moveTo>
                  <a:pt x="315" y="4"/>
                </a:moveTo>
                <a:cubicBezTo>
                  <a:pt x="315" y="4"/>
                  <a:pt x="315" y="4"/>
                  <a:pt x="315" y="4"/>
                </a:cubicBezTo>
                <a:cubicBezTo>
                  <a:pt x="315" y="4"/>
                  <a:pt x="315" y="4"/>
                  <a:pt x="315" y="4"/>
                </a:cubicBezTo>
                <a:cubicBezTo>
                  <a:pt x="315" y="4"/>
                  <a:pt x="315" y="4"/>
                  <a:pt x="315" y="4"/>
                </a:cubicBezTo>
                <a:moveTo>
                  <a:pt x="295" y="7"/>
                </a:moveTo>
                <a:cubicBezTo>
                  <a:pt x="295" y="7"/>
                  <a:pt x="295" y="7"/>
                  <a:pt x="295" y="7"/>
                </a:cubicBezTo>
                <a:cubicBezTo>
                  <a:pt x="295" y="7"/>
                  <a:pt x="295" y="7"/>
                  <a:pt x="294" y="8"/>
                </a:cubicBezTo>
                <a:cubicBezTo>
                  <a:pt x="295" y="7"/>
                  <a:pt x="295" y="7"/>
                  <a:pt x="295" y="7"/>
                </a:cubicBezTo>
                <a:moveTo>
                  <a:pt x="295" y="7"/>
                </a:moveTo>
                <a:cubicBezTo>
                  <a:pt x="296" y="7"/>
                  <a:pt x="296" y="7"/>
                  <a:pt x="296" y="7"/>
                </a:cubicBezTo>
                <a:cubicBezTo>
                  <a:pt x="298" y="7"/>
                  <a:pt x="298" y="7"/>
                  <a:pt x="298" y="7"/>
                </a:cubicBezTo>
                <a:cubicBezTo>
                  <a:pt x="301" y="6"/>
                  <a:pt x="301" y="6"/>
                  <a:pt x="301" y="6"/>
                </a:cubicBezTo>
                <a:cubicBezTo>
                  <a:pt x="300" y="6"/>
                  <a:pt x="300" y="6"/>
                  <a:pt x="300" y="6"/>
                </a:cubicBezTo>
                <a:cubicBezTo>
                  <a:pt x="303" y="6"/>
                  <a:pt x="303" y="6"/>
                  <a:pt x="303" y="6"/>
                </a:cubicBezTo>
                <a:cubicBezTo>
                  <a:pt x="305" y="5"/>
                  <a:pt x="305" y="5"/>
                  <a:pt x="305" y="5"/>
                </a:cubicBezTo>
                <a:cubicBezTo>
                  <a:pt x="305" y="5"/>
                  <a:pt x="305" y="5"/>
                  <a:pt x="305" y="5"/>
                </a:cubicBezTo>
                <a:cubicBezTo>
                  <a:pt x="305" y="5"/>
                  <a:pt x="305" y="5"/>
                  <a:pt x="305" y="5"/>
                </a:cubicBezTo>
                <a:cubicBezTo>
                  <a:pt x="302" y="6"/>
                  <a:pt x="300" y="6"/>
                  <a:pt x="297" y="7"/>
                </a:cubicBezTo>
                <a:cubicBezTo>
                  <a:pt x="296" y="7"/>
                  <a:pt x="296" y="7"/>
                  <a:pt x="295" y="7"/>
                </a:cubicBezTo>
                <a:cubicBezTo>
                  <a:pt x="295" y="7"/>
                  <a:pt x="295" y="7"/>
                  <a:pt x="295" y="7"/>
                </a:cubicBezTo>
                <a:moveTo>
                  <a:pt x="2" y="405"/>
                </a:moveTo>
                <a:cubicBezTo>
                  <a:pt x="2" y="405"/>
                  <a:pt x="2" y="405"/>
                  <a:pt x="2" y="405"/>
                </a:cubicBezTo>
                <a:cubicBezTo>
                  <a:pt x="2" y="406"/>
                  <a:pt x="2" y="406"/>
                  <a:pt x="2" y="406"/>
                </a:cubicBezTo>
                <a:cubicBezTo>
                  <a:pt x="2" y="405"/>
                  <a:pt x="2" y="405"/>
                  <a:pt x="2" y="405"/>
                </a:cubicBezTo>
                <a:moveTo>
                  <a:pt x="2" y="404"/>
                </a:moveTo>
                <a:cubicBezTo>
                  <a:pt x="2" y="403"/>
                  <a:pt x="2" y="402"/>
                  <a:pt x="1" y="401"/>
                </a:cubicBezTo>
                <a:cubicBezTo>
                  <a:pt x="2" y="401"/>
                  <a:pt x="2" y="401"/>
                  <a:pt x="2" y="402"/>
                </a:cubicBezTo>
                <a:cubicBezTo>
                  <a:pt x="2" y="405"/>
                  <a:pt x="2" y="405"/>
                  <a:pt x="2" y="405"/>
                </a:cubicBezTo>
                <a:cubicBezTo>
                  <a:pt x="2" y="404"/>
                  <a:pt x="2" y="404"/>
                  <a:pt x="2" y="404"/>
                </a:cubicBezTo>
                <a:moveTo>
                  <a:pt x="1" y="383"/>
                </a:moveTo>
                <a:cubicBezTo>
                  <a:pt x="1" y="385"/>
                  <a:pt x="1" y="386"/>
                  <a:pt x="1" y="388"/>
                </a:cubicBezTo>
                <a:cubicBezTo>
                  <a:pt x="1" y="392"/>
                  <a:pt x="1" y="395"/>
                  <a:pt x="1" y="398"/>
                </a:cubicBezTo>
                <a:cubicBezTo>
                  <a:pt x="1" y="399"/>
                  <a:pt x="1" y="399"/>
                  <a:pt x="1" y="399"/>
                </a:cubicBezTo>
                <a:cubicBezTo>
                  <a:pt x="1" y="394"/>
                  <a:pt x="1" y="388"/>
                  <a:pt x="1" y="383"/>
                </a:cubicBezTo>
                <a:moveTo>
                  <a:pt x="23" y="243"/>
                </a:moveTo>
                <a:cubicBezTo>
                  <a:pt x="24" y="240"/>
                  <a:pt x="26" y="236"/>
                  <a:pt x="27" y="232"/>
                </a:cubicBezTo>
                <a:cubicBezTo>
                  <a:pt x="26" y="235"/>
                  <a:pt x="25" y="237"/>
                  <a:pt x="25" y="239"/>
                </a:cubicBezTo>
                <a:cubicBezTo>
                  <a:pt x="23" y="243"/>
                  <a:pt x="23" y="243"/>
                  <a:pt x="23" y="243"/>
                </a:cubicBezTo>
                <a:cubicBezTo>
                  <a:pt x="23" y="243"/>
                  <a:pt x="23" y="243"/>
                  <a:pt x="23" y="243"/>
                </a:cubicBezTo>
                <a:moveTo>
                  <a:pt x="33" y="217"/>
                </a:moveTo>
                <a:cubicBezTo>
                  <a:pt x="33" y="218"/>
                  <a:pt x="33" y="218"/>
                  <a:pt x="33" y="219"/>
                </a:cubicBezTo>
                <a:cubicBezTo>
                  <a:pt x="31" y="224"/>
                  <a:pt x="29" y="228"/>
                  <a:pt x="27" y="232"/>
                </a:cubicBezTo>
                <a:cubicBezTo>
                  <a:pt x="26" y="236"/>
                  <a:pt x="24" y="240"/>
                  <a:pt x="23" y="243"/>
                </a:cubicBezTo>
                <a:cubicBezTo>
                  <a:pt x="27" y="232"/>
                  <a:pt x="29" y="227"/>
                  <a:pt x="33" y="217"/>
                </a:cubicBezTo>
                <a:moveTo>
                  <a:pt x="33" y="217"/>
                </a:moveTo>
                <a:cubicBezTo>
                  <a:pt x="33" y="217"/>
                  <a:pt x="33" y="217"/>
                  <a:pt x="33" y="217"/>
                </a:cubicBezTo>
                <a:cubicBezTo>
                  <a:pt x="33" y="218"/>
                  <a:pt x="33" y="218"/>
                  <a:pt x="33" y="218"/>
                </a:cubicBezTo>
                <a:cubicBezTo>
                  <a:pt x="33" y="219"/>
                  <a:pt x="33" y="219"/>
                  <a:pt x="33" y="219"/>
                </a:cubicBezTo>
                <a:cubicBezTo>
                  <a:pt x="33" y="218"/>
                  <a:pt x="33" y="218"/>
                  <a:pt x="33" y="217"/>
                </a:cubicBezTo>
                <a:moveTo>
                  <a:pt x="47" y="190"/>
                </a:moveTo>
                <a:cubicBezTo>
                  <a:pt x="47" y="190"/>
                  <a:pt x="48" y="189"/>
                  <a:pt x="48" y="188"/>
                </a:cubicBezTo>
                <a:cubicBezTo>
                  <a:pt x="48" y="189"/>
                  <a:pt x="48" y="189"/>
                  <a:pt x="47" y="190"/>
                </a:cubicBezTo>
                <a:cubicBezTo>
                  <a:pt x="47" y="190"/>
                  <a:pt x="47" y="190"/>
                  <a:pt x="47" y="190"/>
                </a:cubicBezTo>
                <a:cubicBezTo>
                  <a:pt x="47" y="190"/>
                  <a:pt x="47" y="190"/>
                  <a:pt x="47" y="190"/>
                </a:cubicBezTo>
                <a:moveTo>
                  <a:pt x="47" y="190"/>
                </a:moveTo>
                <a:cubicBezTo>
                  <a:pt x="47" y="190"/>
                  <a:pt x="48" y="189"/>
                  <a:pt x="48" y="188"/>
                </a:cubicBezTo>
                <a:cubicBezTo>
                  <a:pt x="48" y="189"/>
                  <a:pt x="47" y="190"/>
                  <a:pt x="47" y="190"/>
                </a:cubicBezTo>
                <a:cubicBezTo>
                  <a:pt x="52" y="181"/>
                  <a:pt x="55" y="177"/>
                  <a:pt x="59" y="170"/>
                </a:cubicBezTo>
                <a:cubicBezTo>
                  <a:pt x="55" y="176"/>
                  <a:pt x="52" y="182"/>
                  <a:pt x="48" y="188"/>
                </a:cubicBezTo>
                <a:cubicBezTo>
                  <a:pt x="48" y="189"/>
                  <a:pt x="47" y="190"/>
                  <a:pt x="47" y="190"/>
                </a:cubicBezTo>
                <a:cubicBezTo>
                  <a:pt x="47" y="190"/>
                  <a:pt x="47" y="190"/>
                  <a:pt x="47" y="190"/>
                </a:cubicBezTo>
                <a:moveTo>
                  <a:pt x="135" y="87"/>
                </a:moveTo>
                <a:cubicBezTo>
                  <a:pt x="136" y="86"/>
                  <a:pt x="136" y="85"/>
                  <a:pt x="137" y="85"/>
                </a:cubicBezTo>
                <a:cubicBezTo>
                  <a:pt x="138" y="84"/>
                  <a:pt x="139" y="83"/>
                  <a:pt x="140" y="82"/>
                </a:cubicBezTo>
                <a:cubicBezTo>
                  <a:pt x="140" y="82"/>
                  <a:pt x="140" y="82"/>
                  <a:pt x="140" y="82"/>
                </a:cubicBezTo>
                <a:cubicBezTo>
                  <a:pt x="138" y="83"/>
                  <a:pt x="138" y="83"/>
                  <a:pt x="138" y="83"/>
                </a:cubicBezTo>
                <a:cubicBezTo>
                  <a:pt x="134" y="87"/>
                  <a:pt x="134" y="87"/>
                  <a:pt x="134" y="87"/>
                </a:cubicBezTo>
                <a:cubicBezTo>
                  <a:pt x="134" y="87"/>
                  <a:pt x="134" y="87"/>
                  <a:pt x="134" y="87"/>
                </a:cubicBezTo>
                <a:cubicBezTo>
                  <a:pt x="135" y="87"/>
                  <a:pt x="135" y="87"/>
                  <a:pt x="135" y="87"/>
                </a:cubicBezTo>
                <a:moveTo>
                  <a:pt x="140" y="81"/>
                </a:moveTo>
                <a:cubicBezTo>
                  <a:pt x="141" y="81"/>
                  <a:pt x="141" y="81"/>
                  <a:pt x="141" y="81"/>
                </a:cubicBezTo>
                <a:cubicBezTo>
                  <a:pt x="143" y="79"/>
                  <a:pt x="143" y="79"/>
                  <a:pt x="143" y="79"/>
                </a:cubicBezTo>
                <a:cubicBezTo>
                  <a:pt x="140" y="81"/>
                  <a:pt x="137" y="83"/>
                  <a:pt x="137" y="84"/>
                </a:cubicBezTo>
                <a:cubicBezTo>
                  <a:pt x="137" y="84"/>
                  <a:pt x="139" y="82"/>
                  <a:pt x="140" y="81"/>
                </a:cubicBezTo>
                <a:moveTo>
                  <a:pt x="231" y="28"/>
                </a:moveTo>
                <a:cubicBezTo>
                  <a:pt x="233" y="28"/>
                  <a:pt x="233" y="28"/>
                  <a:pt x="233" y="28"/>
                </a:cubicBezTo>
                <a:cubicBezTo>
                  <a:pt x="237" y="26"/>
                  <a:pt x="237" y="26"/>
                  <a:pt x="237" y="26"/>
                </a:cubicBezTo>
                <a:cubicBezTo>
                  <a:pt x="237" y="26"/>
                  <a:pt x="237" y="26"/>
                  <a:pt x="237" y="26"/>
                </a:cubicBezTo>
                <a:cubicBezTo>
                  <a:pt x="236" y="25"/>
                  <a:pt x="236" y="25"/>
                  <a:pt x="236" y="25"/>
                </a:cubicBezTo>
                <a:cubicBezTo>
                  <a:pt x="231" y="28"/>
                  <a:pt x="231" y="28"/>
                  <a:pt x="231" y="28"/>
                </a:cubicBezTo>
                <a:cubicBezTo>
                  <a:pt x="228" y="29"/>
                  <a:pt x="228" y="29"/>
                  <a:pt x="228" y="29"/>
                </a:cubicBezTo>
                <a:cubicBezTo>
                  <a:pt x="228" y="30"/>
                  <a:pt x="228" y="30"/>
                  <a:pt x="228" y="30"/>
                </a:cubicBezTo>
                <a:cubicBezTo>
                  <a:pt x="231" y="28"/>
                  <a:pt x="231" y="28"/>
                  <a:pt x="231" y="28"/>
                </a:cubicBezTo>
                <a:moveTo>
                  <a:pt x="695" y="448"/>
                </a:moveTo>
                <a:cubicBezTo>
                  <a:pt x="695" y="447"/>
                  <a:pt x="695" y="446"/>
                  <a:pt x="695" y="445"/>
                </a:cubicBezTo>
                <a:cubicBezTo>
                  <a:pt x="695" y="445"/>
                  <a:pt x="695" y="444"/>
                  <a:pt x="695" y="444"/>
                </a:cubicBezTo>
                <a:cubicBezTo>
                  <a:pt x="695" y="443"/>
                  <a:pt x="696" y="443"/>
                  <a:pt x="696" y="443"/>
                </a:cubicBezTo>
                <a:cubicBezTo>
                  <a:pt x="696" y="443"/>
                  <a:pt x="696" y="440"/>
                  <a:pt x="694" y="436"/>
                </a:cubicBezTo>
                <a:cubicBezTo>
                  <a:pt x="694" y="436"/>
                  <a:pt x="694" y="436"/>
                  <a:pt x="694" y="433"/>
                </a:cubicBezTo>
                <a:cubicBezTo>
                  <a:pt x="694" y="432"/>
                  <a:pt x="694" y="432"/>
                  <a:pt x="694" y="432"/>
                </a:cubicBezTo>
                <a:cubicBezTo>
                  <a:pt x="693" y="433"/>
                  <a:pt x="693" y="433"/>
                  <a:pt x="693" y="433"/>
                </a:cubicBezTo>
                <a:cubicBezTo>
                  <a:pt x="692" y="435"/>
                  <a:pt x="692" y="435"/>
                  <a:pt x="692" y="435"/>
                </a:cubicBezTo>
                <a:cubicBezTo>
                  <a:pt x="692" y="435"/>
                  <a:pt x="692" y="437"/>
                  <a:pt x="692" y="438"/>
                </a:cubicBezTo>
                <a:cubicBezTo>
                  <a:pt x="692" y="438"/>
                  <a:pt x="692" y="438"/>
                  <a:pt x="692" y="439"/>
                </a:cubicBezTo>
                <a:cubicBezTo>
                  <a:pt x="692" y="439"/>
                  <a:pt x="692" y="439"/>
                  <a:pt x="692" y="439"/>
                </a:cubicBezTo>
                <a:cubicBezTo>
                  <a:pt x="692" y="440"/>
                  <a:pt x="692" y="441"/>
                  <a:pt x="692" y="441"/>
                </a:cubicBezTo>
                <a:cubicBezTo>
                  <a:pt x="691" y="444"/>
                  <a:pt x="691" y="444"/>
                  <a:pt x="691" y="444"/>
                </a:cubicBezTo>
                <a:cubicBezTo>
                  <a:pt x="690" y="447"/>
                  <a:pt x="690" y="449"/>
                  <a:pt x="690" y="450"/>
                </a:cubicBezTo>
                <a:cubicBezTo>
                  <a:pt x="690" y="451"/>
                  <a:pt x="691" y="453"/>
                  <a:pt x="691" y="453"/>
                </a:cubicBezTo>
                <a:cubicBezTo>
                  <a:pt x="692" y="453"/>
                  <a:pt x="692" y="453"/>
                  <a:pt x="694" y="453"/>
                </a:cubicBezTo>
                <a:cubicBezTo>
                  <a:pt x="694" y="451"/>
                  <a:pt x="695" y="449"/>
                  <a:pt x="695" y="448"/>
                </a:cubicBezTo>
                <a:moveTo>
                  <a:pt x="711" y="529"/>
                </a:moveTo>
                <a:cubicBezTo>
                  <a:pt x="714" y="522"/>
                  <a:pt x="714" y="522"/>
                  <a:pt x="714" y="522"/>
                </a:cubicBezTo>
                <a:cubicBezTo>
                  <a:pt x="714" y="522"/>
                  <a:pt x="715" y="520"/>
                  <a:pt x="715" y="520"/>
                </a:cubicBezTo>
                <a:cubicBezTo>
                  <a:pt x="714" y="521"/>
                  <a:pt x="713" y="521"/>
                  <a:pt x="712" y="522"/>
                </a:cubicBezTo>
                <a:cubicBezTo>
                  <a:pt x="712" y="522"/>
                  <a:pt x="712" y="522"/>
                  <a:pt x="711" y="523"/>
                </a:cubicBezTo>
                <a:cubicBezTo>
                  <a:pt x="712" y="523"/>
                  <a:pt x="712" y="523"/>
                  <a:pt x="712" y="523"/>
                </a:cubicBezTo>
                <a:cubicBezTo>
                  <a:pt x="711" y="524"/>
                  <a:pt x="711" y="525"/>
                  <a:pt x="711" y="525"/>
                </a:cubicBezTo>
                <a:cubicBezTo>
                  <a:pt x="711" y="525"/>
                  <a:pt x="711" y="525"/>
                  <a:pt x="711" y="525"/>
                </a:cubicBezTo>
                <a:cubicBezTo>
                  <a:pt x="711" y="526"/>
                  <a:pt x="711" y="526"/>
                  <a:pt x="710" y="527"/>
                </a:cubicBezTo>
                <a:cubicBezTo>
                  <a:pt x="710" y="528"/>
                  <a:pt x="710" y="528"/>
                  <a:pt x="710" y="528"/>
                </a:cubicBezTo>
                <a:cubicBezTo>
                  <a:pt x="710" y="528"/>
                  <a:pt x="710" y="528"/>
                  <a:pt x="710" y="528"/>
                </a:cubicBezTo>
                <a:cubicBezTo>
                  <a:pt x="710" y="528"/>
                  <a:pt x="711" y="527"/>
                  <a:pt x="711" y="527"/>
                </a:cubicBezTo>
                <a:cubicBezTo>
                  <a:pt x="711" y="527"/>
                  <a:pt x="711" y="526"/>
                  <a:pt x="712" y="527"/>
                </a:cubicBezTo>
                <a:cubicBezTo>
                  <a:pt x="711" y="527"/>
                  <a:pt x="711" y="528"/>
                  <a:pt x="711" y="529"/>
                </a:cubicBezTo>
                <a:cubicBezTo>
                  <a:pt x="711" y="528"/>
                  <a:pt x="711" y="528"/>
                  <a:pt x="711" y="528"/>
                </a:cubicBezTo>
                <a:cubicBezTo>
                  <a:pt x="711" y="528"/>
                  <a:pt x="711" y="528"/>
                  <a:pt x="711" y="528"/>
                </a:cubicBezTo>
                <a:cubicBezTo>
                  <a:pt x="711" y="529"/>
                  <a:pt x="710" y="530"/>
                  <a:pt x="710" y="531"/>
                </a:cubicBezTo>
                <a:cubicBezTo>
                  <a:pt x="710" y="531"/>
                  <a:pt x="710" y="531"/>
                  <a:pt x="710" y="531"/>
                </a:cubicBezTo>
                <a:cubicBezTo>
                  <a:pt x="710" y="531"/>
                  <a:pt x="710" y="531"/>
                  <a:pt x="710" y="531"/>
                </a:cubicBezTo>
                <a:cubicBezTo>
                  <a:pt x="710" y="530"/>
                  <a:pt x="710" y="530"/>
                  <a:pt x="711" y="529"/>
                </a:cubicBezTo>
                <a:moveTo>
                  <a:pt x="712" y="517"/>
                </a:moveTo>
                <a:cubicBezTo>
                  <a:pt x="712" y="517"/>
                  <a:pt x="712" y="516"/>
                  <a:pt x="712" y="516"/>
                </a:cubicBezTo>
                <a:cubicBezTo>
                  <a:pt x="712" y="515"/>
                  <a:pt x="712" y="515"/>
                  <a:pt x="712" y="515"/>
                </a:cubicBezTo>
                <a:cubicBezTo>
                  <a:pt x="713" y="515"/>
                  <a:pt x="713" y="514"/>
                  <a:pt x="713" y="514"/>
                </a:cubicBezTo>
                <a:cubicBezTo>
                  <a:pt x="713" y="514"/>
                  <a:pt x="713" y="515"/>
                  <a:pt x="712" y="515"/>
                </a:cubicBezTo>
                <a:cubicBezTo>
                  <a:pt x="712" y="515"/>
                  <a:pt x="712" y="516"/>
                  <a:pt x="712" y="516"/>
                </a:cubicBezTo>
                <a:cubicBezTo>
                  <a:pt x="712" y="517"/>
                  <a:pt x="712" y="517"/>
                  <a:pt x="712" y="517"/>
                </a:cubicBezTo>
                <a:moveTo>
                  <a:pt x="728" y="487"/>
                </a:moveTo>
                <a:cubicBezTo>
                  <a:pt x="734" y="465"/>
                  <a:pt x="734" y="465"/>
                  <a:pt x="734" y="465"/>
                </a:cubicBezTo>
                <a:cubicBezTo>
                  <a:pt x="733" y="469"/>
                  <a:pt x="733" y="469"/>
                  <a:pt x="733" y="469"/>
                </a:cubicBezTo>
                <a:cubicBezTo>
                  <a:pt x="732" y="471"/>
                  <a:pt x="732" y="473"/>
                  <a:pt x="731" y="475"/>
                </a:cubicBezTo>
                <a:cubicBezTo>
                  <a:pt x="731" y="476"/>
                  <a:pt x="731" y="476"/>
                  <a:pt x="731" y="476"/>
                </a:cubicBezTo>
                <a:cubicBezTo>
                  <a:pt x="731" y="475"/>
                  <a:pt x="731" y="475"/>
                  <a:pt x="731" y="474"/>
                </a:cubicBezTo>
                <a:cubicBezTo>
                  <a:pt x="731" y="473"/>
                  <a:pt x="731" y="473"/>
                  <a:pt x="731" y="473"/>
                </a:cubicBezTo>
                <a:cubicBezTo>
                  <a:pt x="731" y="474"/>
                  <a:pt x="731" y="474"/>
                  <a:pt x="731" y="474"/>
                </a:cubicBezTo>
                <a:cubicBezTo>
                  <a:pt x="728" y="480"/>
                  <a:pt x="727" y="486"/>
                  <a:pt x="725" y="493"/>
                </a:cubicBezTo>
                <a:cubicBezTo>
                  <a:pt x="725" y="493"/>
                  <a:pt x="725" y="493"/>
                  <a:pt x="725" y="493"/>
                </a:cubicBezTo>
                <a:cubicBezTo>
                  <a:pt x="725" y="494"/>
                  <a:pt x="725" y="494"/>
                  <a:pt x="725" y="494"/>
                </a:cubicBezTo>
                <a:cubicBezTo>
                  <a:pt x="723" y="498"/>
                  <a:pt x="723" y="498"/>
                  <a:pt x="722" y="501"/>
                </a:cubicBezTo>
                <a:cubicBezTo>
                  <a:pt x="722" y="504"/>
                  <a:pt x="721" y="504"/>
                  <a:pt x="721" y="504"/>
                </a:cubicBezTo>
                <a:cubicBezTo>
                  <a:pt x="722" y="504"/>
                  <a:pt x="722" y="504"/>
                  <a:pt x="722" y="504"/>
                </a:cubicBezTo>
                <a:cubicBezTo>
                  <a:pt x="728" y="487"/>
                  <a:pt x="728" y="487"/>
                  <a:pt x="728" y="487"/>
                </a:cubicBezTo>
                <a:moveTo>
                  <a:pt x="714" y="506"/>
                </a:moveTo>
                <a:cubicBezTo>
                  <a:pt x="715" y="505"/>
                  <a:pt x="715" y="503"/>
                  <a:pt x="716" y="502"/>
                </a:cubicBezTo>
                <a:cubicBezTo>
                  <a:pt x="716" y="501"/>
                  <a:pt x="716" y="501"/>
                  <a:pt x="716" y="501"/>
                </a:cubicBezTo>
                <a:cubicBezTo>
                  <a:pt x="716" y="500"/>
                  <a:pt x="716" y="500"/>
                  <a:pt x="716" y="500"/>
                </a:cubicBezTo>
                <a:cubicBezTo>
                  <a:pt x="716" y="500"/>
                  <a:pt x="716" y="500"/>
                  <a:pt x="716" y="500"/>
                </a:cubicBezTo>
                <a:cubicBezTo>
                  <a:pt x="716" y="500"/>
                  <a:pt x="716" y="499"/>
                  <a:pt x="716" y="496"/>
                </a:cubicBezTo>
                <a:cubicBezTo>
                  <a:pt x="718" y="491"/>
                  <a:pt x="718" y="491"/>
                  <a:pt x="718" y="491"/>
                </a:cubicBezTo>
                <a:cubicBezTo>
                  <a:pt x="715" y="496"/>
                  <a:pt x="715" y="502"/>
                  <a:pt x="715" y="503"/>
                </a:cubicBezTo>
                <a:cubicBezTo>
                  <a:pt x="715" y="503"/>
                  <a:pt x="715" y="503"/>
                  <a:pt x="715" y="504"/>
                </a:cubicBezTo>
                <a:cubicBezTo>
                  <a:pt x="714" y="505"/>
                  <a:pt x="714" y="506"/>
                  <a:pt x="714" y="506"/>
                </a:cubicBezTo>
                <a:cubicBezTo>
                  <a:pt x="714" y="506"/>
                  <a:pt x="714" y="506"/>
                  <a:pt x="714" y="506"/>
                </a:cubicBezTo>
                <a:moveTo>
                  <a:pt x="719" y="481"/>
                </a:moveTo>
                <a:cubicBezTo>
                  <a:pt x="719" y="480"/>
                  <a:pt x="719" y="480"/>
                  <a:pt x="719" y="480"/>
                </a:cubicBezTo>
                <a:cubicBezTo>
                  <a:pt x="719" y="480"/>
                  <a:pt x="719" y="480"/>
                  <a:pt x="719" y="481"/>
                </a:cubicBezTo>
                <a:cubicBezTo>
                  <a:pt x="719" y="481"/>
                  <a:pt x="719" y="481"/>
                  <a:pt x="719" y="481"/>
                </a:cubicBezTo>
                <a:moveTo>
                  <a:pt x="719" y="485"/>
                </a:moveTo>
                <a:cubicBezTo>
                  <a:pt x="719" y="484"/>
                  <a:pt x="719" y="484"/>
                  <a:pt x="719" y="484"/>
                </a:cubicBezTo>
                <a:cubicBezTo>
                  <a:pt x="719" y="483"/>
                  <a:pt x="719" y="482"/>
                  <a:pt x="719" y="482"/>
                </a:cubicBezTo>
                <a:cubicBezTo>
                  <a:pt x="720" y="479"/>
                  <a:pt x="720" y="479"/>
                  <a:pt x="720" y="479"/>
                </a:cubicBezTo>
                <a:cubicBezTo>
                  <a:pt x="719" y="478"/>
                  <a:pt x="719" y="478"/>
                  <a:pt x="719" y="478"/>
                </a:cubicBezTo>
                <a:cubicBezTo>
                  <a:pt x="719" y="479"/>
                  <a:pt x="719" y="479"/>
                  <a:pt x="719" y="479"/>
                </a:cubicBezTo>
                <a:cubicBezTo>
                  <a:pt x="719" y="480"/>
                  <a:pt x="719" y="480"/>
                  <a:pt x="719" y="482"/>
                </a:cubicBezTo>
                <a:cubicBezTo>
                  <a:pt x="719" y="485"/>
                  <a:pt x="719" y="485"/>
                  <a:pt x="718" y="486"/>
                </a:cubicBezTo>
                <a:cubicBezTo>
                  <a:pt x="719" y="485"/>
                  <a:pt x="719" y="485"/>
                  <a:pt x="719" y="485"/>
                </a:cubicBezTo>
                <a:moveTo>
                  <a:pt x="720" y="475"/>
                </a:moveTo>
                <a:cubicBezTo>
                  <a:pt x="720" y="475"/>
                  <a:pt x="720" y="474"/>
                  <a:pt x="720" y="474"/>
                </a:cubicBezTo>
                <a:cubicBezTo>
                  <a:pt x="720" y="473"/>
                  <a:pt x="720" y="473"/>
                  <a:pt x="720" y="473"/>
                </a:cubicBezTo>
                <a:cubicBezTo>
                  <a:pt x="720" y="472"/>
                  <a:pt x="720" y="471"/>
                  <a:pt x="720" y="471"/>
                </a:cubicBezTo>
                <a:cubicBezTo>
                  <a:pt x="720" y="470"/>
                  <a:pt x="720" y="470"/>
                  <a:pt x="720" y="470"/>
                </a:cubicBezTo>
                <a:cubicBezTo>
                  <a:pt x="720" y="470"/>
                  <a:pt x="720" y="471"/>
                  <a:pt x="720" y="471"/>
                </a:cubicBezTo>
                <a:cubicBezTo>
                  <a:pt x="720" y="472"/>
                  <a:pt x="720" y="472"/>
                  <a:pt x="719" y="473"/>
                </a:cubicBezTo>
                <a:cubicBezTo>
                  <a:pt x="719" y="474"/>
                  <a:pt x="719" y="474"/>
                  <a:pt x="719" y="475"/>
                </a:cubicBezTo>
                <a:cubicBezTo>
                  <a:pt x="719" y="475"/>
                  <a:pt x="719" y="475"/>
                  <a:pt x="719" y="475"/>
                </a:cubicBezTo>
                <a:cubicBezTo>
                  <a:pt x="719" y="475"/>
                  <a:pt x="719" y="475"/>
                  <a:pt x="719" y="475"/>
                </a:cubicBezTo>
                <a:cubicBezTo>
                  <a:pt x="719" y="475"/>
                  <a:pt x="719" y="475"/>
                  <a:pt x="719" y="475"/>
                </a:cubicBezTo>
                <a:cubicBezTo>
                  <a:pt x="719" y="475"/>
                  <a:pt x="719" y="475"/>
                  <a:pt x="719" y="475"/>
                </a:cubicBezTo>
                <a:cubicBezTo>
                  <a:pt x="719" y="475"/>
                  <a:pt x="719" y="475"/>
                  <a:pt x="719" y="475"/>
                </a:cubicBezTo>
                <a:cubicBezTo>
                  <a:pt x="719" y="475"/>
                  <a:pt x="719" y="475"/>
                  <a:pt x="719" y="475"/>
                </a:cubicBezTo>
                <a:cubicBezTo>
                  <a:pt x="719" y="475"/>
                  <a:pt x="719" y="475"/>
                  <a:pt x="719" y="475"/>
                </a:cubicBezTo>
                <a:cubicBezTo>
                  <a:pt x="719" y="475"/>
                  <a:pt x="719" y="475"/>
                  <a:pt x="719" y="475"/>
                </a:cubicBezTo>
                <a:cubicBezTo>
                  <a:pt x="719" y="475"/>
                  <a:pt x="719" y="475"/>
                  <a:pt x="719" y="475"/>
                </a:cubicBezTo>
                <a:cubicBezTo>
                  <a:pt x="720" y="475"/>
                  <a:pt x="720" y="475"/>
                  <a:pt x="720" y="475"/>
                </a:cubicBezTo>
                <a:moveTo>
                  <a:pt x="721" y="502"/>
                </a:moveTo>
                <a:cubicBezTo>
                  <a:pt x="721" y="502"/>
                  <a:pt x="723" y="495"/>
                  <a:pt x="723" y="494"/>
                </a:cubicBezTo>
                <a:cubicBezTo>
                  <a:pt x="722" y="495"/>
                  <a:pt x="722" y="495"/>
                  <a:pt x="721" y="497"/>
                </a:cubicBezTo>
                <a:cubicBezTo>
                  <a:pt x="721" y="497"/>
                  <a:pt x="721" y="497"/>
                  <a:pt x="721" y="497"/>
                </a:cubicBezTo>
                <a:cubicBezTo>
                  <a:pt x="723" y="492"/>
                  <a:pt x="723" y="492"/>
                  <a:pt x="723" y="492"/>
                </a:cubicBezTo>
                <a:cubicBezTo>
                  <a:pt x="723" y="492"/>
                  <a:pt x="723" y="492"/>
                  <a:pt x="723" y="492"/>
                </a:cubicBezTo>
                <a:cubicBezTo>
                  <a:pt x="722" y="491"/>
                  <a:pt x="722" y="491"/>
                  <a:pt x="722" y="491"/>
                </a:cubicBezTo>
                <a:cubicBezTo>
                  <a:pt x="723" y="490"/>
                  <a:pt x="723" y="489"/>
                  <a:pt x="723" y="488"/>
                </a:cubicBezTo>
                <a:cubicBezTo>
                  <a:pt x="724" y="486"/>
                  <a:pt x="724" y="484"/>
                  <a:pt x="725" y="482"/>
                </a:cubicBezTo>
                <a:cubicBezTo>
                  <a:pt x="724" y="482"/>
                  <a:pt x="724" y="482"/>
                  <a:pt x="724" y="482"/>
                </a:cubicBezTo>
                <a:cubicBezTo>
                  <a:pt x="724" y="482"/>
                  <a:pt x="724" y="482"/>
                  <a:pt x="724" y="482"/>
                </a:cubicBezTo>
                <a:cubicBezTo>
                  <a:pt x="724" y="480"/>
                  <a:pt x="725" y="477"/>
                  <a:pt x="726" y="474"/>
                </a:cubicBezTo>
                <a:cubicBezTo>
                  <a:pt x="725" y="475"/>
                  <a:pt x="725" y="475"/>
                  <a:pt x="725" y="475"/>
                </a:cubicBezTo>
                <a:cubicBezTo>
                  <a:pt x="725" y="475"/>
                  <a:pt x="725" y="475"/>
                  <a:pt x="725" y="475"/>
                </a:cubicBezTo>
                <a:cubicBezTo>
                  <a:pt x="725" y="475"/>
                  <a:pt x="724" y="474"/>
                  <a:pt x="725" y="473"/>
                </a:cubicBezTo>
                <a:cubicBezTo>
                  <a:pt x="725" y="472"/>
                  <a:pt x="725" y="472"/>
                  <a:pt x="725" y="472"/>
                </a:cubicBezTo>
                <a:cubicBezTo>
                  <a:pt x="725" y="471"/>
                  <a:pt x="725" y="464"/>
                  <a:pt x="725" y="461"/>
                </a:cubicBezTo>
                <a:cubicBezTo>
                  <a:pt x="725" y="461"/>
                  <a:pt x="725" y="461"/>
                  <a:pt x="725" y="457"/>
                </a:cubicBezTo>
                <a:cubicBezTo>
                  <a:pt x="725" y="457"/>
                  <a:pt x="724" y="458"/>
                  <a:pt x="724" y="458"/>
                </a:cubicBezTo>
                <a:cubicBezTo>
                  <a:pt x="724" y="458"/>
                  <a:pt x="723" y="456"/>
                  <a:pt x="723" y="455"/>
                </a:cubicBezTo>
                <a:cubicBezTo>
                  <a:pt x="722" y="455"/>
                  <a:pt x="722" y="456"/>
                  <a:pt x="722" y="458"/>
                </a:cubicBezTo>
                <a:cubicBezTo>
                  <a:pt x="722" y="461"/>
                  <a:pt x="722" y="461"/>
                  <a:pt x="722" y="465"/>
                </a:cubicBezTo>
                <a:cubicBezTo>
                  <a:pt x="723" y="468"/>
                  <a:pt x="721" y="470"/>
                  <a:pt x="721" y="473"/>
                </a:cubicBezTo>
                <a:cubicBezTo>
                  <a:pt x="721" y="473"/>
                  <a:pt x="721" y="473"/>
                  <a:pt x="721" y="473"/>
                </a:cubicBezTo>
                <a:cubicBezTo>
                  <a:pt x="722" y="474"/>
                  <a:pt x="722" y="474"/>
                  <a:pt x="722" y="474"/>
                </a:cubicBezTo>
                <a:cubicBezTo>
                  <a:pt x="722" y="475"/>
                  <a:pt x="721" y="478"/>
                  <a:pt x="721" y="481"/>
                </a:cubicBezTo>
                <a:cubicBezTo>
                  <a:pt x="721" y="481"/>
                  <a:pt x="720" y="481"/>
                  <a:pt x="720" y="482"/>
                </a:cubicBezTo>
                <a:cubicBezTo>
                  <a:pt x="720" y="485"/>
                  <a:pt x="720" y="488"/>
                  <a:pt x="719" y="491"/>
                </a:cubicBezTo>
                <a:cubicBezTo>
                  <a:pt x="719" y="494"/>
                  <a:pt x="718" y="497"/>
                  <a:pt x="717" y="500"/>
                </a:cubicBezTo>
                <a:cubicBezTo>
                  <a:pt x="716" y="506"/>
                  <a:pt x="715" y="512"/>
                  <a:pt x="713" y="517"/>
                </a:cubicBezTo>
                <a:cubicBezTo>
                  <a:pt x="714" y="516"/>
                  <a:pt x="715" y="515"/>
                  <a:pt x="715" y="514"/>
                </a:cubicBezTo>
                <a:cubicBezTo>
                  <a:pt x="715" y="514"/>
                  <a:pt x="716" y="513"/>
                  <a:pt x="716" y="513"/>
                </a:cubicBezTo>
                <a:cubicBezTo>
                  <a:pt x="716" y="513"/>
                  <a:pt x="718" y="508"/>
                  <a:pt x="719" y="506"/>
                </a:cubicBezTo>
                <a:cubicBezTo>
                  <a:pt x="719" y="506"/>
                  <a:pt x="719" y="506"/>
                  <a:pt x="719" y="505"/>
                </a:cubicBezTo>
                <a:cubicBezTo>
                  <a:pt x="720" y="503"/>
                  <a:pt x="720" y="503"/>
                  <a:pt x="720" y="503"/>
                </a:cubicBezTo>
                <a:cubicBezTo>
                  <a:pt x="720" y="504"/>
                  <a:pt x="720" y="504"/>
                  <a:pt x="720" y="504"/>
                </a:cubicBezTo>
                <a:cubicBezTo>
                  <a:pt x="720" y="503"/>
                  <a:pt x="720" y="503"/>
                  <a:pt x="721" y="502"/>
                </a:cubicBezTo>
                <a:moveTo>
                  <a:pt x="482" y="16"/>
                </a:moveTo>
                <a:cubicBezTo>
                  <a:pt x="480" y="15"/>
                  <a:pt x="479" y="15"/>
                  <a:pt x="479" y="15"/>
                </a:cubicBezTo>
                <a:cubicBezTo>
                  <a:pt x="479" y="15"/>
                  <a:pt x="479" y="15"/>
                  <a:pt x="479" y="15"/>
                </a:cubicBezTo>
                <a:cubicBezTo>
                  <a:pt x="478" y="15"/>
                  <a:pt x="478" y="15"/>
                  <a:pt x="478" y="15"/>
                </a:cubicBezTo>
                <a:cubicBezTo>
                  <a:pt x="478" y="15"/>
                  <a:pt x="478" y="15"/>
                  <a:pt x="478" y="15"/>
                </a:cubicBezTo>
                <a:cubicBezTo>
                  <a:pt x="478" y="15"/>
                  <a:pt x="478" y="15"/>
                  <a:pt x="478" y="15"/>
                </a:cubicBezTo>
                <a:cubicBezTo>
                  <a:pt x="479" y="15"/>
                  <a:pt x="479" y="15"/>
                  <a:pt x="479" y="15"/>
                </a:cubicBezTo>
                <a:cubicBezTo>
                  <a:pt x="480" y="15"/>
                  <a:pt x="480" y="15"/>
                  <a:pt x="481" y="15"/>
                </a:cubicBezTo>
                <a:cubicBezTo>
                  <a:pt x="481" y="15"/>
                  <a:pt x="481" y="15"/>
                  <a:pt x="481" y="15"/>
                </a:cubicBezTo>
                <a:cubicBezTo>
                  <a:pt x="481" y="16"/>
                  <a:pt x="482" y="16"/>
                  <a:pt x="482" y="16"/>
                </a:cubicBezTo>
                <a:cubicBezTo>
                  <a:pt x="483" y="16"/>
                  <a:pt x="483" y="16"/>
                  <a:pt x="483" y="16"/>
                </a:cubicBezTo>
                <a:cubicBezTo>
                  <a:pt x="483" y="16"/>
                  <a:pt x="483" y="16"/>
                  <a:pt x="483" y="16"/>
                </a:cubicBezTo>
                <a:cubicBezTo>
                  <a:pt x="483" y="16"/>
                  <a:pt x="482" y="16"/>
                  <a:pt x="482" y="16"/>
                </a:cubicBezTo>
                <a:moveTo>
                  <a:pt x="492" y="21"/>
                </a:moveTo>
                <a:cubicBezTo>
                  <a:pt x="492" y="20"/>
                  <a:pt x="488" y="19"/>
                  <a:pt x="488" y="19"/>
                </a:cubicBezTo>
                <a:cubicBezTo>
                  <a:pt x="488" y="19"/>
                  <a:pt x="488" y="19"/>
                  <a:pt x="488" y="19"/>
                </a:cubicBezTo>
                <a:cubicBezTo>
                  <a:pt x="489" y="20"/>
                  <a:pt x="490" y="20"/>
                  <a:pt x="490" y="20"/>
                </a:cubicBezTo>
                <a:cubicBezTo>
                  <a:pt x="491" y="20"/>
                  <a:pt x="491" y="20"/>
                  <a:pt x="491" y="21"/>
                </a:cubicBezTo>
                <a:cubicBezTo>
                  <a:pt x="491" y="20"/>
                  <a:pt x="491" y="20"/>
                  <a:pt x="491" y="20"/>
                </a:cubicBezTo>
                <a:cubicBezTo>
                  <a:pt x="491" y="20"/>
                  <a:pt x="492" y="21"/>
                  <a:pt x="492" y="21"/>
                </a:cubicBezTo>
                <a:cubicBezTo>
                  <a:pt x="492" y="21"/>
                  <a:pt x="492" y="21"/>
                  <a:pt x="492" y="21"/>
                </a:cubicBezTo>
                <a:moveTo>
                  <a:pt x="476" y="14"/>
                </a:moveTo>
                <a:cubicBezTo>
                  <a:pt x="475" y="14"/>
                  <a:pt x="475" y="14"/>
                  <a:pt x="474" y="14"/>
                </a:cubicBezTo>
                <a:cubicBezTo>
                  <a:pt x="474" y="13"/>
                  <a:pt x="473" y="13"/>
                  <a:pt x="473" y="13"/>
                </a:cubicBezTo>
                <a:cubicBezTo>
                  <a:pt x="473" y="13"/>
                  <a:pt x="473" y="13"/>
                  <a:pt x="473" y="13"/>
                </a:cubicBezTo>
                <a:cubicBezTo>
                  <a:pt x="469" y="12"/>
                  <a:pt x="468" y="12"/>
                  <a:pt x="467" y="12"/>
                </a:cubicBezTo>
                <a:cubicBezTo>
                  <a:pt x="468" y="12"/>
                  <a:pt x="469" y="12"/>
                  <a:pt x="469" y="12"/>
                </a:cubicBezTo>
                <a:cubicBezTo>
                  <a:pt x="469" y="12"/>
                  <a:pt x="469" y="12"/>
                  <a:pt x="469" y="12"/>
                </a:cubicBezTo>
                <a:cubicBezTo>
                  <a:pt x="467" y="12"/>
                  <a:pt x="465" y="11"/>
                  <a:pt x="463" y="11"/>
                </a:cubicBezTo>
                <a:cubicBezTo>
                  <a:pt x="463" y="11"/>
                  <a:pt x="463" y="11"/>
                  <a:pt x="463" y="11"/>
                </a:cubicBezTo>
                <a:cubicBezTo>
                  <a:pt x="465" y="12"/>
                  <a:pt x="468" y="12"/>
                  <a:pt x="470" y="13"/>
                </a:cubicBezTo>
                <a:cubicBezTo>
                  <a:pt x="470" y="13"/>
                  <a:pt x="470" y="13"/>
                  <a:pt x="470" y="13"/>
                </a:cubicBezTo>
                <a:cubicBezTo>
                  <a:pt x="482" y="17"/>
                  <a:pt x="482" y="17"/>
                  <a:pt x="483" y="17"/>
                </a:cubicBezTo>
                <a:cubicBezTo>
                  <a:pt x="482" y="16"/>
                  <a:pt x="480" y="16"/>
                  <a:pt x="479" y="15"/>
                </a:cubicBezTo>
                <a:cubicBezTo>
                  <a:pt x="480" y="16"/>
                  <a:pt x="480" y="16"/>
                  <a:pt x="480" y="16"/>
                </a:cubicBezTo>
                <a:cubicBezTo>
                  <a:pt x="480" y="16"/>
                  <a:pt x="480" y="16"/>
                  <a:pt x="480" y="16"/>
                </a:cubicBezTo>
                <a:cubicBezTo>
                  <a:pt x="479" y="15"/>
                  <a:pt x="479" y="15"/>
                  <a:pt x="478" y="15"/>
                </a:cubicBezTo>
                <a:cubicBezTo>
                  <a:pt x="479" y="15"/>
                  <a:pt x="479" y="15"/>
                  <a:pt x="479" y="15"/>
                </a:cubicBezTo>
                <a:cubicBezTo>
                  <a:pt x="478" y="15"/>
                  <a:pt x="478" y="15"/>
                  <a:pt x="478" y="15"/>
                </a:cubicBezTo>
                <a:cubicBezTo>
                  <a:pt x="478" y="15"/>
                  <a:pt x="478" y="15"/>
                  <a:pt x="478" y="15"/>
                </a:cubicBezTo>
                <a:cubicBezTo>
                  <a:pt x="478" y="15"/>
                  <a:pt x="477" y="14"/>
                  <a:pt x="476" y="14"/>
                </a:cubicBezTo>
                <a:moveTo>
                  <a:pt x="460" y="10"/>
                </a:moveTo>
                <a:cubicBezTo>
                  <a:pt x="455" y="9"/>
                  <a:pt x="455" y="9"/>
                  <a:pt x="455" y="9"/>
                </a:cubicBezTo>
                <a:cubicBezTo>
                  <a:pt x="455" y="9"/>
                  <a:pt x="456" y="9"/>
                  <a:pt x="457" y="10"/>
                </a:cubicBezTo>
                <a:cubicBezTo>
                  <a:pt x="457" y="10"/>
                  <a:pt x="457" y="10"/>
                  <a:pt x="455" y="9"/>
                </a:cubicBezTo>
                <a:cubicBezTo>
                  <a:pt x="454" y="9"/>
                  <a:pt x="454" y="9"/>
                  <a:pt x="453" y="9"/>
                </a:cubicBezTo>
                <a:cubicBezTo>
                  <a:pt x="453" y="9"/>
                  <a:pt x="453" y="9"/>
                  <a:pt x="453" y="9"/>
                </a:cubicBezTo>
                <a:cubicBezTo>
                  <a:pt x="454" y="9"/>
                  <a:pt x="455" y="9"/>
                  <a:pt x="456" y="10"/>
                </a:cubicBezTo>
                <a:cubicBezTo>
                  <a:pt x="455" y="10"/>
                  <a:pt x="455" y="10"/>
                  <a:pt x="455" y="10"/>
                </a:cubicBezTo>
                <a:cubicBezTo>
                  <a:pt x="456" y="10"/>
                  <a:pt x="457" y="10"/>
                  <a:pt x="458" y="10"/>
                </a:cubicBezTo>
                <a:cubicBezTo>
                  <a:pt x="457" y="10"/>
                  <a:pt x="457" y="10"/>
                  <a:pt x="457" y="10"/>
                </a:cubicBezTo>
                <a:cubicBezTo>
                  <a:pt x="458" y="11"/>
                  <a:pt x="459" y="11"/>
                  <a:pt x="460" y="11"/>
                </a:cubicBezTo>
                <a:cubicBezTo>
                  <a:pt x="461" y="11"/>
                  <a:pt x="461" y="11"/>
                  <a:pt x="461" y="11"/>
                </a:cubicBezTo>
                <a:cubicBezTo>
                  <a:pt x="462" y="11"/>
                  <a:pt x="462" y="11"/>
                  <a:pt x="466" y="13"/>
                </a:cubicBezTo>
                <a:cubicBezTo>
                  <a:pt x="467" y="13"/>
                  <a:pt x="467" y="13"/>
                  <a:pt x="467" y="13"/>
                </a:cubicBezTo>
                <a:cubicBezTo>
                  <a:pt x="468" y="13"/>
                  <a:pt x="469" y="13"/>
                  <a:pt x="470" y="13"/>
                </a:cubicBezTo>
                <a:cubicBezTo>
                  <a:pt x="470" y="13"/>
                  <a:pt x="470" y="13"/>
                  <a:pt x="470" y="13"/>
                </a:cubicBezTo>
                <a:cubicBezTo>
                  <a:pt x="471" y="13"/>
                  <a:pt x="471" y="13"/>
                  <a:pt x="471" y="13"/>
                </a:cubicBezTo>
                <a:cubicBezTo>
                  <a:pt x="471" y="13"/>
                  <a:pt x="471" y="13"/>
                  <a:pt x="471" y="13"/>
                </a:cubicBezTo>
                <a:cubicBezTo>
                  <a:pt x="470" y="13"/>
                  <a:pt x="470" y="13"/>
                  <a:pt x="469" y="13"/>
                </a:cubicBezTo>
                <a:cubicBezTo>
                  <a:pt x="468" y="12"/>
                  <a:pt x="467" y="12"/>
                  <a:pt x="466" y="12"/>
                </a:cubicBezTo>
                <a:cubicBezTo>
                  <a:pt x="464" y="12"/>
                  <a:pt x="462" y="11"/>
                  <a:pt x="460" y="10"/>
                </a:cubicBezTo>
                <a:moveTo>
                  <a:pt x="445" y="7"/>
                </a:moveTo>
                <a:cubicBezTo>
                  <a:pt x="444" y="7"/>
                  <a:pt x="444" y="7"/>
                  <a:pt x="444" y="7"/>
                </a:cubicBezTo>
                <a:cubicBezTo>
                  <a:pt x="444" y="7"/>
                  <a:pt x="444" y="7"/>
                  <a:pt x="444" y="7"/>
                </a:cubicBezTo>
                <a:cubicBezTo>
                  <a:pt x="443" y="7"/>
                  <a:pt x="443" y="7"/>
                  <a:pt x="443" y="7"/>
                </a:cubicBezTo>
                <a:cubicBezTo>
                  <a:pt x="440" y="6"/>
                  <a:pt x="439" y="6"/>
                  <a:pt x="438" y="6"/>
                </a:cubicBezTo>
                <a:cubicBezTo>
                  <a:pt x="440" y="6"/>
                  <a:pt x="441" y="6"/>
                  <a:pt x="442" y="7"/>
                </a:cubicBezTo>
                <a:cubicBezTo>
                  <a:pt x="442" y="7"/>
                  <a:pt x="442" y="7"/>
                  <a:pt x="442" y="7"/>
                </a:cubicBezTo>
                <a:cubicBezTo>
                  <a:pt x="444" y="7"/>
                  <a:pt x="445" y="7"/>
                  <a:pt x="447" y="8"/>
                </a:cubicBezTo>
                <a:cubicBezTo>
                  <a:pt x="447" y="8"/>
                  <a:pt x="447" y="8"/>
                  <a:pt x="447" y="8"/>
                </a:cubicBezTo>
                <a:cubicBezTo>
                  <a:pt x="450" y="9"/>
                  <a:pt x="450" y="9"/>
                  <a:pt x="450" y="9"/>
                </a:cubicBezTo>
                <a:cubicBezTo>
                  <a:pt x="450" y="9"/>
                  <a:pt x="450" y="9"/>
                  <a:pt x="450" y="9"/>
                </a:cubicBezTo>
                <a:cubicBezTo>
                  <a:pt x="450" y="9"/>
                  <a:pt x="450" y="9"/>
                  <a:pt x="450" y="9"/>
                </a:cubicBezTo>
                <a:cubicBezTo>
                  <a:pt x="451" y="9"/>
                  <a:pt x="452" y="9"/>
                  <a:pt x="452" y="9"/>
                </a:cubicBezTo>
                <a:cubicBezTo>
                  <a:pt x="454" y="9"/>
                  <a:pt x="454" y="9"/>
                  <a:pt x="454" y="9"/>
                </a:cubicBezTo>
                <a:cubicBezTo>
                  <a:pt x="454" y="9"/>
                  <a:pt x="453" y="9"/>
                  <a:pt x="452" y="9"/>
                </a:cubicBezTo>
                <a:cubicBezTo>
                  <a:pt x="453" y="9"/>
                  <a:pt x="453" y="9"/>
                  <a:pt x="453" y="9"/>
                </a:cubicBezTo>
                <a:cubicBezTo>
                  <a:pt x="452" y="9"/>
                  <a:pt x="452" y="9"/>
                  <a:pt x="451" y="9"/>
                </a:cubicBezTo>
                <a:cubicBezTo>
                  <a:pt x="451" y="8"/>
                  <a:pt x="451" y="8"/>
                  <a:pt x="451" y="8"/>
                </a:cubicBezTo>
                <a:cubicBezTo>
                  <a:pt x="451" y="8"/>
                  <a:pt x="451" y="8"/>
                  <a:pt x="449" y="8"/>
                </a:cubicBezTo>
                <a:cubicBezTo>
                  <a:pt x="448" y="8"/>
                  <a:pt x="447" y="7"/>
                  <a:pt x="446" y="7"/>
                </a:cubicBezTo>
                <a:cubicBezTo>
                  <a:pt x="446" y="7"/>
                  <a:pt x="446" y="7"/>
                  <a:pt x="446" y="7"/>
                </a:cubicBezTo>
                <a:cubicBezTo>
                  <a:pt x="446" y="7"/>
                  <a:pt x="445" y="7"/>
                  <a:pt x="445" y="7"/>
                </a:cubicBezTo>
                <a:moveTo>
                  <a:pt x="459" y="11"/>
                </a:moveTo>
                <a:cubicBezTo>
                  <a:pt x="458" y="10"/>
                  <a:pt x="458" y="10"/>
                  <a:pt x="458" y="10"/>
                </a:cubicBezTo>
                <a:cubicBezTo>
                  <a:pt x="457" y="10"/>
                  <a:pt x="457" y="10"/>
                  <a:pt x="457" y="10"/>
                </a:cubicBezTo>
                <a:cubicBezTo>
                  <a:pt x="456" y="10"/>
                  <a:pt x="456" y="10"/>
                  <a:pt x="456" y="10"/>
                </a:cubicBezTo>
                <a:cubicBezTo>
                  <a:pt x="456" y="10"/>
                  <a:pt x="456" y="10"/>
                  <a:pt x="456" y="10"/>
                </a:cubicBezTo>
                <a:cubicBezTo>
                  <a:pt x="455" y="10"/>
                  <a:pt x="454" y="10"/>
                  <a:pt x="454" y="10"/>
                </a:cubicBezTo>
                <a:cubicBezTo>
                  <a:pt x="454" y="10"/>
                  <a:pt x="454" y="10"/>
                  <a:pt x="454" y="10"/>
                </a:cubicBezTo>
                <a:cubicBezTo>
                  <a:pt x="453" y="9"/>
                  <a:pt x="453" y="9"/>
                  <a:pt x="453" y="9"/>
                </a:cubicBezTo>
                <a:cubicBezTo>
                  <a:pt x="454" y="10"/>
                  <a:pt x="454" y="10"/>
                  <a:pt x="454" y="10"/>
                </a:cubicBezTo>
                <a:cubicBezTo>
                  <a:pt x="454" y="10"/>
                  <a:pt x="454" y="10"/>
                  <a:pt x="454" y="10"/>
                </a:cubicBezTo>
                <a:cubicBezTo>
                  <a:pt x="454" y="10"/>
                  <a:pt x="454" y="10"/>
                  <a:pt x="454" y="10"/>
                </a:cubicBezTo>
                <a:cubicBezTo>
                  <a:pt x="457" y="10"/>
                  <a:pt x="457" y="10"/>
                  <a:pt x="458" y="11"/>
                </a:cubicBezTo>
                <a:cubicBezTo>
                  <a:pt x="458" y="11"/>
                  <a:pt x="458" y="11"/>
                  <a:pt x="458" y="11"/>
                </a:cubicBezTo>
                <a:cubicBezTo>
                  <a:pt x="458" y="11"/>
                  <a:pt x="459" y="11"/>
                  <a:pt x="460" y="11"/>
                </a:cubicBezTo>
                <a:cubicBezTo>
                  <a:pt x="460" y="11"/>
                  <a:pt x="460" y="11"/>
                  <a:pt x="460" y="11"/>
                </a:cubicBezTo>
                <a:cubicBezTo>
                  <a:pt x="460" y="11"/>
                  <a:pt x="459" y="11"/>
                  <a:pt x="459" y="11"/>
                </a:cubicBezTo>
                <a:moveTo>
                  <a:pt x="440" y="6"/>
                </a:moveTo>
                <a:cubicBezTo>
                  <a:pt x="440" y="6"/>
                  <a:pt x="437" y="6"/>
                  <a:pt x="436" y="6"/>
                </a:cubicBezTo>
                <a:cubicBezTo>
                  <a:pt x="437" y="6"/>
                  <a:pt x="437" y="6"/>
                  <a:pt x="437" y="6"/>
                </a:cubicBezTo>
                <a:cubicBezTo>
                  <a:pt x="437" y="6"/>
                  <a:pt x="436" y="6"/>
                  <a:pt x="436" y="6"/>
                </a:cubicBezTo>
                <a:cubicBezTo>
                  <a:pt x="437" y="6"/>
                  <a:pt x="437" y="6"/>
                  <a:pt x="437" y="6"/>
                </a:cubicBezTo>
                <a:cubicBezTo>
                  <a:pt x="438" y="6"/>
                  <a:pt x="439" y="6"/>
                  <a:pt x="440" y="6"/>
                </a:cubicBezTo>
                <a:cubicBezTo>
                  <a:pt x="440" y="7"/>
                  <a:pt x="441" y="7"/>
                  <a:pt x="442" y="7"/>
                </a:cubicBezTo>
                <a:cubicBezTo>
                  <a:pt x="442" y="7"/>
                  <a:pt x="442" y="7"/>
                  <a:pt x="442" y="7"/>
                </a:cubicBezTo>
                <a:cubicBezTo>
                  <a:pt x="441" y="7"/>
                  <a:pt x="441" y="7"/>
                  <a:pt x="440" y="6"/>
                </a:cubicBezTo>
                <a:moveTo>
                  <a:pt x="487" y="60"/>
                </a:moveTo>
                <a:cubicBezTo>
                  <a:pt x="487" y="59"/>
                  <a:pt x="487" y="59"/>
                  <a:pt x="486" y="59"/>
                </a:cubicBezTo>
                <a:cubicBezTo>
                  <a:pt x="485" y="59"/>
                  <a:pt x="485" y="59"/>
                  <a:pt x="485" y="59"/>
                </a:cubicBezTo>
                <a:cubicBezTo>
                  <a:pt x="484" y="58"/>
                  <a:pt x="484" y="58"/>
                  <a:pt x="484" y="58"/>
                </a:cubicBezTo>
                <a:cubicBezTo>
                  <a:pt x="483" y="58"/>
                  <a:pt x="482" y="58"/>
                  <a:pt x="480" y="58"/>
                </a:cubicBezTo>
                <a:cubicBezTo>
                  <a:pt x="481" y="58"/>
                  <a:pt x="481" y="58"/>
                  <a:pt x="481" y="58"/>
                </a:cubicBezTo>
                <a:cubicBezTo>
                  <a:pt x="482" y="59"/>
                  <a:pt x="482" y="59"/>
                  <a:pt x="482" y="59"/>
                </a:cubicBezTo>
                <a:cubicBezTo>
                  <a:pt x="483" y="60"/>
                  <a:pt x="483" y="61"/>
                  <a:pt x="484" y="62"/>
                </a:cubicBezTo>
                <a:cubicBezTo>
                  <a:pt x="485" y="62"/>
                  <a:pt x="485" y="62"/>
                  <a:pt x="486" y="62"/>
                </a:cubicBezTo>
                <a:cubicBezTo>
                  <a:pt x="487" y="62"/>
                  <a:pt x="486" y="62"/>
                  <a:pt x="486" y="61"/>
                </a:cubicBezTo>
                <a:cubicBezTo>
                  <a:pt x="486" y="61"/>
                  <a:pt x="486" y="61"/>
                  <a:pt x="486" y="61"/>
                </a:cubicBezTo>
                <a:cubicBezTo>
                  <a:pt x="486" y="61"/>
                  <a:pt x="486" y="61"/>
                  <a:pt x="486" y="61"/>
                </a:cubicBezTo>
                <a:cubicBezTo>
                  <a:pt x="487" y="61"/>
                  <a:pt x="487" y="61"/>
                  <a:pt x="487" y="61"/>
                </a:cubicBezTo>
                <a:cubicBezTo>
                  <a:pt x="487" y="61"/>
                  <a:pt x="487" y="61"/>
                  <a:pt x="487" y="61"/>
                </a:cubicBezTo>
                <a:cubicBezTo>
                  <a:pt x="487" y="60"/>
                  <a:pt x="487" y="60"/>
                  <a:pt x="487" y="60"/>
                </a:cubicBezTo>
                <a:moveTo>
                  <a:pt x="473" y="23"/>
                </a:moveTo>
                <a:cubicBezTo>
                  <a:pt x="471" y="22"/>
                  <a:pt x="471" y="22"/>
                  <a:pt x="468" y="21"/>
                </a:cubicBezTo>
                <a:cubicBezTo>
                  <a:pt x="468" y="21"/>
                  <a:pt x="468" y="21"/>
                  <a:pt x="468" y="21"/>
                </a:cubicBezTo>
                <a:cubicBezTo>
                  <a:pt x="468" y="21"/>
                  <a:pt x="468" y="21"/>
                  <a:pt x="468" y="21"/>
                </a:cubicBezTo>
                <a:cubicBezTo>
                  <a:pt x="468" y="21"/>
                  <a:pt x="468" y="21"/>
                  <a:pt x="467" y="21"/>
                </a:cubicBezTo>
                <a:cubicBezTo>
                  <a:pt x="468" y="22"/>
                  <a:pt x="469" y="22"/>
                  <a:pt x="470" y="23"/>
                </a:cubicBezTo>
                <a:cubicBezTo>
                  <a:pt x="470" y="23"/>
                  <a:pt x="470" y="23"/>
                  <a:pt x="470" y="23"/>
                </a:cubicBezTo>
                <a:cubicBezTo>
                  <a:pt x="469" y="23"/>
                  <a:pt x="469" y="23"/>
                  <a:pt x="469" y="23"/>
                </a:cubicBezTo>
                <a:cubicBezTo>
                  <a:pt x="469" y="23"/>
                  <a:pt x="470" y="23"/>
                  <a:pt x="470" y="23"/>
                </a:cubicBezTo>
                <a:cubicBezTo>
                  <a:pt x="469" y="23"/>
                  <a:pt x="469" y="23"/>
                  <a:pt x="469" y="23"/>
                </a:cubicBezTo>
                <a:cubicBezTo>
                  <a:pt x="469" y="24"/>
                  <a:pt x="469" y="24"/>
                  <a:pt x="469" y="24"/>
                </a:cubicBezTo>
                <a:cubicBezTo>
                  <a:pt x="469" y="24"/>
                  <a:pt x="469" y="24"/>
                  <a:pt x="469" y="24"/>
                </a:cubicBezTo>
                <a:cubicBezTo>
                  <a:pt x="469" y="24"/>
                  <a:pt x="469" y="24"/>
                  <a:pt x="469" y="24"/>
                </a:cubicBezTo>
                <a:cubicBezTo>
                  <a:pt x="468" y="24"/>
                  <a:pt x="468" y="24"/>
                  <a:pt x="467" y="24"/>
                </a:cubicBezTo>
                <a:cubicBezTo>
                  <a:pt x="467" y="24"/>
                  <a:pt x="467" y="24"/>
                  <a:pt x="467" y="24"/>
                </a:cubicBezTo>
                <a:cubicBezTo>
                  <a:pt x="467" y="24"/>
                  <a:pt x="467" y="24"/>
                  <a:pt x="467" y="24"/>
                </a:cubicBezTo>
                <a:cubicBezTo>
                  <a:pt x="466" y="24"/>
                  <a:pt x="466" y="24"/>
                  <a:pt x="466" y="24"/>
                </a:cubicBezTo>
                <a:cubicBezTo>
                  <a:pt x="466" y="24"/>
                  <a:pt x="466" y="24"/>
                  <a:pt x="466" y="24"/>
                </a:cubicBezTo>
                <a:cubicBezTo>
                  <a:pt x="466" y="25"/>
                  <a:pt x="466" y="25"/>
                  <a:pt x="468" y="26"/>
                </a:cubicBezTo>
                <a:cubicBezTo>
                  <a:pt x="467" y="26"/>
                  <a:pt x="466" y="26"/>
                  <a:pt x="466" y="26"/>
                </a:cubicBezTo>
                <a:cubicBezTo>
                  <a:pt x="466" y="26"/>
                  <a:pt x="466" y="26"/>
                  <a:pt x="467" y="27"/>
                </a:cubicBezTo>
                <a:cubicBezTo>
                  <a:pt x="467" y="27"/>
                  <a:pt x="467" y="27"/>
                  <a:pt x="467" y="27"/>
                </a:cubicBezTo>
                <a:cubicBezTo>
                  <a:pt x="467" y="27"/>
                  <a:pt x="467" y="27"/>
                  <a:pt x="466" y="28"/>
                </a:cubicBezTo>
                <a:cubicBezTo>
                  <a:pt x="466" y="28"/>
                  <a:pt x="466" y="28"/>
                  <a:pt x="469" y="30"/>
                </a:cubicBezTo>
                <a:cubicBezTo>
                  <a:pt x="468" y="30"/>
                  <a:pt x="467" y="29"/>
                  <a:pt x="467" y="30"/>
                </a:cubicBezTo>
                <a:cubicBezTo>
                  <a:pt x="468" y="30"/>
                  <a:pt x="469" y="31"/>
                  <a:pt x="470" y="32"/>
                </a:cubicBezTo>
                <a:cubicBezTo>
                  <a:pt x="470" y="33"/>
                  <a:pt x="470" y="33"/>
                  <a:pt x="470" y="33"/>
                </a:cubicBezTo>
                <a:cubicBezTo>
                  <a:pt x="471" y="33"/>
                  <a:pt x="471" y="33"/>
                  <a:pt x="472" y="34"/>
                </a:cubicBezTo>
                <a:cubicBezTo>
                  <a:pt x="471" y="34"/>
                  <a:pt x="471" y="33"/>
                  <a:pt x="470" y="34"/>
                </a:cubicBezTo>
                <a:cubicBezTo>
                  <a:pt x="470" y="34"/>
                  <a:pt x="470" y="34"/>
                  <a:pt x="470" y="35"/>
                </a:cubicBezTo>
                <a:cubicBezTo>
                  <a:pt x="470" y="35"/>
                  <a:pt x="472" y="37"/>
                  <a:pt x="472" y="36"/>
                </a:cubicBezTo>
                <a:cubicBezTo>
                  <a:pt x="472" y="36"/>
                  <a:pt x="472" y="36"/>
                  <a:pt x="474" y="37"/>
                </a:cubicBezTo>
                <a:cubicBezTo>
                  <a:pt x="474" y="37"/>
                  <a:pt x="474" y="37"/>
                  <a:pt x="474" y="37"/>
                </a:cubicBezTo>
                <a:cubicBezTo>
                  <a:pt x="475" y="37"/>
                  <a:pt x="475" y="37"/>
                  <a:pt x="475" y="37"/>
                </a:cubicBezTo>
                <a:cubicBezTo>
                  <a:pt x="474" y="38"/>
                  <a:pt x="473" y="37"/>
                  <a:pt x="473" y="38"/>
                </a:cubicBezTo>
                <a:cubicBezTo>
                  <a:pt x="473" y="38"/>
                  <a:pt x="474" y="39"/>
                  <a:pt x="475" y="39"/>
                </a:cubicBezTo>
                <a:cubicBezTo>
                  <a:pt x="474" y="39"/>
                  <a:pt x="473" y="39"/>
                  <a:pt x="473" y="40"/>
                </a:cubicBezTo>
                <a:cubicBezTo>
                  <a:pt x="474" y="41"/>
                  <a:pt x="475" y="41"/>
                  <a:pt x="475" y="42"/>
                </a:cubicBezTo>
                <a:cubicBezTo>
                  <a:pt x="475" y="42"/>
                  <a:pt x="475" y="42"/>
                  <a:pt x="476" y="43"/>
                </a:cubicBezTo>
                <a:cubicBezTo>
                  <a:pt x="475" y="43"/>
                  <a:pt x="475" y="43"/>
                  <a:pt x="475" y="43"/>
                </a:cubicBezTo>
                <a:cubicBezTo>
                  <a:pt x="475" y="43"/>
                  <a:pt x="475" y="43"/>
                  <a:pt x="476" y="44"/>
                </a:cubicBezTo>
                <a:cubicBezTo>
                  <a:pt x="476" y="44"/>
                  <a:pt x="476" y="44"/>
                  <a:pt x="476" y="44"/>
                </a:cubicBezTo>
                <a:cubicBezTo>
                  <a:pt x="477" y="46"/>
                  <a:pt x="478" y="46"/>
                  <a:pt x="479" y="47"/>
                </a:cubicBezTo>
                <a:cubicBezTo>
                  <a:pt x="479" y="47"/>
                  <a:pt x="480" y="47"/>
                  <a:pt x="480" y="47"/>
                </a:cubicBezTo>
                <a:cubicBezTo>
                  <a:pt x="480" y="47"/>
                  <a:pt x="480" y="47"/>
                  <a:pt x="480" y="47"/>
                </a:cubicBezTo>
                <a:cubicBezTo>
                  <a:pt x="480" y="47"/>
                  <a:pt x="480" y="47"/>
                  <a:pt x="480" y="47"/>
                </a:cubicBezTo>
                <a:cubicBezTo>
                  <a:pt x="481" y="47"/>
                  <a:pt x="481" y="47"/>
                  <a:pt x="482" y="48"/>
                </a:cubicBezTo>
                <a:cubicBezTo>
                  <a:pt x="482" y="47"/>
                  <a:pt x="482" y="47"/>
                  <a:pt x="481" y="47"/>
                </a:cubicBezTo>
                <a:cubicBezTo>
                  <a:pt x="484" y="48"/>
                  <a:pt x="485" y="48"/>
                  <a:pt x="486" y="49"/>
                </a:cubicBezTo>
                <a:cubicBezTo>
                  <a:pt x="486" y="50"/>
                  <a:pt x="486" y="50"/>
                  <a:pt x="486" y="50"/>
                </a:cubicBezTo>
                <a:cubicBezTo>
                  <a:pt x="487" y="51"/>
                  <a:pt x="487" y="51"/>
                  <a:pt x="487" y="51"/>
                </a:cubicBezTo>
                <a:cubicBezTo>
                  <a:pt x="488" y="51"/>
                  <a:pt x="488" y="51"/>
                  <a:pt x="488" y="51"/>
                </a:cubicBezTo>
                <a:cubicBezTo>
                  <a:pt x="488" y="51"/>
                  <a:pt x="489" y="51"/>
                  <a:pt x="490" y="51"/>
                </a:cubicBezTo>
                <a:cubicBezTo>
                  <a:pt x="492" y="51"/>
                  <a:pt x="494" y="52"/>
                  <a:pt x="495" y="52"/>
                </a:cubicBezTo>
                <a:cubicBezTo>
                  <a:pt x="495" y="52"/>
                  <a:pt x="496" y="52"/>
                  <a:pt x="496" y="52"/>
                </a:cubicBezTo>
                <a:cubicBezTo>
                  <a:pt x="496" y="52"/>
                  <a:pt x="496" y="52"/>
                  <a:pt x="497" y="52"/>
                </a:cubicBezTo>
                <a:cubicBezTo>
                  <a:pt x="496" y="52"/>
                  <a:pt x="496" y="51"/>
                  <a:pt x="495" y="51"/>
                </a:cubicBezTo>
                <a:cubicBezTo>
                  <a:pt x="495" y="51"/>
                  <a:pt x="495" y="51"/>
                  <a:pt x="487" y="46"/>
                </a:cubicBezTo>
                <a:cubicBezTo>
                  <a:pt x="486" y="45"/>
                  <a:pt x="484" y="44"/>
                  <a:pt x="483" y="43"/>
                </a:cubicBezTo>
                <a:cubicBezTo>
                  <a:pt x="483" y="43"/>
                  <a:pt x="483" y="43"/>
                  <a:pt x="483" y="43"/>
                </a:cubicBezTo>
                <a:cubicBezTo>
                  <a:pt x="483" y="42"/>
                  <a:pt x="483" y="42"/>
                  <a:pt x="481" y="41"/>
                </a:cubicBezTo>
                <a:cubicBezTo>
                  <a:pt x="480" y="40"/>
                  <a:pt x="480" y="40"/>
                  <a:pt x="480" y="40"/>
                </a:cubicBezTo>
                <a:cubicBezTo>
                  <a:pt x="480" y="40"/>
                  <a:pt x="480" y="40"/>
                  <a:pt x="480" y="40"/>
                </a:cubicBezTo>
                <a:cubicBezTo>
                  <a:pt x="480" y="39"/>
                  <a:pt x="480" y="39"/>
                  <a:pt x="479" y="39"/>
                </a:cubicBezTo>
                <a:cubicBezTo>
                  <a:pt x="479" y="38"/>
                  <a:pt x="479" y="38"/>
                  <a:pt x="479" y="38"/>
                </a:cubicBezTo>
                <a:cubicBezTo>
                  <a:pt x="479" y="38"/>
                  <a:pt x="479" y="38"/>
                  <a:pt x="479" y="38"/>
                </a:cubicBezTo>
                <a:cubicBezTo>
                  <a:pt x="479" y="38"/>
                  <a:pt x="479" y="38"/>
                  <a:pt x="479" y="38"/>
                </a:cubicBezTo>
                <a:cubicBezTo>
                  <a:pt x="479" y="37"/>
                  <a:pt x="479" y="37"/>
                  <a:pt x="479" y="37"/>
                </a:cubicBezTo>
                <a:cubicBezTo>
                  <a:pt x="479" y="37"/>
                  <a:pt x="479" y="37"/>
                  <a:pt x="479" y="37"/>
                </a:cubicBezTo>
                <a:cubicBezTo>
                  <a:pt x="479" y="37"/>
                  <a:pt x="479" y="37"/>
                  <a:pt x="478" y="36"/>
                </a:cubicBezTo>
                <a:cubicBezTo>
                  <a:pt x="478" y="35"/>
                  <a:pt x="477" y="35"/>
                  <a:pt x="477" y="35"/>
                </a:cubicBezTo>
                <a:cubicBezTo>
                  <a:pt x="477" y="35"/>
                  <a:pt x="477" y="35"/>
                  <a:pt x="477" y="35"/>
                </a:cubicBezTo>
                <a:cubicBezTo>
                  <a:pt x="477" y="34"/>
                  <a:pt x="475" y="33"/>
                  <a:pt x="474" y="32"/>
                </a:cubicBezTo>
                <a:cubicBezTo>
                  <a:pt x="475" y="32"/>
                  <a:pt x="475" y="32"/>
                  <a:pt x="476" y="32"/>
                </a:cubicBezTo>
                <a:cubicBezTo>
                  <a:pt x="475" y="31"/>
                  <a:pt x="475" y="31"/>
                  <a:pt x="475" y="31"/>
                </a:cubicBezTo>
                <a:cubicBezTo>
                  <a:pt x="476" y="31"/>
                  <a:pt x="476" y="31"/>
                  <a:pt x="476" y="31"/>
                </a:cubicBezTo>
                <a:cubicBezTo>
                  <a:pt x="475" y="31"/>
                  <a:pt x="475" y="31"/>
                  <a:pt x="475" y="31"/>
                </a:cubicBezTo>
                <a:cubicBezTo>
                  <a:pt x="475" y="30"/>
                  <a:pt x="475" y="30"/>
                  <a:pt x="475" y="30"/>
                </a:cubicBezTo>
                <a:cubicBezTo>
                  <a:pt x="475" y="30"/>
                  <a:pt x="475" y="30"/>
                  <a:pt x="475" y="30"/>
                </a:cubicBezTo>
                <a:cubicBezTo>
                  <a:pt x="475" y="29"/>
                  <a:pt x="473" y="29"/>
                  <a:pt x="472" y="28"/>
                </a:cubicBezTo>
                <a:cubicBezTo>
                  <a:pt x="473" y="27"/>
                  <a:pt x="473" y="28"/>
                  <a:pt x="474" y="28"/>
                </a:cubicBezTo>
                <a:cubicBezTo>
                  <a:pt x="474" y="27"/>
                  <a:pt x="473" y="27"/>
                  <a:pt x="473" y="27"/>
                </a:cubicBezTo>
                <a:cubicBezTo>
                  <a:pt x="473" y="27"/>
                  <a:pt x="473" y="27"/>
                  <a:pt x="473" y="27"/>
                </a:cubicBezTo>
                <a:cubicBezTo>
                  <a:pt x="473" y="26"/>
                  <a:pt x="473" y="26"/>
                  <a:pt x="473" y="26"/>
                </a:cubicBezTo>
                <a:cubicBezTo>
                  <a:pt x="474" y="26"/>
                  <a:pt x="474" y="26"/>
                  <a:pt x="475" y="26"/>
                </a:cubicBezTo>
                <a:cubicBezTo>
                  <a:pt x="475" y="26"/>
                  <a:pt x="474" y="26"/>
                  <a:pt x="474" y="26"/>
                </a:cubicBezTo>
                <a:cubicBezTo>
                  <a:pt x="475" y="25"/>
                  <a:pt x="475" y="25"/>
                  <a:pt x="475" y="25"/>
                </a:cubicBezTo>
                <a:cubicBezTo>
                  <a:pt x="474" y="25"/>
                  <a:pt x="474" y="25"/>
                  <a:pt x="474" y="25"/>
                </a:cubicBezTo>
                <a:cubicBezTo>
                  <a:pt x="475" y="25"/>
                  <a:pt x="475" y="25"/>
                  <a:pt x="476" y="25"/>
                </a:cubicBezTo>
                <a:cubicBezTo>
                  <a:pt x="475" y="24"/>
                  <a:pt x="475" y="24"/>
                  <a:pt x="473" y="23"/>
                </a:cubicBezTo>
                <a:cubicBezTo>
                  <a:pt x="473" y="23"/>
                  <a:pt x="473" y="23"/>
                  <a:pt x="473" y="23"/>
                </a:cubicBezTo>
                <a:cubicBezTo>
                  <a:pt x="474" y="23"/>
                  <a:pt x="474" y="23"/>
                  <a:pt x="474" y="23"/>
                </a:cubicBezTo>
                <a:cubicBezTo>
                  <a:pt x="474" y="23"/>
                  <a:pt x="473" y="23"/>
                  <a:pt x="473" y="23"/>
                </a:cubicBezTo>
                <a:moveTo>
                  <a:pt x="504" y="38"/>
                </a:moveTo>
                <a:cubicBezTo>
                  <a:pt x="503" y="37"/>
                  <a:pt x="501" y="36"/>
                  <a:pt x="501" y="36"/>
                </a:cubicBezTo>
                <a:cubicBezTo>
                  <a:pt x="500" y="36"/>
                  <a:pt x="500" y="36"/>
                  <a:pt x="500" y="36"/>
                </a:cubicBezTo>
                <a:cubicBezTo>
                  <a:pt x="500" y="36"/>
                  <a:pt x="500" y="36"/>
                  <a:pt x="500" y="36"/>
                </a:cubicBezTo>
                <a:cubicBezTo>
                  <a:pt x="501" y="37"/>
                  <a:pt x="501" y="37"/>
                  <a:pt x="501" y="37"/>
                </a:cubicBezTo>
                <a:cubicBezTo>
                  <a:pt x="502" y="38"/>
                  <a:pt x="502" y="38"/>
                  <a:pt x="502" y="38"/>
                </a:cubicBezTo>
                <a:cubicBezTo>
                  <a:pt x="503" y="39"/>
                  <a:pt x="503" y="39"/>
                  <a:pt x="503" y="39"/>
                </a:cubicBezTo>
                <a:cubicBezTo>
                  <a:pt x="504" y="39"/>
                  <a:pt x="504" y="39"/>
                  <a:pt x="504" y="39"/>
                </a:cubicBezTo>
                <a:cubicBezTo>
                  <a:pt x="504" y="39"/>
                  <a:pt x="504" y="39"/>
                  <a:pt x="504" y="39"/>
                </a:cubicBezTo>
                <a:cubicBezTo>
                  <a:pt x="504" y="39"/>
                  <a:pt x="504" y="39"/>
                  <a:pt x="504" y="39"/>
                </a:cubicBezTo>
                <a:cubicBezTo>
                  <a:pt x="504" y="38"/>
                  <a:pt x="504" y="38"/>
                  <a:pt x="504" y="38"/>
                </a:cubicBezTo>
                <a:cubicBezTo>
                  <a:pt x="504" y="38"/>
                  <a:pt x="504" y="38"/>
                  <a:pt x="504" y="38"/>
                </a:cubicBezTo>
                <a:cubicBezTo>
                  <a:pt x="504" y="38"/>
                  <a:pt x="504" y="38"/>
                  <a:pt x="504" y="38"/>
                </a:cubicBezTo>
                <a:cubicBezTo>
                  <a:pt x="505" y="38"/>
                  <a:pt x="505" y="38"/>
                  <a:pt x="505" y="38"/>
                </a:cubicBezTo>
                <a:cubicBezTo>
                  <a:pt x="505" y="38"/>
                  <a:pt x="504" y="38"/>
                  <a:pt x="504" y="38"/>
                </a:cubicBezTo>
                <a:moveTo>
                  <a:pt x="428" y="7"/>
                </a:moveTo>
                <a:cubicBezTo>
                  <a:pt x="428" y="7"/>
                  <a:pt x="428" y="7"/>
                  <a:pt x="428" y="7"/>
                </a:cubicBezTo>
                <a:cubicBezTo>
                  <a:pt x="428" y="7"/>
                  <a:pt x="427" y="6"/>
                  <a:pt x="426" y="6"/>
                </a:cubicBezTo>
                <a:cubicBezTo>
                  <a:pt x="426" y="6"/>
                  <a:pt x="426" y="6"/>
                  <a:pt x="426" y="6"/>
                </a:cubicBezTo>
                <a:cubicBezTo>
                  <a:pt x="426" y="6"/>
                  <a:pt x="426" y="6"/>
                  <a:pt x="426" y="6"/>
                </a:cubicBezTo>
                <a:cubicBezTo>
                  <a:pt x="426" y="6"/>
                  <a:pt x="426" y="6"/>
                  <a:pt x="426" y="6"/>
                </a:cubicBezTo>
                <a:cubicBezTo>
                  <a:pt x="427" y="7"/>
                  <a:pt x="427" y="7"/>
                  <a:pt x="427" y="7"/>
                </a:cubicBezTo>
                <a:cubicBezTo>
                  <a:pt x="426" y="7"/>
                  <a:pt x="426" y="7"/>
                  <a:pt x="426" y="7"/>
                </a:cubicBezTo>
                <a:cubicBezTo>
                  <a:pt x="426" y="7"/>
                  <a:pt x="427" y="7"/>
                  <a:pt x="427" y="7"/>
                </a:cubicBezTo>
                <a:cubicBezTo>
                  <a:pt x="427" y="7"/>
                  <a:pt x="427" y="7"/>
                  <a:pt x="427" y="7"/>
                </a:cubicBezTo>
                <a:cubicBezTo>
                  <a:pt x="427" y="7"/>
                  <a:pt x="431" y="8"/>
                  <a:pt x="431" y="8"/>
                </a:cubicBezTo>
                <a:cubicBezTo>
                  <a:pt x="431" y="8"/>
                  <a:pt x="431" y="8"/>
                  <a:pt x="431" y="8"/>
                </a:cubicBezTo>
                <a:cubicBezTo>
                  <a:pt x="431" y="8"/>
                  <a:pt x="431" y="8"/>
                  <a:pt x="429" y="7"/>
                </a:cubicBezTo>
                <a:cubicBezTo>
                  <a:pt x="429" y="7"/>
                  <a:pt x="429" y="7"/>
                  <a:pt x="429" y="7"/>
                </a:cubicBezTo>
                <a:cubicBezTo>
                  <a:pt x="428" y="7"/>
                  <a:pt x="428" y="7"/>
                  <a:pt x="428" y="7"/>
                </a:cubicBezTo>
                <a:moveTo>
                  <a:pt x="431" y="8"/>
                </a:moveTo>
                <a:cubicBezTo>
                  <a:pt x="430" y="8"/>
                  <a:pt x="430" y="8"/>
                  <a:pt x="429" y="8"/>
                </a:cubicBezTo>
                <a:cubicBezTo>
                  <a:pt x="429" y="8"/>
                  <a:pt x="429" y="8"/>
                  <a:pt x="428" y="8"/>
                </a:cubicBezTo>
                <a:cubicBezTo>
                  <a:pt x="427" y="7"/>
                  <a:pt x="426" y="7"/>
                  <a:pt x="425" y="7"/>
                </a:cubicBezTo>
                <a:cubicBezTo>
                  <a:pt x="424" y="6"/>
                  <a:pt x="424" y="6"/>
                  <a:pt x="424" y="6"/>
                </a:cubicBezTo>
                <a:cubicBezTo>
                  <a:pt x="424" y="6"/>
                  <a:pt x="424" y="6"/>
                  <a:pt x="424" y="6"/>
                </a:cubicBezTo>
                <a:cubicBezTo>
                  <a:pt x="424" y="6"/>
                  <a:pt x="424" y="6"/>
                  <a:pt x="424" y="7"/>
                </a:cubicBezTo>
                <a:cubicBezTo>
                  <a:pt x="425" y="7"/>
                  <a:pt x="425" y="7"/>
                  <a:pt x="426" y="7"/>
                </a:cubicBezTo>
                <a:cubicBezTo>
                  <a:pt x="425" y="7"/>
                  <a:pt x="425" y="7"/>
                  <a:pt x="425" y="7"/>
                </a:cubicBezTo>
                <a:cubicBezTo>
                  <a:pt x="425" y="7"/>
                  <a:pt x="426" y="7"/>
                  <a:pt x="426" y="7"/>
                </a:cubicBezTo>
                <a:cubicBezTo>
                  <a:pt x="426" y="7"/>
                  <a:pt x="426" y="7"/>
                  <a:pt x="426" y="7"/>
                </a:cubicBezTo>
                <a:cubicBezTo>
                  <a:pt x="427" y="8"/>
                  <a:pt x="427" y="8"/>
                  <a:pt x="428" y="8"/>
                </a:cubicBezTo>
                <a:cubicBezTo>
                  <a:pt x="428" y="8"/>
                  <a:pt x="429" y="8"/>
                  <a:pt x="430" y="9"/>
                </a:cubicBezTo>
                <a:cubicBezTo>
                  <a:pt x="430" y="8"/>
                  <a:pt x="430" y="8"/>
                  <a:pt x="430" y="8"/>
                </a:cubicBezTo>
                <a:cubicBezTo>
                  <a:pt x="429" y="8"/>
                  <a:pt x="429" y="8"/>
                  <a:pt x="429" y="8"/>
                </a:cubicBezTo>
                <a:cubicBezTo>
                  <a:pt x="430" y="8"/>
                  <a:pt x="430" y="8"/>
                  <a:pt x="430" y="8"/>
                </a:cubicBezTo>
                <a:cubicBezTo>
                  <a:pt x="430" y="8"/>
                  <a:pt x="430" y="8"/>
                  <a:pt x="430" y="8"/>
                </a:cubicBezTo>
                <a:cubicBezTo>
                  <a:pt x="430" y="8"/>
                  <a:pt x="430" y="8"/>
                  <a:pt x="431" y="8"/>
                </a:cubicBezTo>
                <a:cubicBezTo>
                  <a:pt x="431" y="8"/>
                  <a:pt x="431" y="8"/>
                  <a:pt x="431" y="8"/>
                </a:cubicBezTo>
                <a:moveTo>
                  <a:pt x="433" y="10"/>
                </a:moveTo>
                <a:cubicBezTo>
                  <a:pt x="433" y="10"/>
                  <a:pt x="432" y="9"/>
                  <a:pt x="432" y="9"/>
                </a:cubicBezTo>
                <a:cubicBezTo>
                  <a:pt x="432" y="9"/>
                  <a:pt x="432" y="9"/>
                  <a:pt x="432" y="9"/>
                </a:cubicBezTo>
                <a:cubicBezTo>
                  <a:pt x="432" y="9"/>
                  <a:pt x="432" y="9"/>
                  <a:pt x="432" y="9"/>
                </a:cubicBezTo>
                <a:cubicBezTo>
                  <a:pt x="432" y="9"/>
                  <a:pt x="432" y="9"/>
                  <a:pt x="432" y="9"/>
                </a:cubicBezTo>
                <a:cubicBezTo>
                  <a:pt x="432" y="9"/>
                  <a:pt x="432" y="9"/>
                  <a:pt x="432" y="9"/>
                </a:cubicBezTo>
                <a:cubicBezTo>
                  <a:pt x="432" y="10"/>
                  <a:pt x="432" y="10"/>
                  <a:pt x="432" y="10"/>
                </a:cubicBezTo>
                <a:cubicBezTo>
                  <a:pt x="432" y="10"/>
                  <a:pt x="432" y="10"/>
                  <a:pt x="432" y="10"/>
                </a:cubicBezTo>
                <a:cubicBezTo>
                  <a:pt x="432" y="10"/>
                  <a:pt x="432" y="10"/>
                  <a:pt x="432" y="10"/>
                </a:cubicBezTo>
                <a:cubicBezTo>
                  <a:pt x="432" y="10"/>
                  <a:pt x="432" y="10"/>
                  <a:pt x="432" y="10"/>
                </a:cubicBezTo>
                <a:cubicBezTo>
                  <a:pt x="432" y="10"/>
                  <a:pt x="432" y="10"/>
                  <a:pt x="432" y="10"/>
                </a:cubicBezTo>
                <a:cubicBezTo>
                  <a:pt x="433" y="10"/>
                  <a:pt x="433" y="10"/>
                  <a:pt x="433" y="10"/>
                </a:cubicBezTo>
                <a:cubicBezTo>
                  <a:pt x="434" y="10"/>
                  <a:pt x="434" y="10"/>
                  <a:pt x="434" y="10"/>
                </a:cubicBezTo>
                <a:cubicBezTo>
                  <a:pt x="434" y="10"/>
                  <a:pt x="434" y="10"/>
                  <a:pt x="434" y="10"/>
                </a:cubicBezTo>
                <a:cubicBezTo>
                  <a:pt x="433" y="10"/>
                  <a:pt x="433" y="10"/>
                  <a:pt x="433" y="10"/>
                </a:cubicBezTo>
                <a:cubicBezTo>
                  <a:pt x="433" y="10"/>
                  <a:pt x="433" y="10"/>
                  <a:pt x="433" y="10"/>
                </a:cubicBezTo>
                <a:moveTo>
                  <a:pt x="430" y="9"/>
                </a:moveTo>
                <a:cubicBezTo>
                  <a:pt x="429" y="9"/>
                  <a:pt x="429" y="9"/>
                  <a:pt x="429" y="9"/>
                </a:cubicBezTo>
                <a:cubicBezTo>
                  <a:pt x="428" y="8"/>
                  <a:pt x="428" y="8"/>
                  <a:pt x="428" y="8"/>
                </a:cubicBezTo>
                <a:cubicBezTo>
                  <a:pt x="428" y="8"/>
                  <a:pt x="428" y="8"/>
                  <a:pt x="427" y="8"/>
                </a:cubicBezTo>
                <a:cubicBezTo>
                  <a:pt x="427" y="8"/>
                  <a:pt x="427" y="8"/>
                  <a:pt x="427" y="8"/>
                </a:cubicBezTo>
                <a:cubicBezTo>
                  <a:pt x="428" y="9"/>
                  <a:pt x="428" y="9"/>
                  <a:pt x="428" y="9"/>
                </a:cubicBezTo>
                <a:cubicBezTo>
                  <a:pt x="428" y="9"/>
                  <a:pt x="428" y="9"/>
                  <a:pt x="428" y="9"/>
                </a:cubicBezTo>
                <a:cubicBezTo>
                  <a:pt x="429" y="9"/>
                  <a:pt x="429" y="10"/>
                  <a:pt x="430" y="10"/>
                </a:cubicBezTo>
                <a:cubicBezTo>
                  <a:pt x="431" y="10"/>
                  <a:pt x="431" y="10"/>
                  <a:pt x="431" y="10"/>
                </a:cubicBezTo>
                <a:cubicBezTo>
                  <a:pt x="430" y="9"/>
                  <a:pt x="429" y="9"/>
                  <a:pt x="429" y="9"/>
                </a:cubicBezTo>
                <a:cubicBezTo>
                  <a:pt x="430" y="10"/>
                  <a:pt x="431" y="10"/>
                  <a:pt x="432" y="10"/>
                </a:cubicBezTo>
                <a:cubicBezTo>
                  <a:pt x="431" y="10"/>
                  <a:pt x="431" y="10"/>
                  <a:pt x="431" y="10"/>
                </a:cubicBezTo>
                <a:cubicBezTo>
                  <a:pt x="432" y="10"/>
                  <a:pt x="432" y="10"/>
                  <a:pt x="432" y="10"/>
                </a:cubicBezTo>
                <a:cubicBezTo>
                  <a:pt x="431" y="10"/>
                  <a:pt x="430" y="9"/>
                  <a:pt x="429" y="9"/>
                </a:cubicBezTo>
                <a:cubicBezTo>
                  <a:pt x="430" y="9"/>
                  <a:pt x="430" y="9"/>
                  <a:pt x="430" y="9"/>
                </a:cubicBezTo>
                <a:moveTo>
                  <a:pt x="425" y="7"/>
                </a:moveTo>
                <a:cubicBezTo>
                  <a:pt x="424" y="7"/>
                  <a:pt x="424" y="7"/>
                  <a:pt x="424" y="7"/>
                </a:cubicBezTo>
                <a:cubicBezTo>
                  <a:pt x="423" y="7"/>
                  <a:pt x="423" y="7"/>
                  <a:pt x="423" y="6"/>
                </a:cubicBezTo>
                <a:cubicBezTo>
                  <a:pt x="422" y="6"/>
                  <a:pt x="422" y="6"/>
                  <a:pt x="422" y="6"/>
                </a:cubicBezTo>
                <a:cubicBezTo>
                  <a:pt x="422" y="7"/>
                  <a:pt x="422" y="7"/>
                  <a:pt x="422" y="7"/>
                </a:cubicBezTo>
                <a:cubicBezTo>
                  <a:pt x="422" y="7"/>
                  <a:pt x="422" y="7"/>
                  <a:pt x="419" y="6"/>
                </a:cubicBezTo>
                <a:cubicBezTo>
                  <a:pt x="419" y="5"/>
                  <a:pt x="418" y="5"/>
                  <a:pt x="418" y="5"/>
                </a:cubicBezTo>
                <a:cubicBezTo>
                  <a:pt x="418" y="5"/>
                  <a:pt x="418" y="5"/>
                  <a:pt x="418" y="5"/>
                </a:cubicBezTo>
                <a:cubicBezTo>
                  <a:pt x="418" y="5"/>
                  <a:pt x="418" y="5"/>
                  <a:pt x="418" y="5"/>
                </a:cubicBezTo>
                <a:cubicBezTo>
                  <a:pt x="418" y="5"/>
                  <a:pt x="418" y="5"/>
                  <a:pt x="418" y="5"/>
                </a:cubicBezTo>
                <a:cubicBezTo>
                  <a:pt x="418" y="6"/>
                  <a:pt x="418" y="6"/>
                  <a:pt x="418" y="6"/>
                </a:cubicBezTo>
                <a:cubicBezTo>
                  <a:pt x="419" y="6"/>
                  <a:pt x="420" y="6"/>
                  <a:pt x="421" y="7"/>
                </a:cubicBezTo>
                <a:cubicBezTo>
                  <a:pt x="420" y="6"/>
                  <a:pt x="420" y="6"/>
                  <a:pt x="420" y="6"/>
                </a:cubicBezTo>
                <a:cubicBezTo>
                  <a:pt x="420" y="6"/>
                  <a:pt x="420" y="6"/>
                  <a:pt x="420" y="6"/>
                </a:cubicBezTo>
                <a:cubicBezTo>
                  <a:pt x="420" y="6"/>
                  <a:pt x="420" y="6"/>
                  <a:pt x="420" y="6"/>
                </a:cubicBezTo>
                <a:cubicBezTo>
                  <a:pt x="420" y="6"/>
                  <a:pt x="420" y="6"/>
                  <a:pt x="420" y="6"/>
                </a:cubicBezTo>
                <a:cubicBezTo>
                  <a:pt x="420" y="7"/>
                  <a:pt x="421" y="7"/>
                  <a:pt x="421" y="7"/>
                </a:cubicBezTo>
                <a:cubicBezTo>
                  <a:pt x="421" y="7"/>
                  <a:pt x="421" y="7"/>
                  <a:pt x="421" y="7"/>
                </a:cubicBezTo>
                <a:cubicBezTo>
                  <a:pt x="422" y="7"/>
                  <a:pt x="422" y="7"/>
                  <a:pt x="422" y="7"/>
                </a:cubicBezTo>
                <a:cubicBezTo>
                  <a:pt x="423" y="7"/>
                  <a:pt x="423" y="8"/>
                  <a:pt x="424" y="8"/>
                </a:cubicBezTo>
                <a:cubicBezTo>
                  <a:pt x="423" y="8"/>
                  <a:pt x="423" y="8"/>
                  <a:pt x="423" y="8"/>
                </a:cubicBezTo>
                <a:cubicBezTo>
                  <a:pt x="423" y="8"/>
                  <a:pt x="423" y="8"/>
                  <a:pt x="423" y="8"/>
                </a:cubicBezTo>
                <a:cubicBezTo>
                  <a:pt x="423" y="8"/>
                  <a:pt x="423" y="8"/>
                  <a:pt x="423" y="8"/>
                </a:cubicBezTo>
                <a:cubicBezTo>
                  <a:pt x="423" y="8"/>
                  <a:pt x="423" y="8"/>
                  <a:pt x="423" y="8"/>
                </a:cubicBezTo>
                <a:cubicBezTo>
                  <a:pt x="423" y="8"/>
                  <a:pt x="423" y="8"/>
                  <a:pt x="423" y="8"/>
                </a:cubicBezTo>
                <a:cubicBezTo>
                  <a:pt x="423" y="8"/>
                  <a:pt x="423" y="8"/>
                  <a:pt x="423" y="8"/>
                </a:cubicBezTo>
                <a:cubicBezTo>
                  <a:pt x="423" y="8"/>
                  <a:pt x="423" y="8"/>
                  <a:pt x="423" y="8"/>
                </a:cubicBezTo>
                <a:cubicBezTo>
                  <a:pt x="423" y="8"/>
                  <a:pt x="423" y="8"/>
                  <a:pt x="423" y="8"/>
                </a:cubicBezTo>
                <a:cubicBezTo>
                  <a:pt x="423" y="8"/>
                  <a:pt x="423" y="8"/>
                  <a:pt x="423" y="8"/>
                </a:cubicBezTo>
                <a:cubicBezTo>
                  <a:pt x="423" y="8"/>
                  <a:pt x="423" y="8"/>
                  <a:pt x="423" y="8"/>
                </a:cubicBezTo>
                <a:cubicBezTo>
                  <a:pt x="423" y="8"/>
                  <a:pt x="423" y="8"/>
                  <a:pt x="423" y="8"/>
                </a:cubicBezTo>
                <a:cubicBezTo>
                  <a:pt x="423" y="8"/>
                  <a:pt x="423" y="8"/>
                  <a:pt x="424" y="9"/>
                </a:cubicBezTo>
                <a:cubicBezTo>
                  <a:pt x="424" y="9"/>
                  <a:pt x="424" y="9"/>
                  <a:pt x="424" y="9"/>
                </a:cubicBezTo>
                <a:cubicBezTo>
                  <a:pt x="425" y="9"/>
                  <a:pt x="425" y="9"/>
                  <a:pt x="425" y="9"/>
                </a:cubicBezTo>
                <a:cubicBezTo>
                  <a:pt x="425" y="9"/>
                  <a:pt x="425" y="9"/>
                  <a:pt x="425" y="9"/>
                </a:cubicBezTo>
                <a:cubicBezTo>
                  <a:pt x="425" y="9"/>
                  <a:pt x="425" y="9"/>
                  <a:pt x="425" y="9"/>
                </a:cubicBezTo>
                <a:cubicBezTo>
                  <a:pt x="425" y="9"/>
                  <a:pt x="424" y="9"/>
                  <a:pt x="423" y="8"/>
                </a:cubicBezTo>
                <a:cubicBezTo>
                  <a:pt x="424" y="8"/>
                  <a:pt x="424" y="8"/>
                  <a:pt x="424" y="8"/>
                </a:cubicBezTo>
                <a:cubicBezTo>
                  <a:pt x="424" y="8"/>
                  <a:pt x="424" y="8"/>
                  <a:pt x="424" y="8"/>
                </a:cubicBezTo>
                <a:cubicBezTo>
                  <a:pt x="424" y="8"/>
                  <a:pt x="424" y="8"/>
                  <a:pt x="424" y="8"/>
                </a:cubicBezTo>
                <a:cubicBezTo>
                  <a:pt x="424" y="8"/>
                  <a:pt x="424" y="8"/>
                  <a:pt x="424" y="8"/>
                </a:cubicBezTo>
                <a:cubicBezTo>
                  <a:pt x="424" y="8"/>
                  <a:pt x="424" y="8"/>
                  <a:pt x="424" y="8"/>
                </a:cubicBezTo>
                <a:cubicBezTo>
                  <a:pt x="424" y="8"/>
                  <a:pt x="424" y="8"/>
                  <a:pt x="423" y="8"/>
                </a:cubicBezTo>
                <a:cubicBezTo>
                  <a:pt x="423" y="7"/>
                  <a:pt x="423" y="7"/>
                  <a:pt x="423" y="7"/>
                </a:cubicBezTo>
                <a:cubicBezTo>
                  <a:pt x="424" y="8"/>
                  <a:pt x="424" y="8"/>
                  <a:pt x="425" y="8"/>
                </a:cubicBezTo>
                <a:cubicBezTo>
                  <a:pt x="425" y="8"/>
                  <a:pt x="425" y="8"/>
                  <a:pt x="425" y="8"/>
                </a:cubicBezTo>
                <a:cubicBezTo>
                  <a:pt x="422" y="7"/>
                  <a:pt x="422" y="7"/>
                  <a:pt x="422" y="7"/>
                </a:cubicBezTo>
                <a:cubicBezTo>
                  <a:pt x="423" y="7"/>
                  <a:pt x="423" y="7"/>
                  <a:pt x="423" y="7"/>
                </a:cubicBezTo>
                <a:cubicBezTo>
                  <a:pt x="425" y="7"/>
                  <a:pt x="425" y="7"/>
                  <a:pt x="425" y="7"/>
                </a:cubicBezTo>
                <a:cubicBezTo>
                  <a:pt x="425" y="7"/>
                  <a:pt x="425" y="7"/>
                  <a:pt x="425" y="7"/>
                </a:cubicBezTo>
                <a:moveTo>
                  <a:pt x="421" y="8"/>
                </a:moveTo>
                <a:cubicBezTo>
                  <a:pt x="420" y="8"/>
                  <a:pt x="420" y="8"/>
                  <a:pt x="419" y="7"/>
                </a:cubicBezTo>
                <a:cubicBezTo>
                  <a:pt x="419" y="7"/>
                  <a:pt x="419" y="7"/>
                  <a:pt x="419" y="7"/>
                </a:cubicBezTo>
                <a:cubicBezTo>
                  <a:pt x="418" y="7"/>
                  <a:pt x="417" y="7"/>
                  <a:pt x="417" y="7"/>
                </a:cubicBezTo>
                <a:cubicBezTo>
                  <a:pt x="416" y="6"/>
                  <a:pt x="416" y="6"/>
                  <a:pt x="416" y="6"/>
                </a:cubicBezTo>
                <a:cubicBezTo>
                  <a:pt x="416" y="6"/>
                  <a:pt x="416" y="6"/>
                  <a:pt x="416" y="6"/>
                </a:cubicBezTo>
                <a:cubicBezTo>
                  <a:pt x="416" y="6"/>
                  <a:pt x="416" y="6"/>
                  <a:pt x="416" y="6"/>
                </a:cubicBezTo>
                <a:cubicBezTo>
                  <a:pt x="416" y="6"/>
                  <a:pt x="416" y="6"/>
                  <a:pt x="416" y="6"/>
                </a:cubicBezTo>
                <a:cubicBezTo>
                  <a:pt x="416" y="7"/>
                  <a:pt x="416" y="7"/>
                  <a:pt x="416" y="7"/>
                </a:cubicBezTo>
                <a:cubicBezTo>
                  <a:pt x="416" y="7"/>
                  <a:pt x="417" y="7"/>
                  <a:pt x="417" y="7"/>
                </a:cubicBezTo>
                <a:cubicBezTo>
                  <a:pt x="417" y="7"/>
                  <a:pt x="417" y="7"/>
                  <a:pt x="416" y="7"/>
                </a:cubicBezTo>
                <a:cubicBezTo>
                  <a:pt x="416" y="7"/>
                  <a:pt x="416" y="7"/>
                  <a:pt x="416" y="7"/>
                </a:cubicBezTo>
                <a:cubicBezTo>
                  <a:pt x="417" y="7"/>
                  <a:pt x="417" y="7"/>
                  <a:pt x="417" y="7"/>
                </a:cubicBezTo>
                <a:cubicBezTo>
                  <a:pt x="416" y="7"/>
                  <a:pt x="416" y="7"/>
                  <a:pt x="416" y="7"/>
                </a:cubicBezTo>
                <a:cubicBezTo>
                  <a:pt x="416" y="7"/>
                  <a:pt x="416" y="7"/>
                  <a:pt x="415" y="7"/>
                </a:cubicBezTo>
                <a:cubicBezTo>
                  <a:pt x="416" y="8"/>
                  <a:pt x="416" y="8"/>
                  <a:pt x="416" y="8"/>
                </a:cubicBezTo>
                <a:cubicBezTo>
                  <a:pt x="416" y="8"/>
                  <a:pt x="415" y="7"/>
                  <a:pt x="415" y="7"/>
                </a:cubicBezTo>
                <a:cubicBezTo>
                  <a:pt x="414" y="7"/>
                  <a:pt x="414" y="7"/>
                  <a:pt x="414" y="7"/>
                </a:cubicBezTo>
                <a:cubicBezTo>
                  <a:pt x="416" y="8"/>
                  <a:pt x="417" y="9"/>
                  <a:pt x="417" y="8"/>
                </a:cubicBezTo>
                <a:cubicBezTo>
                  <a:pt x="417" y="8"/>
                  <a:pt x="417" y="8"/>
                  <a:pt x="417" y="8"/>
                </a:cubicBezTo>
                <a:cubicBezTo>
                  <a:pt x="417" y="8"/>
                  <a:pt x="417" y="8"/>
                  <a:pt x="417" y="8"/>
                </a:cubicBezTo>
                <a:cubicBezTo>
                  <a:pt x="417" y="8"/>
                  <a:pt x="417" y="8"/>
                  <a:pt x="417" y="8"/>
                </a:cubicBezTo>
                <a:cubicBezTo>
                  <a:pt x="417" y="8"/>
                  <a:pt x="418" y="8"/>
                  <a:pt x="418" y="8"/>
                </a:cubicBezTo>
                <a:cubicBezTo>
                  <a:pt x="418" y="8"/>
                  <a:pt x="418" y="8"/>
                  <a:pt x="418" y="8"/>
                </a:cubicBezTo>
                <a:cubicBezTo>
                  <a:pt x="419" y="8"/>
                  <a:pt x="419" y="8"/>
                  <a:pt x="420" y="9"/>
                </a:cubicBezTo>
                <a:cubicBezTo>
                  <a:pt x="419" y="9"/>
                  <a:pt x="419" y="9"/>
                  <a:pt x="419" y="9"/>
                </a:cubicBezTo>
                <a:cubicBezTo>
                  <a:pt x="420" y="9"/>
                  <a:pt x="420" y="9"/>
                  <a:pt x="420" y="9"/>
                </a:cubicBezTo>
                <a:cubicBezTo>
                  <a:pt x="421" y="9"/>
                  <a:pt x="421" y="10"/>
                  <a:pt x="422" y="10"/>
                </a:cubicBezTo>
                <a:cubicBezTo>
                  <a:pt x="424" y="10"/>
                  <a:pt x="424" y="10"/>
                  <a:pt x="424" y="10"/>
                </a:cubicBezTo>
                <a:cubicBezTo>
                  <a:pt x="424" y="10"/>
                  <a:pt x="423" y="9"/>
                  <a:pt x="421" y="9"/>
                </a:cubicBezTo>
                <a:cubicBezTo>
                  <a:pt x="421" y="9"/>
                  <a:pt x="421" y="9"/>
                  <a:pt x="421" y="9"/>
                </a:cubicBezTo>
                <a:cubicBezTo>
                  <a:pt x="421" y="9"/>
                  <a:pt x="421" y="9"/>
                  <a:pt x="422" y="9"/>
                </a:cubicBezTo>
                <a:cubicBezTo>
                  <a:pt x="422" y="9"/>
                  <a:pt x="422" y="9"/>
                  <a:pt x="422" y="9"/>
                </a:cubicBezTo>
                <a:cubicBezTo>
                  <a:pt x="422" y="9"/>
                  <a:pt x="422" y="9"/>
                  <a:pt x="422" y="9"/>
                </a:cubicBezTo>
                <a:cubicBezTo>
                  <a:pt x="422" y="8"/>
                  <a:pt x="421" y="8"/>
                  <a:pt x="421" y="8"/>
                </a:cubicBezTo>
                <a:moveTo>
                  <a:pt x="399" y="10"/>
                </a:moveTo>
                <a:cubicBezTo>
                  <a:pt x="399" y="9"/>
                  <a:pt x="399" y="9"/>
                  <a:pt x="399" y="9"/>
                </a:cubicBezTo>
                <a:cubicBezTo>
                  <a:pt x="398" y="9"/>
                  <a:pt x="398" y="9"/>
                  <a:pt x="398" y="9"/>
                </a:cubicBezTo>
                <a:cubicBezTo>
                  <a:pt x="397" y="9"/>
                  <a:pt x="397" y="9"/>
                  <a:pt x="397" y="9"/>
                </a:cubicBezTo>
                <a:cubicBezTo>
                  <a:pt x="397" y="9"/>
                  <a:pt x="397" y="9"/>
                  <a:pt x="397" y="9"/>
                </a:cubicBezTo>
                <a:cubicBezTo>
                  <a:pt x="397" y="9"/>
                  <a:pt x="397" y="9"/>
                  <a:pt x="397" y="9"/>
                </a:cubicBezTo>
                <a:cubicBezTo>
                  <a:pt x="396" y="8"/>
                  <a:pt x="395" y="8"/>
                  <a:pt x="395" y="8"/>
                </a:cubicBezTo>
                <a:cubicBezTo>
                  <a:pt x="395" y="9"/>
                  <a:pt x="395" y="9"/>
                  <a:pt x="394" y="9"/>
                </a:cubicBezTo>
                <a:cubicBezTo>
                  <a:pt x="394" y="8"/>
                  <a:pt x="394" y="8"/>
                  <a:pt x="394" y="8"/>
                </a:cubicBezTo>
                <a:cubicBezTo>
                  <a:pt x="394" y="8"/>
                  <a:pt x="394" y="8"/>
                  <a:pt x="394" y="8"/>
                </a:cubicBezTo>
                <a:cubicBezTo>
                  <a:pt x="394" y="8"/>
                  <a:pt x="394" y="8"/>
                  <a:pt x="394" y="8"/>
                </a:cubicBezTo>
                <a:cubicBezTo>
                  <a:pt x="394" y="8"/>
                  <a:pt x="394" y="8"/>
                  <a:pt x="394" y="8"/>
                </a:cubicBezTo>
                <a:cubicBezTo>
                  <a:pt x="394" y="8"/>
                  <a:pt x="394" y="8"/>
                  <a:pt x="394" y="8"/>
                </a:cubicBezTo>
                <a:cubicBezTo>
                  <a:pt x="394" y="8"/>
                  <a:pt x="394" y="8"/>
                  <a:pt x="394" y="8"/>
                </a:cubicBezTo>
                <a:cubicBezTo>
                  <a:pt x="394" y="8"/>
                  <a:pt x="394" y="8"/>
                  <a:pt x="394" y="8"/>
                </a:cubicBezTo>
                <a:cubicBezTo>
                  <a:pt x="394" y="8"/>
                  <a:pt x="394" y="8"/>
                  <a:pt x="394" y="8"/>
                </a:cubicBezTo>
                <a:cubicBezTo>
                  <a:pt x="393" y="8"/>
                  <a:pt x="393" y="8"/>
                  <a:pt x="393" y="8"/>
                </a:cubicBezTo>
                <a:cubicBezTo>
                  <a:pt x="393" y="8"/>
                  <a:pt x="393" y="8"/>
                  <a:pt x="393" y="8"/>
                </a:cubicBezTo>
                <a:cubicBezTo>
                  <a:pt x="393" y="9"/>
                  <a:pt x="393" y="9"/>
                  <a:pt x="393" y="9"/>
                </a:cubicBezTo>
                <a:cubicBezTo>
                  <a:pt x="393" y="9"/>
                  <a:pt x="393" y="9"/>
                  <a:pt x="393" y="9"/>
                </a:cubicBezTo>
                <a:cubicBezTo>
                  <a:pt x="393" y="9"/>
                  <a:pt x="392" y="8"/>
                  <a:pt x="392" y="8"/>
                </a:cubicBezTo>
                <a:cubicBezTo>
                  <a:pt x="392" y="8"/>
                  <a:pt x="390" y="8"/>
                  <a:pt x="389" y="8"/>
                </a:cubicBezTo>
                <a:cubicBezTo>
                  <a:pt x="389" y="8"/>
                  <a:pt x="388" y="9"/>
                  <a:pt x="390" y="9"/>
                </a:cubicBezTo>
                <a:cubicBezTo>
                  <a:pt x="390" y="9"/>
                  <a:pt x="390" y="9"/>
                  <a:pt x="390" y="9"/>
                </a:cubicBezTo>
                <a:cubicBezTo>
                  <a:pt x="391" y="9"/>
                  <a:pt x="391" y="9"/>
                  <a:pt x="391" y="9"/>
                </a:cubicBezTo>
                <a:cubicBezTo>
                  <a:pt x="391" y="9"/>
                  <a:pt x="391" y="9"/>
                  <a:pt x="392" y="9"/>
                </a:cubicBezTo>
                <a:cubicBezTo>
                  <a:pt x="392" y="9"/>
                  <a:pt x="392" y="10"/>
                  <a:pt x="393" y="10"/>
                </a:cubicBezTo>
                <a:cubicBezTo>
                  <a:pt x="392" y="10"/>
                  <a:pt x="391" y="10"/>
                  <a:pt x="391" y="10"/>
                </a:cubicBezTo>
                <a:cubicBezTo>
                  <a:pt x="391" y="10"/>
                  <a:pt x="391" y="10"/>
                  <a:pt x="391" y="10"/>
                </a:cubicBezTo>
                <a:cubicBezTo>
                  <a:pt x="391" y="11"/>
                  <a:pt x="392" y="11"/>
                  <a:pt x="392" y="11"/>
                </a:cubicBezTo>
                <a:cubicBezTo>
                  <a:pt x="393" y="11"/>
                  <a:pt x="393" y="11"/>
                  <a:pt x="394" y="11"/>
                </a:cubicBezTo>
                <a:cubicBezTo>
                  <a:pt x="394" y="11"/>
                  <a:pt x="394" y="11"/>
                  <a:pt x="394" y="11"/>
                </a:cubicBezTo>
                <a:cubicBezTo>
                  <a:pt x="395" y="11"/>
                  <a:pt x="395" y="11"/>
                  <a:pt x="395" y="11"/>
                </a:cubicBezTo>
                <a:cubicBezTo>
                  <a:pt x="396" y="12"/>
                  <a:pt x="396" y="12"/>
                  <a:pt x="396" y="12"/>
                </a:cubicBezTo>
                <a:cubicBezTo>
                  <a:pt x="397" y="12"/>
                  <a:pt x="397" y="11"/>
                  <a:pt x="397" y="11"/>
                </a:cubicBezTo>
                <a:cubicBezTo>
                  <a:pt x="398" y="11"/>
                  <a:pt x="398" y="11"/>
                  <a:pt x="399" y="11"/>
                </a:cubicBezTo>
                <a:cubicBezTo>
                  <a:pt x="398" y="11"/>
                  <a:pt x="398" y="11"/>
                  <a:pt x="398" y="11"/>
                </a:cubicBezTo>
                <a:cubicBezTo>
                  <a:pt x="398" y="10"/>
                  <a:pt x="398" y="10"/>
                  <a:pt x="398" y="10"/>
                </a:cubicBezTo>
                <a:cubicBezTo>
                  <a:pt x="398" y="10"/>
                  <a:pt x="399" y="10"/>
                  <a:pt x="399" y="10"/>
                </a:cubicBezTo>
                <a:moveTo>
                  <a:pt x="390" y="11"/>
                </a:moveTo>
                <a:cubicBezTo>
                  <a:pt x="390" y="11"/>
                  <a:pt x="390" y="11"/>
                  <a:pt x="390" y="11"/>
                </a:cubicBezTo>
                <a:cubicBezTo>
                  <a:pt x="390" y="11"/>
                  <a:pt x="390" y="11"/>
                  <a:pt x="390" y="11"/>
                </a:cubicBezTo>
                <a:cubicBezTo>
                  <a:pt x="390" y="11"/>
                  <a:pt x="390" y="11"/>
                  <a:pt x="390" y="11"/>
                </a:cubicBezTo>
                <a:cubicBezTo>
                  <a:pt x="390" y="11"/>
                  <a:pt x="390" y="11"/>
                  <a:pt x="390" y="11"/>
                </a:cubicBezTo>
                <a:moveTo>
                  <a:pt x="401" y="18"/>
                </a:moveTo>
                <a:cubicBezTo>
                  <a:pt x="401" y="17"/>
                  <a:pt x="401" y="17"/>
                  <a:pt x="401" y="17"/>
                </a:cubicBezTo>
                <a:cubicBezTo>
                  <a:pt x="401" y="17"/>
                  <a:pt x="401" y="17"/>
                  <a:pt x="399" y="17"/>
                </a:cubicBezTo>
                <a:cubicBezTo>
                  <a:pt x="398" y="16"/>
                  <a:pt x="398" y="16"/>
                  <a:pt x="398" y="16"/>
                </a:cubicBezTo>
                <a:cubicBezTo>
                  <a:pt x="398" y="15"/>
                  <a:pt x="397" y="15"/>
                  <a:pt x="396" y="15"/>
                </a:cubicBezTo>
                <a:cubicBezTo>
                  <a:pt x="396" y="15"/>
                  <a:pt x="396" y="14"/>
                  <a:pt x="395" y="14"/>
                </a:cubicBezTo>
                <a:cubicBezTo>
                  <a:pt x="395" y="14"/>
                  <a:pt x="395" y="14"/>
                  <a:pt x="394" y="13"/>
                </a:cubicBezTo>
                <a:cubicBezTo>
                  <a:pt x="394" y="13"/>
                  <a:pt x="394" y="13"/>
                  <a:pt x="393" y="13"/>
                </a:cubicBezTo>
                <a:cubicBezTo>
                  <a:pt x="393" y="13"/>
                  <a:pt x="393" y="12"/>
                  <a:pt x="392" y="12"/>
                </a:cubicBezTo>
                <a:cubicBezTo>
                  <a:pt x="392" y="12"/>
                  <a:pt x="392" y="12"/>
                  <a:pt x="392" y="12"/>
                </a:cubicBezTo>
                <a:cubicBezTo>
                  <a:pt x="392" y="12"/>
                  <a:pt x="392" y="12"/>
                  <a:pt x="391" y="12"/>
                </a:cubicBezTo>
                <a:cubicBezTo>
                  <a:pt x="390" y="12"/>
                  <a:pt x="390" y="12"/>
                  <a:pt x="390" y="12"/>
                </a:cubicBezTo>
                <a:cubicBezTo>
                  <a:pt x="390" y="11"/>
                  <a:pt x="390" y="11"/>
                  <a:pt x="390" y="11"/>
                </a:cubicBezTo>
                <a:cubicBezTo>
                  <a:pt x="389" y="11"/>
                  <a:pt x="389" y="11"/>
                  <a:pt x="389" y="11"/>
                </a:cubicBezTo>
                <a:cubicBezTo>
                  <a:pt x="389" y="10"/>
                  <a:pt x="389" y="10"/>
                  <a:pt x="389" y="10"/>
                </a:cubicBezTo>
                <a:cubicBezTo>
                  <a:pt x="388" y="10"/>
                  <a:pt x="387" y="9"/>
                  <a:pt x="387" y="9"/>
                </a:cubicBezTo>
                <a:cubicBezTo>
                  <a:pt x="387" y="9"/>
                  <a:pt x="387" y="9"/>
                  <a:pt x="387" y="9"/>
                </a:cubicBezTo>
                <a:cubicBezTo>
                  <a:pt x="386" y="9"/>
                  <a:pt x="386" y="9"/>
                  <a:pt x="386" y="10"/>
                </a:cubicBezTo>
                <a:cubicBezTo>
                  <a:pt x="386" y="10"/>
                  <a:pt x="386" y="10"/>
                  <a:pt x="386" y="10"/>
                </a:cubicBezTo>
                <a:cubicBezTo>
                  <a:pt x="386" y="11"/>
                  <a:pt x="387" y="11"/>
                  <a:pt x="387" y="11"/>
                </a:cubicBezTo>
                <a:cubicBezTo>
                  <a:pt x="386" y="12"/>
                  <a:pt x="386" y="12"/>
                  <a:pt x="386" y="12"/>
                </a:cubicBezTo>
                <a:cubicBezTo>
                  <a:pt x="385" y="11"/>
                  <a:pt x="385" y="11"/>
                  <a:pt x="385" y="11"/>
                </a:cubicBezTo>
                <a:cubicBezTo>
                  <a:pt x="385" y="11"/>
                  <a:pt x="385" y="11"/>
                  <a:pt x="385" y="11"/>
                </a:cubicBezTo>
                <a:cubicBezTo>
                  <a:pt x="385" y="10"/>
                  <a:pt x="385" y="10"/>
                  <a:pt x="385" y="10"/>
                </a:cubicBezTo>
                <a:cubicBezTo>
                  <a:pt x="385" y="10"/>
                  <a:pt x="385" y="10"/>
                  <a:pt x="385" y="10"/>
                </a:cubicBezTo>
                <a:cubicBezTo>
                  <a:pt x="385" y="10"/>
                  <a:pt x="385" y="10"/>
                  <a:pt x="385" y="10"/>
                </a:cubicBezTo>
                <a:cubicBezTo>
                  <a:pt x="385" y="9"/>
                  <a:pt x="385" y="9"/>
                  <a:pt x="385" y="9"/>
                </a:cubicBezTo>
                <a:cubicBezTo>
                  <a:pt x="384" y="10"/>
                  <a:pt x="384" y="10"/>
                  <a:pt x="384" y="10"/>
                </a:cubicBezTo>
                <a:cubicBezTo>
                  <a:pt x="383" y="10"/>
                  <a:pt x="383" y="10"/>
                  <a:pt x="383" y="10"/>
                </a:cubicBezTo>
                <a:cubicBezTo>
                  <a:pt x="383" y="10"/>
                  <a:pt x="383" y="10"/>
                  <a:pt x="383" y="10"/>
                </a:cubicBezTo>
                <a:cubicBezTo>
                  <a:pt x="383" y="9"/>
                  <a:pt x="383" y="9"/>
                  <a:pt x="383" y="9"/>
                </a:cubicBezTo>
                <a:cubicBezTo>
                  <a:pt x="383" y="9"/>
                  <a:pt x="383" y="9"/>
                  <a:pt x="383" y="9"/>
                </a:cubicBezTo>
                <a:cubicBezTo>
                  <a:pt x="383" y="9"/>
                  <a:pt x="383" y="9"/>
                  <a:pt x="382" y="10"/>
                </a:cubicBezTo>
                <a:cubicBezTo>
                  <a:pt x="382" y="10"/>
                  <a:pt x="381" y="10"/>
                  <a:pt x="381" y="10"/>
                </a:cubicBezTo>
                <a:cubicBezTo>
                  <a:pt x="378" y="10"/>
                  <a:pt x="380" y="11"/>
                  <a:pt x="380" y="11"/>
                </a:cubicBezTo>
                <a:cubicBezTo>
                  <a:pt x="380" y="11"/>
                  <a:pt x="381" y="11"/>
                  <a:pt x="381" y="11"/>
                </a:cubicBezTo>
                <a:cubicBezTo>
                  <a:pt x="381" y="11"/>
                  <a:pt x="381" y="12"/>
                  <a:pt x="381" y="12"/>
                </a:cubicBezTo>
                <a:cubicBezTo>
                  <a:pt x="380" y="13"/>
                  <a:pt x="381" y="13"/>
                  <a:pt x="381" y="14"/>
                </a:cubicBezTo>
                <a:cubicBezTo>
                  <a:pt x="380" y="14"/>
                  <a:pt x="380" y="12"/>
                  <a:pt x="379" y="12"/>
                </a:cubicBezTo>
                <a:cubicBezTo>
                  <a:pt x="379" y="13"/>
                  <a:pt x="379" y="13"/>
                  <a:pt x="379" y="14"/>
                </a:cubicBezTo>
                <a:cubicBezTo>
                  <a:pt x="380" y="15"/>
                  <a:pt x="381" y="15"/>
                  <a:pt x="381" y="15"/>
                </a:cubicBezTo>
                <a:cubicBezTo>
                  <a:pt x="381" y="14"/>
                  <a:pt x="381" y="14"/>
                  <a:pt x="381" y="14"/>
                </a:cubicBezTo>
                <a:cubicBezTo>
                  <a:pt x="381" y="14"/>
                  <a:pt x="381" y="14"/>
                  <a:pt x="381" y="14"/>
                </a:cubicBezTo>
                <a:cubicBezTo>
                  <a:pt x="382" y="15"/>
                  <a:pt x="382" y="15"/>
                  <a:pt x="382" y="15"/>
                </a:cubicBezTo>
                <a:cubicBezTo>
                  <a:pt x="382" y="15"/>
                  <a:pt x="382" y="15"/>
                  <a:pt x="383" y="15"/>
                </a:cubicBezTo>
                <a:cubicBezTo>
                  <a:pt x="383" y="15"/>
                  <a:pt x="383" y="15"/>
                  <a:pt x="383" y="15"/>
                </a:cubicBezTo>
                <a:cubicBezTo>
                  <a:pt x="384" y="15"/>
                  <a:pt x="384" y="14"/>
                  <a:pt x="384" y="14"/>
                </a:cubicBezTo>
                <a:cubicBezTo>
                  <a:pt x="384" y="14"/>
                  <a:pt x="384" y="14"/>
                  <a:pt x="385" y="14"/>
                </a:cubicBezTo>
                <a:cubicBezTo>
                  <a:pt x="385" y="14"/>
                  <a:pt x="385" y="14"/>
                  <a:pt x="385" y="14"/>
                </a:cubicBezTo>
                <a:cubicBezTo>
                  <a:pt x="385" y="13"/>
                  <a:pt x="385" y="13"/>
                  <a:pt x="385" y="13"/>
                </a:cubicBezTo>
                <a:cubicBezTo>
                  <a:pt x="385" y="13"/>
                  <a:pt x="385" y="13"/>
                  <a:pt x="385" y="13"/>
                </a:cubicBezTo>
                <a:cubicBezTo>
                  <a:pt x="385" y="13"/>
                  <a:pt x="385" y="13"/>
                  <a:pt x="385" y="14"/>
                </a:cubicBezTo>
                <a:cubicBezTo>
                  <a:pt x="386" y="14"/>
                  <a:pt x="386" y="14"/>
                  <a:pt x="387" y="14"/>
                </a:cubicBezTo>
                <a:cubicBezTo>
                  <a:pt x="387" y="14"/>
                  <a:pt x="387" y="14"/>
                  <a:pt x="387" y="14"/>
                </a:cubicBezTo>
                <a:cubicBezTo>
                  <a:pt x="388" y="14"/>
                  <a:pt x="388" y="14"/>
                  <a:pt x="388" y="14"/>
                </a:cubicBezTo>
                <a:cubicBezTo>
                  <a:pt x="388" y="15"/>
                  <a:pt x="388" y="15"/>
                  <a:pt x="388" y="15"/>
                </a:cubicBezTo>
                <a:cubicBezTo>
                  <a:pt x="388" y="15"/>
                  <a:pt x="388" y="15"/>
                  <a:pt x="388" y="15"/>
                </a:cubicBezTo>
                <a:cubicBezTo>
                  <a:pt x="388" y="15"/>
                  <a:pt x="388" y="15"/>
                  <a:pt x="387" y="15"/>
                </a:cubicBezTo>
                <a:cubicBezTo>
                  <a:pt x="387" y="15"/>
                  <a:pt x="387" y="15"/>
                  <a:pt x="387" y="15"/>
                </a:cubicBezTo>
                <a:cubicBezTo>
                  <a:pt x="387" y="15"/>
                  <a:pt x="383" y="15"/>
                  <a:pt x="383" y="16"/>
                </a:cubicBezTo>
                <a:cubicBezTo>
                  <a:pt x="383" y="17"/>
                  <a:pt x="383" y="17"/>
                  <a:pt x="383" y="17"/>
                </a:cubicBezTo>
                <a:cubicBezTo>
                  <a:pt x="384" y="17"/>
                  <a:pt x="384" y="17"/>
                  <a:pt x="384" y="17"/>
                </a:cubicBezTo>
                <a:cubicBezTo>
                  <a:pt x="384" y="17"/>
                  <a:pt x="384" y="17"/>
                  <a:pt x="384" y="17"/>
                </a:cubicBezTo>
                <a:cubicBezTo>
                  <a:pt x="385" y="17"/>
                  <a:pt x="385" y="17"/>
                  <a:pt x="386" y="17"/>
                </a:cubicBezTo>
                <a:cubicBezTo>
                  <a:pt x="386" y="17"/>
                  <a:pt x="387" y="16"/>
                  <a:pt x="387" y="16"/>
                </a:cubicBezTo>
                <a:cubicBezTo>
                  <a:pt x="387" y="16"/>
                  <a:pt x="387" y="16"/>
                  <a:pt x="387" y="16"/>
                </a:cubicBezTo>
                <a:cubicBezTo>
                  <a:pt x="387" y="16"/>
                  <a:pt x="387" y="16"/>
                  <a:pt x="388" y="16"/>
                </a:cubicBezTo>
                <a:cubicBezTo>
                  <a:pt x="387" y="17"/>
                  <a:pt x="387" y="17"/>
                  <a:pt x="387" y="17"/>
                </a:cubicBezTo>
                <a:cubicBezTo>
                  <a:pt x="386" y="18"/>
                  <a:pt x="386" y="18"/>
                  <a:pt x="386" y="18"/>
                </a:cubicBezTo>
                <a:cubicBezTo>
                  <a:pt x="386" y="18"/>
                  <a:pt x="386" y="18"/>
                  <a:pt x="386" y="18"/>
                </a:cubicBezTo>
                <a:cubicBezTo>
                  <a:pt x="383" y="17"/>
                  <a:pt x="383" y="18"/>
                  <a:pt x="384" y="19"/>
                </a:cubicBezTo>
                <a:cubicBezTo>
                  <a:pt x="384" y="19"/>
                  <a:pt x="384" y="19"/>
                  <a:pt x="385" y="19"/>
                </a:cubicBezTo>
                <a:cubicBezTo>
                  <a:pt x="386" y="19"/>
                  <a:pt x="386" y="19"/>
                  <a:pt x="388" y="22"/>
                </a:cubicBezTo>
                <a:cubicBezTo>
                  <a:pt x="388" y="22"/>
                  <a:pt x="388" y="22"/>
                  <a:pt x="388" y="22"/>
                </a:cubicBezTo>
                <a:cubicBezTo>
                  <a:pt x="388" y="21"/>
                  <a:pt x="388" y="21"/>
                  <a:pt x="388" y="21"/>
                </a:cubicBezTo>
                <a:cubicBezTo>
                  <a:pt x="388" y="21"/>
                  <a:pt x="389" y="21"/>
                  <a:pt x="389" y="20"/>
                </a:cubicBezTo>
                <a:cubicBezTo>
                  <a:pt x="389" y="19"/>
                  <a:pt x="389" y="19"/>
                  <a:pt x="389" y="18"/>
                </a:cubicBezTo>
                <a:cubicBezTo>
                  <a:pt x="390" y="18"/>
                  <a:pt x="390" y="18"/>
                  <a:pt x="390" y="18"/>
                </a:cubicBezTo>
                <a:cubicBezTo>
                  <a:pt x="390" y="17"/>
                  <a:pt x="390" y="17"/>
                  <a:pt x="390" y="16"/>
                </a:cubicBezTo>
                <a:cubicBezTo>
                  <a:pt x="391" y="16"/>
                  <a:pt x="391" y="16"/>
                  <a:pt x="391" y="16"/>
                </a:cubicBezTo>
                <a:cubicBezTo>
                  <a:pt x="391" y="15"/>
                  <a:pt x="391" y="14"/>
                  <a:pt x="391" y="14"/>
                </a:cubicBezTo>
                <a:cubicBezTo>
                  <a:pt x="391" y="14"/>
                  <a:pt x="392" y="14"/>
                  <a:pt x="393" y="14"/>
                </a:cubicBezTo>
                <a:cubicBezTo>
                  <a:pt x="393" y="14"/>
                  <a:pt x="393" y="14"/>
                  <a:pt x="393" y="14"/>
                </a:cubicBezTo>
                <a:cubicBezTo>
                  <a:pt x="393" y="14"/>
                  <a:pt x="393" y="15"/>
                  <a:pt x="393" y="15"/>
                </a:cubicBezTo>
                <a:cubicBezTo>
                  <a:pt x="395" y="15"/>
                  <a:pt x="395" y="17"/>
                  <a:pt x="395" y="17"/>
                </a:cubicBezTo>
                <a:cubicBezTo>
                  <a:pt x="394" y="17"/>
                  <a:pt x="394" y="18"/>
                  <a:pt x="395" y="18"/>
                </a:cubicBezTo>
                <a:cubicBezTo>
                  <a:pt x="395" y="18"/>
                  <a:pt x="395" y="18"/>
                  <a:pt x="395" y="18"/>
                </a:cubicBezTo>
                <a:cubicBezTo>
                  <a:pt x="396" y="18"/>
                  <a:pt x="396" y="17"/>
                  <a:pt x="397" y="17"/>
                </a:cubicBezTo>
                <a:cubicBezTo>
                  <a:pt x="397" y="18"/>
                  <a:pt x="397" y="18"/>
                  <a:pt x="398" y="19"/>
                </a:cubicBezTo>
                <a:cubicBezTo>
                  <a:pt x="398" y="19"/>
                  <a:pt x="398" y="19"/>
                  <a:pt x="399" y="19"/>
                </a:cubicBezTo>
                <a:cubicBezTo>
                  <a:pt x="399" y="19"/>
                  <a:pt x="399" y="19"/>
                  <a:pt x="399" y="19"/>
                </a:cubicBezTo>
                <a:cubicBezTo>
                  <a:pt x="399" y="18"/>
                  <a:pt x="399" y="18"/>
                  <a:pt x="399" y="18"/>
                </a:cubicBezTo>
                <a:cubicBezTo>
                  <a:pt x="400" y="18"/>
                  <a:pt x="400" y="18"/>
                  <a:pt x="401" y="18"/>
                </a:cubicBezTo>
                <a:cubicBezTo>
                  <a:pt x="401" y="18"/>
                  <a:pt x="401" y="18"/>
                  <a:pt x="401" y="18"/>
                </a:cubicBezTo>
                <a:moveTo>
                  <a:pt x="609" y="325"/>
                </a:moveTo>
                <a:cubicBezTo>
                  <a:pt x="608" y="313"/>
                  <a:pt x="607" y="300"/>
                  <a:pt x="605" y="288"/>
                </a:cubicBezTo>
                <a:cubicBezTo>
                  <a:pt x="590" y="288"/>
                  <a:pt x="575" y="288"/>
                  <a:pt x="558" y="288"/>
                </a:cubicBezTo>
                <a:cubicBezTo>
                  <a:pt x="537" y="287"/>
                  <a:pt x="514" y="287"/>
                  <a:pt x="492" y="287"/>
                </a:cubicBezTo>
                <a:cubicBezTo>
                  <a:pt x="492" y="287"/>
                  <a:pt x="490" y="292"/>
                  <a:pt x="489" y="294"/>
                </a:cubicBezTo>
                <a:cubicBezTo>
                  <a:pt x="488" y="294"/>
                  <a:pt x="488" y="294"/>
                  <a:pt x="488" y="294"/>
                </a:cubicBezTo>
                <a:cubicBezTo>
                  <a:pt x="488" y="295"/>
                  <a:pt x="488" y="295"/>
                  <a:pt x="488" y="295"/>
                </a:cubicBezTo>
                <a:cubicBezTo>
                  <a:pt x="487" y="295"/>
                  <a:pt x="487" y="295"/>
                  <a:pt x="487" y="295"/>
                </a:cubicBezTo>
                <a:cubicBezTo>
                  <a:pt x="486" y="295"/>
                  <a:pt x="486" y="295"/>
                  <a:pt x="484" y="295"/>
                </a:cubicBezTo>
                <a:cubicBezTo>
                  <a:pt x="484" y="295"/>
                  <a:pt x="484" y="295"/>
                  <a:pt x="484" y="295"/>
                </a:cubicBezTo>
                <a:cubicBezTo>
                  <a:pt x="483" y="295"/>
                  <a:pt x="483" y="295"/>
                  <a:pt x="483" y="295"/>
                </a:cubicBezTo>
                <a:cubicBezTo>
                  <a:pt x="482" y="296"/>
                  <a:pt x="482" y="296"/>
                  <a:pt x="482" y="296"/>
                </a:cubicBezTo>
                <a:cubicBezTo>
                  <a:pt x="482" y="296"/>
                  <a:pt x="482" y="296"/>
                  <a:pt x="482" y="296"/>
                </a:cubicBezTo>
                <a:cubicBezTo>
                  <a:pt x="481" y="296"/>
                  <a:pt x="481" y="296"/>
                  <a:pt x="480" y="296"/>
                </a:cubicBezTo>
                <a:cubicBezTo>
                  <a:pt x="480" y="295"/>
                  <a:pt x="479" y="295"/>
                  <a:pt x="479" y="295"/>
                </a:cubicBezTo>
                <a:cubicBezTo>
                  <a:pt x="479" y="295"/>
                  <a:pt x="478" y="294"/>
                  <a:pt x="478" y="294"/>
                </a:cubicBezTo>
                <a:cubicBezTo>
                  <a:pt x="478" y="294"/>
                  <a:pt x="475" y="294"/>
                  <a:pt x="473" y="294"/>
                </a:cubicBezTo>
                <a:cubicBezTo>
                  <a:pt x="473" y="294"/>
                  <a:pt x="473" y="294"/>
                  <a:pt x="473" y="294"/>
                </a:cubicBezTo>
                <a:cubicBezTo>
                  <a:pt x="472" y="294"/>
                  <a:pt x="472" y="294"/>
                  <a:pt x="472" y="294"/>
                </a:cubicBezTo>
                <a:cubicBezTo>
                  <a:pt x="471" y="294"/>
                  <a:pt x="471" y="294"/>
                  <a:pt x="471" y="294"/>
                </a:cubicBezTo>
                <a:cubicBezTo>
                  <a:pt x="473" y="295"/>
                  <a:pt x="474" y="295"/>
                  <a:pt x="477" y="296"/>
                </a:cubicBezTo>
                <a:cubicBezTo>
                  <a:pt x="478" y="296"/>
                  <a:pt x="478" y="297"/>
                  <a:pt x="478" y="297"/>
                </a:cubicBezTo>
                <a:cubicBezTo>
                  <a:pt x="478" y="298"/>
                  <a:pt x="478" y="298"/>
                  <a:pt x="478" y="298"/>
                </a:cubicBezTo>
                <a:cubicBezTo>
                  <a:pt x="478" y="299"/>
                  <a:pt x="478" y="299"/>
                  <a:pt x="479" y="300"/>
                </a:cubicBezTo>
                <a:cubicBezTo>
                  <a:pt x="479" y="300"/>
                  <a:pt x="479" y="301"/>
                  <a:pt x="479" y="301"/>
                </a:cubicBezTo>
                <a:cubicBezTo>
                  <a:pt x="479" y="302"/>
                  <a:pt x="479" y="302"/>
                  <a:pt x="479" y="302"/>
                </a:cubicBezTo>
                <a:cubicBezTo>
                  <a:pt x="479" y="303"/>
                  <a:pt x="479" y="303"/>
                  <a:pt x="479" y="303"/>
                </a:cubicBezTo>
                <a:cubicBezTo>
                  <a:pt x="479" y="306"/>
                  <a:pt x="482" y="308"/>
                  <a:pt x="483" y="311"/>
                </a:cubicBezTo>
                <a:cubicBezTo>
                  <a:pt x="485" y="314"/>
                  <a:pt x="486" y="314"/>
                  <a:pt x="487" y="315"/>
                </a:cubicBezTo>
                <a:cubicBezTo>
                  <a:pt x="488" y="315"/>
                  <a:pt x="488" y="315"/>
                  <a:pt x="489" y="315"/>
                </a:cubicBezTo>
                <a:cubicBezTo>
                  <a:pt x="491" y="316"/>
                  <a:pt x="491" y="313"/>
                  <a:pt x="492" y="312"/>
                </a:cubicBezTo>
                <a:cubicBezTo>
                  <a:pt x="492" y="313"/>
                  <a:pt x="493" y="313"/>
                  <a:pt x="493" y="313"/>
                </a:cubicBezTo>
                <a:cubicBezTo>
                  <a:pt x="495" y="316"/>
                  <a:pt x="498" y="318"/>
                  <a:pt x="499" y="321"/>
                </a:cubicBezTo>
                <a:cubicBezTo>
                  <a:pt x="505" y="332"/>
                  <a:pt x="505" y="332"/>
                  <a:pt x="505" y="332"/>
                </a:cubicBezTo>
                <a:cubicBezTo>
                  <a:pt x="505" y="333"/>
                  <a:pt x="505" y="333"/>
                  <a:pt x="505" y="333"/>
                </a:cubicBezTo>
                <a:cubicBezTo>
                  <a:pt x="504" y="335"/>
                  <a:pt x="504" y="337"/>
                  <a:pt x="505" y="339"/>
                </a:cubicBezTo>
                <a:cubicBezTo>
                  <a:pt x="506" y="341"/>
                  <a:pt x="509" y="340"/>
                  <a:pt x="510" y="341"/>
                </a:cubicBezTo>
                <a:cubicBezTo>
                  <a:pt x="511" y="342"/>
                  <a:pt x="516" y="352"/>
                  <a:pt x="516" y="352"/>
                </a:cubicBezTo>
                <a:cubicBezTo>
                  <a:pt x="518" y="356"/>
                  <a:pt x="514" y="362"/>
                  <a:pt x="519" y="364"/>
                </a:cubicBezTo>
                <a:cubicBezTo>
                  <a:pt x="519" y="364"/>
                  <a:pt x="525" y="368"/>
                  <a:pt x="527" y="373"/>
                </a:cubicBezTo>
                <a:cubicBezTo>
                  <a:pt x="527" y="376"/>
                  <a:pt x="528" y="376"/>
                  <a:pt x="529" y="377"/>
                </a:cubicBezTo>
                <a:cubicBezTo>
                  <a:pt x="531" y="379"/>
                  <a:pt x="531" y="379"/>
                  <a:pt x="538" y="397"/>
                </a:cubicBezTo>
                <a:cubicBezTo>
                  <a:pt x="538" y="401"/>
                  <a:pt x="538" y="404"/>
                  <a:pt x="538" y="408"/>
                </a:cubicBezTo>
                <a:cubicBezTo>
                  <a:pt x="539" y="414"/>
                  <a:pt x="547" y="415"/>
                  <a:pt x="549" y="412"/>
                </a:cubicBezTo>
                <a:cubicBezTo>
                  <a:pt x="553" y="408"/>
                  <a:pt x="553" y="408"/>
                  <a:pt x="555" y="407"/>
                </a:cubicBezTo>
                <a:cubicBezTo>
                  <a:pt x="557" y="407"/>
                  <a:pt x="559" y="407"/>
                  <a:pt x="561" y="407"/>
                </a:cubicBezTo>
                <a:cubicBezTo>
                  <a:pt x="561" y="407"/>
                  <a:pt x="561" y="407"/>
                  <a:pt x="561" y="407"/>
                </a:cubicBezTo>
                <a:cubicBezTo>
                  <a:pt x="562" y="408"/>
                  <a:pt x="562" y="408"/>
                  <a:pt x="563" y="408"/>
                </a:cubicBezTo>
                <a:cubicBezTo>
                  <a:pt x="563" y="408"/>
                  <a:pt x="563" y="408"/>
                  <a:pt x="563" y="408"/>
                </a:cubicBezTo>
                <a:cubicBezTo>
                  <a:pt x="564" y="408"/>
                  <a:pt x="564" y="407"/>
                  <a:pt x="565" y="406"/>
                </a:cubicBezTo>
                <a:cubicBezTo>
                  <a:pt x="569" y="400"/>
                  <a:pt x="577" y="402"/>
                  <a:pt x="582" y="397"/>
                </a:cubicBezTo>
                <a:cubicBezTo>
                  <a:pt x="583" y="396"/>
                  <a:pt x="583" y="396"/>
                  <a:pt x="586" y="396"/>
                </a:cubicBezTo>
                <a:cubicBezTo>
                  <a:pt x="587" y="395"/>
                  <a:pt x="587" y="395"/>
                  <a:pt x="587" y="395"/>
                </a:cubicBezTo>
                <a:cubicBezTo>
                  <a:pt x="587" y="392"/>
                  <a:pt x="587" y="392"/>
                  <a:pt x="588" y="391"/>
                </a:cubicBezTo>
                <a:cubicBezTo>
                  <a:pt x="589" y="391"/>
                  <a:pt x="589" y="391"/>
                  <a:pt x="591" y="390"/>
                </a:cubicBezTo>
                <a:cubicBezTo>
                  <a:pt x="593" y="389"/>
                  <a:pt x="593" y="389"/>
                  <a:pt x="601" y="389"/>
                </a:cubicBezTo>
                <a:cubicBezTo>
                  <a:pt x="601" y="389"/>
                  <a:pt x="601" y="385"/>
                  <a:pt x="603" y="382"/>
                </a:cubicBezTo>
                <a:cubicBezTo>
                  <a:pt x="605" y="382"/>
                  <a:pt x="606" y="382"/>
                  <a:pt x="608" y="382"/>
                </a:cubicBezTo>
                <a:cubicBezTo>
                  <a:pt x="609" y="379"/>
                  <a:pt x="610" y="376"/>
                  <a:pt x="610" y="376"/>
                </a:cubicBezTo>
                <a:cubicBezTo>
                  <a:pt x="611" y="365"/>
                  <a:pt x="610" y="354"/>
                  <a:pt x="610" y="342"/>
                </a:cubicBezTo>
                <a:cubicBezTo>
                  <a:pt x="609" y="343"/>
                  <a:pt x="609" y="343"/>
                  <a:pt x="609" y="343"/>
                </a:cubicBezTo>
                <a:cubicBezTo>
                  <a:pt x="608" y="342"/>
                  <a:pt x="609" y="340"/>
                  <a:pt x="608" y="339"/>
                </a:cubicBezTo>
                <a:cubicBezTo>
                  <a:pt x="607" y="339"/>
                  <a:pt x="607" y="339"/>
                  <a:pt x="607" y="338"/>
                </a:cubicBezTo>
                <a:cubicBezTo>
                  <a:pt x="607" y="335"/>
                  <a:pt x="606" y="333"/>
                  <a:pt x="606" y="331"/>
                </a:cubicBezTo>
                <a:cubicBezTo>
                  <a:pt x="606" y="330"/>
                  <a:pt x="606" y="330"/>
                  <a:pt x="605" y="329"/>
                </a:cubicBezTo>
                <a:cubicBezTo>
                  <a:pt x="602" y="331"/>
                  <a:pt x="602" y="331"/>
                  <a:pt x="601" y="340"/>
                </a:cubicBezTo>
                <a:cubicBezTo>
                  <a:pt x="600" y="340"/>
                  <a:pt x="599" y="340"/>
                  <a:pt x="597" y="340"/>
                </a:cubicBezTo>
                <a:cubicBezTo>
                  <a:pt x="596" y="340"/>
                  <a:pt x="596" y="340"/>
                  <a:pt x="596" y="340"/>
                </a:cubicBezTo>
                <a:cubicBezTo>
                  <a:pt x="595" y="340"/>
                  <a:pt x="594" y="339"/>
                  <a:pt x="593" y="339"/>
                </a:cubicBezTo>
                <a:cubicBezTo>
                  <a:pt x="592" y="339"/>
                  <a:pt x="592" y="339"/>
                  <a:pt x="592" y="339"/>
                </a:cubicBezTo>
                <a:cubicBezTo>
                  <a:pt x="589" y="341"/>
                  <a:pt x="589" y="341"/>
                  <a:pt x="588" y="343"/>
                </a:cubicBezTo>
                <a:cubicBezTo>
                  <a:pt x="588" y="343"/>
                  <a:pt x="584" y="342"/>
                  <a:pt x="584" y="337"/>
                </a:cubicBezTo>
                <a:cubicBezTo>
                  <a:pt x="584" y="337"/>
                  <a:pt x="584" y="336"/>
                  <a:pt x="585" y="336"/>
                </a:cubicBezTo>
                <a:cubicBezTo>
                  <a:pt x="586" y="335"/>
                  <a:pt x="586" y="335"/>
                  <a:pt x="587" y="335"/>
                </a:cubicBezTo>
                <a:cubicBezTo>
                  <a:pt x="587" y="335"/>
                  <a:pt x="588" y="335"/>
                  <a:pt x="588" y="335"/>
                </a:cubicBezTo>
                <a:cubicBezTo>
                  <a:pt x="594" y="338"/>
                  <a:pt x="594" y="334"/>
                  <a:pt x="594" y="334"/>
                </a:cubicBezTo>
                <a:cubicBezTo>
                  <a:pt x="593" y="334"/>
                  <a:pt x="593" y="334"/>
                  <a:pt x="593" y="334"/>
                </a:cubicBezTo>
                <a:cubicBezTo>
                  <a:pt x="592" y="333"/>
                  <a:pt x="592" y="333"/>
                  <a:pt x="591" y="333"/>
                </a:cubicBezTo>
                <a:cubicBezTo>
                  <a:pt x="591" y="333"/>
                  <a:pt x="590" y="333"/>
                  <a:pt x="590" y="334"/>
                </a:cubicBezTo>
                <a:cubicBezTo>
                  <a:pt x="589" y="334"/>
                  <a:pt x="589" y="334"/>
                  <a:pt x="588" y="334"/>
                </a:cubicBezTo>
                <a:cubicBezTo>
                  <a:pt x="585" y="333"/>
                  <a:pt x="582" y="333"/>
                  <a:pt x="580" y="332"/>
                </a:cubicBezTo>
                <a:cubicBezTo>
                  <a:pt x="579" y="332"/>
                  <a:pt x="578" y="332"/>
                  <a:pt x="578" y="332"/>
                </a:cubicBezTo>
                <a:cubicBezTo>
                  <a:pt x="578" y="330"/>
                  <a:pt x="578" y="327"/>
                  <a:pt x="577" y="325"/>
                </a:cubicBezTo>
                <a:cubicBezTo>
                  <a:pt x="576" y="324"/>
                  <a:pt x="576" y="324"/>
                  <a:pt x="570" y="321"/>
                </a:cubicBezTo>
                <a:cubicBezTo>
                  <a:pt x="568" y="316"/>
                  <a:pt x="565" y="311"/>
                  <a:pt x="565" y="305"/>
                </a:cubicBezTo>
                <a:cubicBezTo>
                  <a:pt x="566" y="301"/>
                  <a:pt x="571" y="303"/>
                  <a:pt x="572" y="303"/>
                </a:cubicBezTo>
                <a:cubicBezTo>
                  <a:pt x="572" y="304"/>
                  <a:pt x="572" y="304"/>
                  <a:pt x="576" y="308"/>
                </a:cubicBezTo>
                <a:cubicBezTo>
                  <a:pt x="578" y="310"/>
                  <a:pt x="578" y="310"/>
                  <a:pt x="580" y="314"/>
                </a:cubicBezTo>
                <a:cubicBezTo>
                  <a:pt x="581" y="317"/>
                  <a:pt x="584" y="317"/>
                  <a:pt x="586" y="319"/>
                </a:cubicBezTo>
                <a:cubicBezTo>
                  <a:pt x="589" y="323"/>
                  <a:pt x="590" y="323"/>
                  <a:pt x="598" y="324"/>
                </a:cubicBezTo>
                <a:cubicBezTo>
                  <a:pt x="599" y="324"/>
                  <a:pt x="599" y="324"/>
                  <a:pt x="599" y="324"/>
                </a:cubicBezTo>
                <a:cubicBezTo>
                  <a:pt x="599" y="324"/>
                  <a:pt x="600" y="324"/>
                  <a:pt x="600" y="324"/>
                </a:cubicBezTo>
                <a:cubicBezTo>
                  <a:pt x="601" y="324"/>
                  <a:pt x="602" y="324"/>
                  <a:pt x="604" y="323"/>
                </a:cubicBezTo>
                <a:cubicBezTo>
                  <a:pt x="604" y="323"/>
                  <a:pt x="605" y="323"/>
                  <a:pt x="605" y="323"/>
                </a:cubicBezTo>
                <a:cubicBezTo>
                  <a:pt x="607" y="323"/>
                  <a:pt x="607" y="323"/>
                  <a:pt x="609" y="325"/>
                </a:cubicBezTo>
                <a:cubicBezTo>
                  <a:pt x="609" y="325"/>
                  <a:pt x="609" y="325"/>
                  <a:pt x="609" y="325"/>
                </a:cubicBezTo>
                <a:moveTo>
                  <a:pt x="680" y="160"/>
                </a:moveTo>
                <a:cubicBezTo>
                  <a:pt x="671" y="147"/>
                  <a:pt x="657" y="130"/>
                  <a:pt x="646" y="118"/>
                </a:cubicBezTo>
                <a:cubicBezTo>
                  <a:pt x="649" y="120"/>
                  <a:pt x="614" y="121"/>
                  <a:pt x="550" y="121"/>
                </a:cubicBezTo>
                <a:cubicBezTo>
                  <a:pt x="577" y="168"/>
                  <a:pt x="596" y="225"/>
                  <a:pt x="605" y="288"/>
                </a:cubicBezTo>
                <a:cubicBezTo>
                  <a:pt x="690" y="289"/>
                  <a:pt x="736" y="287"/>
                  <a:pt x="736" y="284"/>
                </a:cubicBezTo>
                <a:cubicBezTo>
                  <a:pt x="730" y="264"/>
                  <a:pt x="730" y="264"/>
                  <a:pt x="730" y="264"/>
                </a:cubicBezTo>
                <a:cubicBezTo>
                  <a:pt x="718" y="228"/>
                  <a:pt x="718" y="227"/>
                  <a:pt x="709" y="210"/>
                </a:cubicBezTo>
                <a:cubicBezTo>
                  <a:pt x="693" y="178"/>
                  <a:pt x="690" y="173"/>
                  <a:pt x="680" y="160"/>
                </a:cubicBezTo>
                <a:moveTo>
                  <a:pt x="415" y="119"/>
                </a:moveTo>
                <a:cubicBezTo>
                  <a:pt x="416" y="119"/>
                  <a:pt x="418" y="119"/>
                  <a:pt x="420" y="119"/>
                </a:cubicBezTo>
                <a:cubicBezTo>
                  <a:pt x="419" y="119"/>
                  <a:pt x="419" y="119"/>
                  <a:pt x="419" y="119"/>
                </a:cubicBezTo>
                <a:cubicBezTo>
                  <a:pt x="418" y="119"/>
                  <a:pt x="418" y="119"/>
                  <a:pt x="418" y="119"/>
                </a:cubicBezTo>
                <a:cubicBezTo>
                  <a:pt x="418" y="119"/>
                  <a:pt x="418" y="119"/>
                  <a:pt x="418" y="119"/>
                </a:cubicBezTo>
                <a:cubicBezTo>
                  <a:pt x="418" y="119"/>
                  <a:pt x="418" y="119"/>
                  <a:pt x="417" y="118"/>
                </a:cubicBezTo>
                <a:cubicBezTo>
                  <a:pt x="417" y="117"/>
                  <a:pt x="417" y="117"/>
                  <a:pt x="417" y="117"/>
                </a:cubicBezTo>
                <a:cubicBezTo>
                  <a:pt x="417" y="117"/>
                  <a:pt x="417" y="117"/>
                  <a:pt x="417" y="117"/>
                </a:cubicBezTo>
                <a:cubicBezTo>
                  <a:pt x="416" y="117"/>
                  <a:pt x="416" y="117"/>
                  <a:pt x="415" y="117"/>
                </a:cubicBezTo>
                <a:cubicBezTo>
                  <a:pt x="415" y="117"/>
                  <a:pt x="415" y="117"/>
                  <a:pt x="415" y="117"/>
                </a:cubicBezTo>
                <a:cubicBezTo>
                  <a:pt x="414" y="118"/>
                  <a:pt x="414" y="118"/>
                  <a:pt x="414" y="118"/>
                </a:cubicBezTo>
                <a:cubicBezTo>
                  <a:pt x="414" y="118"/>
                  <a:pt x="414" y="118"/>
                  <a:pt x="414" y="118"/>
                </a:cubicBezTo>
                <a:cubicBezTo>
                  <a:pt x="415" y="119"/>
                  <a:pt x="415" y="119"/>
                  <a:pt x="415" y="119"/>
                </a:cubicBezTo>
                <a:moveTo>
                  <a:pt x="416" y="52"/>
                </a:moveTo>
                <a:cubicBezTo>
                  <a:pt x="416" y="51"/>
                  <a:pt x="416" y="50"/>
                  <a:pt x="415" y="50"/>
                </a:cubicBezTo>
                <a:cubicBezTo>
                  <a:pt x="415" y="50"/>
                  <a:pt x="415" y="50"/>
                  <a:pt x="415" y="50"/>
                </a:cubicBezTo>
                <a:cubicBezTo>
                  <a:pt x="415" y="50"/>
                  <a:pt x="415" y="50"/>
                  <a:pt x="415" y="50"/>
                </a:cubicBezTo>
                <a:cubicBezTo>
                  <a:pt x="414" y="50"/>
                  <a:pt x="414" y="50"/>
                  <a:pt x="413" y="50"/>
                </a:cubicBezTo>
                <a:cubicBezTo>
                  <a:pt x="414" y="50"/>
                  <a:pt x="414" y="50"/>
                  <a:pt x="414" y="50"/>
                </a:cubicBezTo>
                <a:cubicBezTo>
                  <a:pt x="414" y="51"/>
                  <a:pt x="414" y="51"/>
                  <a:pt x="414" y="51"/>
                </a:cubicBezTo>
                <a:cubicBezTo>
                  <a:pt x="414" y="51"/>
                  <a:pt x="414" y="52"/>
                  <a:pt x="414" y="52"/>
                </a:cubicBezTo>
                <a:cubicBezTo>
                  <a:pt x="415" y="52"/>
                  <a:pt x="415" y="52"/>
                  <a:pt x="416" y="52"/>
                </a:cubicBezTo>
                <a:moveTo>
                  <a:pt x="550" y="121"/>
                </a:moveTo>
                <a:cubicBezTo>
                  <a:pt x="537" y="99"/>
                  <a:pt x="522" y="79"/>
                  <a:pt x="507" y="62"/>
                </a:cubicBezTo>
                <a:cubicBezTo>
                  <a:pt x="507" y="63"/>
                  <a:pt x="507" y="63"/>
                  <a:pt x="507" y="63"/>
                </a:cubicBezTo>
                <a:cubicBezTo>
                  <a:pt x="506" y="64"/>
                  <a:pt x="506" y="64"/>
                  <a:pt x="506" y="64"/>
                </a:cubicBezTo>
                <a:cubicBezTo>
                  <a:pt x="505" y="63"/>
                  <a:pt x="504" y="63"/>
                  <a:pt x="504" y="63"/>
                </a:cubicBezTo>
                <a:cubicBezTo>
                  <a:pt x="504" y="63"/>
                  <a:pt x="504" y="63"/>
                  <a:pt x="503" y="63"/>
                </a:cubicBezTo>
                <a:cubicBezTo>
                  <a:pt x="503" y="64"/>
                  <a:pt x="504" y="65"/>
                  <a:pt x="504" y="65"/>
                </a:cubicBezTo>
                <a:cubicBezTo>
                  <a:pt x="504" y="65"/>
                  <a:pt x="503" y="65"/>
                  <a:pt x="503" y="65"/>
                </a:cubicBezTo>
                <a:cubicBezTo>
                  <a:pt x="501" y="64"/>
                  <a:pt x="501" y="64"/>
                  <a:pt x="498" y="61"/>
                </a:cubicBezTo>
                <a:cubicBezTo>
                  <a:pt x="497" y="62"/>
                  <a:pt x="497" y="62"/>
                  <a:pt x="497" y="62"/>
                </a:cubicBezTo>
                <a:cubicBezTo>
                  <a:pt x="497" y="62"/>
                  <a:pt x="497" y="62"/>
                  <a:pt x="496" y="62"/>
                </a:cubicBezTo>
                <a:cubicBezTo>
                  <a:pt x="496" y="63"/>
                  <a:pt x="496" y="63"/>
                  <a:pt x="496" y="63"/>
                </a:cubicBezTo>
                <a:cubicBezTo>
                  <a:pt x="495" y="63"/>
                  <a:pt x="495" y="63"/>
                  <a:pt x="495" y="63"/>
                </a:cubicBezTo>
                <a:cubicBezTo>
                  <a:pt x="494" y="63"/>
                  <a:pt x="494" y="63"/>
                  <a:pt x="494" y="63"/>
                </a:cubicBezTo>
                <a:cubicBezTo>
                  <a:pt x="494" y="64"/>
                  <a:pt x="493" y="64"/>
                  <a:pt x="493" y="64"/>
                </a:cubicBezTo>
                <a:cubicBezTo>
                  <a:pt x="492" y="65"/>
                  <a:pt x="492" y="65"/>
                  <a:pt x="492" y="65"/>
                </a:cubicBezTo>
                <a:cubicBezTo>
                  <a:pt x="490" y="65"/>
                  <a:pt x="490" y="65"/>
                  <a:pt x="490" y="67"/>
                </a:cubicBezTo>
                <a:cubicBezTo>
                  <a:pt x="489" y="67"/>
                  <a:pt x="489" y="67"/>
                  <a:pt x="488" y="67"/>
                </a:cubicBezTo>
                <a:cubicBezTo>
                  <a:pt x="487" y="68"/>
                  <a:pt x="487" y="68"/>
                  <a:pt x="487" y="68"/>
                </a:cubicBezTo>
                <a:cubicBezTo>
                  <a:pt x="490" y="70"/>
                  <a:pt x="490" y="70"/>
                  <a:pt x="490" y="70"/>
                </a:cubicBezTo>
                <a:cubicBezTo>
                  <a:pt x="489" y="72"/>
                  <a:pt x="489" y="72"/>
                  <a:pt x="486" y="73"/>
                </a:cubicBezTo>
                <a:cubicBezTo>
                  <a:pt x="486" y="73"/>
                  <a:pt x="486" y="73"/>
                  <a:pt x="486" y="73"/>
                </a:cubicBezTo>
                <a:cubicBezTo>
                  <a:pt x="480" y="69"/>
                  <a:pt x="480" y="69"/>
                  <a:pt x="480" y="68"/>
                </a:cubicBezTo>
                <a:cubicBezTo>
                  <a:pt x="481" y="68"/>
                  <a:pt x="482" y="68"/>
                  <a:pt x="483" y="68"/>
                </a:cubicBezTo>
                <a:cubicBezTo>
                  <a:pt x="483" y="67"/>
                  <a:pt x="482" y="66"/>
                  <a:pt x="482" y="65"/>
                </a:cubicBezTo>
                <a:cubicBezTo>
                  <a:pt x="481" y="65"/>
                  <a:pt x="481" y="65"/>
                  <a:pt x="480" y="65"/>
                </a:cubicBezTo>
                <a:cubicBezTo>
                  <a:pt x="479" y="64"/>
                  <a:pt x="479" y="64"/>
                  <a:pt x="477" y="63"/>
                </a:cubicBezTo>
                <a:cubicBezTo>
                  <a:pt x="477" y="63"/>
                  <a:pt x="477" y="63"/>
                  <a:pt x="476" y="63"/>
                </a:cubicBezTo>
                <a:cubicBezTo>
                  <a:pt x="476" y="63"/>
                  <a:pt x="476" y="63"/>
                  <a:pt x="476" y="63"/>
                </a:cubicBezTo>
                <a:cubicBezTo>
                  <a:pt x="475" y="62"/>
                  <a:pt x="475" y="62"/>
                  <a:pt x="473" y="62"/>
                </a:cubicBezTo>
                <a:cubicBezTo>
                  <a:pt x="472" y="62"/>
                  <a:pt x="472" y="62"/>
                  <a:pt x="472" y="62"/>
                </a:cubicBezTo>
                <a:cubicBezTo>
                  <a:pt x="471" y="63"/>
                  <a:pt x="471" y="63"/>
                  <a:pt x="472" y="63"/>
                </a:cubicBezTo>
                <a:cubicBezTo>
                  <a:pt x="472" y="64"/>
                  <a:pt x="472" y="64"/>
                  <a:pt x="473" y="64"/>
                </a:cubicBezTo>
                <a:cubicBezTo>
                  <a:pt x="475" y="65"/>
                  <a:pt x="476" y="67"/>
                  <a:pt x="476" y="68"/>
                </a:cubicBezTo>
                <a:cubicBezTo>
                  <a:pt x="476" y="69"/>
                  <a:pt x="476" y="70"/>
                  <a:pt x="478" y="71"/>
                </a:cubicBezTo>
                <a:cubicBezTo>
                  <a:pt x="479" y="71"/>
                  <a:pt x="479" y="71"/>
                  <a:pt x="481" y="73"/>
                </a:cubicBezTo>
                <a:cubicBezTo>
                  <a:pt x="481" y="73"/>
                  <a:pt x="481" y="73"/>
                  <a:pt x="481" y="73"/>
                </a:cubicBezTo>
                <a:cubicBezTo>
                  <a:pt x="481" y="75"/>
                  <a:pt x="482" y="76"/>
                  <a:pt x="483" y="77"/>
                </a:cubicBezTo>
                <a:cubicBezTo>
                  <a:pt x="480" y="77"/>
                  <a:pt x="480" y="77"/>
                  <a:pt x="480" y="76"/>
                </a:cubicBezTo>
                <a:cubicBezTo>
                  <a:pt x="479" y="75"/>
                  <a:pt x="479" y="75"/>
                  <a:pt x="479" y="75"/>
                </a:cubicBezTo>
                <a:cubicBezTo>
                  <a:pt x="479" y="75"/>
                  <a:pt x="479" y="75"/>
                  <a:pt x="474" y="75"/>
                </a:cubicBezTo>
                <a:cubicBezTo>
                  <a:pt x="474" y="76"/>
                  <a:pt x="474" y="77"/>
                  <a:pt x="474" y="77"/>
                </a:cubicBezTo>
                <a:cubicBezTo>
                  <a:pt x="471" y="78"/>
                  <a:pt x="471" y="78"/>
                  <a:pt x="471" y="80"/>
                </a:cubicBezTo>
                <a:cubicBezTo>
                  <a:pt x="470" y="80"/>
                  <a:pt x="470" y="80"/>
                  <a:pt x="470" y="80"/>
                </a:cubicBezTo>
                <a:cubicBezTo>
                  <a:pt x="470" y="80"/>
                  <a:pt x="470" y="80"/>
                  <a:pt x="470" y="80"/>
                </a:cubicBezTo>
                <a:cubicBezTo>
                  <a:pt x="471" y="82"/>
                  <a:pt x="474" y="83"/>
                  <a:pt x="475" y="85"/>
                </a:cubicBezTo>
                <a:cubicBezTo>
                  <a:pt x="474" y="85"/>
                  <a:pt x="474" y="85"/>
                  <a:pt x="474" y="85"/>
                </a:cubicBezTo>
                <a:cubicBezTo>
                  <a:pt x="471" y="85"/>
                  <a:pt x="471" y="85"/>
                  <a:pt x="470" y="85"/>
                </a:cubicBezTo>
                <a:cubicBezTo>
                  <a:pt x="470" y="85"/>
                  <a:pt x="470" y="85"/>
                  <a:pt x="469" y="85"/>
                </a:cubicBezTo>
                <a:cubicBezTo>
                  <a:pt x="464" y="84"/>
                  <a:pt x="462" y="82"/>
                  <a:pt x="462" y="81"/>
                </a:cubicBezTo>
                <a:cubicBezTo>
                  <a:pt x="461" y="82"/>
                  <a:pt x="461" y="82"/>
                  <a:pt x="460" y="83"/>
                </a:cubicBezTo>
                <a:cubicBezTo>
                  <a:pt x="460" y="84"/>
                  <a:pt x="460" y="85"/>
                  <a:pt x="463" y="85"/>
                </a:cubicBezTo>
                <a:cubicBezTo>
                  <a:pt x="463" y="86"/>
                  <a:pt x="463" y="86"/>
                  <a:pt x="463" y="86"/>
                </a:cubicBezTo>
                <a:cubicBezTo>
                  <a:pt x="464" y="87"/>
                  <a:pt x="464" y="87"/>
                  <a:pt x="464" y="87"/>
                </a:cubicBezTo>
                <a:cubicBezTo>
                  <a:pt x="466" y="87"/>
                  <a:pt x="467" y="87"/>
                  <a:pt x="468" y="88"/>
                </a:cubicBezTo>
                <a:cubicBezTo>
                  <a:pt x="468" y="89"/>
                  <a:pt x="468" y="89"/>
                  <a:pt x="468" y="89"/>
                </a:cubicBezTo>
                <a:cubicBezTo>
                  <a:pt x="467" y="89"/>
                  <a:pt x="466" y="89"/>
                  <a:pt x="465" y="89"/>
                </a:cubicBezTo>
                <a:cubicBezTo>
                  <a:pt x="464" y="90"/>
                  <a:pt x="464" y="90"/>
                  <a:pt x="464" y="90"/>
                </a:cubicBezTo>
                <a:cubicBezTo>
                  <a:pt x="455" y="83"/>
                  <a:pt x="455" y="83"/>
                  <a:pt x="455" y="83"/>
                </a:cubicBezTo>
                <a:cubicBezTo>
                  <a:pt x="454" y="83"/>
                  <a:pt x="453" y="83"/>
                  <a:pt x="453" y="83"/>
                </a:cubicBezTo>
                <a:cubicBezTo>
                  <a:pt x="452" y="80"/>
                  <a:pt x="452" y="80"/>
                  <a:pt x="452" y="80"/>
                </a:cubicBezTo>
                <a:cubicBezTo>
                  <a:pt x="450" y="75"/>
                  <a:pt x="443" y="75"/>
                  <a:pt x="441" y="70"/>
                </a:cubicBezTo>
                <a:cubicBezTo>
                  <a:pt x="443" y="71"/>
                  <a:pt x="452" y="74"/>
                  <a:pt x="452" y="74"/>
                </a:cubicBezTo>
                <a:cubicBezTo>
                  <a:pt x="454" y="74"/>
                  <a:pt x="455" y="75"/>
                  <a:pt x="457" y="75"/>
                </a:cubicBezTo>
                <a:cubicBezTo>
                  <a:pt x="459" y="75"/>
                  <a:pt x="460" y="76"/>
                  <a:pt x="462" y="76"/>
                </a:cubicBezTo>
                <a:cubicBezTo>
                  <a:pt x="463" y="76"/>
                  <a:pt x="463" y="76"/>
                  <a:pt x="464" y="76"/>
                </a:cubicBezTo>
                <a:cubicBezTo>
                  <a:pt x="464" y="76"/>
                  <a:pt x="464" y="76"/>
                  <a:pt x="464" y="76"/>
                </a:cubicBezTo>
                <a:cubicBezTo>
                  <a:pt x="477" y="72"/>
                  <a:pt x="464" y="66"/>
                  <a:pt x="464" y="66"/>
                </a:cubicBezTo>
                <a:cubicBezTo>
                  <a:pt x="454" y="62"/>
                  <a:pt x="454" y="62"/>
                  <a:pt x="454" y="62"/>
                </a:cubicBezTo>
                <a:cubicBezTo>
                  <a:pt x="453" y="61"/>
                  <a:pt x="452" y="61"/>
                  <a:pt x="451" y="61"/>
                </a:cubicBezTo>
                <a:cubicBezTo>
                  <a:pt x="450" y="60"/>
                  <a:pt x="450" y="60"/>
                  <a:pt x="447" y="60"/>
                </a:cubicBezTo>
                <a:cubicBezTo>
                  <a:pt x="446" y="60"/>
                  <a:pt x="446" y="60"/>
                  <a:pt x="446" y="60"/>
                </a:cubicBezTo>
                <a:cubicBezTo>
                  <a:pt x="445" y="60"/>
                  <a:pt x="444" y="59"/>
                  <a:pt x="443" y="58"/>
                </a:cubicBezTo>
                <a:cubicBezTo>
                  <a:pt x="442" y="58"/>
                  <a:pt x="441" y="58"/>
                  <a:pt x="441" y="58"/>
                </a:cubicBezTo>
                <a:cubicBezTo>
                  <a:pt x="441" y="59"/>
                  <a:pt x="441" y="59"/>
                  <a:pt x="441" y="59"/>
                </a:cubicBezTo>
                <a:cubicBezTo>
                  <a:pt x="440" y="60"/>
                  <a:pt x="440" y="60"/>
                  <a:pt x="440" y="60"/>
                </a:cubicBezTo>
                <a:cubicBezTo>
                  <a:pt x="439" y="59"/>
                  <a:pt x="439" y="59"/>
                  <a:pt x="439" y="59"/>
                </a:cubicBezTo>
                <a:cubicBezTo>
                  <a:pt x="439" y="59"/>
                  <a:pt x="439" y="58"/>
                  <a:pt x="439" y="58"/>
                </a:cubicBezTo>
                <a:cubicBezTo>
                  <a:pt x="439" y="57"/>
                  <a:pt x="439" y="57"/>
                  <a:pt x="439" y="57"/>
                </a:cubicBezTo>
                <a:cubicBezTo>
                  <a:pt x="438" y="57"/>
                  <a:pt x="437" y="57"/>
                  <a:pt x="436" y="55"/>
                </a:cubicBezTo>
                <a:cubicBezTo>
                  <a:pt x="436" y="55"/>
                  <a:pt x="435" y="55"/>
                  <a:pt x="435" y="55"/>
                </a:cubicBezTo>
                <a:cubicBezTo>
                  <a:pt x="434" y="56"/>
                  <a:pt x="434" y="56"/>
                  <a:pt x="434" y="56"/>
                </a:cubicBezTo>
                <a:cubicBezTo>
                  <a:pt x="432" y="56"/>
                  <a:pt x="431" y="55"/>
                  <a:pt x="429" y="54"/>
                </a:cubicBezTo>
                <a:cubicBezTo>
                  <a:pt x="428" y="54"/>
                  <a:pt x="428" y="54"/>
                  <a:pt x="428" y="54"/>
                </a:cubicBezTo>
                <a:cubicBezTo>
                  <a:pt x="428" y="54"/>
                  <a:pt x="429" y="54"/>
                  <a:pt x="429" y="54"/>
                </a:cubicBezTo>
                <a:cubicBezTo>
                  <a:pt x="429" y="53"/>
                  <a:pt x="429" y="53"/>
                  <a:pt x="430" y="52"/>
                </a:cubicBezTo>
                <a:cubicBezTo>
                  <a:pt x="429" y="52"/>
                  <a:pt x="427" y="50"/>
                  <a:pt x="423" y="50"/>
                </a:cubicBezTo>
                <a:cubicBezTo>
                  <a:pt x="423" y="50"/>
                  <a:pt x="423" y="51"/>
                  <a:pt x="423" y="51"/>
                </a:cubicBezTo>
                <a:cubicBezTo>
                  <a:pt x="423" y="51"/>
                  <a:pt x="423" y="51"/>
                  <a:pt x="422" y="51"/>
                </a:cubicBezTo>
                <a:cubicBezTo>
                  <a:pt x="422" y="51"/>
                  <a:pt x="421" y="51"/>
                  <a:pt x="421" y="50"/>
                </a:cubicBezTo>
                <a:cubicBezTo>
                  <a:pt x="422" y="49"/>
                  <a:pt x="422" y="49"/>
                  <a:pt x="422" y="49"/>
                </a:cubicBezTo>
                <a:cubicBezTo>
                  <a:pt x="422" y="49"/>
                  <a:pt x="422" y="49"/>
                  <a:pt x="422" y="49"/>
                </a:cubicBezTo>
                <a:cubicBezTo>
                  <a:pt x="418" y="48"/>
                  <a:pt x="418" y="48"/>
                  <a:pt x="418" y="48"/>
                </a:cubicBezTo>
                <a:cubicBezTo>
                  <a:pt x="418" y="49"/>
                  <a:pt x="418" y="50"/>
                  <a:pt x="418" y="50"/>
                </a:cubicBezTo>
                <a:cubicBezTo>
                  <a:pt x="418" y="51"/>
                  <a:pt x="418" y="51"/>
                  <a:pt x="418" y="52"/>
                </a:cubicBezTo>
                <a:cubicBezTo>
                  <a:pt x="418" y="52"/>
                  <a:pt x="418" y="52"/>
                  <a:pt x="418" y="52"/>
                </a:cubicBezTo>
                <a:cubicBezTo>
                  <a:pt x="418" y="50"/>
                  <a:pt x="418" y="50"/>
                  <a:pt x="417" y="49"/>
                </a:cubicBezTo>
                <a:cubicBezTo>
                  <a:pt x="416" y="49"/>
                  <a:pt x="416" y="49"/>
                  <a:pt x="415" y="49"/>
                </a:cubicBezTo>
                <a:cubicBezTo>
                  <a:pt x="415" y="48"/>
                  <a:pt x="415" y="48"/>
                  <a:pt x="415" y="48"/>
                </a:cubicBezTo>
                <a:cubicBezTo>
                  <a:pt x="414" y="48"/>
                  <a:pt x="414" y="48"/>
                  <a:pt x="414" y="48"/>
                </a:cubicBezTo>
                <a:cubicBezTo>
                  <a:pt x="414" y="48"/>
                  <a:pt x="414" y="48"/>
                  <a:pt x="414" y="48"/>
                </a:cubicBezTo>
                <a:cubicBezTo>
                  <a:pt x="413" y="48"/>
                  <a:pt x="412" y="49"/>
                  <a:pt x="411" y="49"/>
                </a:cubicBezTo>
                <a:cubicBezTo>
                  <a:pt x="411" y="50"/>
                  <a:pt x="411" y="50"/>
                  <a:pt x="410" y="51"/>
                </a:cubicBezTo>
                <a:cubicBezTo>
                  <a:pt x="410" y="51"/>
                  <a:pt x="410" y="51"/>
                  <a:pt x="410" y="51"/>
                </a:cubicBezTo>
                <a:cubicBezTo>
                  <a:pt x="409" y="50"/>
                  <a:pt x="409" y="50"/>
                  <a:pt x="409" y="50"/>
                </a:cubicBezTo>
                <a:cubicBezTo>
                  <a:pt x="409" y="50"/>
                  <a:pt x="409" y="50"/>
                  <a:pt x="409" y="49"/>
                </a:cubicBezTo>
                <a:cubicBezTo>
                  <a:pt x="409" y="49"/>
                  <a:pt x="408" y="49"/>
                  <a:pt x="407" y="49"/>
                </a:cubicBezTo>
                <a:cubicBezTo>
                  <a:pt x="406" y="49"/>
                  <a:pt x="405" y="49"/>
                  <a:pt x="404" y="50"/>
                </a:cubicBezTo>
                <a:cubicBezTo>
                  <a:pt x="405" y="52"/>
                  <a:pt x="405" y="52"/>
                  <a:pt x="407" y="52"/>
                </a:cubicBezTo>
                <a:cubicBezTo>
                  <a:pt x="408" y="53"/>
                  <a:pt x="408" y="53"/>
                  <a:pt x="408" y="54"/>
                </a:cubicBezTo>
                <a:cubicBezTo>
                  <a:pt x="408" y="54"/>
                  <a:pt x="407" y="54"/>
                  <a:pt x="407" y="54"/>
                </a:cubicBezTo>
                <a:cubicBezTo>
                  <a:pt x="406" y="53"/>
                  <a:pt x="406" y="53"/>
                  <a:pt x="404" y="53"/>
                </a:cubicBezTo>
                <a:cubicBezTo>
                  <a:pt x="402" y="53"/>
                  <a:pt x="402" y="53"/>
                  <a:pt x="402" y="53"/>
                </a:cubicBezTo>
                <a:cubicBezTo>
                  <a:pt x="402" y="55"/>
                  <a:pt x="402" y="55"/>
                  <a:pt x="402" y="56"/>
                </a:cubicBezTo>
                <a:cubicBezTo>
                  <a:pt x="401" y="55"/>
                  <a:pt x="401" y="54"/>
                  <a:pt x="401" y="54"/>
                </a:cubicBezTo>
                <a:cubicBezTo>
                  <a:pt x="399" y="54"/>
                  <a:pt x="398" y="52"/>
                  <a:pt x="396" y="52"/>
                </a:cubicBezTo>
                <a:cubicBezTo>
                  <a:pt x="396" y="52"/>
                  <a:pt x="396" y="53"/>
                  <a:pt x="396" y="53"/>
                </a:cubicBezTo>
                <a:cubicBezTo>
                  <a:pt x="397" y="56"/>
                  <a:pt x="395" y="57"/>
                  <a:pt x="394" y="57"/>
                </a:cubicBezTo>
                <a:cubicBezTo>
                  <a:pt x="394" y="57"/>
                  <a:pt x="393" y="56"/>
                  <a:pt x="393" y="55"/>
                </a:cubicBezTo>
                <a:cubicBezTo>
                  <a:pt x="393" y="56"/>
                  <a:pt x="393" y="56"/>
                  <a:pt x="393" y="56"/>
                </a:cubicBezTo>
                <a:cubicBezTo>
                  <a:pt x="392" y="56"/>
                  <a:pt x="392" y="56"/>
                  <a:pt x="391" y="56"/>
                </a:cubicBezTo>
                <a:cubicBezTo>
                  <a:pt x="391" y="57"/>
                  <a:pt x="391" y="57"/>
                  <a:pt x="391" y="57"/>
                </a:cubicBezTo>
                <a:cubicBezTo>
                  <a:pt x="391" y="58"/>
                  <a:pt x="392" y="58"/>
                  <a:pt x="392" y="59"/>
                </a:cubicBezTo>
                <a:cubicBezTo>
                  <a:pt x="392" y="59"/>
                  <a:pt x="392" y="60"/>
                  <a:pt x="392" y="60"/>
                </a:cubicBezTo>
                <a:cubicBezTo>
                  <a:pt x="391" y="60"/>
                  <a:pt x="391" y="60"/>
                  <a:pt x="391" y="60"/>
                </a:cubicBezTo>
                <a:cubicBezTo>
                  <a:pt x="391" y="60"/>
                  <a:pt x="391" y="60"/>
                  <a:pt x="388" y="59"/>
                </a:cubicBezTo>
                <a:cubicBezTo>
                  <a:pt x="389" y="59"/>
                  <a:pt x="389" y="58"/>
                  <a:pt x="389" y="57"/>
                </a:cubicBezTo>
                <a:cubicBezTo>
                  <a:pt x="388" y="57"/>
                  <a:pt x="388" y="57"/>
                  <a:pt x="388" y="57"/>
                </a:cubicBezTo>
                <a:cubicBezTo>
                  <a:pt x="388" y="58"/>
                  <a:pt x="388" y="58"/>
                  <a:pt x="388" y="59"/>
                </a:cubicBezTo>
                <a:cubicBezTo>
                  <a:pt x="385" y="59"/>
                  <a:pt x="385" y="59"/>
                  <a:pt x="384" y="59"/>
                </a:cubicBezTo>
                <a:cubicBezTo>
                  <a:pt x="385" y="60"/>
                  <a:pt x="385" y="60"/>
                  <a:pt x="385" y="60"/>
                </a:cubicBezTo>
                <a:cubicBezTo>
                  <a:pt x="384" y="61"/>
                  <a:pt x="384" y="61"/>
                  <a:pt x="384" y="61"/>
                </a:cubicBezTo>
                <a:cubicBezTo>
                  <a:pt x="382" y="61"/>
                  <a:pt x="382" y="61"/>
                  <a:pt x="381" y="62"/>
                </a:cubicBezTo>
                <a:cubicBezTo>
                  <a:pt x="380" y="62"/>
                  <a:pt x="380" y="62"/>
                  <a:pt x="380" y="62"/>
                </a:cubicBezTo>
                <a:cubicBezTo>
                  <a:pt x="380" y="64"/>
                  <a:pt x="380" y="64"/>
                  <a:pt x="380" y="64"/>
                </a:cubicBezTo>
                <a:cubicBezTo>
                  <a:pt x="379" y="64"/>
                  <a:pt x="379" y="64"/>
                  <a:pt x="379" y="64"/>
                </a:cubicBezTo>
                <a:cubicBezTo>
                  <a:pt x="378" y="65"/>
                  <a:pt x="378" y="65"/>
                  <a:pt x="378" y="65"/>
                </a:cubicBezTo>
                <a:cubicBezTo>
                  <a:pt x="379" y="65"/>
                  <a:pt x="379" y="65"/>
                  <a:pt x="379" y="65"/>
                </a:cubicBezTo>
                <a:cubicBezTo>
                  <a:pt x="382" y="63"/>
                  <a:pt x="382" y="63"/>
                  <a:pt x="383" y="63"/>
                </a:cubicBezTo>
                <a:cubicBezTo>
                  <a:pt x="386" y="61"/>
                  <a:pt x="388" y="62"/>
                  <a:pt x="390" y="62"/>
                </a:cubicBezTo>
                <a:cubicBezTo>
                  <a:pt x="390" y="62"/>
                  <a:pt x="390" y="63"/>
                  <a:pt x="390" y="63"/>
                </a:cubicBezTo>
                <a:cubicBezTo>
                  <a:pt x="389" y="63"/>
                  <a:pt x="389" y="63"/>
                  <a:pt x="386" y="64"/>
                </a:cubicBezTo>
                <a:cubicBezTo>
                  <a:pt x="386" y="65"/>
                  <a:pt x="385" y="66"/>
                  <a:pt x="385" y="68"/>
                </a:cubicBezTo>
                <a:cubicBezTo>
                  <a:pt x="384" y="68"/>
                  <a:pt x="383" y="69"/>
                  <a:pt x="383" y="69"/>
                </a:cubicBezTo>
                <a:cubicBezTo>
                  <a:pt x="382" y="71"/>
                  <a:pt x="379" y="72"/>
                  <a:pt x="379" y="72"/>
                </a:cubicBezTo>
                <a:cubicBezTo>
                  <a:pt x="378" y="74"/>
                  <a:pt x="377" y="76"/>
                  <a:pt x="377" y="78"/>
                </a:cubicBezTo>
                <a:cubicBezTo>
                  <a:pt x="376" y="78"/>
                  <a:pt x="376" y="78"/>
                  <a:pt x="376" y="78"/>
                </a:cubicBezTo>
                <a:cubicBezTo>
                  <a:pt x="376" y="78"/>
                  <a:pt x="375" y="79"/>
                  <a:pt x="371" y="81"/>
                </a:cubicBezTo>
                <a:cubicBezTo>
                  <a:pt x="370" y="82"/>
                  <a:pt x="370" y="82"/>
                  <a:pt x="370" y="82"/>
                </a:cubicBezTo>
                <a:cubicBezTo>
                  <a:pt x="371" y="82"/>
                  <a:pt x="371" y="82"/>
                  <a:pt x="371" y="82"/>
                </a:cubicBezTo>
                <a:cubicBezTo>
                  <a:pt x="372" y="82"/>
                  <a:pt x="373" y="82"/>
                  <a:pt x="373" y="82"/>
                </a:cubicBezTo>
                <a:cubicBezTo>
                  <a:pt x="372" y="86"/>
                  <a:pt x="367" y="86"/>
                  <a:pt x="365" y="89"/>
                </a:cubicBezTo>
                <a:cubicBezTo>
                  <a:pt x="364" y="89"/>
                  <a:pt x="363" y="89"/>
                  <a:pt x="363" y="88"/>
                </a:cubicBezTo>
                <a:cubicBezTo>
                  <a:pt x="362" y="88"/>
                  <a:pt x="361" y="88"/>
                  <a:pt x="361" y="88"/>
                </a:cubicBezTo>
                <a:cubicBezTo>
                  <a:pt x="361" y="90"/>
                  <a:pt x="361" y="90"/>
                  <a:pt x="361" y="90"/>
                </a:cubicBezTo>
                <a:cubicBezTo>
                  <a:pt x="361" y="90"/>
                  <a:pt x="361" y="91"/>
                  <a:pt x="361" y="91"/>
                </a:cubicBezTo>
                <a:cubicBezTo>
                  <a:pt x="360" y="91"/>
                  <a:pt x="360" y="92"/>
                  <a:pt x="359" y="92"/>
                </a:cubicBezTo>
                <a:cubicBezTo>
                  <a:pt x="358" y="92"/>
                  <a:pt x="358" y="92"/>
                  <a:pt x="358" y="92"/>
                </a:cubicBezTo>
                <a:cubicBezTo>
                  <a:pt x="358" y="92"/>
                  <a:pt x="358" y="92"/>
                  <a:pt x="358" y="92"/>
                </a:cubicBezTo>
                <a:cubicBezTo>
                  <a:pt x="358" y="92"/>
                  <a:pt x="358" y="92"/>
                  <a:pt x="358" y="92"/>
                </a:cubicBezTo>
                <a:cubicBezTo>
                  <a:pt x="358" y="92"/>
                  <a:pt x="358" y="92"/>
                  <a:pt x="358" y="92"/>
                </a:cubicBezTo>
                <a:cubicBezTo>
                  <a:pt x="358" y="92"/>
                  <a:pt x="358" y="92"/>
                  <a:pt x="358" y="92"/>
                </a:cubicBezTo>
                <a:cubicBezTo>
                  <a:pt x="358" y="92"/>
                  <a:pt x="358" y="92"/>
                  <a:pt x="358" y="92"/>
                </a:cubicBezTo>
                <a:cubicBezTo>
                  <a:pt x="358" y="92"/>
                  <a:pt x="358" y="92"/>
                  <a:pt x="358" y="92"/>
                </a:cubicBezTo>
                <a:cubicBezTo>
                  <a:pt x="358" y="92"/>
                  <a:pt x="358" y="92"/>
                  <a:pt x="358" y="92"/>
                </a:cubicBezTo>
                <a:cubicBezTo>
                  <a:pt x="356" y="92"/>
                  <a:pt x="355" y="93"/>
                  <a:pt x="353" y="94"/>
                </a:cubicBezTo>
                <a:cubicBezTo>
                  <a:pt x="352" y="97"/>
                  <a:pt x="349" y="97"/>
                  <a:pt x="347" y="98"/>
                </a:cubicBezTo>
                <a:cubicBezTo>
                  <a:pt x="347" y="99"/>
                  <a:pt x="347" y="100"/>
                  <a:pt x="347" y="100"/>
                </a:cubicBezTo>
                <a:cubicBezTo>
                  <a:pt x="347" y="100"/>
                  <a:pt x="347" y="100"/>
                  <a:pt x="346" y="105"/>
                </a:cubicBezTo>
                <a:cubicBezTo>
                  <a:pt x="345" y="105"/>
                  <a:pt x="345" y="105"/>
                  <a:pt x="345" y="105"/>
                </a:cubicBezTo>
                <a:cubicBezTo>
                  <a:pt x="344" y="106"/>
                  <a:pt x="344" y="107"/>
                  <a:pt x="344" y="108"/>
                </a:cubicBezTo>
                <a:cubicBezTo>
                  <a:pt x="345" y="108"/>
                  <a:pt x="346" y="108"/>
                  <a:pt x="346" y="108"/>
                </a:cubicBezTo>
                <a:cubicBezTo>
                  <a:pt x="347" y="108"/>
                  <a:pt x="347" y="108"/>
                  <a:pt x="347" y="108"/>
                </a:cubicBezTo>
                <a:cubicBezTo>
                  <a:pt x="348" y="108"/>
                  <a:pt x="348" y="108"/>
                  <a:pt x="348" y="108"/>
                </a:cubicBezTo>
                <a:cubicBezTo>
                  <a:pt x="348" y="109"/>
                  <a:pt x="347" y="110"/>
                  <a:pt x="347" y="110"/>
                </a:cubicBezTo>
                <a:cubicBezTo>
                  <a:pt x="346" y="112"/>
                  <a:pt x="346" y="112"/>
                  <a:pt x="345" y="112"/>
                </a:cubicBezTo>
                <a:cubicBezTo>
                  <a:pt x="345" y="113"/>
                  <a:pt x="345" y="113"/>
                  <a:pt x="345" y="114"/>
                </a:cubicBezTo>
                <a:cubicBezTo>
                  <a:pt x="346" y="114"/>
                  <a:pt x="346" y="114"/>
                  <a:pt x="348" y="114"/>
                </a:cubicBezTo>
                <a:cubicBezTo>
                  <a:pt x="348" y="116"/>
                  <a:pt x="348" y="116"/>
                  <a:pt x="347" y="117"/>
                </a:cubicBezTo>
                <a:cubicBezTo>
                  <a:pt x="352" y="117"/>
                  <a:pt x="357" y="117"/>
                  <a:pt x="362" y="117"/>
                </a:cubicBezTo>
                <a:cubicBezTo>
                  <a:pt x="363" y="116"/>
                  <a:pt x="363" y="116"/>
                  <a:pt x="366" y="115"/>
                </a:cubicBezTo>
                <a:cubicBezTo>
                  <a:pt x="366" y="114"/>
                  <a:pt x="366" y="114"/>
                  <a:pt x="366" y="113"/>
                </a:cubicBezTo>
                <a:cubicBezTo>
                  <a:pt x="368" y="113"/>
                  <a:pt x="368" y="115"/>
                  <a:pt x="369" y="116"/>
                </a:cubicBezTo>
                <a:cubicBezTo>
                  <a:pt x="369" y="116"/>
                  <a:pt x="369" y="117"/>
                  <a:pt x="369" y="117"/>
                </a:cubicBezTo>
                <a:cubicBezTo>
                  <a:pt x="378" y="118"/>
                  <a:pt x="387" y="118"/>
                  <a:pt x="395" y="118"/>
                </a:cubicBezTo>
                <a:cubicBezTo>
                  <a:pt x="396" y="118"/>
                  <a:pt x="397" y="118"/>
                  <a:pt x="398" y="117"/>
                </a:cubicBezTo>
                <a:cubicBezTo>
                  <a:pt x="398" y="116"/>
                  <a:pt x="399" y="115"/>
                  <a:pt x="401" y="114"/>
                </a:cubicBezTo>
                <a:cubicBezTo>
                  <a:pt x="401" y="113"/>
                  <a:pt x="401" y="112"/>
                  <a:pt x="401" y="112"/>
                </a:cubicBezTo>
                <a:cubicBezTo>
                  <a:pt x="401" y="112"/>
                  <a:pt x="400" y="111"/>
                  <a:pt x="400" y="111"/>
                </a:cubicBezTo>
                <a:cubicBezTo>
                  <a:pt x="399" y="111"/>
                  <a:pt x="398" y="111"/>
                  <a:pt x="396" y="111"/>
                </a:cubicBezTo>
                <a:cubicBezTo>
                  <a:pt x="396" y="109"/>
                  <a:pt x="396" y="109"/>
                  <a:pt x="396" y="107"/>
                </a:cubicBezTo>
                <a:cubicBezTo>
                  <a:pt x="395" y="107"/>
                  <a:pt x="394" y="107"/>
                  <a:pt x="394" y="107"/>
                </a:cubicBezTo>
                <a:cubicBezTo>
                  <a:pt x="394" y="104"/>
                  <a:pt x="394" y="101"/>
                  <a:pt x="393" y="99"/>
                </a:cubicBezTo>
                <a:cubicBezTo>
                  <a:pt x="394" y="99"/>
                  <a:pt x="394" y="99"/>
                  <a:pt x="397" y="94"/>
                </a:cubicBezTo>
                <a:cubicBezTo>
                  <a:pt x="402" y="93"/>
                  <a:pt x="405" y="88"/>
                  <a:pt x="405" y="88"/>
                </a:cubicBezTo>
                <a:cubicBezTo>
                  <a:pt x="406" y="87"/>
                  <a:pt x="406" y="87"/>
                  <a:pt x="408" y="87"/>
                </a:cubicBezTo>
                <a:cubicBezTo>
                  <a:pt x="409" y="86"/>
                  <a:pt x="409" y="86"/>
                  <a:pt x="409" y="86"/>
                </a:cubicBezTo>
                <a:cubicBezTo>
                  <a:pt x="408" y="83"/>
                  <a:pt x="410" y="80"/>
                  <a:pt x="410" y="77"/>
                </a:cubicBezTo>
                <a:cubicBezTo>
                  <a:pt x="411" y="77"/>
                  <a:pt x="411" y="77"/>
                  <a:pt x="413" y="77"/>
                </a:cubicBezTo>
                <a:cubicBezTo>
                  <a:pt x="413" y="77"/>
                  <a:pt x="413" y="77"/>
                  <a:pt x="413" y="77"/>
                </a:cubicBezTo>
                <a:cubicBezTo>
                  <a:pt x="413" y="77"/>
                  <a:pt x="413" y="77"/>
                  <a:pt x="413" y="77"/>
                </a:cubicBezTo>
                <a:cubicBezTo>
                  <a:pt x="413" y="77"/>
                  <a:pt x="413" y="77"/>
                  <a:pt x="413" y="77"/>
                </a:cubicBezTo>
                <a:cubicBezTo>
                  <a:pt x="413" y="77"/>
                  <a:pt x="413" y="77"/>
                  <a:pt x="413" y="77"/>
                </a:cubicBezTo>
                <a:cubicBezTo>
                  <a:pt x="413" y="77"/>
                  <a:pt x="413" y="77"/>
                  <a:pt x="413" y="77"/>
                </a:cubicBezTo>
                <a:cubicBezTo>
                  <a:pt x="413" y="77"/>
                  <a:pt x="413" y="77"/>
                  <a:pt x="413" y="77"/>
                </a:cubicBezTo>
                <a:cubicBezTo>
                  <a:pt x="414" y="77"/>
                  <a:pt x="414" y="77"/>
                  <a:pt x="414" y="77"/>
                </a:cubicBezTo>
                <a:cubicBezTo>
                  <a:pt x="414" y="77"/>
                  <a:pt x="414" y="77"/>
                  <a:pt x="414" y="77"/>
                </a:cubicBezTo>
                <a:cubicBezTo>
                  <a:pt x="415" y="79"/>
                  <a:pt x="415" y="79"/>
                  <a:pt x="416" y="79"/>
                </a:cubicBezTo>
                <a:cubicBezTo>
                  <a:pt x="417" y="78"/>
                  <a:pt x="417" y="78"/>
                  <a:pt x="417" y="78"/>
                </a:cubicBezTo>
                <a:cubicBezTo>
                  <a:pt x="419" y="79"/>
                  <a:pt x="419" y="79"/>
                  <a:pt x="420" y="80"/>
                </a:cubicBezTo>
                <a:cubicBezTo>
                  <a:pt x="420" y="82"/>
                  <a:pt x="420" y="82"/>
                  <a:pt x="420" y="83"/>
                </a:cubicBezTo>
                <a:cubicBezTo>
                  <a:pt x="420" y="83"/>
                  <a:pt x="419" y="83"/>
                  <a:pt x="418" y="83"/>
                </a:cubicBezTo>
                <a:cubicBezTo>
                  <a:pt x="419" y="86"/>
                  <a:pt x="419" y="86"/>
                  <a:pt x="409" y="95"/>
                </a:cubicBezTo>
                <a:cubicBezTo>
                  <a:pt x="409" y="97"/>
                  <a:pt x="408" y="100"/>
                  <a:pt x="409" y="103"/>
                </a:cubicBezTo>
                <a:cubicBezTo>
                  <a:pt x="409" y="104"/>
                  <a:pt x="409" y="104"/>
                  <a:pt x="409" y="104"/>
                </a:cubicBezTo>
                <a:cubicBezTo>
                  <a:pt x="409" y="105"/>
                  <a:pt x="410" y="106"/>
                  <a:pt x="410" y="106"/>
                </a:cubicBezTo>
                <a:cubicBezTo>
                  <a:pt x="411" y="108"/>
                  <a:pt x="419" y="112"/>
                  <a:pt x="419" y="112"/>
                </a:cubicBezTo>
                <a:cubicBezTo>
                  <a:pt x="420" y="112"/>
                  <a:pt x="420" y="112"/>
                  <a:pt x="420" y="112"/>
                </a:cubicBezTo>
                <a:cubicBezTo>
                  <a:pt x="423" y="111"/>
                  <a:pt x="426" y="111"/>
                  <a:pt x="429" y="110"/>
                </a:cubicBezTo>
                <a:cubicBezTo>
                  <a:pt x="429" y="109"/>
                  <a:pt x="429" y="109"/>
                  <a:pt x="429" y="109"/>
                </a:cubicBezTo>
                <a:cubicBezTo>
                  <a:pt x="432" y="109"/>
                  <a:pt x="434" y="109"/>
                  <a:pt x="436" y="109"/>
                </a:cubicBezTo>
                <a:cubicBezTo>
                  <a:pt x="436" y="109"/>
                  <a:pt x="437" y="108"/>
                  <a:pt x="438" y="108"/>
                </a:cubicBezTo>
                <a:cubicBezTo>
                  <a:pt x="438" y="108"/>
                  <a:pt x="438" y="108"/>
                  <a:pt x="438" y="108"/>
                </a:cubicBezTo>
                <a:cubicBezTo>
                  <a:pt x="439" y="109"/>
                  <a:pt x="439" y="109"/>
                  <a:pt x="440" y="110"/>
                </a:cubicBezTo>
                <a:cubicBezTo>
                  <a:pt x="442" y="111"/>
                  <a:pt x="443" y="111"/>
                  <a:pt x="445" y="111"/>
                </a:cubicBezTo>
                <a:cubicBezTo>
                  <a:pt x="445" y="111"/>
                  <a:pt x="445" y="111"/>
                  <a:pt x="445" y="111"/>
                </a:cubicBezTo>
                <a:cubicBezTo>
                  <a:pt x="445" y="112"/>
                  <a:pt x="445" y="112"/>
                  <a:pt x="445" y="112"/>
                </a:cubicBezTo>
                <a:cubicBezTo>
                  <a:pt x="439" y="112"/>
                  <a:pt x="438" y="112"/>
                  <a:pt x="437" y="116"/>
                </a:cubicBezTo>
                <a:cubicBezTo>
                  <a:pt x="432" y="118"/>
                  <a:pt x="428" y="114"/>
                  <a:pt x="424" y="116"/>
                </a:cubicBezTo>
                <a:cubicBezTo>
                  <a:pt x="422" y="116"/>
                  <a:pt x="422" y="116"/>
                  <a:pt x="421" y="116"/>
                </a:cubicBezTo>
                <a:cubicBezTo>
                  <a:pt x="421" y="117"/>
                  <a:pt x="420" y="118"/>
                  <a:pt x="420" y="118"/>
                </a:cubicBezTo>
                <a:cubicBezTo>
                  <a:pt x="453" y="120"/>
                  <a:pt x="485" y="121"/>
                  <a:pt x="515" y="121"/>
                </a:cubicBezTo>
                <a:cubicBezTo>
                  <a:pt x="528" y="121"/>
                  <a:pt x="539" y="121"/>
                  <a:pt x="550" y="121"/>
                </a:cubicBezTo>
                <a:moveTo>
                  <a:pt x="362" y="117"/>
                </a:moveTo>
                <a:cubicBezTo>
                  <a:pt x="357" y="117"/>
                  <a:pt x="352" y="117"/>
                  <a:pt x="347" y="117"/>
                </a:cubicBezTo>
                <a:cubicBezTo>
                  <a:pt x="347" y="117"/>
                  <a:pt x="347" y="117"/>
                  <a:pt x="347" y="117"/>
                </a:cubicBezTo>
                <a:cubicBezTo>
                  <a:pt x="346" y="118"/>
                  <a:pt x="346" y="118"/>
                  <a:pt x="346" y="118"/>
                </a:cubicBezTo>
                <a:cubicBezTo>
                  <a:pt x="346" y="118"/>
                  <a:pt x="346" y="118"/>
                  <a:pt x="346" y="119"/>
                </a:cubicBezTo>
                <a:cubicBezTo>
                  <a:pt x="346" y="119"/>
                  <a:pt x="346" y="119"/>
                  <a:pt x="346" y="119"/>
                </a:cubicBezTo>
                <a:cubicBezTo>
                  <a:pt x="349" y="119"/>
                  <a:pt x="349" y="119"/>
                  <a:pt x="349" y="119"/>
                </a:cubicBezTo>
                <a:cubicBezTo>
                  <a:pt x="349" y="120"/>
                  <a:pt x="349" y="120"/>
                  <a:pt x="349" y="120"/>
                </a:cubicBezTo>
                <a:cubicBezTo>
                  <a:pt x="349" y="120"/>
                  <a:pt x="349" y="120"/>
                  <a:pt x="350" y="121"/>
                </a:cubicBezTo>
                <a:cubicBezTo>
                  <a:pt x="351" y="121"/>
                  <a:pt x="352" y="121"/>
                  <a:pt x="352" y="121"/>
                </a:cubicBezTo>
                <a:cubicBezTo>
                  <a:pt x="353" y="121"/>
                  <a:pt x="353" y="121"/>
                  <a:pt x="354" y="122"/>
                </a:cubicBezTo>
                <a:cubicBezTo>
                  <a:pt x="354" y="122"/>
                  <a:pt x="354" y="122"/>
                  <a:pt x="355" y="122"/>
                </a:cubicBezTo>
                <a:cubicBezTo>
                  <a:pt x="355" y="122"/>
                  <a:pt x="356" y="121"/>
                  <a:pt x="357" y="121"/>
                </a:cubicBezTo>
                <a:cubicBezTo>
                  <a:pt x="357" y="120"/>
                  <a:pt x="357" y="120"/>
                  <a:pt x="357" y="120"/>
                </a:cubicBezTo>
                <a:cubicBezTo>
                  <a:pt x="359" y="120"/>
                  <a:pt x="359" y="120"/>
                  <a:pt x="359" y="120"/>
                </a:cubicBezTo>
                <a:cubicBezTo>
                  <a:pt x="359" y="120"/>
                  <a:pt x="360" y="119"/>
                  <a:pt x="360" y="119"/>
                </a:cubicBezTo>
                <a:cubicBezTo>
                  <a:pt x="360" y="118"/>
                  <a:pt x="360" y="118"/>
                  <a:pt x="360" y="118"/>
                </a:cubicBezTo>
                <a:cubicBezTo>
                  <a:pt x="361" y="118"/>
                  <a:pt x="361" y="118"/>
                  <a:pt x="362" y="117"/>
                </a:cubicBezTo>
                <a:moveTo>
                  <a:pt x="395" y="118"/>
                </a:moveTo>
                <a:cubicBezTo>
                  <a:pt x="387" y="118"/>
                  <a:pt x="378" y="118"/>
                  <a:pt x="369" y="118"/>
                </a:cubicBezTo>
                <a:cubicBezTo>
                  <a:pt x="369" y="119"/>
                  <a:pt x="371" y="119"/>
                  <a:pt x="371" y="121"/>
                </a:cubicBezTo>
                <a:cubicBezTo>
                  <a:pt x="371" y="121"/>
                  <a:pt x="371" y="121"/>
                  <a:pt x="371" y="121"/>
                </a:cubicBezTo>
                <a:cubicBezTo>
                  <a:pt x="371" y="122"/>
                  <a:pt x="370" y="122"/>
                  <a:pt x="370" y="122"/>
                </a:cubicBezTo>
                <a:cubicBezTo>
                  <a:pt x="370" y="122"/>
                  <a:pt x="370" y="124"/>
                  <a:pt x="371" y="125"/>
                </a:cubicBezTo>
                <a:cubicBezTo>
                  <a:pt x="372" y="125"/>
                  <a:pt x="372" y="125"/>
                  <a:pt x="372" y="125"/>
                </a:cubicBezTo>
                <a:cubicBezTo>
                  <a:pt x="372" y="125"/>
                  <a:pt x="373" y="126"/>
                  <a:pt x="373" y="127"/>
                </a:cubicBezTo>
                <a:cubicBezTo>
                  <a:pt x="373" y="127"/>
                  <a:pt x="373" y="128"/>
                  <a:pt x="373" y="128"/>
                </a:cubicBezTo>
                <a:cubicBezTo>
                  <a:pt x="373" y="129"/>
                  <a:pt x="373" y="129"/>
                  <a:pt x="373" y="129"/>
                </a:cubicBezTo>
                <a:cubicBezTo>
                  <a:pt x="373" y="131"/>
                  <a:pt x="374" y="131"/>
                  <a:pt x="375" y="132"/>
                </a:cubicBezTo>
                <a:cubicBezTo>
                  <a:pt x="376" y="133"/>
                  <a:pt x="376" y="133"/>
                  <a:pt x="376" y="134"/>
                </a:cubicBezTo>
                <a:cubicBezTo>
                  <a:pt x="376" y="135"/>
                  <a:pt x="375" y="135"/>
                  <a:pt x="375" y="136"/>
                </a:cubicBezTo>
                <a:cubicBezTo>
                  <a:pt x="375" y="137"/>
                  <a:pt x="375" y="137"/>
                  <a:pt x="375" y="137"/>
                </a:cubicBezTo>
                <a:cubicBezTo>
                  <a:pt x="375" y="137"/>
                  <a:pt x="376" y="138"/>
                  <a:pt x="376" y="138"/>
                </a:cubicBezTo>
                <a:cubicBezTo>
                  <a:pt x="378" y="139"/>
                  <a:pt x="380" y="139"/>
                  <a:pt x="382" y="139"/>
                </a:cubicBezTo>
                <a:cubicBezTo>
                  <a:pt x="382" y="136"/>
                  <a:pt x="383" y="134"/>
                  <a:pt x="385" y="135"/>
                </a:cubicBezTo>
                <a:cubicBezTo>
                  <a:pt x="385" y="135"/>
                  <a:pt x="386" y="135"/>
                  <a:pt x="386" y="135"/>
                </a:cubicBezTo>
                <a:cubicBezTo>
                  <a:pt x="387" y="135"/>
                  <a:pt x="387" y="135"/>
                  <a:pt x="387" y="135"/>
                </a:cubicBezTo>
                <a:cubicBezTo>
                  <a:pt x="388" y="136"/>
                  <a:pt x="388" y="135"/>
                  <a:pt x="389" y="134"/>
                </a:cubicBezTo>
                <a:cubicBezTo>
                  <a:pt x="389" y="134"/>
                  <a:pt x="390" y="134"/>
                  <a:pt x="391" y="134"/>
                </a:cubicBezTo>
                <a:cubicBezTo>
                  <a:pt x="391" y="133"/>
                  <a:pt x="391" y="132"/>
                  <a:pt x="391" y="131"/>
                </a:cubicBezTo>
                <a:cubicBezTo>
                  <a:pt x="392" y="131"/>
                  <a:pt x="394" y="131"/>
                  <a:pt x="395" y="131"/>
                </a:cubicBezTo>
                <a:cubicBezTo>
                  <a:pt x="395" y="130"/>
                  <a:pt x="395" y="130"/>
                  <a:pt x="395" y="129"/>
                </a:cubicBezTo>
                <a:cubicBezTo>
                  <a:pt x="394" y="129"/>
                  <a:pt x="394" y="129"/>
                  <a:pt x="393" y="129"/>
                </a:cubicBezTo>
                <a:cubicBezTo>
                  <a:pt x="391" y="129"/>
                  <a:pt x="391" y="129"/>
                  <a:pt x="391" y="129"/>
                </a:cubicBezTo>
                <a:cubicBezTo>
                  <a:pt x="391" y="128"/>
                  <a:pt x="391" y="128"/>
                  <a:pt x="391" y="128"/>
                </a:cubicBezTo>
                <a:cubicBezTo>
                  <a:pt x="390" y="128"/>
                  <a:pt x="390" y="128"/>
                  <a:pt x="390" y="128"/>
                </a:cubicBezTo>
                <a:cubicBezTo>
                  <a:pt x="392" y="125"/>
                  <a:pt x="392" y="125"/>
                  <a:pt x="392" y="123"/>
                </a:cubicBezTo>
                <a:cubicBezTo>
                  <a:pt x="393" y="120"/>
                  <a:pt x="393" y="120"/>
                  <a:pt x="393" y="120"/>
                </a:cubicBezTo>
                <a:cubicBezTo>
                  <a:pt x="394" y="119"/>
                  <a:pt x="395" y="119"/>
                  <a:pt x="395" y="118"/>
                </a:cubicBezTo>
                <a:moveTo>
                  <a:pt x="605" y="288"/>
                </a:moveTo>
                <a:cubicBezTo>
                  <a:pt x="596" y="225"/>
                  <a:pt x="577" y="168"/>
                  <a:pt x="550" y="121"/>
                </a:cubicBezTo>
                <a:cubicBezTo>
                  <a:pt x="539" y="121"/>
                  <a:pt x="528" y="121"/>
                  <a:pt x="515" y="121"/>
                </a:cubicBezTo>
                <a:cubicBezTo>
                  <a:pt x="485" y="121"/>
                  <a:pt x="453" y="120"/>
                  <a:pt x="420" y="119"/>
                </a:cubicBezTo>
                <a:cubicBezTo>
                  <a:pt x="418" y="119"/>
                  <a:pt x="416" y="119"/>
                  <a:pt x="415" y="119"/>
                </a:cubicBezTo>
                <a:cubicBezTo>
                  <a:pt x="416" y="119"/>
                  <a:pt x="416" y="119"/>
                  <a:pt x="416" y="119"/>
                </a:cubicBezTo>
                <a:cubicBezTo>
                  <a:pt x="416" y="119"/>
                  <a:pt x="416" y="119"/>
                  <a:pt x="416" y="119"/>
                </a:cubicBezTo>
                <a:cubicBezTo>
                  <a:pt x="416" y="119"/>
                  <a:pt x="416" y="119"/>
                  <a:pt x="416" y="119"/>
                </a:cubicBezTo>
                <a:cubicBezTo>
                  <a:pt x="416" y="119"/>
                  <a:pt x="416" y="119"/>
                  <a:pt x="416" y="119"/>
                </a:cubicBezTo>
                <a:cubicBezTo>
                  <a:pt x="416" y="119"/>
                  <a:pt x="416" y="119"/>
                  <a:pt x="416" y="119"/>
                </a:cubicBezTo>
                <a:cubicBezTo>
                  <a:pt x="416" y="119"/>
                  <a:pt x="416" y="119"/>
                  <a:pt x="416" y="119"/>
                </a:cubicBezTo>
                <a:cubicBezTo>
                  <a:pt x="416" y="119"/>
                  <a:pt x="416" y="119"/>
                  <a:pt x="416" y="119"/>
                </a:cubicBezTo>
                <a:cubicBezTo>
                  <a:pt x="416" y="119"/>
                  <a:pt x="416" y="119"/>
                  <a:pt x="416" y="119"/>
                </a:cubicBezTo>
                <a:cubicBezTo>
                  <a:pt x="415" y="120"/>
                  <a:pt x="414" y="120"/>
                  <a:pt x="412" y="121"/>
                </a:cubicBezTo>
                <a:cubicBezTo>
                  <a:pt x="412" y="121"/>
                  <a:pt x="412" y="122"/>
                  <a:pt x="413" y="123"/>
                </a:cubicBezTo>
                <a:cubicBezTo>
                  <a:pt x="415" y="124"/>
                  <a:pt x="415" y="124"/>
                  <a:pt x="418" y="124"/>
                </a:cubicBezTo>
                <a:cubicBezTo>
                  <a:pt x="418" y="123"/>
                  <a:pt x="420" y="122"/>
                  <a:pt x="420" y="121"/>
                </a:cubicBezTo>
                <a:cubicBezTo>
                  <a:pt x="423" y="122"/>
                  <a:pt x="424" y="125"/>
                  <a:pt x="426" y="126"/>
                </a:cubicBezTo>
                <a:cubicBezTo>
                  <a:pt x="426" y="126"/>
                  <a:pt x="426" y="127"/>
                  <a:pt x="426" y="127"/>
                </a:cubicBezTo>
                <a:cubicBezTo>
                  <a:pt x="425" y="128"/>
                  <a:pt x="424" y="129"/>
                  <a:pt x="423" y="130"/>
                </a:cubicBezTo>
                <a:cubicBezTo>
                  <a:pt x="423" y="131"/>
                  <a:pt x="422" y="131"/>
                  <a:pt x="421" y="131"/>
                </a:cubicBezTo>
                <a:cubicBezTo>
                  <a:pt x="421" y="131"/>
                  <a:pt x="420" y="131"/>
                  <a:pt x="420" y="131"/>
                </a:cubicBezTo>
                <a:cubicBezTo>
                  <a:pt x="419" y="130"/>
                  <a:pt x="419" y="129"/>
                  <a:pt x="419" y="129"/>
                </a:cubicBezTo>
                <a:cubicBezTo>
                  <a:pt x="418" y="128"/>
                  <a:pt x="417" y="128"/>
                  <a:pt x="417" y="128"/>
                </a:cubicBezTo>
                <a:cubicBezTo>
                  <a:pt x="417" y="127"/>
                  <a:pt x="417" y="126"/>
                  <a:pt x="417" y="126"/>
                </a:cubicBezTo>
                <a:cubicBezTo>
                  <a:pt x="416" y="126"/>
                  <a:pt x="416" y="126"/>
                  <a:pt x="415" y="126"/>
                </a:cubicBezTo>
                <a:cubicBezTo>
                  <a:pt x="415" y="127"/>
                  <a:pt x="414" y="128"/>
                  <a:pt x="413" y="128"/>
                </a:cubicBezTo>
                <a:cubicBezTo>
                  <a:pt x="412" y="133"/>
                  <a:pt x="410" y="141"/>
                  <a:pt x="410" y="141"/>
                </a:cubicBezTo>
                <a:cubicBezTo>
                  <a:pt x="411" y="141"/>
                  <a:pt x="411" y="141"/>
                  <a:pt x="412" y="142"/>
                </a:cubicBezTo>
                <a:cubicBezTo>
                  <a:pt x="411" y="143"/>
                  <a:pt x="411" y="143"/>
                  <a:pt x="411" y="143"/>
                </a:cubicBezTo>
                <a:cubicBezTo>
                  <a:pt x="404" y="141"/>
                  <a:pt x="404" y="141"/>
                  <a:pt x="402" y="143"/>
                </a:cubicBezTo>
                <a:cubicBezTo>
                  <a:pt x="403" y="144"/>
                  <a:pt x="404" y="145"/>
                  <a:pt x="404" y="146"/>
                </a:cubicBezTo>
                <a:cubicBezTo>
                  <a:pt x="404" y="147"/>
                  <a:pt x="404" y="147"/>
                  <a:pt x="404" y="147"/>
                </a:cubicBezTo>
                <a:cubicBezTo>
                  <a:pt x="403" y="147"/>
                  <a:pt x="403" y="147"/>
                  <a:pt x="403" y="147"/>
                </a:cubicBezTo>
                <a:cubicBezTo>
                  <a:pt x="401" y="145"/>
                  <a:pt x="399" y="144"/>
                  <a:pt x="397" y="142"/>
                </a:cubicBezTo>
                <a:cubicBezTo>
                  <a:pt x="383" y="149"/>
                  <a:pt x="379" y="151"/>
                  <a:pt x="379" y="144"/>
                </a:cubicBezTo>
                <a:cubicBezTo>
                  <a:pt x="377" y="144"/>
                  <a:pt x="377" y="144"/>
                  <a:pt x="377" y="144"/>
                </a:cubicBezTo>
                <a:cubicBezTo>
                  <a:pt x="376" y="145"/>
                  <a:pt x="375" y="145"/>
                  <a:pt x="374" y="145"/>
                </a:cubicBezTo>
                <a:cubicBezTo>
                  <a:pt x="373" y="145"/>
                  <a:pt x="372" y="145"/>
                  <a:pt x="372" y="145"/>
                </a:cubicBezTo>
                <a:cubicBezTo>
                  <a:pt x="371" y="145"/>
                  <a:pt x="370" y="145"/>
                  <a:pt x="370" y="145"/>
                </a:cubicBezTo>
                <a:cubicBezTo>
                  <a:pt x="370" y="145"/>
                  <a:pt x="370" y="146"/>
                  <a:pt x="370" y="147"/>
                </a:cubicBezTo>
                <a:cubicBezTo>
                  <a:pt x="369" y="148"/>
                  <a:pt x="368" y="148"/>
                  <a:pt x="368" y="148"/>
                </a:cubicBezTo>
                <a:cubicBezTo>
                  <a:pt x="367" y="148"/>
                  <a:pt x="367" y="147"/>
                  <a:pt x="366" y="147"/>
                </a:cubicBezTo>
                <a:cubicBezTo>
                  <a:pt x="366" y="146"/>
                  <a:pt x="365" y="145"/>
                  <a:pt x="364" y="145"/>
                </a:cubicBezTo>
                <a:cubicBezTo>
                  <a:pt x="363" y="145"/>
                  <a:pt x="363" y="145"/>
                  <a:pt x="362" y="145"/>
                </a:cubicBezTo>
                <a:cubicBezTo>
                  <a:pt x="362" y="144"/>
                  <a:pt x="362" y="144"/>
                  <a:pt x="362" y="143"/>
                </a:cubicBezTo>
                <a:cubicBezTo>
                  <a:pt x="362" y="143"/>
                  <a:pt x="363" y="142"/>
                  <a:pt x="363" y="141"/>
                </a:cubicBezTo>
                <a:cubicBezTo>
                  <a:pt x="364" y="141"/>
                  <a:pt x="365" y="141"/>
                  <a:pt x="366" y="141"/>
                </a:cubicBezTo>
                <a:cubicBezTo>
                  <a:pt x="368" y="142"/>
                  <a:pt x="370" y="143"/>
                  <a:pt x="372" y="143"/>
                </a:cubicBezTo>
                <a:cubicBezTo>
                  <a:pt x="372" y="142"/>
                  <a:pt x="374" y="140"/>
                  <a:pt x="374" y="135"/>
                </a:cubicBezTo>
                <a:cubicBezTo>
                  <a:pt x="373" y="134"/>
                  <a:pt x="373" y="134"/>
                  <a:pt x="372" y="134"/>
                </a:cubicBezTo>
                <a:cubicBezTo>
                  <a:pt x="369" y="135"/>
                  <a:pt x="369" y="135"/>
                  <a:pt x="368" y="136"/>
                </a:cubicBezTo>
                <a:cubicBezTo>
                  <a:pt x="367" y="137"/>
                  <a:pt x="367" y="137"/>
                  <a:pt x="367" y="137"/>
                </a:cubicBezTo>
                <a:cubicBezTo>
                  <a:pt x="366" y="137"/>
                  <a:pt x="366" y="137"/>
                  <a:pt x="366" y="137"/>
                </a:cubicBezTo>
                <a:cubicBezTo>
                  <a:pt x="366" y="136"/>
                  <a:pt x="366" y="136"/>
                  <a:pt x="366" y="135"/>
                </a:cubicBezTo>
                <a:cubicBezTo>
                  <a:pt x="366" y="135"/>
                  <a:pt x="367" y="134"/>
                  <a:pt x="367" y="134"/>
                </a:cubicBezTo>
                <a:cubicBezTo>
                  <a:pt x="367" y="132"/>
                  <a:pt x="367" y="132"/>
                  <a:pt x="367" y="131"/>
                </a:cubicBezTo>
                <a:cubicBezTo>
                  <a:pt x="367" y="132"/>
                  <a:pt x="366" y="132"/>
                  <a:pt x="366" y="132"/>
                </a:cubicBezTo>
                <a:cubicBezTo>
                  <a:pt x="365" y="125"/>
                  <a:pt x="365" y="125"/>
                  <a:pt x="364" y="124"/>
                </a:cubicBezTo>
                <a:cubicBezTo>
                  <a:pt x="360" y="128"/>
                  <a:pt x="360" y="128"/>
                  <a:pt x="359" y="128"/>
                </a:cubicBezTo>
                <a:cubicBezTo>
                  <a:pt x="358" y="129"/>
                  <a:pt x="358" y="129"/>
                  <a:pt x="358" y="130"/>
                </a:cubicBezTo>
                <a:cubicBezTo>
                  <a:pt x="358" y="131"/>
                  <a:pt x="358" y="131"/>
                  <a:pt x="358" y="131"/>
                </a:cubicBezTo>
                <a:cubicBezTo>
                  <a:pt x="357" y="132"/>
                  <a:pt x="356" y="132"/>
                  <a:pt x="355" y="133"/>
                </a:cubicBezTo>
                <a:cubicBezTo>
                  <a:pt x="353" y="136"/>
                  <a:pt x="357" y="138"/>
                  <a:pt x="356" y="141"/>
                </a:cubicBezTo>
                <a:cubicBezTo>
                  <a:pt x="356" y="142"/>
                  <a:pt x="356" y="142"/>
                  <a:pt x="356" y="142"/>
                </a:cubicBezTo>
                <a:cubicBezTo>
                  <a:pt x="355" y="144"/>
                  <a:pt x="355" y="144"/>
                  <a:pt x="355" y="144"/>
                </a:cubicBezTo>
                <a:cubicBezTo>
                  <a:pt x="356" y="145"/>
                  <a:pt x="356" y="147"/>
                  <a:pt x="356" y="148"/>
                </a:cubicBezTo>
                <a:cubicBezTo>
                  <a:pt x="356" y="149"/>
                  <a:pt x="356" y="150"/>
                  <a:pt x="356" y="150"/>
                </a:cubicBezTo>
                <a:cubicBezTo>
                  <a:pt x="356" y="150"/>
                  <a:pt x="355" y="150"/>
                  <a:pt x="355" y="150"/>
                </a:cubicBezTo>
                <a:cubicBezTo>
                  <a:pt x="354" y="150"/>
                  <a:pt x="354" y="150"/>
                  <a:pt x="353" y="150"/>
                </a:cubicBezTo>
                <a:cubicBezTo>
                  <a:pt x="351" y="151"/>
                  <a:pt x="351" y="151"/>
                  <a:pt x="350" y="150"/>
                </a:cubicBezTo>
                <a:cubicBezTo>
                  <a:pt x="346" y="150"/>
                  <a:pt x="346" y="150"/>
                  <a:pt x="337" y="156"/>
                </a:cubicBezTo>
                <a:cubicBezTo>
                  <a:pt x="336" y="155"/>
                  <a:pt x="336" y="155"/>
                  <a:pt x="335" y="155"/>
                </a:cubicBezTo>
                <a:cubicBezTo>
                  <a:pt x="335" y="155"/>
                  <a:pt x="335" y="155"/>
                  <a:pt x="334" y="155"/>
                </a:cubicBezTo>
                <a:cubicBezTo>
                  <a:pt x="334" y="155"/>
                  <a:pt x="333" y="155"/>
                  <a:pt x="333" y="155"/>
                </a:cubicBezTo>
                <a:cubicBezTo>
                  <a:pt x="332" y="155"/>
                  <a:pt x="332" y="156"/>
                  <a:pt x="332" y="157"/>
                </a:cubicBezTo>
                <a:cubicBezTo>
                  <a:pt x="334" y="158"/>
                  <a:pt x="334" y="158"/>
                  <a:pt x="334" y="158"/>
                </a:cubicBezTo>
                <a:cubicBezTo>
                  <a:pt x="334" y="159"/>
                  <a:pt x="334" y="160"/>
                  <a:pt x="333" y="161"/>
                </a:cubicBezTo>
                <a:cubicBezTo>
                  <a:pt x="330" y="161"/>
                  <a:pt x="330" y="161"/>
                  <a:pt x="325" y="165"/>
                </a:cubicBezTo>
                <a:cubicBezTo>
                  <a:pt x="324" y="165"/>
                  <a:pt x="324" y="165"/>
                  <a:pt x="324" y="165"/>
                </a:cubicBezTo>
                <a:cubicBezTo>
                  <a:pt x="323" y="165"/>
                  <a:pt x="322" y="165"/>
                  <a:pt x="322" y="165"/>
                </a:cubicBezTo>
                <a:cubicBezTo>
                  <a:pt x="320" y="167"/>
                  <a:pt x="320" y="169"/>
                  <a:pt x="319" y="171"/>
                </a:cubicBezTo>
                <a:cubicBezTo>
                  <a:pt x="317" y="171"/>
                  <a:pt x="316" y="171"/>
                  <a:pt x="314" y="172"/>
                </a:cubicBezTo>
                <a:cubicBezTo>
                  <a:pt x="314" y="173"/>
                  <a:pt x="313" y="174"/>
                  <a:pt x="313" y="175"/>
                </a:cubicBezTo>
                <a:cubicBezTo>
                  <a:pt x="312" y="175"/>
                  <a:pt x="311" y="175"/>
                  <a:pt x="310" y="175"/>
                </a:cubicBezTo>
                <a:cubicBezTo>
                  <a:pt x="309" y="174"/>
                  <a:pt x="309" y="174"/>
                  <a:pt x="309" y="174"/>
                </a:cubicBezTo>
                <a:cubicBezTo>
                  <a:pt x="308" y="174"/>
                  <a:pt x="307" y="174"/>
                  <a:pt x="307" y="174"/>
                </a:cubicBezTo>
                <a:cubicBezTo>
                  <a:pt x="306" y="173"/>
                  <a:pt x="306" y="173"/>
                  <a:pt x="306" y="173"/>
                </a:cubicBezTo>
                <a:cubicBezTo>
                  <a:pt x="305" y="172"/>
                  <a:pt x="305" y="172"/>
                  <a:pt x="304" y="172"/>
                </a:cubicBezTo>
                <a:cubicBezTo>
                  <a:pt x="303" y="173"/>
                  <a:pt x="303" y="174"/>
                  <a:pt x="303" y="175"/>
                </a:cubicBezTo>
                <a:cubicBezTo>
                  <a:pt x="303" y="175"/>
                  <a:pt x="304" y="176"/>
                  <a:pt x="304" y="176"/>
                </a:cubicBezTo>
                <a:cubicBezTo>
                  <a:pt x="304" y="176"/>
                  <a:pt x="303" y="177"/>
                  <a:pt x="303" y="178"/>
                </a:cubicBezTo>
                <a:cubicBezTo>
                  <a:pt x="303" y="179"/>
                  <a:pt x="303" y="179"/>
                  <a:pt x="303" y="179"/>
                </a:cubicBezTo>
                <a:cubicBezTo>
                  <a:pt x="303" y="179"/>
                  <a:pt x="303" y="180"/>
                  <a:pt x="303" y="180"/>
                </a:cubicBezTo>
                <a:cubicBezTo>
                  <a:pt x="301" y="180"/>
                  <a:pt x="298" y="180"/>
                  <a:pt x="296" y="180"/>
                </a:cubicBezTo>
                <a:cubicBezTo>
                  <a:pt x="295" y="179"/>
                  <a:pt x="295" y="179"/>
                  <a:pt x="295" y="178"/>
                </a:cubicBezTo>
                <a:cubicBezTo>
                  <a:pt x="289" y="179"/>
                  <a:pt x="289" y="179"/>
                  <a:pt x="288" y="180"/>
                </a:cubicBezTo>
                <a:cubicBezTo>
                  <a:pt x="288" y="182"/>
                  <a:pt x="289" y="182"/>
                  <a:pt x="289" y="182"/>
                </a:cubicBezTo>
                <a:cubicBezTo>
                  <a:pt x="290" y="183"/>
                  <a:pt x="291" y="184"/>
                  <a:pt x="292" y="184"/>
                </a:cubicBezTo>
                <a:cubicBezTo>
                  <a:pt x="294" y="184"/>
                  <a:pt x="294" y="184"/>
                  <a:pt x="295" y="184"/>
                </a:cubicBezTo>
                <a:cubicBezTo>
                  <a:pt x="298" y="187"/>
                  <a:pt x="298" y="187"/>
                  <a:pt x="298" y="188"/>
                </a:cubicBezTo>
                <a:cubicBezTo>
                  <a:pt x="299" y="191"/>
                  <a:pt x="299" y="193"/>
                  <a:pt x="299" y="195"/>
                </a:cubicBezTo>
                <a:cubicBezTo>
                  <a:pt x="300" y="196"/>
                  <a:pt x="301" y="197"/>
                  <a:pt x="302" y="199"/>
                </a:cubicBezTo>
                <a:cubicBezTo>
                  <a:pt x="302" y="201"/>
                  <a:pt x="302" y="201"/>
                  <a:pt x="297" y="213"/>
                </a:cubicBezTo>
                <a:cubicBezTo>
                  <a:pt x="296" y="214"/>
                  <a:pt x="294" y="215"/>
                  <a:pt x="293" y="215"/>
                </a:cubicBezTo>
                <a:cubicBezTo>
                  <a:pt x="292" y="215"/>
                  <a:pt x="292" y="215"/>
                  <a:pt x="292" y="215"/>
                </a:cubicBezTo>
                <a:cubicBezTo>
                  <a:pt x="289" y="214"/>
                  <a:pt x="286" y="214"/>
                  <a:pt x="283" y="212"/>
                </a:cubicBezTo>
                <a:cubicBezTo>
                  <a:pt x="279" y="211"/>
                  <a:pt x="276" y="211"/>
                  <a:pt x="273" y="211"/>
                </a:cubicBezTo>
                <a:cubicBezTo>
                  <a:pt x="269" y="210"/>
                  <a:pt x="269" y="210"/>
                  <a:pt x="268" y="209"/>
                </a:cubicBezTo>
                <a:cubicBezTo>
                  <a:pt x="268" y="209"/>
                  <a:pt x="268" y="209"/>
                  <a:pt x="268" y="209"/>
                </a:cubicBezTo>
                <a:cubicBezTo>
                  <a:pt x="267" y="210"/>
                  <a:pt x="267" y="210"/>
                  <a:pt x="266" y="210"/>
                </a:cubicBezTo>
                <a:cubicBezTo>
                  <a:pt x="264" y="212"/>
                  <a:pt x="262" y="212"/>
                  <a:pt x="260" y="212"/>
                </a:cubicBezTo>
                <a:cubicBezTo>
                  <a:pt x="260" y="213"/>
                  <a:pt x="260" y="213"/>
                  <a:pt x="260" y="213"/>
                </a:cubicBezTo>
                <a:cubicBezTo>
                  <a:pt x="262" y="217"/>
                  <a:pt x="258" y="221"/>
                  <a:pt x="260" y="225"/>
                </a:cubicBezTo>
                <a:cubicBezTo>
                  <a:pt x="259" y="227"/>
                  <a:pt x="259" y="229"/>
                  <a:pt x="259" y="232"/>
                </a:cubicBezTo>
                <a:cubicBezTo>
                  <a:pt x="254" y="239"/>
                  <a:pt x="254" y="239"/>
                  <a:pt x="255" y="241"/>
                </a:cubicBezTo>
                <a:cubicBezTo>
                  <a:pt x="256" y="243"/>
                  <a:pt x="256" y="244"/>
                  <a:pt x="256" y="244"/>
                </a:cubicBezTo>
                <a:cubicBezTo>
                  <a:pt x="255" y="245"/>
                  <a:pt x="255" y="245"/>
                  <a:pt x="255" y="245"/>
                </a:cubicBezTo>
                <a:cubicBezTo>
                  <a:pt x="254" y="247"/>
                  <a:pt x="254" y="247"/>
                  <a:pt x="254" y="251"/>
                </a:cubicBezTo>
                <a:cubicBezTo>
                  <a:pt x="255" y="251"/>
                  <a:pt x="256" y="251"/>
                  <a:pt x="257" y="251"/>
                </a:cubicBezTo>
                <a:cubicBezTo>
                  <a:pt x="259" y="251"/>
                  <a:pt x="260" y="250"/>
                  <a:pt x="262" y="253"/>
                </a:cubicBezTo>
                <a:cubicBezTo>
                  <a:pt x="263" y="253"/>
                  <a:pt x="264" y="252"/>
                  <a:pt x="265" y="252"/>
                </a:cubicBezTo>
                <a:cubicBezTo>
                  <a:pt x="266" y="252"/>
                  <a:pt x="266" y="252"/>
                  <a:pt x="269" y="254"/>
                </a:cubicBezTo>
                <a:cubicBezTo>
                  <a:pt x="270" y="255"/>
                  <a:pt x="270" y="257"/>
                  <a:pt x="271" y="258"/>
                </a:cubicBezTo>
                <a:cubicBezTo>
                  <a:pt x="271" y="258"/>
                  <a:pt x="272" y="258"/>
                  <a:pt x="272" y="258"/>
                </a:cubicBezTo>
                <a:cubicBezTo>
                  <a:pt x="271" y="257"/>
                  <a:pt x="271" y="257"/>
                  <a:pt x="271" y="257"/>
                </a:cubicBezTo>
                <a:cubicBezTo>
                  <a:pt x="281" y="254"/>
                  <a:pt x="289" y="246"/>
                  <a:pt x="301" y="246"/>
                </a:cubicBezTo>
                <a:cubicBezTo>
                  <a:pt x="303" y="244"/>
                  <a:pt x="303" y="243"/>
                  <a:pt x="303" y="242"/>
                </a:cubicBezTo>
                <a:cubicBezTo>
                  <a:pt x="302" y="241"/>
                  <a:pt x="301" y="240"/>
                  <a:pt x="301" y="239"/>
                </a:cubicBezTo>
                <a:cubicBezTo>
                  <a:pt x="301" y="238"/>
                  <a:pt x="301" y="238"/>
                  <a:pt x="304" y="232"/>
                </a:cubicBezTo>
                <a:cubicBezTo>
                  <a:pt x="306" y="229"/>
                  <a:pt x="320" y="226"/>
                  <a:pt x="320" y="226"/>
                </a:cubicBezTo>
                <a:cubicBezTo>
                  <a:pt x="322" y="224"/>
                  <a:pt x="322" y="223"/>
                  <a:pt x="322" y="222"/>
                </a:cubicBezTo>
                <a:cubicBezTo>
                  <a:pt x="322" y="222"/>
                  <a:pt x="322" y="222"/>
                  <a:pt x="322" y="221"/>
                </a:cubicBezTo>
                <a:cubicBezTo>
                  <a:pt x="322" y="216"/>
                  <a:pt x="322" y="212"/>
                  <a:pt x="329" y="214"/>
                </a:cubicBezTo>
                <a:cubicBezTo>
                  <a:pt x="330" y="214"/>
                  <a:pt x="330" y="214"/>
                  <a:pt x="330" y="214"/>
                </a:cubicBezTo>
                <a:cubicBezTo>
                  <a:pt x="330" y="214"/>
                  <a:pt x="330" y="214"/>
                  <a:pt x="330" y="214"/>
                </a:cubicBezTo>
                <a:cubicBezTo>
                  <a:pt x="330" y="214"/>
                  <a:pt x="330" y="214"/>
                  <a:pt x="330" y="214"/>
                </a:cubicBezTo>
                <a:cubicBezTo>
                  <a:pt x="330" y="214"/>
                  <a:pt x="330" y="214"/>
                  <a:pt x="330" y="214"/>
                </a:cubicBezTo>
                <a:cubicBezTo>
                  <a:pt x="330" y="214"/>
                  <a:pt x="330" y="214"/>
                  <a:pt x="330" y="214"/>
                </a:cubicBezTo>
                <a:cubicBezTo>
                  <a:pt x="330" y="214"/>
                  <a:pt x="330" y="214"/>
                  <a:pt x="330" y="214"/>
                </a:cubicBezTo>
                <a:cubicBezTo>
                  <a:pt x="330" y="214"/>
                  <a:pt x="330" y="214"/>
                  <a:pt x="330" y="214"/>
                </a:cubicBezTo>
                <a:cubicBezTo>
                  <a:pt x="331" y="214"/>
                  <a:pt x="331" y="214"/>
                  <a:pt x="331" y="214"/>
                </a:cubicBezTo>
                <a:cubicBezTo>
                  <a:pt x="334" y="216"/>
                  <a:pt x="334" y="216"/>
                  <a:pt x="336" y="216"/>
                </a:cubicBezTo>
                <a:cubicBezTo>
                  <a:pt x="337" y="216"/>
                  <a:pt x="337" y="216"/>
                  <a:pt x="338" y="216"/>
                </a:cubicBezTo>
                <a:cubicBezTo>
                  <a:pt x="338" y="216"/>
                  <a:pt x="339" y="216"/>
                  <a:pt x="340" y="216"/>
                </a:cubicBezTo>
                <a:cubicBezTo>
                  <a:pt x="340" y="214"/>
                  <a:pt x="340" y="214"/>
                  <a:pt x="342" y="212"/>
                </a:cubicBezTo>
                <a:cubicBezTo>
                  <a:pt x="344" y="212"/>
                  <a:pt x="344" y="212"/>
                  <a:pt x="345" y="212"/>
                </a:cubicBezTo>
                <a:cubicBezTo>
                  <a:pt x="346" y="212"/>
                  <a:pt x="348" y="212"/>
                  <a:pt x="351" y="208"/>
                </a:cubicBezTo>
                <a:cubicBezTo>
                  <a:pt x="358" y="209"/>
                  <a:pt x="357" y="217"/>
                  <a:pt x="362" y="220"/>
                </a:cubicBezTo>
                <a:cubicBezTo>
                  <a:pt x="363" y="220"/>
                  <a:pt x="364" y="221"/>
                  <a:pt x="364" y="223"/>
                </a:cubicBezTo>
                <a:cubicBezTo>
                  <a:pt x="380" y="233"/>
                  <a:pt x="388" y="241"/>
                  <a:pt x="387" y="246"/>
                </a:cubicBezTo>
                <a:cubicBezTo>
                  <a:pt x="385" y="247"/>
                  <a:pt x="373" y="249"/>
                  <a:pt x="369" y="249"/>
                </a:cubicBezTo>
                <a:cubicBezTo>
                  <a:pt x="369" y="249"/>
                  <a:pt x="368" y="250"/>
                  <a:pt x="368" y="250"/>
                </a:cubicBezTo>
                <a:cubicBezTo>
                  <a:pt x="371" y="252"/>
                  <a:pt x="373" y="255"/>
                  <a:pt x="377" y="256"/>
                </a:cubicBezTo>
                <a:cubicBezTo>
                  <a:pt x="379" y="256"/>
                  <a:pt x="382" y="256"/>
                  <a:pt x="384" y="256"/>
                </a:cubicBezTo>
                <a:cubicBezTo>
                  <a:pt x="384" y="255"/>
                  <a:pt x="384" y="253"/>
                  <a:pt x="384" y="252"/>
                </a:cubicBezTo>
                <a:cubicBezTo>
                  <a:pt x="389" y="250"/>
                  <a:pt x="392" y="245"/>
                  <a:pt x="396" y="242"/>
                </a:cubicBezTo>
                <a:cubicBezTo>
                  <a:pt x="396" y="240"/>
                  <a:pt x="396" y="240"/>
                  <a:pt x="396" y="239"/>
                </a:cubicBezTo>
                <a:cubicBezTo>
                  <a:pt x="393" y="239"/>
                  <a:pt x="393" y="239"/>
                  <a:pt x="392" y="239"/>
                </a:cubicBezTo>
                <a:cubicBezTo>
                  <a:pt x="391" y="239"/>
                  <a:pt x="391" y="238"/>
                  <a:pt x="391" y="238"/>
                </a:cubicBezTo>
                <a:cubicBezTo>
                  <a:pt x="393" y="236"/>
                  <a:pt x="394" y="236"/>
                  <a:pt x="395" y="236"/>
                </a:cubicBezTo>
                <a:cubicBezTo>
                  <a:pt x="398" y="237"/>
                  <a:pt x="398" y="237"/>
                  <a:pt x="400" y="239"/>
                </a:cubicBezTo>
                <a:cubicBezTo>
                  <a:pt x="400" y="239"/>
                  <a:pt x="400" y="239"/>
                  <a:pt x="400" y="234"/>
                </a:cubicBezTo>
                <a:cubicBezTo>
                  <a:pt x="396" y="231"/>
                  <a:pt x="391" y="230"/>
                  <a:pt x="389" y="226"/>
                </a:cubicBezTo>
                <a:cubicBezTo>
                  <a:pt x="388" y="226"/>
                  <a:pt x="385" y="226"/>
                  <a:pt x="380" y="221"/>
                </a:cubicBezTo>
                <a:cubicBezTo>
                  <a:pt x="381" y="219"/>
                  <a:pt x="381" y="219"/>
                  <a:pt x="375" y="215"/>
                </a:cubicBezTo>
                <a:cubicBezTo>
                  <a:pt x="375" y="214"/>
                  <a:pt x="374" y="214"/>
                  <a:pt x="374" y="214"/>
                </a:cubicBezTo>
                <a:cubicBezTo>
                  <a:pt x="374" y="213"/>
                  <a:pt x="373" y="212"/>
                  <a:pt x="373" y="211"/>
                </a:cubicBezTo>
                <a:cubicBezTo>
                  <a:pt x="372" y="210"/>
                  <a:pt x="370" y="210"/>
                  <a:pt x="369" y="210"/>
                </a:cubicBezTo>
                <a:cubicBezTo>
                  <a:pt x="369" y="209"/>
                  <a:pt x="369" y="209"/>
                  <a:pt x="369" y="208"/>
                </a:cubicBezTo>
                <a:cubicBezTo>
                  <a:pt x="370" y="207"/>
                  <a:pt x="370" y="207"/>
                  <a:pt x="370" y="207"/>
                </a:cubicBezTo>
                <a:cubicBezTo>
                  <a:pt x="371" y="206"/>
                  <a:pt x="371" y="205"/>
                  <a:pt x="371" y="205"/>
                </a:cubicBezTo>
                <a:cubicBezTo>
                  <a:pt x="371" y="204"/>
                  <a:pt x="371" y="203"/>
                  <a:pt x="371" y="202"/>
                </a:cubicBezTo>
                <a:cubicBezTo>
                  <a:pt x="374" y="201"/>
                  <a:pt x="375" y="202"/>
                  <a:pt x="376" y="205"/>
                </a:cubicBezTo>
                <a:cubicBezTo>
                  <a:pt x="384" y="206"/>
                  <a:pt x="386" y="216"/>
                  <a:pt x="394" y="217"/>
                </a:cubicBezTo>
                <a:cubicBezTo>
                  <a:pt x="394" y="218"/>
                  <a:pt x="394" y="218"/>
                  <a:pt x="395" y="218"/>
                </a:cubicBezTo>
                <a:cubicBezTo>
                  <a:pt x="398" y="222"/>
                  <a:pt x="404" y="223"/>
                  <a:pt x="406" y="228"/>
                </a:cubicBezTo>
                <a:cubicBezTo>
                  <a:pt x="404" y="234"/>
                  <a:pt x="404" y="234"/>
                  <a:pt x="406" y="236"/>
                </a:cubicBezTo>
                <a:cubicBezTo>
                  <a:pt x="407" y="239"/>
                  <a:pt x="407" y="242"/>
                  <a:pt x="411" y="242"/>
                </a:cubicBezTo>
                <a:cubicBezTo>
                  <a:pt x="413" y="244"/>
                  <a:pt x="413" y="246"/>
                  <a:pt x="413" y="247"/>
                </a:cubicBezTo>
                <a:cubicBezTo>
                  <a:pt x="412" y="247"/>
                  <a:pt x="411" y="247"/>
                  <a:pt x="410" y="247"/>
                </a:cubicBezTo>
                <a:cubicBezTo>
                  <a:pt x="410" y="247"/>
                  <a:pt x="409" y="246"/>
                  <a:pt x="409" y="246"/>
                </a:cubicBezTo>
                <a:cubicBezTo>
                  <a:pt x="409" y="246"/>
                  <a:pt x="408" y="247"/>
                  <a:pt x="408" y="247"/>
                </a:cubicBezTo>
                <a:cubicBezTo>
                  <a:pt x="411" y="251"/>
                  <a:pt x="411" y="251"/>
                  <a:pt x="414" y="252"/>
                </a:cubicBezTo>
                <a:cubicBezTo>
                  <a:pt x="414" y="252"/>
                  <a:pt x="414" y="251"/>
                  <a:pt x="414" y="251"/>
                </a:cubicBezTo>
                <a:cubicBezTo>
                  <a:pt x="416" y="252"/>
                  <a:pt x="417" y="252"/>
                  <a:pt x="419" y="254"/>
                </a:cubicBezTo>
                <a:cubicBezTo>
                  <a:pt x="418" y="256"/>
                  <a:pt x="418" y="257"/>
                  <a:pt x="419" y="258"/>
                </a:cubicBezTo>
                <a:cubicBezTo>
                  <a:pt x="421" y="259"/>
                  <a:pt x="421" y="259"/>
                  <a:pt x="422" y="259"/>
                </a:cubicBezTo>
                <a:cubicBezTo>
                  <a:pt x="423" y="259"/>
                  <a:pt x="424" y="259"/>
                  <a:pt x="424" y="259"/>
                </a:cubicBezTo>
                <a:cubicBezTo>
                  <a:pt x="425" y="258"/>
                  <a:pt x="426" y="257"/>
                  <a:pt x="426" y="256"/>
                </a:cubicBezTo>
                <a:cubicBezTo>
                  <a:pt x="426" y="255"/>
                  <a:pt x="426" y="255"/>
                  <a:pt x="426" y="254"/>
                </a:cubicBezTo>
                <a:cubicBezTo>
                  <a:pt x="426" y="254"/>
                  <a:pt x="426" y="253"/>
                  <a:pt x="426" y="253"/>
                </a:cubicBezTo>
                <a:cubicBezTo>
                  <a:pt x="426" y="252"/>
                  <a:pt x="427" y="252"/>
                  <a:pt x="427" y="251"/>
                </a:cubicBezTo>
                <a:cubicBezTo>
                  <a:pt x="428" y="252"/>
                  <a:pt x="430" y="252"/>
                  <a:pt x="430" y="253"/>
                </a:cubicBezTo>
                <a:cubicBezTo>
                  <a:pt x="431" y="253"/>
                  <a:pt x="432" y="253"/>
                  <a:pt x="432" y="253"/>
                </a:cubicBezTo>
                <a:cubicBezTo>
                  <a:pt x="432" y="253"/>
                  <a:pt x="433" y="252"/>
                  <a:pt x="433" y="252"/>
                </a:cubicBezTo>
                <a:cubicBezTo>
                  <a:pt x="433" y="251"/>
                  <a:pt x="433" y="249"/>
                  <a:pt x="433" y="248"/>
                </a:cubicBezTo>
                <a:cubicBezTo>
                  <a:pt x="435" y="248"/>
                  <a:pt x="436" y="248"/>
                  <a:pt x="437" y="248"/>
                </a:cubicBezTo>
                <a:cubicBezTo>
                  <a:pt x="436" y="246"/>
                  <a:pt x="435" y="246"/>
                  <a:pt x="433" y="245"/>
                </a:cubicBezTo>
                <a:cubicBezTo>
                  <a:pt x="433" y="246"/>
                  <a:pt x="432" y="247"/>
                  <a:pt x="432" y="248"/>
                </a:cubicBezTo>
                <a:cubicBezTo>
                  <a:pt x="429" y="248"/>
                  <a:pt x="429" y="247"/>
                  <a:pt x="427" y="241"/>
                </a:cubicBezTo>
                <a:cubicBezTo>
                  <a:pt x="424" y="240"/>
                  <a:pt x="424" y="240"/>
                  <a:pt x="422" y="238"/>
                </a:cubicBezTo>
                <a:cubicBezTo>
                  <a:pt x="422" y="237"/>
                  <a:pt x="422" y="237"/>
                  <a:pt x="422" y="236"/>
                </a:cubicBezTo>
                <a:cubicBezTo>
                  <a:pt x="424" y="236"/>
                  <a:pt x="424" y="236"/>
                  <a:pt x="424" y="236"/>
                </a:cubicBezTo>
                <a:cubicBezTo>
                  <a:pt x="425" y="236"/>
                  <a:pt x="426" y="237"/>
                  <a:pt x="427" y="237"/>
                </a:cubicBezTo>
                <a:cubicBezTo>
                  <a:pt x="429" y="237"/>
                  <a:pt x="429" y="237"/>
                  <a:pt x="430" y="237"/>
                </a:cubicBezTo>
                <a:cubicBezTo>
                  <a:pt x="430" y="237"/>
                  <a:pt x="430" y="238"/>
                  <a:pt x="431" y="238"/>
                </a:cubicBezTo>
                <a:cubicBezTo>
                  <a:pt x="431" y="237"/>
                  <a:pt x="431" y="235"/>
                  <a:pt x="431" y="234"/>
                </a:cubicBezTo>
                <a:cubicBezTo>
                  <a:pt x="433" y="232"/>
                  <a:pt x="433" y="232"/>
                  <a:pt x="442" y="236"/>
                </a:cubicBezTo>
                <a:cubicBezTo>
                  <a:pt x="442" y="236"/>
                  <a:pt x="443" y="237"/>
                  <a:pt x="443" y="238"/>
                </a:cubicBezTo>
                <a:cubicBezTo>
                  <a:pt x="443" y="238"/>
                  <a:pt x="443" y="238"/>
                  <a:pt x="444" y="238"/>
                </a:cubicBezTo>
                <a:cubicBezTo>
                  <a:pt x="445" y="240"/>
                  <a:pt x="445" y="240"/>
                  <a:pt x="445" y="240"/>
                </a:cubicBezTo>
                <a:cubicBezTo>
                  <a:pt x="444" y="240"/>
                  <a:pt x="443" y="241"/>
                  <a:pt x="443" y="241"/>
                </a:cubicBezTo>
                <a:cubicBezTo>
                  <a:pt x="443" y="244"/>
                  <a:pt x="448" y="245"/>
                  <a:pt x="447" y="249"/>
                </a:cubicBezTo>
                <a:cubicBezTo>
                  <a:pt x="447" y="250"/>
                  <a:pt x="447" y="251"/>
                  <a:pt x="447" y="251"/>
                </a:cubicBezTo>
                <a:cubicBezTo>
                  <a:pt x="447" y="252"/>
                  <a:pt x="447" y="252"/>
                  <a:pt x="447" y="253"/>
                </a:cubicBezTo>
                <a:cubicBezTo>
                  <a:pt x="447" y="254"/>
                  <a:pt x="448" y="255"/>
                  <a:pt x="449" y="256"/>
                </a:cubicBezTo>
                <a:cubicBezTo>
                  <a:pt x="449" y="256"/>
                  <a:pt x="449" y="256"/>
                  <a:pt x="449" y="256"/>
                </a:cubicBezTo>
                <a:cubicBezTo>
                  <a:pt x="450" y="257"/>
                  <a:pt x="450" y="257"/>
                  <a:pt x="450" y="257"/>
                </a:cubicBezTo>
                <a:cubicBezTo>
                  <a:pt x="450" y="257"/>
                  <a:pt x="450" y="257"/>
                  <a:pt x="450" y="257"/>
                </a:cubicBezTo>
                <a:cubicBezTo>
                  <a:pt x="451" y="258"/>
                  <a:pt x="451" y="258"/>
                  <a:pt x="451" y="258"/>
                </a:cubicBezTo>
                <a:cubicBezTo>
                  <a:pt x="452" y="258"/>
                  <a:pt x="452" y="258"/>
                  <a:pt x="452" y="258"/>
                </a:cubicBezTo>
                <a:cubicBezTo>
                  <a:pt x="452" y="259"/>
                  <a:pt x="452" y="259"/>
                  <a:pt x="452" y="260"/>
                </a:cubicBezTo>
                <a:cubicBezTo>
                  <a:pt x="452" y="261"/>
                  <a:pt x="452" y="261"/>
                  <a:pt x="452" y="261"/>
                </a:cubicBezTo>
                <a:cubicBezTo>
                  <a:pt x="451" y="261"/>
                  <a:pt x="451" y="261"/>
                  <a:pt x="451" y="261"/>
                </a:cubicBezTo>
                <a:cubicBezTo>
                  <a:pt x="451" y="262"/>
                  <a:pt x="451" y="262"/>
                  <a:pt x="451" y="262"/>
                </a:cubicBezTo>
                <a:cubicBezTo>
                  <a:pt x="451" y="263"/>
                  <a:pt x="451" y="264"/>
                  <a:pt x="452" y="265"/>
                </a:cubicBezTo>
                <a:cubicBezTo>
                  <a:pt x="452" y="266"/>
                  <a:pt x="452" y="266"/>
                  <a:pt x="452" y="266"/>
                </a:cubicBezTo>
                <a:cubicBezTo>
                  <a:pt x="453" y="266"/>
                  <a:pt x="453" y="266"/>
                  <a:pt x="453" y="266"/>
                </a:cubicBezTo>
                <a:cubicBezTo>
                  <a:pt x="454" y="265"/>
                  <a:pt x="454" y="265"/>
                  <a:pt x="454" y="265"/>
                </a:cubicBezTo>
                <a:cubicBezTo>
                  <a:pt x="454" y="263"/>
                  <a:pt x="454" y="263"/>
                  <a:pt x="454" y="263"/>
                </a:cubicBezTo>
                <a:cubicBezTo>
                  <a:pt x="454" y="262"/>
                  <a:pt x="454" y="261"/>
                  <a:pt x="454" y="261"/>
                </a:cubicBezTo>
                <a:cubicBezTo>
                  <a:pt x="455" y="259"/>
                  <a:pt x="455" y="259"/>
                  <a:pt x="455" y="259"/>
                </a:cubicBezTo>
                <a:cubicBezTo>
                  <a:pt x="456" y="259"/>
                  <a:pt x="456" y="259"/>
                  <a:pt x="456" y="259"/>
                </a:cubicBezTo>
                <a:cubicBezTo>
                  <a:pt x="456" y="260"/>
                  <a:pt x="456" y="260"/>
                  <a:pt x="456" y="260"/>
                </a:cubicBezTo>
                <a:cubicBezTo>
                  <a:pt x="457" y="260"/>
                  <a:pt x="457" y="260"/>
                  <a:pt x="457" y="260"/>
                </a:cubicBezTo>
                <a:cubicBezTo>
                  <a:pt x="457" y="261"/>
                  <a:pt x="457" y="261"/>
                  <a:pt x="457" y="261"/>
                </a:cubicBezTo>
                <a:cubicBezTo>
                  <a:pt x="458" y="261"/>
                  <a:pt x="459" y="262"/>
                  <a:pt x="459" y="262"/>
                </a:cubicBezTo>
                <a:cubicBezTo>
                  <a:pt x="460" y="263"/>
                  <a:pt x="460" y="263"/>
                  <a:pt x="460" y="263"/>
                </a:cubicBezTo>
                <a:cubicBezTo>
                  <a:pt x="460" y="264"/>
                  <a:pt x="460" y="264"/>
                  <a:pt x="460" y="264"/>
                </a:cubicBezTo>
                <a:cubicBezTo>
                  <a:pt x="461" y="264"/>
                  <a:pt x="461" y="264"/>
                  <a:pt x="461" y="264"/>
                </a:cubicBezTo>
                <a:cubicBezTo>
                  <a:pt x="462" y="264"/>
                  <a:pt x="462" y="264"/>
                  <a:pt x="462" y="264"/>
                </a:cubicBezTo>
                <a:cubicBezTo>
                  <a:pt x="462" y="264"/>
                  <a:pt x="464" y="264"/>
                  <a:pt x="464" y="265"/>
                </a:cubicBezTo>
                <a:cubicBezTo>
                  <a:pt x="466" y="265"/>
                  <a:pt x="466" y="265"/>
                  <a:pt x="466" y="265"/>
                </a:cubicBezTo>
                <a:cubicBezTo>
                  <a:pt x="467" y="265"/>
                  <a:pt x="467" y="265"/>
                  <a:pt x="467" y="265"/>
                </a:cubicBezTo>
                <a:cubicBezTo>
                  <a:pt x="467" y="264"/>
                  <a:pt x="467" y="264"/>
                  <a:pt x="467" y="264"/>
                </a:cubicBezTo>
                <a:cubicBezTo>
                  <a:pt x="467" y="264"/>
                  <a:pt x="467" y="264"/>
                  <a:pt x="467" y="264"/>
                </a:cubicBezTo>
                <a:cubicBezTo>
                  <a:pt x="467" y="263"/>
                  <a:pt x="467" y="263"/>
                  <a:pt x="467" y="263"/>
                </a:cubicBezTo>
                <a:cubicBezTo>
                  <a:pt x="467" y="262"/>
                  <a:pt x="467" y="261"/>
                  <a:pt x="468" y="260"/>
                </a:cubicBezTo>
                <a:cubicBezTo>
                  <a:pt x="468" y="259"/>
                  <a:pt x="468" y="259"/>
                  <a:pt x="468" y="259"/>
                </a:cubicBezTo>
                <a:cubicBezTo>
                  <a:pt x="469" y="259"/>
                  <a:pt x="469" y="259"/>
                  <a:pt x="469" y="259"/>
                </a:cubicBezTo>
                <a:cubicBezTo>
                  <a:pt x="470" y="259"/>
                  <a:pt x="471" y="259"/>
                  <a:pt x="472" y="260"/>
                </a:cubicBezTo>
                <a:cubicBezTo>
                  <a:pt x="474" y="261"/>
                  <a:pt x="474" y="261"/>
                  <a:pt x="474" y="261"/>
                </a:cubicBezTo>
                <a:cubicBezTo>
                  <a:pt x="476" y="263"/>
                  <a:pt x="476" y="263"/>
                  <a:pt x="476" y="263"/>
                </a:cubicBezTo>
                <a:cubicBezTo>
                  <a:pt x="477" y="263"/>
                  <a:pt x="477" y="263"/>
                  <a:pt x="477" y="263"/>
                </a:cubicBezTo>
                <a:cubicBezTo>
                  <a:pt x="477" y="264"/>
                  <a:pt x="477" y="264"/>
                  <a:pt x="477" y="264"/>
                </a:cubicBezTo>
                <a:cubicBezTo>
                  <a:pt x="478" y="264"/>
                  <a:pt x="478" y="264"/>
                  <a:pt x="478" y="264"/>
                </a:cubicBezTo>
                <a:cubicBezTo>
                  <a:pt x="478" y="264"/>
                  <a:pt x="478" y="264"/>
                  <a:pt x="478" y="264"/>
                </a:cubicBezTo>
                <a:cubicBezTo>
                  <a:pt x="481" y="264"/>
                  <a:pt x="484" y="264"/>
                  <a:pt x="486" y="265"/>
                </a:cubicBezTo>
                <a:cubicBezTo>
                  <a:pt x="486" y="264"/>
                  <a:pt x="486" y="263"/>
                  <a:pt x="486" y="263"/>
                </a:cubicBezTo>
                <a:cubicBezTo>
                  <a:pt x="486" y="262"/>
                  <a:pt x="486" y="262"/>
                  <a:pt x="486" y="262"/>
                </a:cubicBezTo>
                <a:cubicBezTo>
                  <a:pt x="486" y="261"/>
                  <a:pt x="486" y="261"/>
                  <a:pt x="486" y="260"/>
                </a:cubicBezTo>
                <a:cubicBezTo>
                  <a:pt x="486" y="260"/>
                  <a:pt x="487" y="260"/>
                  <a:pt x="487" y="260"/>
                </a:cubicBezTo>
                <a:cubicBezTo>
                  <a:pt x="488" y="259"/>
                  <a:pt x="488" y="259"/>
                  <a:pt x="488" y="259"/>
                </a:cubicBezTo>
                <a:cubicBezTo>
                  <a:pt x="489" y="259"/>
                  <a:pt x="489" y="259"/>
                  <a:pt x="489" y="259"/>
                </a:cubicBezTo>
                <a:cubicBezTo>
                  <a:pt x="490" y="260"/>
                  <a:pt x="491" y="261"/>
                  <a:pt x="492" y="261"/>
                </a:cubicBezTo>
                <a:cubicBezTo>
                  <a:pt x="493" y="262"/>
                  <a:pt x="494" y="262"/>
                  <a:pt x="494" y="262"/>
                </a:cubicBezTo>
                <a:cubicBezTo>
                  <a:pt x="494" y="261"/>
                  <a:pt x="494" y="261"/>
                  <a:pt x="494" y="261"/>
                </a:cubicBezTo>
                <a:cubicBezTo>
                  <a:pt x="495" y="261"/>
                  <a:pt x="495" y="261"/>
                  <a:pt x="495" y="261"/>
                </a:cubicBezTo>
                <a:cubicBezTo>
                  <a:pt x="495" y="260"/>
                  <a:pt x="495" y="260"/>
                  <a:pt x="495" y="260"/>
                </a:cubicBezTo>
                <a:cubicBezTo>
                  <a:pt x="496" y="260"/>
                  <a:pt x="496" y="260"/>
                  <a:pt x="496" y="260"/>
                </a:cubicBezTo>
                <a:cubicBezTo>
                  <a:pt x="497" y="262"/>
                  <a:pt x="497" y="262"/>
                  <a:pt x="497" y="262"/>
                </a:cubicBezTo>
                <a:cubicBezTo>
                  <a:pt x="497" y="263"/>
                  <a:pt x="497" y="263"/>
                  <a:pt x="497" y="263"/>
                </a:cubicBezTo>
                <a:cubicBezTo>
                  <a:pt x="497" y="264"/>
                  <a:pt x="497" y="265"/>
                  <a:pt x="497" y="266"/>
                </a:cubicBezTo>
                <a:cubicBezTo>
                  <a:pt x="496" y="268"/>
                  <a:pt x="496" y="270"/>
                  <a:pt x="497" y="273"/>
                </a:cubicBezTo>
                <a:cubicBezTo>
                  <a:pt x="497" y="273"/>
                  <a:pt x="497" y="273"/>
                  <a:pt x="497" y="273"/>
                </a:cubicBezTo>
                <a:cubicBezTo>
                  <a:pt x="497" y="274"/>
                  <a:pt x="498" y="274"/>
                  <a:pt x="498" y="275"/>
                </a:cubicBezTo>
                <a:cubicBezTo>
                  <a:pt x="498" y="275"/>
                  <a:pt x="497" y="276"/>
                  <a:pt x="497" y="277"/>
                </a:cubicBezTo>
                <a:cubicBezTo>
                  <a:pt x="497" y="277"/>
                  <a:pt x="497" y="277"/>
                  <a:pt x="497" y="277"/>
                </a:cubicBezTo>
                <a:cubicBezTo>
                  <a:pt x="497" y="278"/>
                  <a:pt x="497" y="278"/>
                  <a:pt x="497" y="278"/>
                </a:cubicBezTo>
                <a:cubicBezTo>
                  <a:pt x="496" y="280"/>
                  <a:pt x="496" y="280"/>
                  <a:pt x="496" y="280"/>
                </a:cubicBezTo>
                <a:cubicBezTo>
                  <a:pt x="496" y="280"/>
                  <a:pt x="496" y="280"/>
                  <a:pt x="496" y="280"/>
                </a:cubicBezTo>
                <a:cubicBezTo>
                  <a:pt x="494" y="284"/>
                  <a:pt x="494" y="284"/>
                  <a:pt x="493" y="284"/>
                </a:cubicBezTo>
                <a:cubicBezTo>
                  <a:pt x="492" y="285"/>
                  <a:pt x="492" y="285"/>
                  <a:pt x="492" y="285"/>
                </a:cubicBezTo>
                <a:cubicBezTo>
                  <a:pt x="492" y="285"/>
                  <a:pt x="492" y="285"/>
                  <a:pt x="492" y="285"/>
                </a:cubicBezTo>
                <a:cubicBezTo>
                  <a:pt x="492" y="286"/>
                  <a:pt x="492" y="286"/>
                  <a:pt x="492" y="286"/>
                </a:cubicBezTo>
                <a:cubicBezTo>
                  <a:pt x="514" y="287"/>
                  <a:pt x="537" y="287"/>
                  <a:pt x="558" y="288"/>
                </a:cubicBezTo>
                <a:cubicBezTo>
                  <a:pt x="575" y="288"/>
                  <a:pt x="590" y="288"/>
                  <a:pt x="605" y="288"/>
                </a:cubicBezTo>
                <a:moveTo>
                  <a:pt x="554" y="46"/>
                </a:moveTo>
                <a:cubicBezTo>
                  <a:pt x="531" y="34"/>
                  <a:pt x="531" y="34"/>
                  <a:pt x="531" y="34"/>
                </a:cubicBezTo>
                <a:cubicBezTo>
                  <a:pt x="531" y="34"/>
                  <a:pt x="531" y="34"/>
                  <a:pt x="531" y="34"/>
                </a:cubicBezTo>
                <a:cubicBezTo>
                  <a:pt x="532" y="34"/>
                  <a:pt x="532" y="34"/>
                  <a:pt x="532" y="34"/>
                </a:cubicBezTo>
                <a:cubicBezTo>
                  <a:pt x="533" y="35"/>
                  <a:pt x="533" y="35"/>
                  <a:pt x="533" y="35"/>
                </a:cubicBezTo>
                <a:cubicBezTo>
                  <a:pt x="532" y="35"/>
                  <a:pt x="532" y="35"/>
                  <a:pt x="532" y="35"/>
                </a:cubicBezTo>
                <a:cubicBezTo>
                  <a:pt x="533" y="35"/>
                  <a:pt x="533" y="35"/>
                  <a:pt x="533" y="35"/>
                </a:cubicBezTo>
                <a:cubicBezTo>
                  <a:pt x="534" y="35"/>
                  <a:pt x="534" y="35"/>
                  <a:pt x="534" y="35"/>
                </a:cubicBezTo>
                <a:cubicBezTo>
                  <a:pt x="533" y="35"/>
                  <a:pt x="533" y="35"/>
                  <a:pt x="533" y="35"/>
                </a:cubicBezTo>
                <a:cubicBezTo>
                  <a:pt x="532" y="35"/>
                  <a:pt x="530" y="34"/>
                  <a:pt x="529" y="33"/>
                </a:cubicBezTo>
                <a:cubicBezTo>
                  <a:pt x="530" y="33"/>
                  <a:pt x="530" y="34"/>
                  <a:pt x="531" y="34"/>
                </a:cubicBezTo>
                <a:cubicBezTo>
                  <a:pt x="531" y="34"/>
                  <a:pt x="530" y="34"/>
                  <a:pt x="529" y="33"/>
                </a:cubicBezTo>
                <a:cubicBezTo>
                  <a:pt x="528" y="33"/>
                  <a:pt x="528" y="33"/>
                  <a:pt x="525" y="31"/>
                </a:cubicBezTo>
                <a:cubicBezTo>
                  <a:pt x="524" y="31"/>
                  <a:pt x="524" y="31"/>
                  <a:pt x="524" y="31"/>
                </a:cubicBezTo>
                <a:cubicBezTo>
                  <a:pt x="523" y="31"/>
                  <a:pt x="523" y="31"/>
                  <a:pt x="523" y="31"/>
                </a:cubicBezTo>
                <a:cubicBezTo>
                  <a:pt x="525" y="32"/>
                  <a:pt x="527" y="32"/>
                  <a:pt x="529" y="33"/>
                </a:cubicBezTo>
                <a:cubicBezTo>
                  <a:pt x="529" y="33"/>
                  <a:pt x="529" y="33"/>
                  <a:pt x="529" y="33"/>
                </a:cubicBezTo>
                <a:cubicBezTo>
                  <a:pt x="529" y="34"/>
                  <a:pt x="529" y="34"/>
                  <a:pt x="529" y="34"/>
                </a:cubicBezTo>
                <a:cubicBezTo>
                  <a:pt x="530" y="34"/>
                  <a:pt x="531" y="34"/>
                  <a:pt x="532" y="35"/>
                </a:cubicBezTo>
                <a:cubicBezTo>
                  <a:pt x="532" y="35"/>
                  <a:pt x="532" y="35"/>
                  <a:pt x="533" y="35"/>
                </a:cubicBezTo>
                <a:cubicBezTo>
                  <a:pt x="533" y="35"/>
                  <a:pt x="534" y="36"/>
                  <a:pt x="534" y="36"/>
                </a:cubicBezTo>
                <a:cubicBezTo>
                  <a:pt x="534" y="36"/>
                  <a:pt x="534" y="36"/>
                  <a:pt x="534" y="36"/>
                </a:cubicBezTo>
                <a:cubicBezTo>
                  <a:pt x="535" y="37"/>
                  <a:pt x="535" y="37"/>
                  <a:pt x="535" y="37"/>
                </a:cubicBezTo>
                <a:cubicBezTo>
                  <a:pt x="535" y="37"/>
                  <a:pt x="535" y="37"/>
                  <a:pt x="535" y="37"/>
                </a:cubicBezTo>
                <a:cubicBezTo>
                  <a:pt x="536" y="37"/>
                  <a:pt x="536" y="37"/>
                  <a:pt x="536" y="37"/>
                </a:cubicBezTo>
                <a:cubicBezTo>
                  <a:pt x="535" y="37"/>
                  <a:pt x="535" y="37"/>
                  <a:pt x="535" y="37"/>
                </a:cubicBezTo>
                <a:cubicBezTo>
                  <a:pt x="535" y="37"/>
                  <a:pt x="529" y="34"/>
                  <a:pt x="526" y="32"/>
                </a:cubicBezTo>
                <a:cubicBezTo>
                  <a:pt x="526" y="32"/>
                  <a:pt x="526" y="32"/>
                  <a:pt x="526" y="32"/>
                </a:cubicBezTo>
                <a:cubicBezTo>
                  <a:pt x="525" y="32"/>
                  <a:pt x="524" y="31"/>
                  <a:pt x="524" y="31"/>
                </a:cubicBezTo>
                <a:cubicBezTo>
                  <a:pt x="523" y="31"/>
                  <a:pt x="523" y="31"/>
                  <a:pt x="522" y="30"/>
                </a:cubicBezTo>
                <a:cubicBezTo>
                  <a:pt x="522" y="30"/>
                  <a:pt x="522" y="30"/>
                  <a:pt x="522" y="30"/>
                </a:cubicBezTo>
                <a:cubicBezTo>
                  <a:pt x="521" y="30"/>
                  <a:pt x="521" y="30"/>
                  <a:pt x="517" y="28"/>
                </a:cubicBezTo>
                <a:cubicBezTo>
                  <a:pt x="517" y="28"/>
                  <a:pt x="517" y="28"/>
                  <a:pt x="517" y="28"/>
                </a:cubicBezTo>
                <a:cubicBezTo>
                  <a:pt x="516" y="27"/>
                  <a:pt x="514" y="27"/>
                  <a:pt x="513" y="26"/>
                </a:cubicBezTo>
                <a:cubicBezTo>
                  <a:pt x="513" y="26"/>
                  <a:pt x="513" y="26"/>
                  <a:pt x="513" y="26"/>
                </a:cubicBezTo>
                <a:cubicBezTo>
                  <a:pt x="511" y="25"/>
                  <a:pt x="509" y="25"/>
                  <a:pt x="507" y="24"/>
                </a:cubicBezTo>
                <a:cubicBezTo>
                  <a:pt x="507" y="24"/>
                  <a:pt x="507" y="24"/>
                  <a:pt x="507" y="24"/>
                </a:cubicBezTo>
                <a:cubicBezTo>
                  <a:pt x="504" y="23"/>
                  <a:pt x="502" y="22"/>
                  <a:pt x="499" y="21"/>
                </a:cubicBezTo>
                <a:cubicBezTo>
                  <a:pt x="498" y="21"/>
                  <a:pt x="498" y="21"/>
                  <a:pt x="498" y="21"/>
                </a:cubicBezTo>
                <a:cubicBezTo>
                  <a:pt x="498" y="21"/>
                  <a:pt x="498" y="21"/>
                  <a:pt x="498" y="21"/>
                </a:cubicBezTo>
                <a:cubicBezTo>
                  <a:pt x="498" y="21"/>
                  <a:pt x="499" y="21"/>
                  <a:pt x="499" y="21"/>
                </a:cubicBezTo>
                <a:cubicBezTo>
                  <a:pt x="499" y="21"/>
                  <a:pt x="498" y="21"/>
                  <a:pt x="497" y="21"/>
                </a:cubicBezTo>
                <a:cubicBezTo>
                  <a:pt x="498" y="21"/>
                  <a:pt x="499" y="21"/>
                  <a:pt x="500" y="22"/>
                </a:cubicBezTo>
                <a:cubicBezTo>
                  <a:pt x="500" y="22"/>
                  <a:pt x="500" y="22"/>
                  <a:pt x="500" y="22"/>
                </a:cubicBezTo>
                <a:cubicBezTo>
                  <a:pt x="499" y="22"/>
                  <a:pt x="499" y="22"/>
                  <a:pt x="499" y="22"/>
                </a:cubicBezTo>
                <a:cubicBezTo>
                  <a:pt x="499" y="21"/>
                  <a:pt x="498" y="21"/>
                  <a:pt x="498" y="21"/>
                </a:cubicBezTo>
                <a:cubicBezTo>
                  <a:pt x="497" y="21"/>
                  <a:pt x="496" y="20"/>
                  <a:pt x="494" y="20"/>
                </a:cubicBezTo>
                <a:cubicBezTo>
                  <a:pt x="494" y="20"/>
                  <a:pt x="494" y="20"/>
                  <a:pt x="494" y="20"/>
                </a:cubicBezTo>
                <a:cubicBezTo>
                  <a:pt x="494" y="20"/>
                  <a:pt x="493" y="20"/>
                  <a:pt x="489" y="18"/>
                </a:cubicBezTo>
                <a:cubicBezTo>
                  <a:pt x="489" y="18"/>
                  <a:pt x="488" y="18"/>
                  <a:pt x="487" y="17"/>
                </a:cubicBezTo>
                <a:cubicBezTo>
                  <a:pt x="486" y="18"/>
                  <a:pt x="486" y="18"/>
                  <a:pt x="486" y="18"/>
                </a:cubicBezTo>
                <a:cubicBezTo>
                  <a:pt x="497" y="21"/>
                  <a:pt x="497" y="21"/>
                  <a:pt x="499" y="22"/>
                </a:cubicBezTo>
                <a:cubicBezTo>
                  <a:pt x="498" y="22"/>
                  <a:pt x="498" y="22"/>
                  <a:pt x="498" y="22"/>
                </a:cubicBezTo>
                <a:cubicBezTo>
                  <a:pt x="498" y="22"/>
                  <a:pt x="499" y="23"/>
                  <a:pt x="500" y="23"/>
                </a:cubicBezTo>
                <a:cubicBezTo>
                  <a:pt x="500" y="23"/>
                  <a:pt x="500" y="23"/>
                  <a:pt x="500" y="23"/>
                </a:cubicBezTo>
                <a:cubicBezTo>
                  <a:pt x="500" y="23"/>
                  <a:pt x="500" y="23"/>
                  <a:pt x="500" y="23"/>
                </a:cubicBezTo>
                <a:cubicBezTo>
                  <a:pt x="500" y="23"/>
                  <a:pt x="500" y="23"/>
                  <a:pt x="500" y="23"/>
                </a:cubicBezTo>
                <a:cubicBezTo>
                  <a:pt x="500" y="23"/>
                  <a:pt x="500" y="23"/>
                  <a:pt x="500" y="23"/>
                </a:cubicBezTo>
                <a:cubicBezTo>
                  <a:pt x="500" y="23"/>
                  <a:pt x="500" y="23"/>
                  <a:pt x="500" y="23"/>
                </a:cubicBezTo>
                <a:cubicBezTo>
                  <a:pt x="500" y="23"/>
                  <a:pt x="500" y="23"/>
                  <a:pt x="500" y="23"/>
                </a:cubicBezTo>
                <a:cubicBezTo>
                  <a:pt x="501" y="24"/>
                  <a:pt x="501" y="24"/>
                  <a:pt x="502" y="24"/>
                </a:cubicBezTo>
                <a:cubicBezTo>
                  <a:pt x="502" y="24"/>
                  <a:pt x="503" y="24"/>
                  <a:pt x="503" y="25"/>
                </a:cubicBezTo>
                <a:cubicBezTo>
                  <a:pt x="503" y="24"/>
                  <a:pt x="503" y="24"/>
                  <a:pt x="500" y="24"/>
                </a:cubicBezTo>
                <a:cubicBezTo>
                  <a:pt x="499" y="24"/>
                  <a:pt x="499" y="24"/>
                  <a:pt x="499" y="24"/>
                </a:cubicBezTo>
                <a:cubicBezTo>
                  <a:pt x="498" y="23"/>
                  <a:pt x="498" y="23"/>
                  <a:pt x="498" y="23"/>
                </a:cubicBezTo>
                <a:cubicBezTo>
                  <a:pt x="500" y="24"/>
                  <a:pt x="501" y="25"/>
                  <a:pt x="502" y="25"/>
                </a:cubicBezTo>
                <a:cubicBezTo>
                  <a:pt x="502" y="25"/>
                  <a:pt x="502" y="25"/>
                  <a:pt x="502" y="25"/>
                </a:cubicBezTo>
                <a:cubicBezTo>
                  <a:pt x="503" y="26"/>
                  <a:pt x="504" y="26"/>
                  <a:pt x="504" y="27"/>
                </a:cubicBezTo>
                <a:cubicBezTo>
                  <a:pt x="504" y="27"/>
                  <a:pt x="504" y="27"/>
                  <a:pt x="504" y="27"/>
                </a:cubicBezTo>
                <a:cubicBezTo>
                  <a:pt x="506" y="29"/>
                  <a:pt x="506" y="29"/>
                  <a:pt x="515" y="34"/>
                </a:cubicBezTo>
                <a:cubicBezTo>
                  <a:pt x="516" y="34"/>
                  <a:pt x="516" y="34"/>
                  <a:pt x="517" y="34"/>
                </a:cubicBezTo>
                <a:cubicBezTo>
                  <a:pt x="517" y="35"/>
                  <a:pt x="517" y="35"/>
                  <a:pt x="517" y="35"/>
                </a:cubicBezTo>
                <a:cubicBezTo>
                  <a:pt x="517" y="35"/>
                  <a:pt x="517" y="35"/>
                  <a:pt x="517" y="35"/>
                </a:cubicBezTo>
                <a:cubicBezTo>
                  <a:pt x="517" y="35"/>
                  <a:pt x="517" y="35"/>
                  <a:pt x="517" y="35"/>
                </a:cubicBezTo>
                <a:cubicBezTo>
                  <a:pt x="516" y="35"/>
                  <a:pt x="516" y="35"/>
                  <a:pt x="515" y="35"/>
                </a:cubicBezTo>
                <a:cubicBezTo>
                  <a:pt x="515" y="36"/>
                  <a:pt x="515" y="36"/>
                  <a:pt x="514" y="36"/>
                </a:cubicBezTo>
                <a:cubicBezTo>
                  <a:pt x="515" y="36"/>
                  <a:pt x="515" y="36"/>
                  <a:pt x="515" y="36"/>
                </a:cubicBezTo>
                <a:cubicBezTo>
                  <a:pt x="515" y="37"/>
                  <a:pt x="515" y="37"/>
                  <a:pt x="515" y="37"/>
                </a:cubicBezTo>
                <a:cubicBezTo>
                  <a:pt x="515" y="37"/>
                  <a:pt x="515" y="37"/>
                  <a:pt x="514" y="37"/>
                </a:cubicBezTo>
                <a:cubicBezTo>
                  <a:pt x="515" y="37"/>
                  <a:pt x="524" y="42"/>
                  <a:pt x="525" y="43"/>
                </a:cubicBezTo>
                <a:cubicBezTo>
                  <a:pt x="526" y="43"/>
                  <a:pt x="526" y="43"/>
                  <a:pt x="526" y="43"/>
                </a:cubicBezTo>
                <a:cubicBezTo>
                  <a:pt x="526" y="43"/>
                  <a:pt x="527" y="43"/>
                  <a:pt x="530" y="44"/>
                </a:cubicBezTo>
                <a:cubicBezTo>
                  <a:pt x="530" y="45"/>
                  <a:pt x="531" y="45"/>
                  <a:pt x="531" y="45"/>
                </a:cubicBezTo>
                <a:cubicBezTo>
                  <a:pt x="532" y="46"/>
                  <a:pt x="532" y="46"/>
                  <a:pt x="532" y="46"/>
                </a:cubicBezTo>
                <a:cubicBezTo>
                  <a:pt x="531" y="46"/>
                  <a:pt x="531" y="46"/>
                  <a:pt x="524" y="43"/>
                </a:cubicBezTo>
                <a:cubicBezTo>
                  <a:pt x="524" y="43"/>
                  <a:pt x="523" y="43"/>
                  <a:pt x="523" y="43"/>
                </a:cubicBezTo>
                <a:cubicBezTo>
                  <a:pt x="522" y="43"/>
                  <a:pt x="521" y="42"/>
                  <a:pt x="520" y="42"/>
                </a:cubicBezTo>
                <a:cubicBezTo>
                  <a:pt x="519" y="41"/>
                  <a:pt x="519" y="41"/>
                  <a:pt x="519" y="41"/>
                </a:cubicBezTo>
                <a:cubicBezTo>
                  <a:pt x="519" y="42"/>
                  <a:pt x="519" y="42"/>
                  <a:pt x="519" y="42"/>
                </a:cubicBezTo>
                <a:cubicBezTo>
                  <a:pt x="520" y="43"/>
                  <a:pt x="520" y="43"/>
                  <a:pt x="520" y="43"/>
                </a:cubicBezTo>
                <a:cubicBezTo>
                  <a:pt x="522" y="43"/>
                  <a:pt x="522" y="43"/>
                  <a:pt x="524" y="45"/>
                </a:cubicBezTo>
                <a:cubicBezTo>
                  <a:pt x="524" y="45"/>
                  <a:pt x="524" y="45"/>
                  <a:pt x="522" y="44"/>
                </a:cubicBezTo>
                <a:cubicBezTo>
                  <a:pt x="521" y="44"/>
                  <a:pt x="521" y="44"/>
                  <a:pt x="521" y="44"/>
                </a:cubicBezTo>
                <a:cubicBezTo>
                  <a:pt x="523" y="46"/>
                  <a:pt x="525" y="47"/>
                  <a:pt x="526" y="47"/>
                </a:cubicBezTo>
                <a:cubicBezTo>
                  <a:pt x="526" y="47"/>
                  <a:pt x="526" y="47"/>
                  <a:pt x="526" y="47"/>
                </a:cubicBezTo>
                <a:cubicBezTo>
                  <a:pt x="526" y="47"/>
                  <a:pt x="526" y="47"/>
                  <a:pt x="526" y="47"/>
                </a:cubicBezTo>
                <a:cubicBezTo>
                  <a:pt x="526" y="47"/>
                  <a:pt x="526" y="47"/>
                  <a:pt x="526" y="47"/>
                </a:cubicBezTo>
                <a:cubicBezTo>
                  <a:pt x="526" y="47"/>
                  <a:pt x="526" y="47"/>
                  <a:pt x="526" y="47"/>
                </a:cubicBezTo>
                <a:cubicBezTo>
                  <a:pt x="527" y="47"/>
                  <a:pt x="527" y="47"/>
                  <a:pt x="527" y="47"/>
                </a:cubicBezTo>
                <a:cubicBezTo>
                  <a:pt x="527" y="47"/>
                  <a:pt x="527" y="47"/>
                  <a:pt x="527" y="47"/>
                </a:cubicBezTo>
                <a:cubicBezTo>
                  <a:pt x="527" y="47"/>
                  <a:pt x="527" y="47"/>
                  <a:pt x="527" y="47"/>
                </a:cubicBezTo>
                <a:cubicBezTo>
                  <a:pt x="527" y="47"/>
                  <a:pt x="527" y="47"/>
                  <a:pt x="527" y="47"/>
                </a:cubicBezTo>
                <a:cubicBezTo>
                  <a:pt x="530" y="48"/>
                  <a:pt x="533" y="50"/>
                  <a:pt x="533" y="50"/>
                </a:cubicBezTo>
                <a:cubicBezTo>
                  <a:pt x="530" y="48"/>
                  <a:pt x="526" y="48"/>
                  <a:pt x="523" y="46"/>
                </a:cubicBezTo>
                <a:cubicBezTo>
                  <a:pt x="522" y="46"/>
                  <a:pt x="521" y="45"/>
                  <a:pt x="521" y="45"/>
                </a:cubicBezTo>
                <a:cubicBezTo>
                  <a:pt x="515" y="41"/>
                  <a:pt x="515" y="41"/>
                  <a:pt x="512" y="40"/>
                </a:cubicBezTo>
                <a:cubicBezTo>
                  <a:pt x="512" y="40"/>
                  <a:pt x="512" y="40"/>
                  <a:pt x="512" y="40"/>
                </a:cubicBezTo>
                <a:cubicBezTo>
                  <a:pt x="512" y="40"/>
                  <a:pt x="512" y="40"/>
                  <a:pt x="512" y="40"/>
                </a:cubicBezTo>
                <a:cubicBezTo>
                  <a:pt x="512" y="40"/>
                  <a:pt x="512" y="40"/>
                  <a:pt x="512" y="40"/>
                </a:cubicBezTo>
                <a:cubicBezTo>
                  <a:pt x="512" y="40"/>
                  <a:pt x="512" y="40"/>
                  <a:pt x="512" y="40"/>
                </a:cubicBezTo>
                <a:cubicBezTo>
                  <a:pt x="512" y="40"/>
                  <a:pt x="512" y="40"/>
                  <a:pt x="512" y="40"/>
                </a:cubicBezTo>
                <a:cubicBezTo>
                  <a:pt x="512" y="40"/>
                  <a:pt x="512" y="40"/>
                  <a:pt x="512" y="40"/>
                </a:cubicBezTo>
                <a:cubicBezTo>
                  <a:pt x="512" y="40"/>
                  <a:pt x="512" y="40"/>
                  <a:pt x="512" y="40"/>
                </a:cubicBezTo>
                <a:cubicBezTo>
                  <a:pt x="512" y="40"/>
                  <a:pt x="512" y="40"/>
                  <a:pt x="512" y="40"/>
                </a:cubicBezTo>
                <a:cubicBezTo>
                  <a:pt x="517" y="43"/>
                  <a:pt x="517" y="43"/>
                  <a:pt x="517" y="43"/>
                </a:cubicBezTo>
                <a:cubicBezTo>
                  <a:pt x="518" y="44"/>
                  <a:pt x="518" y="44"/>
                  <a:pt x="519" y="44"/>
                </a:cubicBezTo>
                <a:cubicBezTo>
                  <a:pt x="518" y="44"/>
                  <a:pt x="518" y="44"/>
                  <a:pt x="518" y="44"/>
                </a:cubicBezTo>
                <a:cubicBezTo>
                  <a:pt x="519" y="46"/>
                  <a:pt x="521" y="47"/>
                  <a:pt x="521" y="47"/>
                </a:cubicBezTo>
                <a:cubicBezTo>
                  <a:pt x="521" y="48"/>
                  <a:pt x="521" y="48"/>
                  <a:pt x="521" y="48"/>
                </a:cubicBezTo>
                <a:cubicBezTo>
                  <a:pt x="530" y="53"/>
                  <a:pt x="530" y="53"/>
                  <a:pt x="532" y="54"/>
                </a:cubicBezTo>
                <a:cubicBezTo>
                  <a:pt x="532" y="55"/>
                  <a:pt x="532" y="55"/>
                  <a:pt x="532" y="55"/>
                </a:cubicBezTo>
                <a:cubicBezTo>
                  <a:pt x="534" y="56"/>
                  <a:pt x="537" y="58"/>
                  <a:pt x="539" y="60"/>
                </a:cubicBezTo>
                <a:cubicBezTo>
                  <a:pt x="540" y="60"/>
                  <a:pt x="541" y="60"/>
                  <a:pt x="541" y="60"/>
                </a:cubicBezTo>
                <a:cubicBezTo>
                  <a:pt x="541" y="59"/>
                  <a:pt x="540" y="59"/>
                  <a:pt x="540" y="58"/>
                </a:cubicBezTo>
                <a:cubicBezTo>
                  <a:pt x="540" y="58"/>
                  <a:pt x="540" y="58"/>
                  <a:pt x="540" y="58"/>
                </a:cubicBezTo>
                <a:cubicBezTo>
                  <a:pt x="546" y="60"/>
                  <a:pt x="550" y="65"/>
                  <a:pt x="556" y="67"/>
                </a:cubicBezTo>
                <a:cubicBezTo>
                  <a:pt x="557" y="68"/>
                  <a:pt x="558" y="68"/>
                  <a:pt x="559" y="69"/>
                </a:cubicBezTo>
                <a:cubicBezTo>
                  <a:pt x="558" y="70"/>
                  <a:pt x="558" y="70"/>
                  <a:pt x="558" y="70"/>
                </a:cubicBezTo>
                <a:cubicBezTo>
                  <a:pt x="555" y="68"/>
                  <a:pt x="555" y="68"/>
                  <a:pt x="553" y="67"/>
                </a:cubicBezTo>
                <a:cubicBezTo>
                  <a:pt x="553" y="66"/>
                  <a:pt x="553" y="66"/>
                  <a:pt x="552" y="66"/>
                </a:cubicBezTo>
                <a:cubicBezTo>
                  <a:pt x="552" y="66"/>
                  <a:pt x="546" y="61"/>
                  <a:pt x="544" y="62"/>
                </a:cubicBezTo>
                <a:cubicBezTo>
                  <a:pt x="543" y="62"/>
                  <a:pt x="543" y="62"/>
                  <a:pt x="543" y="62"/>
                </a:cubicBezTo>
                <a:cubicBezTo>
                  <a:pt x="544" y="64"/>
                  <a:pt x="554" y="73"/>
                  <a:pt x="554" y="73"/>
                </a:cubicBezTo>
                <a:cubicBezTo>
                  <a:pt x="553" y="73"/>
                  <a:pt x="553" y="73"/>
                  <a:pt x="553" y="73"/>
                </a:cubicBezTo>
                <a:cubicBezTo>
                  <a:pt x="553" y="73"/>
                  <a:pt x="553" y="74"/>
                  <a:pt x="553" y="75"/>
                </a:cubicBezTo>
                <a:cubicBezTo>
                  <a:pt x="553" y="75"/>
                  <a:pt x="554" y="76"/>
                  <a:pt x="554" y="76"/>
                </a:cubicBezTo>
                <a:cubicBezTo>
                  <a:pt x="554" y="76"/>
                  <a:pt x="554" y="76"/>
                  <a:pt x="554" y="76"/>
                </a:cubicBezTo>
                <a:cubicBezTo>
                  <a:pt x="553" y="76"/>
                  <a:pt x="553" y="76"/>
                  <a:pt x="551" y="76"/>
                </a:cubicBezTo>
                <a:cubicBezTo>
                  <a:pt x="550" y="75"/>
                  <a:pt x="549" y="75"/>
                  <a:pt x="548" y="75"/>
                </a:cubicBezTo>
                <a:cubicBezTo>
                  <a:pt x="547" y="75"/>
                  <a:pt x="547" y="75"/>
                  <a:pt x="547" y="75"/>
                </a:cubicBezTo>
                <a:cubicBezTo>
                  <a:pt x="547" y="74"/>
                  <a:pt x="546" y="74"/>
                  <a:pt x="546" y="73"/>
                </a:cubicBezTo>
                <a:cubicBezTo>
                  <a:pt x="547" y="73"/>
                  <a:pt x="548" y="74"/>
                  <a:pt x="550" y="74"/>
                </a:cubicBezTo>
                <a:cubicBezTo>
                  <a:pt x="550" y="73"/>
                  <a:pt x="550" y="72"/>
                  <a:pt x="547" y="68"/>
                </a:cubicBezTo>
                <a:cubicBezTo>
                  <a:pt x="547" y="68"/>
                  <a:pt x="547" y="68"/>
                  <a:pt x="533" y="57"/>
                </a:cubicBezTo>
                <a:cubicBezTo>
                  <a:pt x="532" y="56"/>
                  <a:pt x="532" y="56"/>
                  <a:pt x="531" y="56"/>
                </a:cubicBezTo>
                <a:cubicBezTo>
                  <a:pt x="527" y="52"/>
                  <a:pt x="527" y="52"/>
                  <a:pt x="520" y="48"/>
                </a:cubicBezTo>
                <a:cubicBezTo>
                  <a:pt x="518" y="47"/>
                  <a:pt x="516" y="45"/>
                  <a:pt x="515" y="44"/>
                </a:cubicBezTo>
                <a:cubicBezTo>
                  <a:pt x="515" y="44"/>
                  <a:pt x="515" y="44"/>
                  <a:pt x="516" y="44"/>
                </a:cubicBezTo>
                <a:cubicBezTo>
                  <a:pt x="510" y="41"/>
                  <a:pt x="510" y="41"/>
                  <a:pt x="510" y="41"/>
                </a:cubicBezTo>
                <a:cubicBezTo>
                  <a:pt x="509" y="41"/>
                  <a:pt x="508" y="40"/>
                  <a:pt x="507" y="40"/>
                </a:cubicBezTo>
                <a:cubicBezTo>
                  <a:pt x="506" y="40"/>
                  <a:pt x="506" y="40"/>
                  <a:pt x="506" y="40"/>
                </a:cubicBezTo>
                <a:cubicBezTo>
                  <a:pt x="505" y="40"/>
                  <a:pt x="505" y="40"/>
                  <a:pt x="505" y="40"/>
                </a:cubicBezTo>
                <a:cubicBezTo>
                  <a:pt x="506" y="41"/>
                  <a:pt x="506" y="41"/>
                  <a:pt x="506" y="41"/>
                </a:cubicBezTo>
                <a:cubicBezTo>
                  <a:pt x="505" y="41"/>
                  <a:pt x="505" y="41"/>
                  <a:pt x="505" y="41"/>
                </a:cubicBezTo>
                <a:cubicBezTo>
                  <a:pt x="506" y="43"/>
                  <a:pt x="513" y="48"/>
                  <a:pt x="513" y="48"/>
                </a:cubicBezTo>
                <a:cubicBezTo>
                  <a:pt x="512" y="48"/>
                  <a:pt x="512" y="48"/>
                  <a:pt x="512" y="48"/>
                </a:cubicBezTo>
                <a:cubicBezTo>
                  <a:pt x="512" y="49"/>
                  <a:pt x="512" y="49"/>
                  <a:pt x="512" y="49"/>
                </a:cubicBezTo>
                <a:cubicBezTo>
                  <a:pt x="513" y="50"/>
                  <a:pt x="513" y="50"/>
                  <a:pt x="513" y="50"/>
                </a:cubicBezTo>
                <a:cubicBezTo>
                  <a:pt x="514" y="50"/>
                  <a:pt x="514" y="50"/>
                  <a:pt x="514" y="50"/>
                </a:cubicBezTo>
                <a:cubicBezTo>
                  <a:pt x="514" y="51"/>
                  <a:pt x="515" y="51"/>
                  <a:pt x="515" y="51"/>
                </a:cubicBezTo>
                <a:cubicBezTo>
                  <a:pt x="516" y="51"/>
                  <a:pt x="519" y="53"/>
                  <a:pt x="520" y="54"/>
                </a:cubicBezTo>
                <a:cubicBezTo>
                  <a:pt x="521" y="56"/>
                  <a:pt x="523" y="57"/>
                  <a:pt x="530" y="60"/>
                </a:cubicBezTo>
                <a:cubicBezTo>
                  <a:pt x="532" y="62"/>
                  <a:pt x="532" y="62"/>
                  <a:pt x="535" y="65"/>
                </a:cubicBezTo>
                <a:cubicBezTo>
                  <a:pt x="535" y="65"/>
                  <a:pt x="534" y="65"/>
                  <a:pt x="534" y="65"/>
                </a:cubicBezTo>
                <a:cubicBezTo>
                  <a:pt x="533" y="65"/>
                  <a:pt x="533" y="65"/>
                  <a:pt x="516" y="57"/>
                </a:cubicBezTo>
                <a:cubicBezTo>
                  <a:pt x="515" y="57"/>
                  <a:pt x="515" y="57"/>
                  <a:pt x="514" y="57"/>
                </a:cubicBezTo>
                <a:cubicBezTo>
                  <a:pt x="513" y="57"/>
                  <a:pt x="512" y="56"/>
                  <a:pt x="511" y="56"/>
                </a:cubicBezTo>
                <a:cubicBezTo>
                  <a:pt x="510" y="56"/>
                  <a:pt x="510" y="56"/>
                  <a:pt x="509" y="56"/>
                </a:cubicBezTo>
                <a:cubicBezTo>
                  <a:pt x="507" y="55"/>
                  <a:pt x="505" y="54"/>
                  <a:pt x="503" y="53"/>
                </a:cubicBezTo>
                <a:cubicBezTo>
                  <a:pt x="502" y="53"/>
                  <a:pt x="502" y="52"/>
                  <a:pt x="501" y="52"/>
                </a:cubicBezTo>
                <a:cubicBezTo>
                  <a:pt x="500" y="52"/>
                  <a:pt x="500" y="52"/>
                  <a:pt x="500" y="52"/>
                </a:cubicBezTo>
                <a:cubicBezTo>
                  <a:pt x="500" y="53"/>
                  <a:pt x="500" y="53"/>
                  <a:pt x="500" y="53"/>
                </a:cubicBezTo>
                <a:cubicBezTo>
                  <a:pt x="504" y="57"/>
                  <a:pt x="511" y="56"/>
                  <a:pt x="514" y="62"/>
                </a:cubicBezTo>
                <a:cubicBezTo>
                  <a:pt x="514" y="62"/>
                  <a:pt x="514" y="62"/>
                  <a:pt x="514" y="62"/>
                </a:cubicBezTo>
                <a:cubicBezTo>
                  <a:pt x="514" y="63"/>
                  <a:pt x="514" y="64"/>
                  <a:pt x="514" y="65"/>
                </a:cubicBezTo>
                <a:cubicBezTo>
                  <a:pt x="514" y="65"/>
                  <a:pt x="514" y="65"/>
                  <a:pt x="514" y="65"/>
                </a:cubicBezTo>
                <a:cubicBezTo>
                  <a:pt x="510" y="61"/>
                  <a:pt x="510" y="61"/>
                  <a:pt x="510" y="61"/>
                </a:cubicBezTo>
                <a:cubicBezTo>
                  <a:pt x="509" y="61"/>
                  <a:pt x="509" y="61"/>
                  <a:pt x="509" y="61"/>
                </a:cubicBezTo>
                <a:cubicBezTo>
                  <a:pt x="509" y="61"/>
                  <a:pt x="509" y="61"/>
                  <a:pt x="509" y="61"/>
                </a:cubicBezTo>
                <a:cubicBezTo>
                  <a:pt x="509" y="62"/>
                  <a:pt x="509" y="62"/>
                  <a:pt x="509" y="62"/>
                </a:cubicBezTo>
                <a:cubicBezTo>
                  <a:pt x="508" y="63"/>
                  <a:pt x="508" y="63"/>
                  <a:pt x="508" y="63"/>
                </a:cubicBezTo>
                <a:cubicBezTo>
                  <a:pt x="508" y="63"/>
                  <a:pt x="508" y="63"/>
                  <a:pt x="508" y="63"/>
                </a:cubicBezTo>
                <a:cubicBezTo>
                  <a:pt x="507" y="62"/>
                  <a:pt x="507" y="62"/>
                  <a:pt x="507" y="62"/>
                </a:cubicBezTo>
                <a:cubicBezTo>
                  <a:pt x="522" y="79"/>
                  <a:pt x="537" y="99"/>
                  <a:pt x="550" y="121"/>
                </a:cubicBezTo>
                <a:cubicBezTo>
                  <a:pt x="614" y="121"/>
                  <a:pt x="649" y="120"/>
                  <a:pt x="646" y="118"/>
                </a:cubicBezTo>
                <a:cubicBezTo>
                  <a:pt x="644" y="116"/>
                  <a:pt x="644" y="116"/>
                  <a:pt x="644" y="116"/>
                </a:cubicBezTo>
                <a:cubicBezTo>
                  <a:pt x="617" y="89"/>
                  <a:pt x="617" y="89"/>
                  <a:pt x="602" y="77"/>
                </a:cubicBezTo>
                <a:cubicBezTo>
                  <a:pt x="573" y="57"/>
                  <a:pt x="569" y="54"/>
                  <a:pt x="554" y="46"/>
                </a:cubicBezTo>
                <a:moveTo>
                  <a:pt x="624" y="357"/>
                </a:moveTo>
                <a:cubicBezTo>
                  <a:pt x="624" y="357"/>
                  <a:pt x="624" y="357"/>
                  <a:pt x="624" y="357"/>
                </a:cubicBezTo>
                <a:cubicBezTo>
                  <a:pt x="624" y="356"/>
                  <a:pt x="624" y="354"/>
                  <a:pt x="623" y="354"/>
                </a:cubicBezTo>
                <a:cubicBezTo>
                  <a:pt x="623" y="353"/>
                  <a:pt x="622" y="353"/>
                  <a:pt x="621" y="353"/>
                </a:cubicBezTo>
                <a:cubicBezTo>
                  <a:pt x="620" y="352"/>
                  <a:pt x="620" y="352"/>
                  <a:pt x="620" y="352"/>
                </a:cubicBezTo>
                <a:cubicBezTo>
                  <a:pt x="619" y="351"/>
                  <a:pt x="620" y="349"/>
                  <a:pt x="619" y="348"/>
                </a:cubicBezTo>
                <a:cubicBezTo>
                  <a:pt x="618" y="346"/>
                  <a:pt x="616" y="345"/>
                  <a:pt x="615" y="345"/>
                </a:cubicBezTo>
                <a:cubicBezTo>
                  <a:pt x="613" y="345"/>
                  <a:pt x="615" y="341"/>
                  <a:pt x="614" y="340"/>
                </a:cubicBezTo>
                <a:cubicBezTo>
                  <a:pt x="612" y="338"/>
                  <a:pt x="612" y="338"/>
                  <a:pt x="612" y="338"/>
                </a:cubicBezTo>
                <a:cubicBezTo>
                  <a:pt x="612" y="338"/>
                  <a:pt x="611" y="338"/>
                  <a:pt x="610" y="338"/>
                </a:cubicBezTo>
                <a:cubicBezTo>
                  <a:pt x="611" y="341"/>
                  <a:pt x="611" y="341"/>
                  <a:pt x="610" y="342"/>
                </a:cubicBezTo>
                <a:cubicBezTo>
                  <a:pt x="610" y="354"/>
                  <a:pt x="611" y="365"/>
                  <a:pt x="610" y="376"/>
                </a:cubicBezTo>
                <a:cubicBezTo>
                  <a:pt x="611" y="376"/>
                  <a:pt x="611" y="376"/>
                  <a:pt x="611" y="376"/>
                </a:cubicBezTo>
                <a:cubicBezTo>
                  <a:pt x="612" y="376"/>
                  <a:pt x="612" y="376"/>
                  <a:pt x="612" y="376"/>
                </a:cubicBezTo>
                <a:cubicBezTo>
                  <a:pt x="613" y="376"/>
                  <a:pt x="613" y="376"/>
                  <a:pt x="613" y="376"/>
                </a:cubicBezTo>
                <a:cubicBezTo>
                  <a:pt x="614" y="375"/>
                  <a:pt x="614" y="374"/>
                  <a:pt x="614" y="374"/>
                </a:cubicBezTo>
                <a:cubicBezTo>
                  <a:pt x="614" y="373"/>
                  <a:pt x="614" y="373"/>
                  <a:pt x="614" y="372"/>
                </a:cubicBezTo>
                <a:cubicBezTo>
                  <a:pt x="614" y="372"/>
                  <a:pt x="614" y="372"/>
                  <a:pt x="614" y="372"/>
                </a:cubicBezTo>
                <a:cubicBezTo>
                  <a:pt x="614" y="370"/>
                  <a:pt x="616" y="368"/>
                  <a:pt x="617" y="368"/>
                </a:cubicBezTo>
                <a:cubicBezTo>
                  <a:pt x="618" y="368"/>
                  <a:pt x="618" y="368"/>
                  <a:pt x="618" y="368"/>
                </a:cubicBezTo>
                <a:cubicBezTo>
                  <a:pt x="618" y="368"/>
                  <a:pt x="618" y="369"/>
                  <a:pt x="619" y="369"/>
                </a:cubicBezTo>
                <a:cubicBezTo>
                  <a:pt x="620" y="366"/>
                  <a:pt x="619" y="362"/>
                  <a:pt x="620" y="359"/>
                </a:cubicBezTo>
                <a:cubicBezTo>
                  <a:pt x="620" y="358"/>
                  <a:pt x="620" y="358"/>
                  <a:pt x="622" y="358"/>
                </a:cubicBezTo>
                <a:cubicBezTo>
                  <a:pt x="622" y="358"/>
                  <a:pt x="623" y="358"/>
                  <a:pt x="624" y="357"/>
                </a:cubicBezTo>
                <a:moveTo>
                  <a:pt x="743" y="321"/>
                </a:moveTo>
                <a:cubicBezTo>
                  <a:pt x="741" y="310"/>
                  <a:pt x="738" y="295"/>
                  <a:pt x="736" y="284"/>
                </a:cubicBezTo>
                <a:cubicBezTo>
                  <a:pt x="736" y="287"/>
                  <a:pt x="690" y="289"/>
                  <a:pt x="605" y="288"/>
                </a:cubicBezTo>
                <a:cubicBezTo>
                  <a:pt x="607" y="300"/>
                  <a:pt x="608" y="313"/>
                  <a:pt x="609" y="325"/>
                </a:cubicBezTo>
                <a:cubicBezTo>
                  <a:pt x="610" y="327"/>
                  <a:pt x="610" y="330"/>
                  <a:pt x="612" y="331"/>
                </a:cubicBezTo>
                <a:cubicBezTo>
                  <a:pt x="614" y="331"/>
                  <a:pt x="616" y="331"/>
                  <a:pt x="618" y="331"/>
                </a:cubicBezTo>
                <a:cubicBezTo>
                  <a:pt x="621" y="330"/>
                  <a:pt x="621" y="334"/>
                  <a:pt x="623" y="334"/>
                </a:cubicBezTo>
                <a:cubicBezTo>
                  <a:pt x="625" y="334"/>
                  <a:pt x="627" y="334"/>
                  <a:pt x="628" y="334"/>
                </a:cubicBezTo>
                <a:cubicBezTo>
                  <a:pt x="629" y="335"/>
                  <a:pt x="629" y="335"/>
                  <a:pt x="630" y="335"/>
                </a:cubicBezTo>
                <a:cubicBezTo>
                  <a:pt x="637" y="335"/>
                  <a:pt x="637" y="335"/>
                  <a:pt x="637" y="335"/>
                </a:cubicBezTo>
                <a:cubicBezTo>
                  <a:pt x="643" y="334"/>
                  <a:pt x="643" y="334"/>
                  <a:pt x="643" y="334"/>
                </a:cubicBezTo>
                <a:cubicBezTo>
                  <a:pt x="644" y="334"/>
                  <a:pt x="646" y="334"/>
                  <a:pt x="647" y="334"/>
                </a:cubicBezTo>
                <a:cubicBezTo>
                  <a:pt x="648" y="334"/>
                  <a:pt x="655" y="341"/>
                  <a:pt x="656" y="346"/>
                </a:cubicBezTo>
                <a:cubicBezTo>
                  <a:pt x="656" y="346"/>
                  <a:pt x="656" y="346"/>
                  <a:pt x="657" y="346"/>
                </a:cubicBezTo>
                <a:cubicBezTo>
                  <a:pt x="657" y="347"/>
                  <a:pt x="657" y="347"/>
                  <a:pt x="658" y="349"/>
                </a:cubicBezTo>
                <a:cubicBezTo>
                  <a:pt x="659" y="349"/>
                  <a:pt x="659" y="349"/>
                  <a:pt x="660" y="349"/>
                </a:cubicBezTo>
                <a:cubicBezTo>
                  <a:pt x="661" y="349"/>
                  <a:pt x="661" y="349"/>
                  <a:pt x="664" y="351"/>
                </a:cubicBezTo>
                <a:cubicBezTo>
                  <a:pt x="657" y="352"/>
                  <a:pt x="661" y="356"/>
                  <a:pt x="661" y="356"/>
                </a:cubicBezTo>
                <a:cubicBezTo>
                  <a:pt x="664" y="358"/>
                  <a:pt x="663" y="363"/>
                  <a:pt x="668" y="363"/>
                </a:cubicBezTo>
                <a:cubicBezTo>
                  <a:pt x="670" y="360"/>
                  <a:pt x="670" y="360"/>
                  <a:pt x="671" y="360"/>
                </a:cubicBezTo>
                <a:cubicBezTo>
                  <a:pt x="671" y="359"/>
                  <a:pt x="671" y="358"/>
                  <a:pt x="672" y="358"/>
                </a:cubicBezTo>
                <a:cubicBezTo>
                  <a:pt x="672" y="358"/>
                  <a:pt x="672" y="357"/>
                  <a:pt x="673" y="357"/>
                </a:cubicBezTo>
                <a:cubicBezTo>
                  <a:pt x="676" y="360"/>
                  <a:pt x="676" y="371"/>
                  <a:pt x="676" y="372"/>
                </a:cubicBezTo>
                <a:cubicBezTo>
                  <a:pt x="676" y="373"/>
                  <a:pt x="676" y="374"/>
                  <a:pt x="676" y="375"/>
                </a:cubicBezTo>
                <a:cubicBezTo>
                  <a:pt x="674" y="389"/>
                  <a:pt x="682" y="401"/>
                  <a:pt x="681" y="415"/>
                </a:cubicBezTo>
                <a:cubicBezTo>
                  <a:pt x="681" y="416"/>
                  <a:pt x="681" y="416"/>
                  <a:pt x="681" y="416"/>
                </a:cubicBezTo>
                <a:cubicBezTo>
                  <a:pt x="680" y="424"/>
                  <a:pt x="683" y="431"/>
                  <a:pt x="683" y="439"/>
                </a:cubicBezTo>
                <a:cubicBezTo>
                  <a:pt x="684" y="439"/>
                  <a:pt x="684" y="440"/>
                  <a:pt x="684" y="441"/>
                </a:cubicBezTo>
                <a:cubicBezTo>
                  <a:pt x="684" y="441"/>
                  <a:pt x="685" y="441"/>
                  <a:pt x="685" y="441"/>
                </a:cubicBezTo>
                <a:cubicBezTo>
                  <a:pt x="690" y="437"/>
                  <a:pt x="690" y="437"/>
                  <a:pt x="696" y="409"/>
                </a:cubicBezTo>
                <a:cubicBezTo>
                  <a:pt x="696" y="407"/>
                  <a:pt x="697" y="405"/>
                  <a:pt x="697" y="402"/>
                </a:cubicBezTo>
                <a:cubicBezTo>
                  <a:pt x="697" y="395"/>
                  <a:pt x="697" y="395"/>
                  <a:pt x="698" y="394"/>
                </a:cubicBezTo>
                <a:cubicBezTo>
                  <a:pt x="705" y="394"/>
                  <a:pt x="710" y="372"/>
                  <a:pt x="710" y="371"/>
                </a:cubicBezTo>
                <a:cubicBezTo>
                  <a:pt x="710" y="371"/>
                  <a:pt x="710" y="371"/>
                  <a:pt x="713" y="367"/>
                </a:cubicBezTo>
                <a:cubicBezTo>
                  <a:pt x="713" y="367"/>
                  <a:pt x="713" y="367"/>
                  <a:pt x="713" y="367"/>
                </a:cubicBezTo>
                <a:cubicBezTo>
                  <a:pt x="713" y="367"/>
                  <a:pt x="713" y="367"/>
                  <a:pt x="713" y="367"/>
                </a:cubicBezTo>
                <a:cubicBezTo>
                  <a:pt x="713" y="367"/>
                  <a:pt x="713" y="367"/>
                  <a:pt x="713" y="367"/>
                </a:cubicBezTo>
                <a:cubicBezTo>
                  <a:pt x="713" y="367"/>
                  <a:pt x="713" y="367"/>
                  <a:pt x="713" y="367"/>
                </a:cubicBezTo>
                <a:cubicBezTo>
                  <a:pt x="713" y="367"/>
                  <a:pt x="713" y="367"/>
                  <a:pt x="713" y="367"/>
                </a:cubicBezTo>
                <a:cubicBezTo>
                  <a:pt x="713" y="367"/>
                  <a:pt x="713" y="367"/>
                  <a:pt x="713" y="367"/>
                </a:cubicBezTo>
                <a:cubicBezTo>
                  <a:pt x="713" y="367"/>
                  <a:pt x="713" y="367"/>
                  <a:pt x="713" y="367"/>
                </a:cubicBezTo>
                <a:cubicBezTo>
                  <a:pt x="714" y="367"/>
                  <a:pt x="714" y="367"/>
                  <a:pt x="714" y="367"/>
                </a:cubicBezTo>
                <a:cubicBezTo>
                  <a:pt x="715" y="366"/>
                  <a:pt x="715" y="366"/>
                  <a:pt x="715" y="358"/>
                </a:cubicBezTo>
                <a:cubicBezTo>
                  <a:pt x="716" y="357"/>
                  <a:pt x="716" y="357"/>
                  <a:pt x="717" y="357"/>
                </a:cubicBezTo>
                <a:cubicBezTo>
                  <a:pt x="718" y="358"/>
                  <a:pt x="718" y="358"/>
                  <a:pt x="718" y="358"/>
                </a:cubicBezTo>
                <a:cubicBezTo>
                  <a:pt x="718" y="358"/>
                  <a:pt x="718" y="358"/>
                  <a:pt x="718" y="358"/>
                </a:cubicBezTo>
                <a:cubicBezTo>
                  <a:pt x="719" y="357"/>
                  <a:pt x="720" y="355"/>
                  <a:pt x="721" y="354"/>
                </a:cubicBezTo>
                <a:cubicBezTo>
                  <a:pt x="721" y="353"/>
                  <a:pt x="722" y="353"/>
                  <a:pt x="723" y="353"/>
                </a:cubicBezTo>
                <a:cubicBezTo>
                  <a:pt x="723" y="352"/>
                  <a:pt x="723" y="351"/>
                  <a:pt x="723" y="350"/>
                </a:cubicBezTo>
                <a:cubicBezTo>
                  <a:pt x="724" y="350"/>
                  <a:pt x="724" y="350"/>
                  <a:pt x="724" y="350"/>
                </a:cubicBezTo>
                <a:cubicBezTo>
                  <a:pt x="725" y="353"/>
                  <a:pt x="726" y="358"/>
                  <a:pt x="727" y="365"/>
                </a:cubicBezTo>
                <a:cubicBezTo>
                  <a:pt x="728" y="369"/>
                  <a:pt x="728" y="369"/>
                  <a:pt x="728" y="370"/>
                </a:cubicBezTo>
                <a:cubicBezTo>
                  <a:pt x="728" y="371"/>
                  <a:pt x="728" y="371"/>
                  <a:pt x="728" y="372"/>
                </a:cubicBezTo>
                <a:cubicBezTo>
                  <a:pt x="728" y="373"/>
                  <a:pt x="728" y="373"/>
                  <a:pt x="728" y="375"/>
                </a:cubicBezTo>
                <a:cubicBezTo>
                  <a:pt x="728" y="376"/>
                  <a:pt x="728" y="376"/>
                  <a:pt x="728" y="376"/>
                </a:cubicBezTo>
                <a:cubicBezTo>
                  <a:pt x="729" y="376"/>
                  <a:pt x="729" y="376"/>
                  <a:pt x="729" y="376"/>
                </a:cubicBezTo>
                <a:cubicBezTo>
                  <a:pt x="732" y="381"/>
                  <a:pt x="727" y="387"/>
                  <a:pt x="730" y="392"/>
                </a:cubicBezTo>
                <a:cubicBezTo>
                  <a:pt x="731" y="392"/>
                  <a:pt x="731" y="392"/>
                  <a:pt x="731" y="392"/>
                </a:cubicBezTo>
                <a:cubicBezTo>
                  <a:pt x="731" y="391"/>
                  <a:pt x="732" y="391"/>
                  <a:pt x="733" y="389"/>
                </a:cubicBezTo>
                <a:cubicBezTo>
                  <a:pt x="733" y="389"/>
                  <a:pt x="733" y="388"/>
                  <a:pt x="733" y="388"/>
                </a:cubicBezTo>
                <a:cubicBezTo>
                  <a:pt x="733" y="387"/>
                  <a:pt x="733" y="387"/>
                  <a:pt x="733" y="387"/>
                </a:cubicBezTo>
                <a:cubicBezTo>
                  <a:pt x="733" y="386"/>
                  <a:pt x="733" y="386"/>
                  <a:pt x="733" y="385"/>
                </a:cubicBezTo>
                <a:cubicBezTo>
                  <a:pt x="737" y="389"/>
                  <a:pt x="735" y="403"/>
                  <a:pt x="731" y="428"/>
                </a:cubicBezTo>
                <a:cubicBezTo>
                  <a:pt x="731" y="429"/>
                  <a:pt x="731" y="430"/>
                  <a:pt x="731" y="430"/>
                </a:cubicBezTo>
                <a:cubicBezTo>
                  <a:pt x="730" y="436"/>
                  <a:pt x="731" y="442"/>
                  <a:pt x="730" y="448"/>
                </a:cubicBezTo>
                <a:cubicBezTo>
                  <a:pt x="730" y="449"/>
                  <a:pt x="730" y="449"/>
                  <a:pt x="730" y="449"/>
                </a:cubicBezTo>
                <a:cubicBezTo>
                  <a:pt x="729" y="453"/>
                  <a:pt x="729" y="456"/>
                  <a:pt x="729" y="459"/>
                </a:cubicBezTo>
                <a:cubicBezTo>
                  <a:pt x="728" y="462"/>
                  <a:pt x="728" y="464"/>
                  <a:pt x="727" y="467"/>
                </a:cubicBezTo>
                <a:cubicBezTo>
                  <a:pt x="726" y="470"/>
                  <a:pt x="725" y="476"/>
                  <a:pt x="726" y="480"/>
                </a:cubicBezTo>
                <a:cubicBezTo>
                  <a:pt x="726" y="480"/>
                  <a:pt x="726" y="480"/>
                  <a:pt x="726" y="480"/>
                </a:cubicBezTo>
                <a:cubicBezTo>
                  <a:pt x="727" y="478"/>
                  <a:pt x="727" y="476"/>
                  <a:pt x="727" y="476"/>
                </a:cubicBezTo>
                <a:cubicBezTo>
                  <a:pt x="728" y="473"/>
                  <a:pt x="731" y="459"/>
                  <a:pt x="731" y="459"/>
                </a:cubicBezTo>
                <a:cubicBezTo>
                  <a:pt x="731" y="458"/>
                  <a:pt x="731" y="458"/>
                  <a:pt x="731" y="458"/>
                </a:cubicBezTo>
                <a:cubicBezTo>
                  <a:pt x="731" y="457"/>
                  <a:pt x="731" y="457"/>
                  <a:pt x="732" y="457"/>
                </a:cubicBezTo>
                <a:cubicBezTo>
                  <a:pt x="732" y="456"/>
                  <a:pt x="732" y="456"/>
                  <a:pt x="732" y="455"/>
                </a:cubicBezTo>
                <a:cubicBezTo>
                  <a:pt x="732" y="455"/>
                  <a:pt x="732" y="454"/>
                  <a:pt x="732" y="454"/>
                </a:cubicBezTo>
                <a:cubicBezTo>
                  <a:pt x="732" y="453"/>
                  <a:pt x="733" y="452"/>
                  <a:pt x="733" y="451"/>
                </a:cubicBezTo>
                <a:cubicBezTo>
                  <a:pt x="732" y="450"/>
                  <a:pt x="732" y="438"/>
                  <a:pt x="733" y="434"/>
                </a:cubicBezTo>
                <a:cubicBezTo>
                  <a:pt x="733" y="433"/>
                  <a:pt x="733" y="433"/>
                  <a:pt x="733" y="432"/>
                </a:cubicBezTo>
                <a:cubicBezTo>
                  <a:pt x="733" y="431"/>
                  <a:pt x="733" y="431"/>
                  <a:pt x="733" y="430"/>
                </a:cubicBezTo>
                <a:cubicBezTo>
                  <a:pt x="733" y="428"/>
                  <a:pt x="733" y="426"/>
                  <a:pt x="733" y="424"/>
                </a:cubicBezTo>
                <a:cubicBezTo>
                  <a:pt x="734" y="421"/>
                  <a:pt x="737" y="408"/>
                  <a:pt x="737" y="407"/>
                </a:cubicBezTo>
                <a:cubicBezTo>
                  <a:pt x="738" y="410"/>
                  <a:pt x="737" y="412"/>
                  <a:pt x="737" y="414"/>
                </a:cubicBezTo>
                <a:cubicBezTo>
                  <a:pt x="738" y="414"/>
                  <a:pt x="738" y="414"/>
                  <a:pt x="738" y="414"/>
                </a:cubicBezTo>
                <a:cubicBezTo>
                  <a:pt x="738" y="413"/>
                  <a:pt x="738" y="413"/>
                  <a:pt x="738" y="413"/>
                </a:cubicBezTo>
                <a:cubicBezTo>
                  <a:pt x="739" y="417"/>
                  <a:pt x="739" y="417"/>
                  <a:pt x="737" y="440"/>
                </a:cubicBezTo>
                <a:cubicBezTo>
                  <a:pt x="742" y="419"/>
                  <a:pt x="742" y="419"/>
                  <a:pt x="743" y="409"/>
                </a:cubicBezTo>
                <a:cubicBezTo>
                  <a:pt x="743" y="407"/>
                  <a:pt x="744" y="406"/>
                  <a:pt x="744" y="404"/>
                </a:cubicBezTo>
                <a:cubicBezTo>
                  <a:pt x="745" y="395"/>
                  <a:pt x="745" y="395"/>
                  <a:pt x="744" y="385"/>
                </a:cubicBezTo>
                <a:cubicBezTo>
                  <a:pt x="743" y="379"/>
                  <a:pt x="743" y="364"/>
                  <a:pt x="744" y="355"/>
                </a:cubicBezTo>
                <a:cubicBezTo>
                  <a:pt x="745" y="355"/>
                  <a:pt x="745" y="356"/>
                  <a:pt x="745" y="356"/>
                </a:cubicBezTo>
                <a:cubicBezTo>
                  <a:pt x="745" y="357"/>
                  <a:pt x="745" y="357"/>
                  <a:pt x="745" y="357"/>
                </a:cubicBezTo>
                <a:cubicBezTo>
                  <a:pt x="745" y="360"/>
                  <a:pt x="745" y="362"/>
                  <a:pt x="745" y="364"/>
                </a:cubicBezTo>
                <a:cubicBezTo>
                  <a:pt x="745" y="368"/>
                  <a:pt x="745" y="371"/>
                  <a:pt x="745" y="374"/>
                </a:cubicBezTo>
                <a:cubicBezTo>
                  <a:pt x="745" y="375"/>
                  <a:pt x="745" y="375"/>
                  <a:pt x="746" y="375"/>
                </a:cubicBezTo>
                <a:cubicBezTo>
                  <a:pt x="746" y="365"/>
                  <a:pt x="746" y="365"/>
                  <a:pt x="745" y="364"/>
                </a:cubicBezTo>
                <a:cubicBezTo>
                  <a:pt x="745" y="361"/>
                  <a:pt x="745" y="359"/>
                  <a:pt x="745" y="356"/>
                </a:cubicBezTo>
                <a:cubicBezTo>
                  <a:pt x="745" y="356"/>
                  <a:pt x="745" y="356"/>
                  <a:pt x="745" y="356"/>
                </a:cubicBezTo>
                <a:cubicBezTo>
                  <a:pt x="745" y="355"/>
                  <a:pt x="745" y="354"/>
                  <a:pt x="745" y="353"/>
                </a:cubicBezTo>
                <a:cubicBezTo>
                  <a:pt x="745" y="352"/>
                  <a:pt x="745" y="352"/>
                  <a:pt x="745" y="352"/>
                </a:cubicBezTo>
                <a:cubicBezTo>
                  <a:pt x="745" y="343"/>
                  <a:pt x="744" y="330"/>
                  <a:pt x="743" y="321"/>
                </a:cubicBezTo>
                <a:moveTo>
                  <a:pt x="299" y="117"/>
                </a:moveTo>
                <a:cubicBezTo>
                  <a:pt x="299" y="117"/>
                  <a:pt x="299" y="117"/>
                  <a:pt x="299" y="117"/>
                </a:cubicBezTo>
                <a:cubicBezTo>
                  <a:pt x="297" y="117"/>
                  <a:pt x="297" y="117"/>
                  <a:pt x="297" y="117"/>
                </a:cubicBezTo>
                <a:cubicBezTo>
                  <a:pt x="297" y="118"/>
                  <a:pt x="296" y="118"/>
                  <a:pt x="296" y="118"/>
                </a:cubicBezTo>
                <a:cubicBezTo>
                  <a:pt x="295" y="119"/>
                  <a:pt x="295" y="119"/>
                  <a:pt x="295" y="119"/>
                </a:cubicBezTo>
                <a:cubicBezTo>
                  <a:pt x="295" y="119"/>
                  <a:pt x="295" y="119"/>
                  <a:pt x="295" y="119"/>
                </a:cubicBezTo>
                <a:cubicBezTo>
                  <a:pt x="294" y="119"/>
                  <a:pt x="294" y="119"/>
                  <a:pt x="294" y="119"/>
                </a:cubicBezTo>
                <a:cubicBezTo>
                  <a:pt x="293" y="120"/>
                  <a:pt x="293" y="120"/>
                  <a:pt x="292" y="121"/>
                </a:cubicBezTo>
                <a:cubicBezTo>
                  <a:pt x="292" y="121"/>
                  <a:pt x="292" y="122"/>
                  <a:pt x="292" y="122"/>
                </a:cubicBezTo>
                <a:cubicBezTo>
                  <a:pt x="292" y="123"/>
                  <a:pt x="292" y="123"/>
                  <a:pt x="292" y="123"/>
                </a:cubicBezTo>
                <a:cubicBezTo>
                  <a:pt x="294" y="122"/>
                  <a:pt x="294" y="122"/>
                  <a:pt x="294" y="122"/>
                </a:cubicBezTo>
                <a:cubicBezTo>
                  <a:pt x="295" y="120"/>
                  <a:pt x="295" y="120"/>
                  <a:pt x="295" y="120"/>
                </a:cubicBezTo>
                <a:cubicBezTo>
                  <a:pt x="295" y="120"/>
                  <a:pt x="295" y="120"/>
                  <a:pt x="295" y="120"/>
                </a:cubicBezTo>
                <a:cubicBezTo>
                  <a:pt x="296" y="121"/>
                  <a:pt x="297" y="120"/>
                  <a:pt x="297" y="120"/>
                </a:cubicBezTo>
                <a:cubicBezTo>
                  <a:pt x="297" y="119"/>
                  <a:pt x="297" y="119"/>
                  <a:pt x="297" y="119"/>
                </a:cubicBezTo>
                <a:cubicBezTo>
                  <a:pt x="297" y="119"/>
                  <a:pt x="298" y="119"/>
                  <a:pt x="298" y="118"/>
                </a:cubicBezTo>
                <a:cubicBezTo>
                  <a:pt x="298" y="118"/>
                  <a:pt x="298" y="118"/>
                  <a:pt x="298" y="118"/>
                </a:cubicBezTo>
                <a:cubicBezTo>
                  <a:pt x="298" y="118"/>
                  <a:pt x="299" y="117"/>
                  <a:pt x="299" y="117"/>
                </a:cubicBezTo>
                <a:moveTo>
                  <a:pt x="324" y="158"/>
                </a:moveTo>
                <a:cubicBezTo>
                  <a:pt x="324" y="157"/>
                  <a:pt x="324" y="156"/>
                  <a:pt x="324" y="156"/>
                </a:cubicBezTo>
                <a:cubicBezTo>
                  <a:pt x="323" y="155"/>
                  <a:pt x="323" y="153"/>
                  <a:pt x="323" y="153"/>
                </a:cubicBezTo>
                <a:cubicBezTo>
                  <a:pt x="323" y="152"/>
                  <a:pt x="322" y="152"/>
                  <a:pt x="322" y="151"/>
                </a:cubicBezTo>
                <a:cubicBezTo>
                  <a:pt x="321" y="152"/>
                  <a:pt x="321" y="152"/>
                  <a:pt x="321" y="152"/>
                </a:cubicBezTo>
                <a:cubicBezTo>
                  <a:pt x="321" y="152"/>
                  <a:pt x="321" y="153"/>
                  <a:pt x="319" y="154"/>
                </a:cubicBezTo>
                <a:cubicBezTo>
                  <a:pt x="318" y="155"/>
                  <a:pt x="318" y="155"/>
                  <a:pt x="318" y="149"/>
                </a:cubicBezTo>
                <a:cubicBezTo>
                  <a:pt x="317" y="149"/>
                  <a:pt x="316" y="149"/>
                  <a:pt x="315" y="149"/>
                </a:cubicBezTo>
                <a:cubicBezTo>
                  <a:pt x="316" y="145"/>
                  <a:pt x="317" y="144"/>
                  <a:pt x="314" y="143"/>
                </a:cubicBezTo>
                <a:cubicBezTo>
                  <a:pt x="314" y="143"/>
                  <a:pt x="314" y="143"/>
                  <a:pt x="314" y="142"/>
                </a:cubicBezTo>
                <a:cubicBezTo>
                  <a:pt x="313" y="142"/>
                  <a:pt x="313" y="142"/>
                  <a:pt x="313" y="142"/>
                </a:cubicBezTo>
                <a:cubicBezTo>
                  <a:pt x="313" y="141"/>
                  <a:pt x="313" y="140"/>
                  <a:pt x="312" y="139"/>
                </a:cubicBezTo>
                <a:cubicBezTo>
                  <a:pt x="312" y="139"/>
                  <a:pt x="312" y="139"/>
                  <a:pt x="312" y="139"/>
                </a:cubicBezTo>
                <a:cubicBezTo>
                  <a:pt x="312" y="138"/>
                  <a:pt x="311" y="135"/>
                  <a:pt x="310" y="135"/>
                </a:cubicBezTo>
                <a:cubicBezTo>
                  <a:pt x="306" y="135"/>
                  <a:pt x="306" y="135"/>
                  <a:pt x="306" y="134"/>
                </a:cubicBezTo>
                <a:cubicBezTo>
                  <a:pt x="307" y="131"/>
                  <a:pt x="307" y="131"/>
                  <a:pt x="310" y="131"/>
                </a:cubicBezTo>
                <a:cubicBezTo>
                  <a:pt x="310" y="131"/>
                  <a:pt x="310" y="130"/>
                  <a:pt x="310" y="130"/>
                </a:cubicBezTo>
                <a:cubicBezTo>
                  <a:pt x="310" y="128"/>
                  <a:pt x="312" y="128"/>
                  <a:pt x="313" y="127"/>
                </a:cubicBezTo>
                <a:cubicBezTo>
                  <a:pt x="313" y="126"/>
                  <a:pt x="313" y="125"/>
                  <a:pt x="314" y="123"/>
                </a:cubicBezTo>
                <a:cubicBezTo>
                  <a:pt x="311" y="123"/>
                  <a:pt x="308" y="123"/>
                  <a:pt x="305" y="123"/>
                </a:cubicBezTo>
                <a:cubicBezTo>
                  <a:pt x="307" y="120"/>
                  <a:pt x="307" y="120"/>
                  <a:pt x="307" y="120"/>
                </a:cubicBezTo>
                <a:cubicBezTo>
                  <a:pt x="308" y="119"/>
                  <a:pt x="310" y="119"/>
                  <a:pt x="310" y="118"/>
                </a:cubicBezTo>
                <a:cubicBezTo>
                  <a:pt x="310" y="117"/>
                  <a:pt x="310" y="117"/>
                  <a:pt x="309" y="117"/>
                </a:cubicBezTo>
                <a:cubicBezTo>
                  <a:pt x="309" y="117"/>
                  <a:pt x="309" y="117"/>
                  <a:pt x="309" y="117"/>
                </a:cubicBezTo>
                <a:cubicBezTo>
                  <a:pt x="308" y="117"/>
                  <a:pt x="308" y="117"/>
                  <a:pt x="307" y="117"/>
                </a:cubicBezTo>
                <a:cubicBezTo>
                  <a:pt x="306" y="117"/>
                  <a:pt x="304" y="116"/>
                  <a:pt x="303" y="117"/>
                </a:cubicBezTo>
                <a:cubicBezTo>
                  <a:pt x="303" y="118"/>
                  <a:pt x="302" y="119"/>
                  <a:pt x="301" y="120"/>
                </a:cubicBezTo>
                <a:cubicBezTo>
                  <a:pt x="301" y="121"/>
                  <a:pt x="301" y="122"/>
                  <a:pt x="300" y="123"/>
                </a:cubicBezTo>
                <a:cubicBezTo>
                  <a:pt x="298" y="124"/>
                  <a:pt x="298" y="124"/>
                  <a:pt x="298" y="124"/>
                </a:cubicBezTo>
                <a:cubicBezTo>
                  <a:pt x="297" y="123"/>
                  <a:pt x="297" y="123"/>
                  <a:pt x="297" y="122"/>
                </a:cubicBezTo>
                <a:cubicBezTo>
                  <a:pt x="296" y="123"/>
                  <a:pt x="296" y="123"/>
                  <a:pt x="296" y="123"/>
                </a:cubicBezTo>
                <a:cubicBezTo>
                  <a:pt x="294" y="123"/>
                  <a:pt x="294" y="126"/>
                  <a:pt x="294" y="126"/>
                </a:cubicBezTo>
                <a:cubicBezTo>
                  <a:pt x="295" y="127"/>
                  <a:pt x="296" y="126"/>
                  <a:pt x="297" y="127"/>
                </a:cubicBezTo>
                <a:cubicBezTo>
                  <a:pt x="296" y="128"/>
                  <a:pt x="296" y="128"/>
                  <a:pt x="296" y="128"/>
                </a:cubicBezTo>
                <a:cubicBezTo>
                  <a:pt x="296" y="128"/>
                  <a:pt x="296" y="128"/>
                  <a:pt x="296" y="129"/>
                </a:cubicBezTo>
                <a:cubicBezTo>
                  <a:pt x="295" y="130"/>
                  <a:pt x="296" y="131"/>
                  <a:pt x="294" y="131"/>
                </a:cubicBezTo>
                <a:cubicBezTo>
                  <a:pt x="292" y="132"/>
                  <a:pt x="292" y="133"/>
                  <a:pt x="292" y="133"/>
                </a:cubicBezTo>
                <a:cubicBezTo>
                  <a:pt x="292" y="134"/>
                  <a:pt x="292" y="134"/>
                  <a:pt x="292" y="134"/>
                </a:cubicBezTo>
                <a:cubicBezTo>
                  <a:pt x="292" y="134"/>
                  <a:pt x="293" y="134"/>
                  <a:pt x="294" y="134"/>
                </a:cubicBezTo>
                <a:cubicBezTo>
                  <a:pt x="294" y="134"/>
                  <a:pt x="294" y="133"/>
                  <a:pt x="295" y="134"/>
                </a:cubicBezTo>
                <a:cubicBezTo>
                  <a:pt x="295" y="135"/>
                  <a:pt x="295" y="135"/>
                  <a:pt x="296" y="135"/>
                </a:cubicBezTo>
                <a:cubicBezTo>
                  <a:pt x="296" y="136"/>
                  <a:pt x="297" y="136"/>
                  <a:pt x="297" y="135"/>
                </a:cubicBezTo>
                <a:cubicBezTo>
                  <a:pt x="297" y="135"/>
                  <a:pt x="297" y="135"/>
                  <a:pt x="298" y="134"/>
                </a:cubicBezTo>
                <a:cubicBezTo>
                  <a:pt x="299" y="135"/>
                  <a:pt x="299" y="135"/>
                  <a:pt x="299" y="135"/>
                </a:cubicBezTo>
                <a:cubicBezTo>
                  <a:pt x="298" y="136"/>
                  <a:pt x="299" y="137"/>
                  <a:pt x="299" y="138"/>
                </a:cubicBezTo>
                <a:cubicBezTo>
                  <a:pt x="298" y="139"/>
                  <a:pt x="297" y="138"/>
                  <a:pt x="296" y="139"/>
                </a:cubicBezTo>
                <a:cubicBezTo>
                  <a:pt x="296" y="140"/>
                  <a:pt x="296" y="140"/>
                  <a:pt x="296" y="141"/>
                </a:cubicBezTo>
                <a:cubicBezTo>
                  <a:pt x="298" y="141"/>
                  <a:pt x="299" y="141"/>
                  <a:pt x="301" y="141"/>
                </a:cubicBezTo>
                <a:cubicBezTo>
                  <a:pt x="302" y="140"/>
                  <a:pt x="302" y="140"/>
                  <a:pt x="302" y="140"/>
                </a:cubicBezTo>
                <a:cubicBezTo>
                  <a:pt x="304" y="142"/>
                  <a:pt x="301" y="145"/>
                  <a:pt x="304" y="146"/>
                </a:cubicBezTo>
                <a:cubicBezTo>
                  <a:pt x="304" y="146"/>
                  <a:pt x="304" y="146"/>
                  <a:pt x="304" y="146"/>
                </a:cubicBezTo>
                <a:cubicBezTo>
                  <a:pt x="304" y="147"/>
                  <a:pt x="303" y="148"/>
                  <a:pt x="303" y="149"/>
                </a:cubicBezTo>
                <a:cubicBezTo>
                  <a:pt x="304" y="150"/>
                  <a:pt x="303" y="151"/>
                  <a:pt x="302" y="151"/>
                </a:cubicBezTo>
                <a:cubicBezTo>
                  <a:pt x="300" y="152"/>
                  <a:pt x="299" y="150"/>
                  <a:pt x="297" y="150"/>
                </a:cubicBezTo>
                <a:cubicBezTo>
                  <a:pt x="297" y="150"/>
                  <a:pt x="297" y="150"/>
                  <a:pt x="297" y="150"/>
                </a:cubicBezTo>
                <a:cubicBezTo>
                  <a:pt x="296" y="150"/>
                  <a:pt x="296" y="150"/>
                  <a:pt x="295" y="151"/>
                </a:cubicBezTo>
                <a:cubicBezTo>
                  <a:pt x="295" y="152"/>
                  <a:pt x="295" y="152"/>
                  <a:pt x="295" y="152"/>
                </a:cubicBezTo>
                <a:cubicBezTo>
                  <a:pt x="294" y="152"/>
                  <a:pt x="294" y="152"/>
                  <a:pt x="293" y="152"/>
                </a:cubicBezTo>
                <a:cubicBezTo>
                  <a:pt x="292" y="153"/>
                  <a:pt x="292" y="153"/>
                  <a:pt x="292" y="153"/>
                </a:cubicBezTo>
                <a:cubicBezTo>
                  <a:pt x="294" y="154"/>
                  <a:pt x="295" y="153"/>
                  <a:pt x="297" y="154"/>
                </a:cubicBezTo>
                <a:cubicBezTo>
                  <a:pt x="297" y="154"/>
                  <a:pt x="297" y="155"/>
                  <a:pt x="296" y="156"/>
                </a:cubicBezTo>
                <a:cubicBezTo>
                  <a:pt x="296" y="156"/>
                  <a:pt x="296" y="156"/>
                  <a:pt x="295" y="156"/>
                </a:cubicBezTo>
                <a:cubicBezTo>
                  <a:pt x="292" y="157"/>
                  <a:pt x="292" y="157"/>
                  <a:pt x="292" y="157"/>
                </a:cubicBezTo>
                <a:cubicBezTo>
                  <a:pt x="292" y="157"/>
                  <a:pt x="292" y="157"/>
                  <a:pt x="292" y="157"/>
                </a:cubicBezTo>
                <a:cubicBezTo>
                  <a:pt x="292" y="157"/>
                  <a:pt x="292" y="157"/>
                  <a:pt x="292" y="157"/>
                </a:cubicBezTo>
                <a:cubicBezTo>
                  <a:pt x="292" y="157"/>
                  <a:pt x="292" y="157"/>
                  <a:pt x="292" y="157"/>
                </a:cubicBezTo>
                <a:cubicBezTo>
                  <a:pt x="292" y="157"/>
                  <a:pt x="292" y="157"/>
                  <a:pt x="292" y="157"/>
                </a:cubicBezTo>
                <a:cubicBezTo>
                  <a:pt x="292" y="157"/>
                  <a:pt x="292" y="157"/>
                  <a:pt x="292" y="157"/>
                </a:cubicBezTo>
                <a:cubicBezTo>
                  <a:pt x="292" y="157"/>
                  <a:pt x="292" y="157"/>
                  <a:pt x="292" y="157"/>
                </a:cubicBezTo>
                <a:cubicBezTo>
                  <a:pt x="292" y="157"/>
                  <a:pt x="292" y="157"/>
                  <a:pt x="292" y="157"/>
                </a:cubicBezTo>
                <a:cubicBezTo>
                  <a:pt x="292" y="157"/>
                  <a:pt x="292" y="157"/>
                  <a:pt x="292" y="157"/>
                </a:cubicBezTo>
                <a:cubicBezTo>
                  <a:pt x="291" y="159"/>
                  <a:pt x="291" y="159"/>
                  <a:pt x="291" y="160"/>
                </a:cubicBezTo>
                <a:cubicBezTo>
                  <a:pt x="293" y="161"/>
                  <a:pt x="295" y="159"/>
                  <a:pt x="296" y="160"/>
                </a:cubicBezTo>
                <a:cubicBezTo>
                  <a:pt x="298" y="161"/>
                  <a:pt x="299" y="160"/>
                  <a:pt x="301" y="161"/>
                </a:cubicBezTo>
                <a:cubicBezTo>
                  <a:pt x="301" y="162"/>
                  <a:pt x="301" y="162"/>
                  <a:pt x="300" y="163"/>
                </a:cubicBezTo>
                <a:cubicBezTo>
                  <a:pt x="300" y="163"/>
                  <a:pt x="299" y="163"/>
                  <a:pt x="296" y="163"/>
                </a:cubicBezTo>
                <a:cubicBezTo>
                  <a:pt x="295" y="163"/>
                  <a:pt x="295" y="164"/>
                  <a:pt x="294" y="165"/>
                </a:cubicBezTo>
                <a:cubicBezTo>
                  <a:pt x="293" y="165"/>
                  <a:pt x="292" y="165"/>
                  <a:pt x="291" y="165"/>
                </a:cubicBezTo>
                <a:cubicBezTo>
                  <a:pt x="291" y="168"/>
                  <a:pt x="291" y="168"/>
                  <a:pt x="287" y="169"/>
                </a:cubicBezTo>
                <a:cubicBezTo>
                  <a:pt x="288" y="170"/>
                  <a:pt x="288" y="170"/>
                  <a:pt x="291" y="169"/>
                </a:cubicBezTo>
                <a:cubicBezTo>
                  <a:pt x="292" y="169"/>
                  <a:pt x="292" y="169"/>
                  <a:pt x="293" y="168"/>
                </a:cubicBezTo>
                <a:cubicBezTo>
                  <a:pt x="293" y="168"/>
                  <a:pt x="293" y="168"/>
                  <a:pt x="295" y="169"/>
                </a:cubicBezTo>
                <a:cubicBezTo>
                  <a:pt x="296" y="169"/>
                  <a:pt x="296" y="169"/>
                  <a:pt x="297" y="169"/>
                </a:cubicBezTo>
                <a:cubicBezTo>
                  <a:pt x="298" y="167"/>
                  <a:pt x="298" y="167"/>
                  <a:pt x="298" y="166"/>
                </a:cubicBezTo>
                <a:cubicBezTo>
                  <a:pt x="300" y="167"/>
                  <a:pt x="302" y="166"/>
                  <a:pt x="304" y="167"/>
                </a:cubicBezTo>
                <a:cubicBezTo>
                  <a:pt x="306" y="167"/>
                  <a:pt x="306" y="165"/>
                  <a:pt x="307" y="165"/>
                </a:cubicBezTo>
                <a:cubicBezTo>
                  <a:pt x="309" y="165"/>
                  <a:pt x="309" y="167"/>
                  <a:pt x="310" y="167"/>
                </a:cubicBezTo>
                <a:cubicBezTo>
                  <a:pt x="311" y="167"/>
                  <a:pt x="311" y="167"/>
                  <a:pt x="311" y="167"/>
                </a:cubicBezTo>
                <a:cubicBezTo>
                  <a:pt x="312" y="167"/>
                  <a:pt x="314" y="167"/>
                  <a:pt x="316" y="166"/>
                </a:cubicBezTo>
                <a:cubicBezTo>
                  <a:pt x="317" y="165"/>
                  <a:pt x="317" y="165"/>
                  <a:pt x="317" y="165"/>
                </a:cubicBezTo>
                <a:cubicBezTo>
                  <a:pt x="319" y="165"/>
                  <a:pt x="319" y="165"/>
                  <a:pt x="320" y="165"/>
                </a:cubicBezTo>
                <a:cubicBezTo>
                  <a:pt x="320" y="164"/>
                  <a:pt x="320" y="164"/>
                  <a:pt x="320" y="164"/>
                </a:cubicBezTo>
                <a:cubicBezTo>
                  <a:pt x="320" y="163"/>
                  <a:pt x="319" y="162"/>
                  <a:pt x="319" y="161"/>
                </a:cubicBezTo>
                <a:cubicBezTo>
                  <a:pt x="319" y="161"/>
                  <a:pt x="319" y="161"/>
                  <a:pt x="319" y="161"/>
                </a:cubicBezTo>
                <a:cubicBezTo>
                  <a:pt x="319" y="160"/>
                  <a:pt x="319" y="159"/>
                  <a:pt x="321" y="160"/>
                </a:cubicBezTo>
                <a:cubicBezTo>
                  <a:pt x="321" y="160"/>
                  <a:pt x="321" y="160"/>
                  <a:pt x="322" y="158"/>
                </a:cubicBezTo>
                <a:cubicBezTo>
                  <a:pt x="323" y="158"/>
                  <a:pt x="323" y="158"/>
                  <a:pt x="324" y="158"/>
                </a:cubicBezTo>
                <a:moveTo>
                  <a:pt x="281" y="142"/>
                </a:moveTo>
                <a:cubicBezTo>
                  <a:pt x="281" y="142"/>
                  <a:pt x="281" y="142"/>
                  <a:pt x="281" y="142"/>
                </a:cubicBezTo>
                <a:cubicBezTo>
                  <a:pt x="281" y="142"/>
                  <a:pt x="281" y="142"/>
                  <a:pt x="281" y="142"/>
                </a:cubicBezTo>
                <a:cubicBezTo>
                  <a:pt x="281" y="142"/>
                  <a:pt x="281" y="142"/>
                  <a:pt x="281" y="142"/>
                </a:cubicBezTo>
                <a:moveTo>
                  <a:pt x="293" y="143"/>
                </a:moveTo>
                <a:cubicBezTo>
                  <a:pt x="293" y="143"/>
                  <a:pt x="294" y="142"/>
                  <a:pt x="293" y="141"/>
                </a:cubicBezTo>
                <a:cubicBezTo>
                  <a:pt x="292" y="140"/>
                  <a:pt x="293" y="139"/>
                  <a:pt x="293" y="139"/>
                </a:cubicBezTo>
                <a:cubicBezTo>
                  <a:pt x="293" y="139"/>
                  <a:pt x="293" y="138"/>
                  <a:pt x="292" y="138"/>
                </a:cubicBezTo>
                <a:cubicBezTo>
                  <a:pt x="292" y="138"/>
                  <a:pt x="291" y="138"/>
                  <a:pt x="291" y="138"/>
                </a:cubicBezTo>
                <a:cubicBezTo>
                  <a:pt x="291" y="137"/>
                  <a:pt x="291" y="137"/>
                  <a:pt x="291" y="137"/>
                </a:cubicBezTo>
                <a:cubicBezTo>
                  <a:pt x="290" y="137"/>
                  <a:pt x="290" y="137"/>
                  <a:pt x="290" y="137"/>
                </a:cubicBezTo>
                <a:cubicBezTo>
                  <a:pt x="289" y="137"/>
                  <a:pt x="288" y="138"/>
                  <a:pt x="288" y="138"/>
                </a:cubicBezTo>
                <a:cubicBezTo>
                  <a:pt x="287" y="138"/>
                  <a:pt x="287" y="138"/>
                  <a:pt x="287" y="139"/>
                </a:cubicBezTo>
                <a:cubicBezTo>
                  <a:pt x="287" y="139"/>
                  <a:pt x="286" y="139"/>
                  <a:pt x="286" y="139"/>
                </a:cubicBezTo>
                <a:cubicBezTo>
                  <a:pt x="285" y="139"/>
                  <a:pt x="285" y="139"/>
                  <a:pt x="285" y="139"/>
                </a:cubicBezTo>
                <a:cubicBezTo>
                  <a:pt x="285" y="138"/>
                  <a:pt x="285" y="138"/>
                  <a:pt x="285" y="137"/>
                </a:cubicBezTo>
                <a:cubicBezTo>
                  <a:pt x="284" y="137"/>
                  <a:pt x="284" y="137"/>
                  <a:pt x="282" y="137"/>
                </a:cubicBezTo>
                <a:cubicBezTo>
                  <a:pt x="282" y="139"/>
                  <a:pt x="281" y="140"/>
                  <a:pt x="281" y="142"/>
                </a:cubicBezTo>
                <a:cubicBezTo>
                  <a:pt x="280" y="142"/>
                  <a:pt x="280" y="143"/>
                  <a:pt x="279" y="142"/>
                </a:cubicBezTo>
                <a:cubicBezTo>
                  <a:pt x="278" y="142"/>
                  <a:pt x="278" y="143"/>
                  <a:pt x="277" y="143"/>
                </a:cubicBezTo>
                <a:cubicBezTo>
                  <a:pt x="277" y="143"/>
                  <a:pt x="277" y="143"/>
                  <a:pt x="276" y="142"/>
                </a:cubicBezTo>
                <a:cubicBezTo>
                  <a:pt x="275" y="142"/>
                  <a:pt x="275" y="142"/>
                  <a:pt x="275" y="142"/>
                </a:cubicBezTo>
                <a:cubicBezTo>
                  <a:pt x="274" y="145"/>
                  <a:pt x="273" y="147"/>
                  <a:pt x="273" y="149"/>
                </a:cubicBezTo>
                <a:cubicBezTo>
                  <a:pt x="274" y="149"/>
                  <a:pt x="274" y="149"/>
                  <a:pt x="276" y="149"/>
                </a:cubicBezTo>
                <a:cubicBezTo>
                  <a:pt x="275" y="150"/>
                  <a:pt x="275" y="151"/>
                  <a:pt x="275" y="152"/>
                </a:cubicBezTo>
                <a:cubicBezTo>
                  <a:pt x="272" y="153"/>
                  <a:pt x="272" y="153"/>
                  <a:pt x="271" y="154"/>
                </a:cubicBezTo>
                <a:cubicBezTo>
                  <a:pt x="271" y="154"/>
                  <a:pt x="271" y="154"/>
                  <a:pt x="271" y="154"/>
                </a:cubicBezTo>
                <a:cubicBezTo>
                  <a:pt x="271" y="155"/>
                  <a:pt x="271" y="156"/>
                  <a:pt x="270" y="156"/>
                </a:cubicBezTo>
                <a:cubicBezTo>
                  <a:pt x="270" y="157"/>
                  <a:pt x="269" y="157"/>
                  <a:pt x="269" y="157"/>
                </a:cubicBezTo>
                <a:cubicBezTo>
                  <a:pt x="269" y="158"/>
                  <a:pt x="269" y="158"/>
                  <a:pt x="269" y="158"/>
                </a:cubicBezTo>
                <a:cubicBezTo>
                  <a:pt x="269" y="158"/>
                  <a:pt x="268" y="159"/>
                  <a:pt x="269" y="159"/>
                </a:cubicBezTo>
                <a:cubicBezTo>
                  <a:pt x="270" y="160"/>
                  <a:pt x="271" y="160"/>
                  <a:pt x="271" y="160"/>
                </a:cubicBezTo>
                <a:cubicBezTo>
                  <a:pt x="273" y="159"/>
                  <a:pt x="274" y="160"/>
                  <a:pt x="274" y="160"/>
                </a:cubicBezTo>
                <a:cubicBezTo>
                  <a:pt x="275" y="160"/>
                  <a:pt x="277" y="159"/>
                  <a:pt x="277" y="159"/>
                </a:cubicBezTo>
                <a:cubicBezTo>
                  <a:pt x="277" y="159"/>
                  <a:pt x="277" y="159"/>
                  <a:pt x="277" y="158"/>
                </a:cubicBezTo>
                <a:cubicBezTo>
                  <a:pt x="278" y="157"/>
                  <a:pt x="278" y="157"/>
                  <a:pt x="278" y="157"/>
                </a:cubicBezTo>
                <a:cubicBezTo>
                  <a:pt x="281" y="157"/>
                  <a:pt x="284" y="157"/>
                  <a:pt x="286" y="157"/>
                </a:cubicBezTo>
                <a:cubicBezTo>
                  <a:pt x="286" y="157"/>
                  <a:pt x="287" y="156"/>
                  <a:pt x="287" y="156"/>
                </a:cubicBezTo>
                <a:cubicBezTo>
                  <a:pt x="287" y="155"/>
                  <a:pt x="286" y="155"/>
                  <a:pt x="286" y="154"/>
                </a:cubicBezTo>
                <a:cubicBezTo>
                  <a:pt x="287" y="153"/>
                  <a:pt x="287" y="154"/>
                  <a:pt x="288" y="153"/>
                </a:cubicBezTo>
                <a:cubicBezTo>
                  <a:pt x="288" y="152"/>
                  <a:pt x="288" y="152"/>
                  <a:pt x="289" y="150"/>
                </a:cubicBezTo>
                <a:cubicBezTo>
                  <a:pt x="289" y="149"/>
                  <a:pt x="290" y="148"/>
                  <a:pt x="290" y="147"/>
                </a:cubicBezTo>
                <a:cubicBezTo>
                  <a:pt x="290" y="146"/>
                  <a:pt x="290" y="145"/>
                  <a:pt x="290" y="145"/>
                </a:cubicBezTo>
                <a:cubicBezTo>
                  <a:pt x="292" y="145"/>
                  <a:pt x="293" y="144"/>
                  <a:pt x="293" y="143"/>
                </a:cubicBezTo>
                <a:moveTo>
                  <a:pt x="544" y="571"/>
                </a:moveTo>
                <a:cubicBezTo>
                  <a:pt x="544" y="571"/>
                  <a:pt x="544" y="570"/>
                  <a:pt x="545" y="570"/>
                </a:cubicBezTo>
                <a:cubicBezTo>
                  <a:pt x="548" y="559"/>
                  <a:pt x="548" y="559"/>
                  <a:pt x="548" y="559"/>
                </a:cubicBezTo>
                <a:cubicBezTo>
                  <a:pt x="547" y="558"/>
                  <a:pt x="547" y="556"/>
                  <a:pt x="543" y="555"/>
                </a:cubicBezTo>
                <a:cubicBezTo>
                  <a:pt x="542" y="559"/>
                  <a:pt x="542" y="559"/>
                  <a:pt x="542" y="559"/>
                </a:cubicBezTo>
                <a:cubicBezTo>
                  <a:pt x="541" y="560"/>
                  <a:pt x="541" y="560"/>
                  <a:pt x="535" y="564"/>
                </a:cubicBezTo>
                <a:cubicBezTo>
                  <a:pt x="535" y="564"/>
                  <a:pt x="533" y="567"/>
                  <a:pt x="533" y="567"/>
                </a:cubicBezTo>
                <a:cubicBezTo>
                  <a:pt x="533" y="568"/>
                  <a:pt x="533" y="568"/>
                  <a:pt x="533" y="568"/>
                </a:cubicBezTo>
                <a:cubicBezTo>
                  <a:pt x="532" y="569"/>
                  <a:pt x="531" y="568"/>
                  <a:pt x="531" y="569"/>
                </a:cubicBezTo>
                <a:cubicBezTo>
                  <a:pt x="530" y="570"/>
                  <a:pt x="530" y="571"/>
                  <a:pt x="528" y="572"/>
                </a:cubicBezTo>
                <a:cubicBezTo>
                  <a:pt x="525" y="575"/>
                  <a:pt x="522" y="572"/>
                  <a:pt x="518" y="573"/>
                </a:cubicBezTo>
                <a:cubicBezTo>
                  <a:pt x="517" y="574"/>
                  <a:pt x="516" y="574"/>
                  <a:pt x="516" y="575"/>
                </a:cubicBezTo>
                <a:cubicBezTo>
                  <a:pt x="515" y="576"/>
                  <a:pt x="515" y="577"/>
                  <a:pt x="514" y="579"/>
                </a:cubicBezTo>
                <a:cubicBezTo>
                  <a:pt x="513" y="580"/>
                  <a:pt x="512" y="581"/>
                  <a:pt x="511" y="582"/>
                </a:cubicBezTo>
                <a:cubicBezTo>
                  <a:pt x="511" y="582"/>
                  <a:pt x="509" y="588"/>
                  <a:pt x="510" y="589"/>
                </a:cubicBezTo>
                <a:cubicBezTo>
                  <a:pt x="510" y="590"/>
                  <a:pt x="510" y="590"/>
                  <a:pt x="510" y="591"/>
                </a:cubicBezTo>
                <a:cubicBezTo>
                  <a:pt x="510" y="591"/>
                  <a:pt x="509" y="594"/>
                  <a:pt x="509" y="594"/>
                </a:cubicBezTo>
                <a:cubicBezTo>
                  <a:pt x="509" y="595"/>
                  <a:pt x="508" y="595"/>
                  <a:pt x="508" y="594"/>
                </a:cubicBezTo>
                <a:cubicBezTo>
                  <a:pt x="507" y="594"/>
                  <a:pt x="507" y="594"/>
                  <a:pt x="504" y="597"/>
                </a:cubicBezTo>
                <a:cubicBezTo>
                  <a:pt x="503" y="599"/>
                  <a:pt x="503" y="601"/>
                  <a:pt x="501" y="603"/>
                </a:cubicBezTo>
                <a:cubicBezTo>
                  <a:pt x="501" y="603"/>
                  <a:pt x="501" y="603"/>
                  <a:pt x="500" y="604"/>
                </a:cubicBezTo>
                <a:cubicBezTo>
                  <a:pt x="500" y="604"/>
                  <a:pt x="500" y="604"/>
                  <a:pt x="500" y="605"/>
                </a:cubicBezTo>
                <a:cubicBezTo>
                  <a:pt x="500" y="606"/>
                  <a:pt x="500" y="608"/>
                  <a:pt x="500" y="609"/>
                </a:cubicBezTo>
                <a:cubicBezTo>
                  <a:pt x="499" y="610"/>
                  <a:pt x="499" y="610"/>
                  <a:pt x="499" y="611"/>
                </a:cubicBezTo>
                <a:cubicBezTo>
                  <a:pt x="498" y="614"/>
                  <a:pt x="498" y="614"/>
                  <a:pt x="497" y="616"/>
                </a:cubicBezTo>
                <a:cubicBezTo>
                  <a:pt x="499" y="617"/>
                  <a:pt x="501" y="616"/>
                  <a:pt x="503" y="616"/>
                </a:cubicBezTo>
                <a:cubicBezTo>
                  <a:pt x="503" y="617"/>
                  <a:pt x="503" y="617"/>
                  <a:pt x="503" y="618"/>
                </a:cubicBezTo>
                <a:cubicBezTo>
                  <a:pt x="505" y="619"/>
                  <a:pt x="510" y="620"/>
                  <a:pt x="515" y="615"/>
                </a:cubicBezTo>
                <a:cubicBezTo>
                  <a:pt x="517" y="612"/>
                  <a:pt x="517" y="609"/>
                  <a:pt x="519" y="606"/>
                </a:cubicBezTo>
                <a:cubicBezTo>
                  <a:pt x="521" y="604"/>
                  <a:pt x="523" y="603"/>
                  <a:pt x="524" y="601"/>
                </a:cubicBezTo>
                <a:cubicBezTo>
                  <a:pt x="526" y="599"/>
                  <a:pt x="526" y="596"/>
                  <a:pt x="528" y="593"/>
                </a:cubicBezTo>
                <a:cubicBezTo>
                  <a:pt x="529" y="592"/>
                  <a:pt x="531" y="592"/>
                  <a:pt x="532" y="591"/>
                </a:cubicBezTo>
                <a:cubicBezTo>
                  <a:pt x="533" y="590"/>
                  <a:pt x="534" y="591"/>
                  <a:pt x="535" y="590"/>
                </a:cubicBezTo>
                <a:cubicBezTo>
                  <a:pt x="536" y="588"/>
                  <a:pt x="535" y="585"/>
                  <a:pt x="536" y="583"/>
                </a:cubicBezTo>
                <a:cubicBezTo>
                  <a:pt x="537" y="582"/>
                  <a:pt x="539" y="581"/>
                  <a:pt x="539" y="579"/>
                </a:cubicBezTo>
                <a:cubicBezTo>
                  <a:pt x="539" y="579"/>
                  <a:pt x="540" y="578"/>
                  <a:pt x="540" y="577"/>
                </a:cubicBezTo>
                <a:cubicBezTo>
                  <a:pt x="540" y="577"/>
                  <a:pt x="540" y="576"/>
                  <a:pt x="540" y="575"/>
                </a:cubicBezTo>
                <a:cubicBezTo>
                  <a:pt x="540" y="575"/>
                  <a:pt x="541" y="575"/>
                  <a:pt x="541" y="574"/>
                </a:cubicBezTo>
                <a:cubicBezTo>
                  <a:pt x="541" y="573"/>
                  <a:pt x="543" y="572"/>
                  <a:pt x="544" y="571"/>
                </a:cubicBezTo>
                <a:moveTo>
                  <a:pt x="577" y="426"/>
                </a:moveTo>
                <a:cubicBezTo>
                  <a:pt x="577" y="425"/>
                  <a:pt x="577" y="423"/>
                  <a:pt x="575" y="421"/>
                </a:cubicBezTo>
                <a:cubicBezTo>
                  <a:pt x="568" y="420"/>
                  <a:pt x="563" y="428"/>
                  <a:pt x="556" y="426"/>
                </a:cubicBezTo>
                <a:cubicBezTo>
                  <a:pt x="555" y="426"/>
                  <a:pt x="554" y="426"/>
                  <a:pt x="552" y="426"/>
                </a:cubicBezTo>
                <a:cubicBezTo>
                  <a:pt x="546" y="427"/>
                  <a:pt x="544" y="426"/>
                  <a:pt x="541" y="425"/>
                </a:cubicBezTo>
                <a:cubicBezTo>
                  <a:pt x="539" y="419"/>
                  <a:pt x="539" y="419"/>
                  <a:pt x="539" y="417"/>
                </a:cubicBezTo>
                <a:cubicBezTo>
                  <a:pt x="538" y="417"/>
                  <a:pt x="537" y="416"/>
                  <a:pt x="537" y="416"/>
                </a:cubicBezTo>
                <a:cubicBezTo>
                  <a:pt x="536" y="414"/>
                  <a:pt x="536" y="412"/>
                  <a:pt x="536" y="411"/>
                </a:cubicBezTo>
                <a:cubicBezTo>
                  <a:pt x="519" y="396"/>
                  <a:pt x="504" y="384"/>
                  <a:pt x="507" y="371"/>
                </a:cubicBezTo>
                <a:cubicBezTo>
                  <a:pt x="507" y="371"/>
                  <a:pt x="507" y="370"/>
                  <a:pt x="507" y="367"/>
                </a:cubicBezTo>
                <a:cubicBezTo>
                  <a:pt x="507" y="365"/>
                  <a:pt x="507" y="364"/>
                  <a:pt x="506" y="362"/>
                </a:cubicBezTo>
                <a:cubicBezTo>
                  <a:pt x="506" y="362"/>
                  <a:pt x="477" y="309"/>
                  <a:pt x="477" y="300"/>
                </a:cubicBezTo>
                <a:cubicBezTo>
                  <a:pt x="474" y="297"/>
                  <a:pt x="470" y="297"/>
                  <a:pt x="468" y="295"/>
                </a:cubicBezTo>
                <a:cubicBezTo>
                  <a:pt x="467" y="295"/>
                  <a:pt x="467" y="295"/>
                  <a:pt x="465" y="295"/>
                </a:cubicBezTo>
                <a:cubicBezTo>
                  <a:pt x="464" y="295"/>
                  <a:pt x="462" y="296"/>
                  <a:pt x="461" y="297"/>
                </a:cubicBezTo>
                <a:cubicBezTo>
                  <a:pt x="460" y="297"/>
                  <a:pt x="460" y="297"/>
                  <a:pt x="460" y="297"/>
                </a:cubicBezTo>
                <a:cubicBezTo>
                  <a:pt x="443" y="293"/>
                  <a:pt x="427" y="284"/>
                  <a:pt x="410" y="284"/>
                </a:cubicBezTo>
                <a:cubicBezTo>
                  <a:pt x="409" y="297"/>
                  <a:pt x="409" y="297"/>
                  <a:pt x="408" y="299"/>
                </a:cubicBezTo>
                <a:cubicBezTo>
                  <a:pt x="408" y="299"/>
                  <a:pt x="407" y="299"/>
                  <a:pt x="406" y="299"/>
                </a:cubicBezTo>
                <a:cubicBezTo>
                  <a:pt x="405" y="299"/>
                  <a:pt x="405" y="299"/>
                  <a:pt x="403" y="299"/>
                </a:cubicBezTo>
                <a:cubicBezTo>
                  <a:pt x="399" y="298"/>
                  <a:pt x="397" y="294"/>
                  <a:pt x="394" y="293"/>
                </a:cubicBezTo>
                <a:cubicBezTo>
                  <a:pt x="390" y="293"/>
                  <a:pt x="386" y="293"/>
                  <a:pt x="381" y="291"/>
                </a:cubicBezTo>
                <a:cubicBezTo>
                  <a:pt x="379" y="283"/>
                  <a:pt x="367" y="283"/>
                  <a:pt x="367" y="283"/>
                </a:cubicBezTo>
                <a:cubicBezTo>
                  <a:pt x="361" y="283"/>
                  <a:pt x="361" y="283"/>
                  <a:pt x="354" y="261"/>
                </a:cubicBezTo>
                <a:cubicBezTo>
                  <a:pt x="355" y="260"/>
                  <a:pt x="355" y="260"/>
                  <a:pt x="360" y="258"/>
                </a:cubicBezTo>
                <a:cubicBezTo>
                  <a:pt x="360" y="258"/>
                  <a:pt x="359" y="257"/>
                  <a:pt x="359" y="256"/>
                </a:cubicBezTo>
                <a:cubicBezTo>
                  <a:pt x="357" y="255"/>
                  <a:pt x="355" y="254"/>
                  <a:pt x="353" y="254"/>
                </a:cubicBezTo>
                <a:cubicBezTo>
                  <a:pt x="337" y="254"/>
                  <a:pt x="337" y="254"/>
                  <a:pt x="329" y="258"/>
                </a:cubicBezTo>
                <a:cubicBezTo>
                  <a:pt x="325" y="255"/>
                  <a:pt x="318" y="249"/>
                  <a:pt x="310" y="257"/>
                </a:cubicBezTo>
                <a:cubicBezTo>
                  <a:pt x="306" y="257"/>
                  <a:pt x="303" y="257"/>
                  <a:pt x="299" y="257"/>
                </a:cubicBezTo>
                <a:cubicBezTo>
                  <a:pt x="299" y="258"/>
                  <a:pt x="299" y="258"/>
                  <a:pt x="285" y="264"/>
                </a:cubicBezTo>
                <a:cubicBezTo>
                  <a:pt x="285" y="264"/>
                  <a:pt x="285" y="264"/>
                  <a:pt x="284" y="264"/>
                </a:cubicBezTo>
                <a:cubicBezTo>
                  <a:pt x="279" y="263"/>
                  <a:pt x="274" y="265"/>
                  <a:pt x="270" y="261"/>
                </a:cubicBezTo>
                <a:cubicBezTo>
                  <a:pt x="270" y="261"/>
                  <a:pt x="268" y="260"/>
                  <a:pt x="268" y="260"/>
                </a:cubicBezTo>
                <a:cubicBezTo>
                  <a:pt x="266" y="263"/>
                  <a:pt x="265" y="269"/>
                  <a:pt x="265" y="269"/>
                </a:cubicBezTo>
                <a:cubicBezTo>
                  <a:pt x="263" y="270"/>
                  <a:pt x="262" y="271"/>
                  <a:pt x="257" y="270"/>
                </a:cubicBezTo>
                <a:cubicBezTo>
                  <a:pt x="256" y="273"/>
                  <a:pt x="256" y="276"/>
                  <a:pt x="255" y="280"/>
                </a:cubicBezTo>
                <a:cubicBezTo>
                  <a:pt x="253" y="280"/>
                  <a:pt x="250" y="279"/>
                  <a:pt x="247" y="281"/>
                </a:cubicBezTo>
                <a:cubicBezTo>
                  <a:pt x="246" y="286"/>
                  <a:pt x="244" y="291"/>
                  <a:pt x="243" y="297"/>
                </a:cubicBezTo>
                <a:cubicBezTo>
                  <a:pt x="243" y="298"/>
                  <a:pt x="243" y="299"/>
                  <a:pt x="243" y="301"/>
                </a:cubicBezTo>
                <a:cubicBezTo>
                  <a:pt x="240" y="301"/>
                  <a:pt x="238" y="301"/>
                  <a:pt x="236" y="301"/>
                </a:cubicBezTo>
                <a:cubicBezTo>
                  <a:pt x="235" y="307"/>
                  <a:pt x="227" y="311"/>
                  <a:pt x="224" y="311"/>
                </a:cubicBezTo>
                <a:cubicBezTo>
                  <a:pt x="220" y="319"/>
                  <a:pt x="213" y="326"/>
                  <a:pt x="211" y="334"/>
                </a:cubicBezTo>
                <a:cubicBezTo>
                  <a:pt x="210" y="334"/>
                  <a:pt x="210" y="334"/>
                  <a:pt x="209" y="334"/>
                </a:cubicBezTo>
                <a:cubicBezTo>
                  <a:pt x="209" y="334"/>
                  <a:pt x="209" y="334"/>
                  <a:pt x="207" y="335"/>
                </a:cubicBezTo>
                <a:cubicBezTo>
                  <a:pt x="207" y="335"/>
                  <a:pt x="206" y="335"/>
                  <a:pt x="205" y="335"/>
                </a:cubicBezTo>
                <a:cubicBezTo>
                  <a:pt x="204" y="348"/>
                  <a:pt x="204" y="349"/>
                  <a:pt x="198" y="351"/>
                </a:cubicBezTo>
                <a:cubicBezTo>
                  <a:pt x="198" y="351"/>
                  <a:pt x="198" y="352"/>
                  <a:pt x="197" y="353"/>
                </a:cubicBezTo>
                <a:cubicBezTo>
                  <a:pt x="197" y="354"/>
                  <a:pt x="197" y="356"/>
                  <a:pt x="198" y="357"/>
                </a:cubicBezTo>
                <a:cubicBezTo>
                  <a:pt x="206" y="359"/>
                  <a:pt x="206" y="359"/>
                  <a:pt x="207" y="361"/>
                </a:cubicBezTo>
                <a:cubicBezTo>
                  <a:pt x="204" y="366"/>
                  <a:pt x="204" y="366"/>
                  <a:pt x="204" y="381"/>
                </a:cubicBezTo>
                <a:cubicBezTo>
                  <a:pt x="204" y="382"/>
                  <a:pt x="204" y="383"/>
                  <a:pt x="204" y="386"/>
                </a:cubicBezTo>
                <a:cubicBezTo>
                  <a:pt x="204" y="386"/>
                  <a:pt x="204" y="386"/>
                  <a:pt x="200" y="390"/>
                </a:cubicBezTo>
                <a:cubicBezTo>
                  <a:pt x="200" y="393"/>
                  <a:pt x="201" y="396"/>
                  <a:pt x="202" y="399"/>
                </a:cubicBezTo>
                <a:cubicBezTo>
                  <a:pt x="202" y="402"/>
                  <a:pt x="202" y="402"/>
                  <a:pt x="202" y="402"/>
                </a:cubicBezTo>
                <a:cubicBezTo>
                  <a:pt x="202" y="413"/>
                  <a:pt x="220" y="423"/>
                  <a:pt x="220" y="424"/>
                </a:cubicBezTo>
                <a:cubicBezTo>
                  <a:pt x="220" y="430"/>
                  <a:pt x="220" y="435"/>
                  <a:pt x="234" y="438"/>
                </a:cubicBezTo>
                <a:cubicBezTo>
                  <a:pt x="235" y="441"/>
                  <a:pt x="235" y="441"/>
                  <a:pt x="235" y="445"/>
                </a:cubicBezTo>
                <a:cubicBezTo>
                  <a:pt x="247" y="456"/>
                  <a:pt x="255" y="455"/>
                  <a:pt x="255" y="455"/>
                </a:cubicBezTo>
                <a:cubicBezTo>
                  <a:pt x="255" y="454"/>
                  <a:pt x="256" y="452"/>
                  <a:pt x="257" y="451"/>
                </a:cubicBezTo>
                <a:cubicBezTo>
                  <a:pt x="260" y="450"/>
                  <a:pt x="262" y="451"/>
                  <a:pt x="265" y="451"/>
                </a:cubicBezTo>
                <a:cubicBezTo>
                  <a:pt x="266" y="451"/>
                  <a:pt x="266" y="451"/>
                  <a:pt x="268" y="451"/>
                </a:cubicBezTo>
                <a:cubicBezTo>
                  <a:pt x="270" y="451"/>
                  <a:pt x="273" y="451"/>
                  <a:pt x="275" y="451"/>
                </a:cubicBezTo>
                <a:cubicBezTo>
                  <a:pt x="277" y="456"/>
                  <a:pt x="281" y="455"/>
                  <a:pt x="290" y="453"/>
                </a:cubicBezTo>
                <a:cubicBezTo>
                  <a:pt x="293" y="447"/>
                  <a:pt x="295" y="447"/>
                  <a:pt x="305" y="449"/>
                </a:cubicBezTo>
                <a:cubicBezTo>
                  <a:pt x="305" y="449"/>
                  <a:pt x="306" y="449"/>
                  <a:pt x="306" y="449"/>
                </a:cubicBezTo>
                <a:cubicBezTo>
                  <a:pt x="312" y="443"/>
                  <a:pt x="317" y="446"/>
                  <a:pt x="319" y="446"/>
                </a:cubicBezTo>
                <a:cubicBezTo>
                  <a:pt x="321" y="456"/>
                  <a:pt x="323" y="457"/>
                  <a:pt x="327" y="458"/>
                </a:cubicBezTo>
                <a:cubicBezTo>
                  <a:pt x="334" y="458"/>
                  <a:pt x="341" y="458"/>
                  <a:pt x="347" y="459"/>
                </a:cubicBezTo>
                <a:cubicBezTo>
                  <a:pt x="347" y="461"/>
                  <a:pt x="347" y="463"/>
                  <a:pt x="347" y="467"/>
                </a:cubicBezTo>
                <a:cubicBezTo>
                  <a:pt x="347" y="467"/>
                  <a:pt x="345" y="485"/>
                  <a:pt x="343" y="489"/>
                </a:cubicBezTo>
                <a:cubicBezTo>
                  <a:pt x="342" y="489"/>
                  <a:pt x="341" y="489"/>
                  <a:pt x="341" y="489"/>
                </a:cubicBezTo>
                <a:cubicBezTo>
                  <a:pt x="340" y="490"/>
                  <a:pt x="340" y="491"/>
                  <a:pt x="340" y="491"/>
                </a:cubicBezTo>
                <a:cubicBezTo>
                  <a:pt x="355" y="500"/>
                  <a:pt x="356" y="518"/>
                  <a:pt x="365" y="531"/>
                </a:cubicBezTo>
                <a:cubicBezTo>
                  <a:pt x="364" y="532"/>
                  <a:pt x="364" y="533"/>
                  <a:pt x="364" y="533"/>
                </a:cubicBezTo>
                <a:cubicBezTo>
                  <a:pt x="364" y="534"/>
                  <a:pt x="364" y="535"/>
                  <a:pt x="364" y="536"/>
                </a:cubicBezTo>
                <a:cubicBezTo>
                  <a:pt x="364" y="540"/>
                  <a:pt x="365" y="540"/>
                  <a:pt x="367" y="541"/>
                </a:cubicBezTo>
                <a:cubicBezTo>
                  <a:pt x="367" y="553"/>
                  <a:pt x="357" y="562"/>
                  <a:pt x="356" y="574"/>
                </a:cubicBezTo>
                <a:cubicBezTo>
                  <a:pt x="356" y="580"/>
                  <a:pt x="357" y="580"/>
                  <a:pt x="361" y="583"/>
                </a:cubicBezTo>
                <a:cubicBezTo>
                  <a:pt x="361" y="589"/>
                  <a:pt x="361" y="591"/>
                  <a:pt x="366" y="594"/>
                </a:cubicBezTo>
                <a:cubicBezTo>
                  <a:pt x="368" y="603"/>
                  <a:pt x="368" y="603"/>
                  <a:pt x="370" y="604"/>
                </a:cubicBezTo>
                <a:cubicBezTo>
                  <a:pt x="370" y="607"/>
                  <a:pt x="369" y="610"/>
                  <a:pt x="369" y="613"/>
                </a:cubicBezTo>
                <a:cubicBezTo>
                  <a:pt x="369" y="614"/>
                  <a:pt x="375" y="632"/>
                  <a:pt x="382" y="639"/>
                </a:cubicBezTo>
                <a:cubicBezTo>
                  <a:pt x="381" y="642"/>
                  <a:pt x="381" y="642"/>
                  <a:pt x="383" y="645"/>
                </a:cubicBezTo>
                <a:cubicBezTo>
                  <a:pt x="383" y="646"/>
                  <a:pt x="383" y="646"/>
                  <a:pt x="383" y="647"/>
                </a:cubicBezTo>
                <a:cubicBezTo>
                  <a:pt x="382" y="648"/>
                  <a:pt x="380" y="649"/>
                  <a:pt x="380" y="650"/>
                </a:cubicBezTo>
                <a:cubicBezTo>
                  <a:pt x="380" y="650"/>
                  <a:pt x="381" y="651"/>
                  <a:pt x="381" y="651"/>
                </a:cubicBezTo>
                <a:cubicBezTo>
                  <a:pt x="382" y="651"/>
                  <a:pt x="383" y="651"/>
                  <a:pt x="383" y="651"/>
                </a:cubicBezTo>
                <a:cubicBezTo>
                  <a:pt x="383" y="654"/>
                  <a:pt x="383" y="654"/>
                  <a:pt x="386" y="656"/>
                </a:cubicBezTo>
                <a:cubicBezTo>
                  <a:pt x="389" y="656"/>
                  <a:pt x="391" y="656"/>
                  <a:pt x="394" y="656"/>
                </a:cubicBezTo>
                <a:cubicBezTo>
                  <a:pt x="398" y="655"/>
                  <a:pt x="398" y="655"/>
                  <a:pt x="401" y="654"/>
                </a:cubicBezTo>
                <a:cubicBezTo>
                  <a:pt x="404" y="654"/>
                  <a:pt x="408" y="654"/>
                  <a:pt x="412" y="653"/>
                </a:cubicBezTo>
                <a:cubicBezTo>
                  <a:pt x="413" y="653"/>
                  <a:pt x="413" y="652"/>
                  <a:pt x="413" y="651"/>
                </a:cubicBezTo>
                <a:cubicBezTo>
                  <a:pt x="422" y="650"/>
                  <a:pt x="422" y="650"/>
                  <a:pt x="424" y="647"/>
                </a:cubicBezTo>
                <a:cubicBezTo>
                  <a:pt x="424" y="647"/>
                  <a:pt x="451" y="634"/>
                  <a:pt x="448" y="620"/>
                </a:cubicBezTo>
                <a:cubicBezTo>
                  <a:pt x="448" y="619"/>
                  <a:pt x="460" y="612"/>
                  <a:pt x="465" y="610"/>
                </a:cubicBezTo>
                <a:cubicBezTo>
                  <a:pt x="466" y="606"/>
                  <a:pt x="466" y="606"/>
                  <a:pt x="464" y="592"/>
                </a:cubicBezTo>
                <a:cubicBezTo>
                  <a:pt x="476" y="582"/>
                  <a:pt x="492" y="578"/>
                  <a:pt x="500" y="564"/>
                </a:cubicBezTo>
                <a:cubicBezTo>
                  <a:pt x="500" y="563"/>
                  <a:pt x="501" y="562"/>
                  <a:pt x="501" y="560"/>
                </a:cubicBezTo>
                <a:cubicBezTo>
                  <a:pt x="502" y="558"/>
                  <a:pt x="502" y="557"/>
                  <a:pt x="501" y="555"/>
                </a:cubicBezTo>
                <a:cubicBezTo>
                  <a:pt x="502" y="551"/>
                  <a:pt x="503" y="547"/>
                  <a:pt x="503" y="542"/>
                </a:cubicBezTo>
                <a:cubicBezTo>
                  <a:pt x="499" y="535"/>
                  <a:pt x="505" y="528"/>
                  <a:pt x="502" y="521"/>
                </a:cubicBezTo>
                <a:cubicBezTo>
                  <a:pt x="502" y="519"/>
                  <a:pt x="502" y="519"/>
                  <a:pt x="502" y="519"/>
                </a:cubicBezTo>
                <a:cubicBezTo>
                  <a:pt x="515" y="479"/>
                  <a:pt x="568" y="470"/>
                  <a:pt x="577" y="426"/>
                </a:cubicBezTo>
                <a:moveTo>
                  <a:pt x="133" y="516"/>
                </a:moveTo>
                <a:cubicBezTo>
                  <a:pt x="132" y="514"/>
                  <a:pt x="129" y="503"/>
                  <a:pt x="124" y="501"/>
                </a:cubicBezTo>
                <a:cubicBezTo>
                  <a:pt x="123" y="501"/>
                  <a:pt x="122" y="501"/>
                  <a:pt x="120" y="501"/>
                </a:cubicBezTo>
                <a:cubicBezTo>
                  <a:pt x="114" y="498"/>
                  <a:pt x="113" y="486"/>
                  <a:pt x="105" y="490"/>
                </a:cubicBezTo>
                <a:cubicBezTo>
                  <a:pt x="103" y="490"/>
                  <a:pt x="101" y="490"/>
                  <a:pt x="99" y="489"/>
                </a:cubicBezTo>
                <a:cubicBezTo>
                  <a:pt x="96" y="486"/>
                  <a:pt x="96" y="486"/>
                  <a:pt x="93" y="486"/>
                </a:cubicBezTo>
                <a:cubicBezTo>
                  <a:pt x="93" y="487"/>
                  <a:pt x="93" y="489"/>
                  <a:pt x="93" y="490"/>
                </a:cubicBezTo>
                <a:cubicBezTo>
                  <a:pt x="89" y="489"/>
                  <a:pt x="89" y="488"/>
                  <a:pt x="89" y="486"/>
                </a:cubicBezTo>
                <a:cubicBezTo>
                  <a:pt x="89" y="486"/>
                  <a:pt x="90" y="485"/>
                  <a:pt x="90" y="485"/>
                </a:cubicBezTo>
                <a:cubicBezTo>
                  <a:pt x="83" y="478"/>
                  <a:pt x="82" y="478"/>
                  <a:pt x="80" y="478"/>
                </a:cubicBezTo>
                <a:cubicBezTo>
                  <a:pt x="80" y="478"/>
                  <a:pt x="80" y="478"/>
                  <a:pt x="79" y="477"/>
                </a:cubicBezTo>
                <a:cubicBezTo>
                  <a:pt x="77" y="475"/>
                  <a:pt x="77" y="475"/>
                  <a:pt x="74" y="476"/>
                </a:cubicBezTo>
                <a:cubicBezTo>
                  <a:pt x="75" y="477"/>
                  <a:pt x="75" y="479"/>
                  <a:pt x="76" y="481"/>
                </a:cubicBezTo>
                <a:cubicBezTo>
                  <a:pt x="75" y="481"/>
                  <a:pt x="74" y="481"/>
                  <a:pt x="73" y="481"/>
                </a:cubicBezTo>
                <a:cubicBezTo>
                  <a:pt x="73" y="480"/>
                  <a:pt x="73" y="479"/>
                  <a:pt x="72" y="478"/>
                </a:cubicBezTo>
                <a:cubicBezTo>
                  <a:pt x="72" y="477"/>
                  <a:pt x="73" y="476"/>
                  <a:pt x="73" y="475"/>
                </a:cubicBezTo>
                <a:cubicBezTo>
                  <a:pt x="73" y="475"/>
                  <a:pt x="73" y="474"/>
                  <a:pt x="73" y="474"/>
                </a:cubicBezTo>
                <a:cubicBezTo>
                  <a:pt x="73" y="472"/>
                  <a:pt x="73" y="472"/>
                  <a:pt x="68" y="470"/>
                </a:cubicBezTo>
                <a:cubicBezTo>
                  <a:pt x="68" y="470"/>
                  <a:pt x="68" y="470"/>
                  <a:pt x="68" y="470"/>
                </a:cubicBezTo>
                <a:cubicBezTo>
                  <a:pt x="68" y="470"/>
                  <a:pt x="67" y="470"/>
                  <a:pt x="66" y="470"/>
                </a:cubicBezTo>
                <a:cubicBezTo>
                  <a:pt x="67" y="474"/>
                  <a:pt x="67" y="474"/>
                  <a:pt x="67" y="475"/>
                </a:cubicBezTo>
                <a:cubicBezTo>
                  <a:pt x="66" y="475"/>
                  <a:pt x="65" y="475"/>
                  <a:pt x="65" y="475"/>
                </a:cubicBezTo>
                <a:cubicBezTo>
                  <a:pt x="65" y="474"/>
                  <a:pt x="64" y="473"/>
                  <a:pt x="64" y="472"/>
                </a:cubicBezTo>
                <a:cubicBezTo>
                  <a:pt x="65" y="471"/>
                  <a:pt x="66" y="470"/>
                  <a:pt x="66" y="469"/>
                </a:cubicBezTo>
                <a:cubicBezTo>
                  <a:pt x="65" y="461"/>
                  <a:pt x="65" y="461"/>
                  <a:pt x="64" y="459"/>
                </a:cubicBezTo>
                <a:cubicBezTo>
                  <a:pt x="64" y="459"/>
                  <a:pt x="63" y="459"/>
                  <a:pt x="62" y="459"/>
                </a:cubicBezTo>
                <a:cubicBezTo>
                  <a:pt x="62" y="457"/>
                  <a:pt x="62" y="454"/>
                  <a:pt x="61" y="451"/>
                </a:cubicBezTo>
                <a:cubicBezTo>
                  <a:pt x="59" y="446"/>
                  <a:pt x="55" y="442"/>
                  <a:pt x="52" y="437"/>
                </a:cubicBezTo>
                <a:cubicBezTo>
                  <a:pt x="51" y="437"/>
                  <a:pt x="50" y="436"/>
                  <a:pt x="49" y="436"/>
                </a:cubicBezTo>
                <a:cubicBezTo>
                  <a:pt x="49" y="435"/>
                  <a:pt x="48" y="435"/>
                  <a:pt x="48" y="434"/>
                </a:cubicBezTo>
                <a:cubicBezTo>
                  <a:pt x="47" y="435"/>
                  <a:pt x="45" y="435"/>
                  <a:pt x="45" y="435"/>
                </a:cubicBezTo>
                <a:cubicBezTo>
                  <a:pt x="44" y="435"/>
                  <a:pt x="44" y="435"/>
                  <a:pt x="44" y="435"/>
                </a:cubicBezTo>
                <a:cubicBezTo>
                  <a:pt x="44" y="435"/>
                  <a:pt x="34" y="422"/>
                  <a:pt x="32" y="419"/>
                </a:cubicBezTo>
                <a:cubicBezTo>
                  <a:pt x="32" y="419"/>
                  <a:pt x="32" y="418"/>
                  <a:pt x="31" y="417"/>
                </a:cubicBezTo>
                <a:cubicBezTo>
                  <a:pt x="30" y="415"/>
                  <a:pt x="30" y="415"/>
                  <a:pt x="30" y="412"/>
                </a:cubicBezTo>
                <a:cubicBezTo>
                  <a:pt x="30" y="412"/>
                  <a:pt x="30" y="412"/>
                  <a:pt x="29" y="412"/>
                </a:cubicBezTo>
                <a:cubicBezTo>
                  <a:pt x="29" y="412"/>
                  <a:pt x="28" y="413"/>
                  <a:pt x="28" y="413"/>
                </a:cubicBezTo>
                <a:cubicBezTo>
                  <a:pt x="27" y="412"/>
                  <a:pt x="27" y="412"/>
                  <a:pt x="26" y="408"/>
                </a:cubicBezTo>
                <a:cubicBezTo>
                  <a:pt x="26" y="408"/>
                  <a:pt x="27" y="407"/>
                  <a:pt x="27" y="407"/>
                </a:cubicBezTo>
                <a:cubicBezTo>
                  <a:pt x="26" y="406"/>
                  <a:pt x="26" y="405"/>
                  <a:pt x="25" y="404"/>
                </a:cubicBezTo>
                <a:cubicBezTo>
                  <a:pt x="24" y="406"/>
                  <a:pt x="24" y="406"/>
                  <a:pt x="24" y="406"/>
                </a:cubicBezTo>
                <a:cubicBezTo>
                  <a:pt x="24" y="406"/>
                  <a:pt x="24" y="406"/>
                  <a:pt x="24" y="406"/>
                </a:cubicBezTo>
                <a:cubicBezTo>
                  <a:pt x="23" y="405"/>
                  <a:pt x="22" y="405"/>
                  <a:pt x="22" y="405"/>
                </a:cubicBezTo>
                <a:cubicBezTo>
                  <a:pt x="22" y="406"/>
                  <a:pt x="22" y="407"/>
                  <a:pt x="22" y="409"/>
                </a:cubicBezTo>
                <a:cubicBezTo>
                  <a:pt x="21" y="409"/>
                  <a:pt x="21" y="409"/>
                  <a:pt x="21" y="410"/>
                </a:cubicBezTo>
                <a:cubicBezTo>
                  <a:pt x="20" y="406"/>
                  <a:pt x="20" y="406"/>
                  <a:pt x="18" y="405"/>
                </a:cubicBezTo>
                <a:cubicBezTo>
                  <a:pt x="18" y="405"/>
                  <a:pt x="17" y="405"/>
                  <a:pt x="16" y="405"/>
                </a:cubicBezTo>
                <a:cubicBezTo>
                  <a:pt x="16" y="404"/>
                  <a:pt x="15" y="404"/>
                  <a:pt x="15" y="403"/>
                </a:cubicBezTo>
                <a:cubicBezTo>
                  <a:pt x="15" y="402"/>
                  <a:pt x="15" y="401"/>
                  <a:pt x="14" y="399"/>
                </a:cubicBezTo>
                <a:cubicBezTo>
                  <a:pt x="13" y="398"/>
                  <a:pt x="12" y="397"/>
                  <a:pt x="12" y="396"/>
                </a:cubicBezTo>
                <a:cubicBezTo>
                  <a:pt x="12" y="396"/>
                  <a:pt x="12" y="409"/>
                  <a:pt x="11" y="413"/>
                </a:cubicBezTo>
                <a:cubicBezTo>
                  <a:pt x="9" y="402"/>
                  <a:pt x="10" y="396"/>
                  <a:pt x="10" y="393"/>
                </a:cubicBezTo>
                <a:cubicBezTo>
                  <a:pt x="10" y="392"/>
                  <a:pt x="10" y="392"/>
                  <a:pt x="10" y="392"/>
                </a:cubicBezTo>
                <a:cubicBezTo>
                  <a:pt x="10" y="392"/>
                  <a:pt x="10" y="392"/>
                  <a:pt x="9" y="392"/>
                </a:cubicBezTo>
                <a:cubicBezTo>
                  <a:pt x="9" y="394"/>
                  <a:pt x="9" y="394"/>
                  <a:pt x="9" y="397"/>
                </a:cubicBezTo>
                <a:cubicBezTo>
                  <a:pt x="8" y="397"/>
                  <a:pt x="8" y="397"/>
                  <a:pt x="7" y="398"/>
                </a:cubicBezTo>
                <a:cubicBezTo>
                  <a:pt x="7" y="399"/>
                  <a:pt x="6" y="401"/>
                  <a:pt x="6" y="401"/>
                </a:cubicBezTo>
                <a:cubicBezTo>
                  <a:pt x="6" y="404"/>
                  <a:pt x="6" y="406"/>
                  <a:pt x="6" y="410"/>
                </a:cubicBezTo>
                <a:cubicBezTo>
                  <a:pt x="2" y="424"/>
                  <a:pt x="12" y="436"/>
                  <a:pt x="10" y="449"/>
                </a:cubicBezTo>
                <a:cubicBezTo>
                  <a:pt x="11" y="454"/>
                  <a:pt x="11" y="454"/>
                  <a:pt x="11" y="456"/>
                </a:cubicBezTo>
                <a:cubicBezTo>
                  <a:pt x="12" y="461"/>
                  <a:pt x="12" y="461"/>
                  <a:pt x="13" y="465"/>
                </a:cubicBezTo>
                <a:cubicBezTo>
                  <a:pt x="13" y="465"/>
                  <a:pt x="13" y="465"/>
                  <a:pt x="13" y="466"/>
                </a:cubicBezTo>
                <a:cubicBezTo>
                  <a:pt x="16" y="475"/>
                  <a:pt x="16" y="475"/>
                  <a:pt x="16" y="476"/>
                </a:cubicBezTo>
                <a:cubicBezTo>
                  <a:pt x="17" y="477"/>
                  <a:pt x="17" y="478"/>
                  <a:pt x="17" y="479"/>
                </a:cubicBezTo>
                <a:cubicBezTo>
                  <a:pt x="17" y="479"/>
                  <a:pt x="18" y="484"/>
                  <a:pt x="21" y="492"/>
                </a:cubicBezTo>
                <a:cubicBezTo>
                  <a:pt x="21" y="493"/>
                  <a:pt x="21" y="493"/>
                  <a:pt x="22" y="494"/>
                </a:cubicBezTo>
                <a:cubicBezTo>
                  <a:pt x="25" y="502"/>
                  <a:pt x="28" y="509"/>
                  <a:pt x="32" y="517"/>
                </a:cubicBezTo>
                <a:cubicBezTo>
                  <a:pt x="32" y="518"/>
                  <a:pt x="32" y="519"/>
                  <a:pt x="33" y="520"/>
                </a:cubicBezTo>
                <a:cubicBezTo>
                  <a:pt x="38" y="531"/>
                  <a:pt x="50" y="555"/>
                  <a:pt x="61" y="564"/>
                </a:cubicBezTo>
                <a:cubicBezTo>
                  <a:pt x="64" y="567"/>
                  <a:pt x="66" y="571"/>
                  <a:pt x="68" y="575"/>
                </a:cubicBezTo>
                <a:cubicBezTo>
                  <a:pt x="69" y="576"/>
                  <a:pt x="70" y="577"/>
                  <a:pt x="70" y="578"/>
                </a:cubicBezTo>
                <a:cubicBezTo>
                  <a:pt x="70" y="579"/>
                  <a:pt x="70" y="579"/>
                  <a:pt x="70" y="579"/>
                </a:cubicBezTo>
                <a:cubicBezTo>
                  <a:pt x="71" y="579"/>
                  <a:pt x="71" y="579"/>
                  <a:pt x="72" y="580"/>
                </a:cubicBezTo>
                <a:cubicBezTo>
                  <a:pt x="72" y="581"/>
                  <a:pt x="72" y="581"/>
                  <a:pt x="73" y="582"/>
                </a:cubicBezTo>
                <a:cubicBezTo>
                  <a:pt x="73" y="582"/>
                  <a:pt x="73" y="582"/>
                  <a:pt x="73" y="583"/>
                </a:cubicBezTo>
                <a:cubicBezTo>
                  <a:pt x="75" y="586"/>
                  <a:pt x="75" y="586"/>
                  <a:pt x="76" y="587"/>
                </a:cubicBezTo>
                <a:cubicBezTo>
                  <a:pt x="76" y="587"/>
                  <a:pt x="76" y="587"/>
                  <a:pt x="76" y="587"/>
                </a:cubicBezTo>
                <a:cubicBezTo>
                  <a:pt x="77" y="588"/>
                  <a:pt x="77" y="588"/>
                  <a:pt x="78" y="590"/>
                </a:cubicBezTo>
                <a:cubicBezTo>
                  <a:pt x="78" y="590"/>
                  <a:pt x="79" y="591"/>
                  <a:pt x="79" y="591"/>
                </a:cubicBezTo>
                <a:cubicBezTo>
                  <a:pt x="79" y="592"/>
                  <a:pt x="79" y="592"/>
                  <a:pt x="79" y="592"/>
                </a:cubicBezTo>
                <a:cubicBezTo>
                  <a:pt x="79" y="592"/>
                  <a:pt x="80" y="592"/>
                  <a:pt x="80" y="592"/>
                </a:cubicBezTo>
                <a:cubicBezTo>
                  <a:pt x="81" y="594"/>
                  <a:pt x="81" y="595"/>
                  <a:pt x="83" y="597"/>
                </a:cubicBezTo>
                <a:cubicBezTo>
                  <a:pt x="83" y="597"/>
                  <a:pt x="84" y="598"/>
                  <a:pt x="84" y="598"/>
                </a:cubicBezTo>
                <a:cubicBezTo>
                  <a:pt x="84" y="598"/>
                  <a:pt x="84" y="599"/>
                  <a:pt x="85" y="599"/>
                </a:cubicBezTo>
                <a:cubicBezTo>
                  <a:pt x="87" y="602"/>
                  <a:pt x="89" y="606"/>
                  <a:pt x="92" y="609"/>
                </a:cubicBezTo>
                <a:cubicBezTo>
                  <a:pt x="92" y="609"/>
                  <a:pt x="100" y="619"/>
                  <a:pt x="102" y="622"/>
                </a:cubicBezTo>
                <a:cubicBezTo>
                  <a:pt x="103" y="622"/>
                  <a:pt x="103" y="623"/>
                  <a:pt x="103" y="623"/>
                </a:cubicBezTo>
                <a:cubicBezTo>
                  <a:pt x="110" y="630"/>
                  <a:pt x="117" y="637"/>
                  <a:pt x="123" y="644"/>
                </a:cubicBezTo>
                <a:cubicBezTo>
                  <a:pt x="124" y="645"/>
                  <a:pt x="124" y="645"/>
                  <a:pt x="126" y="647"/>
                </a:cubicBezTo>
                <a:cubicBezTo>
                  <a:pt x="126" y="647"/>
                  <a:pt x="127" y="648"/>
                  <a:pt x="127" y="648"/>
                </a:cubicBezTo>
                <a:cubicBezTo>
                  <a:pt x="148" y="666"/>
                  <a:pt x="148" y="666"/>
                  <a:pt x="152" y="669"/>
                </a:cubicBezTo>
                <a:cubicBezTo>
                  <a:pt x="156" y="672"/>
                  <a:pt x="160" y="675"/>
                  <a:pt x="165" y="678"/>
                </a:cubicBezTo>
                <a:cubicBezTo>
                  <a:pt x="165" y="678"/>
                  <a:pt x="165" y="678"/>
                  <a:pt x="165" y="678"/>
                </a:cubicBezTo>
                <a:cubicBezTo>
                  <a:pt x="156" y="672"/>
                  <a:pt x="156" y="672"/>
                  <a:pt x="156" y="672"/>
                </a:cubicBezTo>
                <a:cubicBezTo>
                  <a:pt x="157" y="672"/>
                  <a:pt x="157" y="672"/>
                  <a:pt x="157" y="672"/>
                </a:cubicBezTo>
                <a:cubicBezTo>
                  <a:pt x="158" y="673"/>
                  <a:pt x="159" y="674"/>
                  <a:pt x="161" y="675"/>
                </a:cubicBezTo>
                <a:cubicBezTo>
                  <a:pt x="161" y="675"/>
                  <a:pt x="161" y="676"/>
                  <a:pt x="162" y="676"/>
                </a:cubicBezTo>
                <a:cubicBezTo>
                  <a:pt x="163" y="677"/>
                  <a:pt x="165" y="678"/>
                  <a:pt x="167" y="680"/>
                </a:cubicBezTo>
                <a:cubicBezTo>
                  <a:pt x="169" y="681"/>
                  <a:pt x="169" y="681"/>
                  <a:pt x="178" y="687"/>
                </a:cubicBezTo>
                <a:cubicBezTo>
                  <a:pt x="177" y="686"/>
                  <a:pt x="175" y="685"/>
                  <a:pt x="174" y="685"/>
                </a:cubicBezTo>
                <a:cubicBezTo>
                  <a:pt x="174" y="684"/>
                  <a:pt x="174" y="684"/>
                  <a:pt x="173" y="684"/>
                </a:cubicBezTo>
                <a:cubicBezTo>
                  <a:pt x="172" y="683"/>
                  <a:pt x="172" y="683"/>
                  <a:pt x="171" y="683"/>
                </a:cubicBezTo>
                <a:cubicBezTo>
                  <a:pt x="172" y="683"/>
                  <a:pt x="172" y="683"/>
                  <a:pt x="172" y="683"/>
                </a:cubicBezTo>
                <a:cubicBezTo>
                  <a:pt x="173" y="684"/>
                  <a:pt x="174" y="684"/>
                  <a:pt x="175" y="685"/>
                </a:cubicBezTo>
                <a:cubicBezTo>
                  <a:pt x="177" y="686"/>
                  <a:pt x="180" y="688"/>
                  <a:pt x="182" y="689"/>
                </a:cubicBezTo>
                <a:cubicBezTo>
                  <a:pt x="181" y="689"/>
                  <a:pt x="179" y="688"/>
                  <a:pt x="178" y="687"/>
                </a:cubicBezTo>
                <a:cubicBezTo>
                  <a:pt x="179" y="688"/>
                  <a:pt x="180" y="688"/>
                  <a:pt x="181" y="689"/>
                </a:cubicBezTo>
                <a:cubicBezTo>
                  <a:pt x="186" y="692"/>
                  <a:pt x="191" y="695"/>
                  <a:pt x="196" y="698"/>
                </a:cubicBezTo>
                <a:cubicBezTo>
                  <a:pt x="197" y="698"/>
                  <a:pt x="197" y="698"/>
                  <a:pt x="198" y="699"/>
                </a:cubicBezTo>
                <a:cubicBezTo>
                  <a:pt x="199" y="700"/>
                  <a:pt x="201" y="700"/>
                  <a:pt x="202" y="701"/>
                </a:cubicBezTo>
                <a:cubicBezTo>
                  <a:pt x="203" y="701"/>
                  <a:pt x="203" y="701"/>
                  <a:pt x="203" y="702"/>
                </a:cubicBezTo>
                <a:cubicBezTo>
                  <a:pt x="207" y="703"/>
                  <a:pt x="210" y="705"/>
                  <a:pt x="213" y="706"/>
                </a:cubicBezTo>
                <a:cubicBezTo>
                  <a:pt x="214" y="707"/>
                  <a:pt x="214" y="707"/>
                  <a:pt x="214" y="707"/>
                </a:cubicBezTo>
                <a:cubicBezTo>
                  <a:pt x="215" y="707"/>
                  <a:pt x="215" y="707"/>
                  <a:pt x="215" y="707"/>
                </a:cubicBezTo>
                <a:cubicBezTo>
                  <a:pt x="215" y="708"/>
                  <a:pt x="215" y="708"/>
                  <a:pt x="215" y="708"/>
                </a:cubicBezTo>
                <a:cubicBezTo>
                  <a:pt x="219" y="709"/>
                  <a:pt x="219" y="709"/>
                  <a:pt x="220" y="710"/>
                </a:cubicBezTo>
                <a:cubicBezTo>
                  <a:pt x="221" y="710"/>
                  <a:pt x="221" y="710"/>
                  <a:pt x="221" y="710"/>
                </a:cubicBezTo>
                <a:cubicBezTo>
                  <a:pt x="228" y="713"/>
                  <a:pt x="237" y="717"/>
                  <a:pt x="237" y="717"/>
                </a:cubicBezTo>
                <a:cubicBezTo>
                  <a:pt x="237" y="717"/>
                  <a:pt x="238" y="717"/>
                  <a:pt x="238" y="717"/>
                </a:cubicBezTo>
                <a:cubicBezTo>
                  <a:pt x="240" y="718"/>
                  <a:pt x="240" y="718"/>
                  <a:pt x="243" y="719"/>
                </a:cubicBezTo>
                <a:cubicBezTo>
                  <a:pt x="243" y="719"/>
                  <a:pt x="243" y="719"/>
                  <a:pt x="245" y="719"/>
                </a:cubicBezTo>
                <a:cubicBezTo>
                  <a:pt x="245" y="719"/>
                  <a:pt x="245" y="719"/>
                  <a:pt x="245" y="719"/>
                </a:cubicBezTo>
                <a:cubicBezTo>
                  <a:pt x="241" y="717"/>
                  <a:pt x="241" y="717"/>
                  <a:pt x="239" y="717"/>
                </a:cubicBezTo>
                <a:cubicBezTo>
                  <a:pt x="238" y="717"/>
                  <a:pt x="238" y="716"/>
                  <a:pt x="236" y="716"/>
                </a:cubicBezTo>
                <a:cubicBezTo>
                  <a:pt x="236" y="716"/>
                  <a:pt x="230" y="713"/>
                  <a:pt x="227" y="712"/>
                </a:cubicBezTo>
                <a:cubicBezTo>
                  <a:pt x="226" y="712"/>
                  <a:pt x="226" y="712"/>
                  <a:pt x="225" y="711"/>
                </a:cubicBezTo>
                <a:cubicBezTo>
                  <a:pt x="218" y="708"/>
                  <a:pt x="218" y="708"/>
                  <a:pt x="217" y="707"/>
                </a:cubicBezTo>
                <a:cubicBezTo>
                  <a:pt x="217" y="707"/>
                  <a:pt x="216" y="707"/>
                  <a:pt x="215" y="706"/>
                </a:cubicBezTo>
                <a:cubicBezTo>
                  <a:pt x="214" y="706"/>
                  <a:pt x="212" y="705"/>
                  <a:pt x="210" y="704"/>
                </a:cubicBezTo>
                <a:cubicBezTo>
                  <a:pt x="210" y="704"/>
                  <a:pt x="209" y="704"/>
                  <a:pt x="209" y="703"/>
                </a:cubicBezTo>
                <a:cubicBezTo>
                  <a:pt x="209" y="703"/>
                  <a:pt x="209" y="704"/>
                  <a:pt x="208" y="703"/>
                </a:cubicBezTo>
                <a:cubicBezTo>
                  <a:pt x="203" y="700"/>
                  <a:pt x="196" y="695"/>
                  <a:pt x="196" y="695"/>
                </a:cubicBezTo>
                <a:cubicBezTo>
                  <a:pt x="195" y="695"/>
                  <a:pt x="194" y="694"/>
                  <a:pt x="194" y="694"/>
                </a:cubicBezTo>
                <a:cubicBezTo>
                  <a:pt x="193" y="694"/>
                  <a:pt x="193" y="694"/>
                  <a:pt x="192" y="693"/>
                </a:cubicBezTo>
                <a:cubicBezTo>
                  <a:pt x="190" y="692"/>
                  <a:pt x="187" y="691"/>
                  <a:pt x="184" y="689"/>
                </a:cubicBezTo>
                <a:cubicBezTo>
                  <a:pt x="184" y="689"/>
                  <a:pt x="184" y="689"/>
                  <a:pt x="183" y="688"/>
                </a:cubicBezTo>
                <a:cubicBezTo>
                  <a:pt x="182" y="688"/>
                  <a:pt x="181" y="687"/>
                  <a:pt x="180" y="686"/>
                </a:cubicBezTo>
                <a:cubicBezTo>
                  <a:pt x="181" y="686"/>
                  <a:pt x="181" y="686"/>
                  <a:pt x="182" y="686"/>
                </a:cubicBezTo>
                <a:cubicBezTo>
                  <a:pt x="180" y="685"/>
                  <a:pt x="178" y="684"/>
                  <a:pt x="176" y="682"/>
                </a:cubicBezTo>
                <a:cubicBezTo>
                  <a:pt x="173" y="680"/>
                  <a:pt x="171" y="678"/>
                  <a:pt x="168" y="676"/>
                </a:cubicBezTo>
                <a:cubicBezTo>
                  <a:pt x="168" y="675"/>
                  <a:pt x="168" y="675"/>
                  <a:pt x="166" y="674"/>
                </a:cubicBezTo>
                <a:cubicBezTo>
                  <a:pt x="166" y="674"/>
                  <a:pt x="166" y="674"/>
                  <a:pt x="166" y="674"/>
                </a:cubicBezTo>
                <a:cubicBezTo>
                  <a:pt x="166" y="674"/>
                  <a:pt x="166" y="674"/>
                  <a:pt x="166" y="674"/>
                </a:cubicBezTo>
                <a:cubicBezTo>
                  <a:pt x="166" y="674"/>
                  <a:pt x="166" y="674"/>
                  <a:pt x="166" y="674"/>
                </a:cubicBezTo>
                <a:cubicBezTo>
                  <a:pt x="166" y="674"/>
                  <a:pt x="166" y="674"/>
                  <a:pt x="166" y="674"/>
                </a:cubicBezTo>
                <a:cubicBezTo>
                  <a:pt x="166" y="674"/>
                  <a:pt x="166" y="674"/>
                  <a:pt x="166" y="674"/>
                </a:cubicBezTo>
                <a:cubicBezTo>
                  <a:pt x="166" y="674"/>
                  <a:pt x="166" y="674"/>
                  <a:pt x="166" y="674"/>
                </a:cubicBezTo>
                <a:cubicBezTo>
                  <a:pt x="166" y="674"/>
                  <a:pt x="166" y="674"/>
                  <a:pt x="166" y="674"/>
                </a:cubicBezTo>
                <a:cubicBezTo>
                  <a:pt x="166" y="674"/>
                  <a:pt x="166" y="674"/>
                  <a:pt x="167" y="675"/>
                </a:cubicBezTo>
                <a:cubicBezTo>
                  <a:pt x="165" y="675"/>
                  <a:pt x="165" y="675"/>
                  <a:pt x="161" y="671"/>
                </a:cubicBezTo>
                <a:cubicBezTo>
                  <a:pt x="160" y="671"/>
                  <a:pt x="159" y="670"/>
                  <a:pt x="158" y="669"/>
                </a:cubicBezTo>
                <a:cubicBezTo>
                  <a:pt x="158" y="669"/>
                  <a:pt x="158" y="669"/>
                  <a:pt x="160" y="670"/>
                </a:cubicBezTo>
                <a:cubicBezTo>
                  <a:pt x="161" y="670"/>
                  <a:pt x="161" y="671"/>
                  <a:pt x="162" y="671"/>
                </a:cubicBezTo>
                <a:cubicBezTo>
                  <a:pt x="162" y="671"/>
                  <a:pt x="163" y="671"/>
                  <a:pt x="163" y="671"/>
                </a:cubicBezTo>
                <a:cubicBezTo>
                  <a:pt x="162" y="670"/>
                  <a:pt x="162" y="670"/>
                  <a:pt x="161" y="670"/>
                </a:cubicBezTo>
                <a:cubicBezTo>
                  <a:pt x="161" y="669"/>
                  <a:pt x="161" y="669"/>
                  <a:pt x="159" y="668"/>
                </a:cubicBezTo>
                <a:cubicBezTo>
                  <a:pt x="158" y="667"/>
                  <a:pt x="158" y="667"/>
                  <a:pt x="154" y="663"/>
                </a:cubicBezTo>
                <a:cubicBezTo>
                  <a:pt x="153" y="663"/>
                  <a:pt x="153" y="662"/>
                  <a:pt x="152" y="662"/>
                </a:cubicBezTo>
                <a:cubicBezTo>
                  <a:pt x="152" y="662"/>
                  <a:pt x="153" y="662"/>
                  <a:pt x="153" y="662"/>
                </a:cubicBezTo>
                <a:cubicBezTo>
                  <a:pt x="154" y="662"/>
                  <a:pt x="154" y="662"/>
                  <a:pt x="154" y="661"/>
                </a:cubicBezTo>
                <a:cubicBezTo>
                  <a:pt x="155" y="661"/>
                  <a:pt x="155" y="661"/>
                  <a:pt x="157" y="662"/>
                </a:cubicBezTo>
                <a:cubicBezTo>
                  <a:pt x="155" y="660"/>
                  <a:pt x="153" y="657"/>
                  <a:pt x="152" y="655"/>
                </a:cubicBezTo>
                <a:cubicBezTo>
                  <a:pt x="151" y="653"/>
                  <a:pt x="151" y="653"/>
                  <a:pt x="151" y="653"/>
                </a:cubicBezTo>
                <a:cubicBezTo>
                  <a:pt x="150" y="653"/>
                  <a:pt x="149" y="652"/>
                  <a:pt x="148" y="651"/>
                </a:cubicBezTo>
                <a:cubicBezTo>
                  <a:pt x="148" y="651"/>
                  <a:pt x="148" y="651"/>
                  <a:pt x="147" y="651"/>
                </a:cubicBezTo>
                <a:cubicBezTo>
                  <a:pt x="147" y="650"/>
                  <a:pt x="146" y="650"/>
                  <a:pt x="145" y="648"/>
                </a:cubicBezTo>
                <a:cubicBezTo>
                  <a:pt x="142" y="646"/>
                  <a:pt x="139" y="645"/>
                  <a:pt x="137" y="643"/>
                </a:cubicBezTo>
                <a:cubicBezTo>
                  <a:pt x="138" y="643"/>
                  <a:pt x="138" y="643"/>
                  <a:pt x="139" y="643"/>
                </a:cubicBezTo>
                <a:cubicBezTo>
                  <a:pt x="145" y="646"/>
                  <a:pt x="145" y="646"/>
                  <a:pt x="146" y="644"/>
                </a:cubicBezTo>
                <a:cubicBezTo>
                  <a:pt x="137" y="630"/>
                  <a:pt x="137" y="628"/>
                  <a:pt x="137" y="627"/>
                </a:cubicBezTo>
                <a:cubicBezTo>
                  <a:pt x="138" y="628"/>
                  <a:pt x="139" y="630"/>
                  <a:pt x="140" y="631"/>
                </a:cubicBezTo>
                <a:cubicBezTo>
                  <a:pt x="137" y="619"/>
                  <a:pt x="125" y="611"/>
                  <a:pt x="127" y="597"/>
                </a:cubicBezTo>
                <a:cubicBezTo>
                  <a:pt x="128" y="597"/>
                  <a:pt x="129" y="597"/>
                  <a:pt x="130" y="597"/>
                </a:cubicBezTo>
                <a:cubicBezTo>
                  <a:pt x="130" y="596"/>
                  <a:pt x="131" y="594"/>
                  <a:pt x="131" y="593"/>
                </a:cubicBezTo>
                <a:cubicBezTo>
                  <a:pt x="133" y="594"/>
                  <a:pt x="136" y="594"/>
                  <a:pt x="138" y="594"/>
                </a:cubicBezTo>
                <a:cubicBezTo>
                  <a:pt x="138" y="593"/>
                  <a:pt x="138" y="592"/>
                  <a:pt x="137" y="591"/>
                </a:cubicBezTo>
                <a:cubicBezTo>
                  <a:pt x="138" y="590"/>
                  <a:pt x="138" y="590"/>
                  <a:pt x="138" y="590"/>
                </a:cubicBezTo>
                <a:cubicBezTo>
                  <a:pt x="137" y="585"/>
                  <a:pt x="137" y="585"/>
                  <a:pt x="137" y="584"/>
                </a:cubicBezTo>
                <a:cubicBezTo>
                  <a:pt x="137" y="583"/>
                  <a:pt x="138" y="583"/>
                  <a:pt x="138" y="583"/>
                </a:cubicBezTo>
                <a:cubicBezTo>
                  <a:pt x="136" y="579"/>
                  <a:pt x="136" y="578"/>
                  <a:pt x="136" y="575"/>
                </a:cubicBezTo>
                <a:cubicBezTo>
                  <a:pt x="136" y="575"/>
                  <a:pt x="136" y="575"/>
                  <a:pt x="136" y="575"/>
                </a:cubicBezTo>
                <a:cubicBezTo>
                  <a:pt x="136" y="572"/>
                  <a:pt x="134" y="569"/>
                  <a:pt x="133" y="566"/>
                </a:cubicBezTo>
                <a:cubicBezTo>
                  <a:pt x="133" y="566"/>
                  <a:pt x="133" y="566"/>
                  <a:pt x="133" y="564"/>
                </a:cubicBezTo>
                <a:cubicBezTo>
                  <a:pt x="133" y="561"/>
                  <a:pt x="132" y="559"/>
                  <a:pt x="131" y="557"/>
                </a:cubicBezTo>
                <a:cubicBezTo>
                  <a:pt x="131" y="557"/>
                  <a:pt x="131" y="556"/>
                  <a:pt x="130" y="555"/>
                </a:cubicBezTo>
                <a:cubicBezTo>
                  <a:pt x="130" y="554"/>
                  <a:pt x="130" y="554"/>
                  <a:pt x="129" y="553"/>
                </a:cubicBezTo>
                <a:cubicBezTo>
                  <a:pt x="129" y="552"/>
                  <a:pt x="129" y="552"/>
                  <a:pt x="128" y="550"/>
                </a:cubicBezTo>
                <a:cubicBezTo>
                  <a:pt x="127" y="548"/>
                  <a:pt x="126" y="545"/>
                  <a:pt x="126" y="543"/>
                </a:cubicBezTo>
                <a:cubicBezTo>
                  <a:pt x="126" y="543"/>
                  <a:pt x="126" y="543"/>
                  <a:pt x="129" y="535"/>
                </a:cubicBezTo>
                <a:cubicBezTo>
                  <a:pt x="129" y="534"/>
                  <a:pt x="130" y="534"/>
                  <a:pt x="130" y="534"/>
                </a:cubicBezTo>
                <a:cubicBezTo>
                  <a:pt x="130" y="533"/>
                  <a:pt x="131" y="533"/>
                  <a:pt x="131" y="532"/>
                </a:cubicBezTo>
                <a:cubicBezTo>
                  <a:pt x="131" y="532"/>
                  <a:pt x="132" y="525"/>
                  <a:pt x="133" y="522"/>
                </a:cubicBezTo>
                <a:cubicBezTo>
                  <a:pt x="134" y="519"/>
                  <a:pt x="134" y="519"/>
                  <a:pt x="133" y="516"/>
                </a:cubicBezTo>
                <a:moveTo>
                  <a:pt x="19" y="357"/>
                </a:moveTo>
                <a:cubicBezTo>
                  <a:pt x="20" y="357"/>
                  <a:pt x="20" y="357"/>
                  <a:pt x="20" y="357"/>
                </a:cubicBezTo>
                <a:cubicBezTo>
                  <a:pt x="19" y="357"/>
                  <a:pt x="19" y="356"/>
                  <a:pt x="19" y="356"/>
                </a:cubicBezTo>
                <a:cubicBezTo>
                  <a:pt x="19" y="355"/>
                  <a:pt x="19" y="353"/>
                  <a:pt x="19" y="352"/>
                </a:cubicBezTo>
                <a:cubicBezTo>
                  <a:pt x="17" y="353"/>
                  <a:pt x="17" y="353"/>
                  <a:pt x="17" y="353"/>
                </a:cubicBezTo>
                <a:cubicBezTo>
                  <a:pt x="16" y="353"/>
                  <a:pt x="16" y="353"/>
                  <a:pt x="16" y="353"/>
                </a:cubicBezTo>
                <a:cubicBezTo>
                  <a:pt x="16" y="352"/>
                  <a:pt x="16" y="352"/>
                  <a:pt x="15" y="351"/>
                </a:cubicBezTo>
                <a:cubicBezTo>
                  <a:pt x="15" y="351"/>
                  <a:pt x="15" y="351"/>
                  <a:pt x="15" y="351"/>
                </a:cubicBezTo>
                <a:cubicBezTo>
                  <a:pt x="14" y="352"/>
                  <a:pt x="14" y="353"/>
                  <a:pt x="14" y="353"/>
                </a:cubicBezTo>
                <a:cubicBezTo>
                  <a:pt x="13" y="353"/>
                  <a:pt x="13" y="353"/>
                  <a:pt x="13" y="353"/>
                </a:cubicBezTo>
                <a:cubicBezTo>
                  <a:pt x="13" y="353"/>
                  <a:pt x="13" y="353"/>
                  <a:pt x="12" y="352"/>
                </a:cubicBezTo>
                <a:cubicBezTo>
                  <a:pt x="12" y="351"/>
                  <a:pt x="12" y="351"/>
                  <a:pt x="12" y="351"/>
                </a:cubicBezTo>
                <a:cubicBezTo>
                  <a:pt x="12" y="350"/>
                  <a:pt x="12" y="350"/>
                  <a:pt x="11" y="349"/>
                </a:cubicBezTo>
                <a:cubicBezTo>
                  <a:pt x="11" y="348"/>
                  <a:pt x="11" y="348"/>
                  <a:pt x="11" y="348"/>
                </a:cubicBezTo>
                <a:cubicBezTo>
                  <a:pt x="11" y="348"/>
                  <a:pt x="11" y="348"/>
                  <a:pt x="11" y="348"/>
                </a:cubicBezTo>
                <a:cubicBezTo>
                  <a:pt x="10" y="348"/>
                  <a:pt x="10" y="348"/>
                  <a:pt x="10" y="348"/>
                </a:cubicBezTo>
                <a:cubicBezTo>
                  <a:pt x="10" y="348"/>
                  <a:pt x="10" y="347"/>
                  <a:pt x="9" y="347"/>
                </a:cubicBezTo>
                <a:cubicBezTo>
                  <a:pt x="9" y="347"/>
                  <a:pt x="9" y="347"/>
                  <a:pt x="8" y="348"/>
                </a:cubicBezTo>
                <a:cubicBezTo>
                  <a:pt x="8" y="350"/>
                  <a:pt x="8" y="353"/>
                  <a:pt x="8" y="355"/>
                </a:cubicBezTo>
                <a:cubicBezTo>
                  <a:pt x="8" y="359"/>
                  <a:pt x="8" y="360"/>
                  <a:pt x="8" y="360"/>
                </a:cubicBezTo>
                <a:cubicBezTo>
                  <a:pt x="9" y="360"/>
                  <a:pt x="9" y="360"/>
                  <a:pt x="9" y="360"/>
                </a:cubicBezTo>
                <a:cubicBezTo>
                  <a:pt x="9" y="360"/>
                  <a:pt x="9" y="360"/>
                  <a:pt x="10" y="358"/>
                </a:cubicBezTo>
                <a:cubicBezTo>
                  <a:pt x="10" y="357"/>
                  <a:pt x="11" y="357"/>
                  <a:pt x="11" y="357"/>
                </a:cubicBezTo>
                <a:cubicBezTo>
                  <a:pt x="11" y="357"/>
                  <a:pt x="11" y="357"/>
                  <a:pt x="12" y="358"/>
                </a:cubicBezTo>
                <a:cubicBezTo>
                  <a:pt x="12" y="358"/>
                  <a:pt x="12" y="358"/>
                  <a:pt x="12" y="358"/>
                </a:cubicBezTo>
                <a:cubicBezTo>
                  <a:pt x="12" y="358"/>
                  <a:pt x="12" y="358"/>
                  <a:pt x="12" y="358"/>
                </a:cubicBezTo>
                <a:cubicBezTo>
                  <a:pt x="12" y="357"/>
                  <a:pt x="12" y="357"/>
                  <a:pt x="13" y="358"/>
                </a:cubicBezTo>
                <a:cubicBezTo>
                  <a:pt x="14" y="358"/>
                  <a:pt x="15" y="357"/>
                  <a:pt x="15" y="357"/>
                </a:cubicBezTo>
                <a:cubicBezTo>
                  <a:pt x="16" y="357"/>
                  <a:pt x="16" y="357"/>
                  <a:pt x="16" y="357"/>
                </a:cubicBezTo>
                <a:cubicBezTo>
                  <a:pt x="17" y="358"/>
                  <a:pt x="18" y="358"/>
                  <a:pt x="18" y="358"/>
                </a:cubicBezTo>
                <a:cubicBezTo>
                  <a:pt x="19" y="358"/>
                  <a:pt x="19" y="358"/>
                  <a:pt x="19" y="358"/>
                </a:cubicBezTo>
                <a:cubicBezTo>
                  <a:pt x="19" y="358"/>
                  <a:pt x="19" y="358"/>
                  <a:pt x="19" y="357"/>
                </a:cubicBezTo>
                <a:moveTo>
                  <a:pt x="4" y="358"/>
                </a:moveTo>
                <a:cubicBezTo>
                  <a:pt x="4" y="357"/>
                  <a:pt x="4" y="355"/>
                  <a:pt x="4" y="355"/>
                </a:cubicBezTo>
                <a:cubicBezTo>
                  <a:pt x="4" y="354"/>
                  <a:pt x="4" y="354"/>
                  <a:pt x="4" y="354"/>
                </a:cubicBezTo>
                <a:cubicBezTo>
                  <a:pt x="4" y="354"/>
                  <a:pt x="4" y="353"/>
                  <a:pt x="4" y="353"/>
                </a:cubicBezTo>
                <a:cubicBezTo>
                  <a:pt x="4" y="353"/>
                  <a:pt x="4" y="353"/>
                  <a:pt x="4" y="353"/>
                </a:cubicBezTo>
                <a:cubicBezTo>
                  <a:pt x="3" y="353"/>
                  <a:pt x="3" y="352"/>
                  <a:pt x="3" y="352"/>
                </a:cubicBezTo>
                <a:cubicBezTo>
                  <a:pt x="3" y="356"/>
                  <a:pt x="3" y="356"/>
                  <a:pt x="3" y="356"/>
                </a:cubicBezTo>
                <a:cubicBezTo>
                  <a:pt x="3" y="356"/>
                  <a:pt x="3" y="356"/>
                  <a:pt x="3" y="356"/>
                </a:cubicBezTo>
                <a:cubicBezTo>
                  <a:pt x="3" y="356"/>
                  <a:pt x="3" y="356"/>
                  <a:pt x="3" y="356"/>
                </a:cubicBezTo>
                <a:cubicBezTo>
                  <a:pt x="3" y="356"/>
                  <a:pt x="4" y="357"/>
                  <a:pt x="4" y="357"/>
                </a:cubicBezTo>
                <a:cubicBezTo>
                  <a:pt x="4" y="358"/>
                  <a:pt x="4" y="359"/>
                  <a:pt x="4" y="360"/>
                </a:cubicBezTo>
                <a:cubicBezTo>
                  <a:pt x="4" y="360"/>
                  <a:pt x="4" y="360"/>
                  <a:pt x="4" y="360"/>
                </a:cubicBezTo>
                <a:cubicBezTo>
                  <a:pt x="4" y="360"/>
                  <a:pt x="4" y="360"/>
                  <a:pt x="4" y="358"/>
                </a:cubicBezTo>
                <a:moveTo>
                  <a:pt x="4" y="343"/>
                </a:moveTo>
                <a:cubicBezTo>
                  <a:pt x="5" y="343"/>
                  <a:pt x="6" y="343"/>
                  <a:pt x="7" y="343"/>
                </a:cubicBezTo>
                <a:cubicBezTo>
                  <a:pt x="7" y="342"/>
                  <a:pt x="7" y="336"/>
                  <a:pt x="6" y="335"/>
                </a:cubicBezTo>
                <a:cubicBezTo>
                  <a:pt x="6" y="335"/>
                  <a:pt x="6" y="335"/>
                  <a:pt x="6" y="335"/>
                </a:cubicBezTo>
                <a:cubicBezTo>
                  <a:pt x="5" y="335"/>
                  <a:pt x="5" y="335"/>
                  <a:pt x="5" y="335"/>
                </a:cubicBezTo>
                <a:cubicBezTo>
                  <a:pt x="5" y="335"/>
                  <a:pt x="5" y="335"/>
                  <a:pt x="5" y="335"/>
                </a:cubicBezTo>
                <a:cubicBezTo>
                  <a:pt x="5" y="335"/>
                  <a:pt x="5" y="335"/>
                  <a:pt x="4" y="327"/>
                </a:cubicBezTo>
                <a:cubicBezTo>
                  <a:pt x="4" y="325"/>
                  <a:pt x="4" y="325"/>
                  <a:pt x="4" y="324"/>
                </a:cubicBezTo>
                <a:cubicBezTo>
                  <a:pt x="5" y="323"/>
                  <a:pt x="5" y="323"/>
                  <a:pt x="4" y="323"/>
                </a:cubicBezTo>
                <a:cubicBezTo>
                  <a:pt x="4" y="323"/>
                  <a:pt x="4" y="323"/>
                  <a:pt x="4" y="323"/>
                </a:cubicBezTo>
                <a:cubicBezTo>
                  <a:pt x="4" y="323"/>
                  <a:pt x="4" y="323"/>
                  <a:pt x="4" y="323"/>
                </a:cubicBezTo>
                <a:cubicBezTo>
                  <a:pt x="4" y="323"/>
                  <a:pt x="4" y="323"/>
                  <a:pt x="4" y="323"/>
                </a:cubicBezTo>
                <a:cubicBezTo>
                  <a:pt x="4" y="323"/>
                  <a:pt x="4" y="323"/>
                  <a:pt x="4" y="324"/>
                </a:cubicBezTo>
                <a:cubicBezTo>
                  <a:pt x="4" y="323"/>
                  <a:pt x="4" y="323"/>
                  <a:pt x="4" y="323"/>
                </a:cubicBezTo>
                <a:cubicBezTo>
                  <a:pt x="4" y="323"/>
                  <a:pt x="4" y="323"/>
                  <a:pt x="4" y="323"/>
                </a:cubicBezTo>
                <a:cubicBezTo>
                  <a:pt x="3" y="323"/>
                  <a:pt x="3" y="323"/>
                  <a:pt x="3" y="323"/>
                </a:cubicBezTo>
                <a:cubicBezTo>
                  <a:pt x="3" y="323"/>
                  <a:pt x="2" y="331"/>
                  <a:pt x="3" y="332"/>
                </a:cubicBezTo>
                <a:cubicBezTo>
                  <a:pt x="3" y="331"/>
                  <a:pt x="3" y="330"/>
                  <a:pt x="3" y="329"/>
                </a:cubicBezTo>
                <a:cubicBezTo>
                  <a:pt x="4" y="329"/>
                  <a:pt x="3" y="332"/>
                  <a:pt x="3" y="334"/>
                </a:cubicBezTo>
                <a:cubicBezTo>
                  <a:pt x="3" y="335"/>
                  <a:pt x="3" y="337"/>
                  <a:pt x="4" y="337"/>
                </a:cubicBezTo>
                <a:cubicBezTo>
                  <a:pt x="4" y="337"/>
                  <a:pt x="4" y="337"/>
                  <a:pt x="4" y="337"/>
                </a:cubicBezTo>
                <a:cubicBezTo>
                  <a:pt x="4" y="337"/>
                  <a:pt x="4" y="337"/>
                  <a:pt x="4" y="339"/>
                </a:cubicBezTo>
                <a:cubicBezTo>
                  <a:pt x="4" y="339"/>
                  <a:pt x="4" y="342"/>
                  <a:pt x="4" y="343"/>
                </a:cubicBezTo>
                <a:moveTo>
                  <a:pt x="287" y="80"/>
                </a:moveTo>
                <a:cubicBezTo>
                  <a:pt x="287" y="79"/>
                  <a:pt x="288" y="78"/>
                  <a:pt x="289" y="77"/>
                </a:cubicBezTo>
                <a:cubicBezTo>
                  <a:pt x="289" y="76"/>
                  <a:pt x="289" y="76"/>
                  <a:pt x="289" y="75"/>
                </a:cubicBezTo>
                <a:cubicBezTo>
                  <a:pt x="288" y="75"/>
                  <a:pt x="288" y="75"/>
                  <a:pt x="287" y="74"/>
                </a:cubicBezTo>
                <a:cubicBezTo>
                  <a:pt x="289" y="71"/>
                  <a:pt x="289" y="71"/>
                  <a:pt x="290" y="70"/>
                </a:cubicBezTo>
                <a:cubicBezTo>
                  <a:pt x="289" y="70"/>
                  <a:pt x="288" y="70"/>
                  <a:pt x="287" y="70"/>
                </a:cubicBezTo>
                <a:cubicBezTo>
                  <a:pt x="286" y="70"/>
                  <a:pt x="286" y="70"/>
                  <a:pt x="286" y="70"/>
                </a:cubicBezTo>
                <a:cubicBezTo>
                  <a:pt x="284" y="70"/>
                  <a:pt x="282" y="72"/>
                  <a:pt x="280" y="72"/>
                </a:cubicBezTo>
                <a:cubicBezTo>
                  <a:pt x="279" y="72"/>
                  <a:pt x="279" y="72"/>
                  <a:pt x="278" y="72"/>
                </a:cubicBezTo>
                <a:cubicBezTo>
                  <a:pt x="278" y="71"/>
                  <a:pt x="277" y="71"/>
                  <a:pt x="276" y="71"/>
                </a:cubicBezTo>
                <a:cubicBezTo>
                  <a:pt x="274" y="71"/>
                  <a:pt x="272" y="73"/>
                  <a:pt x="270" y="73"/>
                </a:cubicBezTo>
                <a:cubicBezTo>
                  <a:pt x="270" y="73"/>
                  <a:pt x="269" y="73"/>
                  <a:pt x="268" y="73"/>
                </a:cubicBezTo>
                <a:cubicBezTo>
                  <a:pt x="268" y="72"/>
                  <a:pt x="269" y="72"/>
                  <a:pt x="269" y="71"/>
                </a:cubicBezTo>
                <a:cubicBezTo>
                  <a:pt x="269" y="71"/>
                  <a:pt x="270" y="70"/>
                  <a:pt x="270" y="70"/>
                </a:cubicBezTo>
                <a:cubicBezTo>
                  <a:pt x="270" y="69"/>
                  <a:pt x="270" y="69"/>
                  <a:pt x="270" y="68"/>
                </a:cubicBezTo>
                <a:cubicBezTo>
                  <a:pt x="269" y="69"/>
                  <a:pt x="269" y="69"/>
                  <a:pt x="269" y="69"/>
                </a:cubicBezTo>
                <a:cubicBezTo>
                  <a:pt x="268" y="69"/>
                  <a:pt x="268" y="70"/>
                  <a:pt x="268" y="70"/>
                </a:cubicBezTo>
                <a:cubicBezTo>
                  <a:pt x="268" y="70"/>
                  <a:pt x="262" y="67"/>
                  <a:pt x="258" y="73"/>
                </a:cubicBezTo>
                <a:cubicBezTo>
                  <a:pt x="259" y="73"/>
                  <a:pt x="260" y="73"/>
                  <a:pt x="261" y="73"/>
                </a:cubicBezTo>
                <a:cubicBezTo>
                  <a:pt x="263" y="73"/>
                  <a:pt x="263" y="73"/>
                  <a:pt x="263" y="73"/>
                </a:cubicBezTo>
                <a:cubicBezTo>
                  <a:pt x="263" y="75"/>
                  <a:pt x="263" y="75"/>
                  <a:pt x="263" y="75"/>
                </a:cubicBezTo>
                <a:cubicBezTo>
                  <a:pt x="264" y="76"/>
                  <a:pt x="262" y="76"/>
                  <a:pt x="262" y="77"/>
                </a:cubicBezTo>
                <a:cubicBezTo>
                  <a:pt x="260" y="76"/>
                  <a:pt x="257" y="76"/>
                  <a:pt x="256" y="76"/>
                </a:cubicBezTo>
                <a:cubicBezTo>
                  <a:pt x="255" y="77"/>
                  <a:pt x="255" y="78"/>
                  <a:pt x="254" y="79"/>
                </a:cubicBezTo>
                <a:cubicBezTo>
                  <a:pt x="255" y="78"/>
                  <a:pt x="255" y="78"/>
                  <a:pt x="256" y="78"/>
                </a:cubicBezTo>
                <a:cubicBezTo>
                  <a:pt x="257" y="78"/>
                  <a:pt x="258" y="78"/>
                  <a:pt x="258" y="78"/>
                </a:cubicBezTo>
                <a:cubicBezTo>
                  <a:pt x="259" y="79"/>
                  <a:pt x="259" y="79"/>
                  <a:pt x="259" y="79"/>
                </a:cubicBezTo>
                <a:cubicBezTo>
                  <a:pt x="258" y="80"/>
                  <a:pt x="257" y="81"/>
                  <a:pt x="256" y="82"/>
                </a:cubicBezTo>
                <a:cubicBezTo>
                  <a:pt x="256" y="83"/>
                  <a:pt x="256" y="83"/>
                  <a:pt x="256" y="83"/>
                </a:cubicBezTo>
                <a:cubicBezTo>
                  <a:pt x="256" y="83"/>
                  <a:pt x="257" y="83"/>
                  <a:pt x="257" y="83"/>
                </a:cubicBezTo>
                <a:cubicBezTo>
                  <a:pt x="259" y="83"/>
                  <a:pt x="260" y="83"/>
                  <a:pt x="261" y="83"/>
                </a:cubicBezTo>
                <a:cubicBezTo>
                  <a:pt x="262" y="83"/>
                  <a:pt x="262" y="83"/>
                  <a:pt x="263" y="83"/>
                </a:cubicBezTo>
                <a:cubicBezTo>
                  <a:pt x="264" y="83"/>
                  <a:pt x="264" y="83"/>
                  <a:pt x="264" y="84"/>
                </a:cubicBezTo>
                <a:cubicBezTo>
                  <a:pt x="264" y="84"/>
                  <a:pt x="264" y="86"/>
                  <a:pt x="266" y="86"/>
                </a:cubicBezTo>
                <a:cubicBezTo>
                  <a:pt x="267" y="86"/>
                  <a:pt x="268" y="86"/>
                  <a:pt x="269" y="86"/>
                </a:cubicBezTo>
                <a:cubicBezTo>
                  <a:pt x="270" y="85"/>
                  <a:pt x="270" y="85"/>
                  <a:pt x="272" y="83"/>
                </a:cubicBezTo>
                <a:cubicBezTo>
                  <a:pt x="273" y="83"/>
                  <a:pt x="275" y="82"/>
                  <a:pt x="275" y="82"/>
                </a:cubicBezTo>
                <a:cubicBezTo>
                  <a:pt x="276" y="82"/>
                  <a:pt x="277" y="82"/>
                  <a:pt x="277" y="81"/>
                </a:cubicBezTo>
                <a:cubicBezTo>
                  <a:pt x="278" y="80"/>
                  <a:pt x="279" y="80"/>
                  <a:pt x="281" y="80"/>
                </a:cubicBezTo>
                <a:cubicBezTo>
                  <a:pt x="282" y="79"/>
                  <a:pt x="282" y="79"/>
                  <a:pt x="287" y="80"/>
                </a:cubicBezTo>
                <a:moveTo>
                  <a:pt x="103" y="171"/>
                </a:moveTo>
                <a:cubicBezTo>
                  <a:pt x="104" y="170"/>
                  <a:pt x="104" y="170"/>
                  <a:pt x="104" y="170"/>
                </a:cubicBezTo>
                <a:cubicBezTo>
                  <a:pt x="104" y="169"/>
                  <a:pt x="104" y="169"/>
                  <a:pt x="104" y="168"/>
                </a:cubicBezTo>
                <a:cubicBezTo>
                  <a:pt x="104" y="168"/>
                  <a:pt x="104" y="168"/>
                  <a:pt x="104" y="168"/>
                </a:cubicBezTo>
                <a:cubicBezTo>
                  <a:pt x="103" y="168"/>
                  <a:pt x="103" y="164"/>
                  <a:pt x="103" y="164"/>
                </a:cubicBezTo>
                <a:cubicBezTo>
                  <a:pt x="103" y="163"/>
                  <a:pt x="103" y="163"/>
                  <a:pt x="101" y="162"/>
                </a:cubicBezTo>
                <a:cubicBezTo>
                  <a:pt x="101" y="162"/>
                  <a:pt x="101" y="162"/>
                  <a:pt x="101" y="161"/>
                </a:cubicBezTo>
                <a:cubicBezTo>
                  <a:pt x="104" y="158"/>
                  <a:pt x="104" y="158"/>
                  <a:pt x="104" y="158"/>
                </a:cubicBezTo>
                <a:cubicBezTo>
                  <a:pt x="105" y="157"/>
                  <a:pt x="106" y="157"/>
                  <a:pt x="106" y="157"/>
                </a:cubicBezTo>
                <a:cubicBezTo>
                  <a:pt x="108" y="155"/>
                  <a:pt x="108" y="154"/>
                  <a:pt x="108" y="153"/>
                </a:cubicBezTo>
                <a:cubicBezTo>
                  <a:pt x="108" y="152"/>
                  <a:pt x="108" y="152"/>
                  <a:pt x="108" y="152"/>
                </a:cubicBezTo>
                <a:cubicBezTo>
                  <a:pt x="108" y="152"/>
                  <a:pt x="106" y="153"/>
                  <a:pt x="106" y="153"/>
                </a:cubicBezTo>
                <a:cubicBezTo>
                  <a:pt x="104" y="155"/>
                  <a:pt x="104" y="157"/>
                  <a:pt x="102" y="158"/>
                </a:cubicBezTo>
                <a:cubicBezTo>
                  <a:pt x="99" y="162"/>
                  <a:pt x="95" y="165"/>
                  <a:pt x="92" y="168"/>
                </a:cubicBezTo>
                <a:cubicBezTo>
                  <a:pt x="90" y="170"/>
                  <a:pt x="90" y="170"/>
                  <a:pt x="88" y="174"/>
                </a:cubicBezTo>
                <a:cubicBezTo>
                  <a:pt x="90" y="175"/>
                  <a:pt x="92" y="175"/>
                  <a:pt x="94" y="175"/>
                </a:cubicBezTo>
                <a:cubicBezTo>
                  <a:pt x="95" y="175"/>
                  <a:pt x="95" y="175"/>
                  <a:pt x="95" y="177"/>
                </a:cubicBezTo>
                <a:cubicBezTo>
                  <a:pt x="94" y="180"/>
                  <a:pt x="95" y="181"/>
                  <a:pt x="95" y="182"/>
                </a:cubicBezTo>
                <a:cubicBezTo>
                  <a:pt x="96" y="181"/>
                  <a:pt x="96" y="181"/>
                  <a:pt x="96" y="181"/>
                </a:cubicBezTo>
                <a:cubicBezTo>
                  <a:pt x="97" y="181"/>
                  <a:pt x="97" y="180"/>
                  <a:pt x="99" y="176"/>
                </a:cubicBezTo>
                <a:cubicBezTo>
                  <a:pt x="101" y="173"/>
                  <a:pt x="101" y="173"/>
                  <a:pt x="103" y="171"/>
                </a:cubicBezTo>
                <a:moveTo>
                  <a:pt x="89" y="162"/>
                </a:moveTo>
                <a:cubicBezTo>
                  <a:pt x="89" y="162"/>
                  <a:pt x="89" y="162"/>
                  <a:pt x="89" y="162"/>
                </a:cubicBezTo>
                <a:cubicBezTo>
                  <a:pt x="89" y="162"/>
                  <a:pt x="89" y="161"/>
                  <a:pt x="88" y="161"/>
                </a:cubicBezTo>
                <a:cubicBezTo>
                  <a:pt x="88" y="161"/>
                  <a:pt x="88" y="161"/>
                  <a:pt x="88" y="161"/>
                </a:cubicBezTo>
                <a:cubicBezTo>
                  <a:pt x="88" y="160"/>
                  <a:pt x="88" y="160"/>
                  <a:pt x="88" y="159"/>
                </a:cubicBezTo>
                <a:cubicBezTo>
                  <a:pt x="88" y="158"/>
                  <a:pt x="88" y="158"/>
                  <a:pt x="88" y="158"/>
                </a:cubicBezTo>
                <a:cubicBezTo>
                  <a:pt x="88" y="158"/>
                  <a:pt x="88" y="158"/>
                  <a:pt x="88" y="158"/>
                </a:cubicBezTo>
                <a:cubicBezTo>
                  <a:pt x="87" y="158"/>
                  <a:pt x="87" y="159"/>
                  <a:pt x="86" y="159"/>
                </a:cubicBezTo>
                <a:cubicBezTo>
                  <a:pt x="86" y="159"/>
                  <a:pt x="86" y="160"/>
                  <a:pt x="86" y="160"/>
                </a:cubicBezTo>
                <a:cubicBezTo>
                  <a:pt x="86" y="161"/>
                  <a:pt x="86" y="161"/>
                  <a:pt x="86" y="162"/>
                </a:cubicBezTo>
                <a:cubicBezTo>
                  <a:pt x="85" y="165"/>
                  <a:pt x="85" y="165"/>
                  <a:pt x="85" y="165"/>
                </a:cubicBezTo>
                <a:cubicBezTo>
                  <a:pt x="85" y="166"/>
                  <a:pt x="85" y="166"/>
                  <a:pt x="89" y="162"/>
                </a:cubicBezTo>
                <a:moveTo>
                  <a:pt x="363" y="4"/>
                </a:moveTo>
                <a:cubicBezTo>
                  <a:pt x="363" y="3"/>
                  <a:pt x="363" y="3"/>
                  <a:pt x="363" y="3"/>
                </a:cubicBezTo>
                <a:cubicBezTo>
                  <a:pt x="363" y="3"/>
                  <a:pt x="363" y="3"/>
                  <a:pt x="362" y="3"/>
                </a:cubicBezTo>
                <a:cubicBezTo>
                  <a:pt x="362" y="3"/>
                  <a:pt x="362" y="3"/>
                  <a:pt x="362" y="3"/>
                </a:cubicBezTo>
                <a:cubicBezTo>
                  <a:pt x="362" y="3"/>
                  <a:pt x="362" y="3"/>
                  <a:pt x="362" y="3"/>
                </a:cubicBezTo>
                <a:cubicBezTo>
                  <a:pt x="362" y="3"/>
                  <a:pt x="362" y="3"/>
                  <a:pt x="362" y="3"/>
                </a:cubicBezTo>
                <a:cubicBezTo>
                  <a:pt x="362" y="3"/>
                  <a:pt x="362" y="3"/>
                  <a:pt x="362" y="3"/>
                </a:cubicBezTo>
                <a:cubicBezTo>
                  <a:pt x="362" y="3"/>
                  <a:pt x="362" y="3"/>
                  <a:pt x="362" y="3"/>
                </a:cubicBezTo>
                <a:cubicBezTo>
                  <a:pt x="362" y="3"/>
                  <a:pt x="362" y="3"/>
                  <a:pt x="362" y="3"/>
                </a:cubicBezTo>
                <a:cubicBezTo>
                  <a:pt x="362" y="3"/>
                  <a:pt x="362" y="3"/>
                  <a:pt x="362" y="3"/>
                </a:cubicBezTo>
                <a:cubicBezTo>
                  <a:pt x="362" y="3"/>
                  <a:pt x="362" y="3"/>
                  <a:pt x="362" y="3"/>
                </a:cubicBezTo>
                <a:cubicBezTo>
                  <a:pt x="362" y="3"/>
                  <a:pt x="362" y="3"/>
                  <a:pt x="361" y="3"/>
                </a:cubicBezTo>
                <a:cubicBezTo>
                  <a:pt x="361" y="3"/>
                  <a:pt x="356" y="4"/>
                  <a:pt x="354" y="4"/>
                </a:cubicBezTo>
                <a:cubicBezTo>
                  <a:pt x="354" y="4"/>
                  <a:pt x="354" y="4"/>
                  <a:pt x="354" y="4"/>
                </a:cubicBezTo>
                <a:cubicBezTo>
                  <a:pt x="354" y="4"/>
                  <a:pt x="354" y="4"/>
                  <a:pt x="354" y="4"/>
                </a:cubicBezTo>
                <a:cubicBezTo>
                  <a:pt x="354" y="4"/>
                  <a:pt x="354" y="4"/>
                  <a:pt x="354" y="4"/>
                </a:cubicBezTo>
                <a:cubicBezTo>
                  <a:pt x="354" y="4"/>
                  <a:pt x="354" y="4"/>
                  <a:pt x="354" y="4"/>
                </a:cubicBezTo>
                <a:cubicBezTo>
                  <a:pt x="354" y="4"/>
                  <a:pt x="354" y="4"/>
                  <a:pt x="354" y="4"/>
                </a:cubicBezTo>
                <a:cubicBezTo>
                  <a:pt x="354" y="4"/>
                  <a:pt x="354" y="4"/>
                  <a:pt x="354" y="4"/>
                </a:cubicBezTo>
                <a:cubicBezTo>
                  <a:pt x="354" y="4"/>
                  <a:pt x="354" y="4"/>
                  <a:pt x="354" y="4"/>
                </a:cubicBezTo>
                <a:cubicBezTo>
                  <a:pt x="354" y="4"/>
                  <a:pt x="354" y="4"/>
                  <a:pt x="353" y="4"/>
                </a:cubicBezTo>
                <a:cubicBezTo>
                  <a:pt x="351" y="5"/>
                  <a:pt x="349" y="5"/>
                  <a:pt x="348" y="6"/>
                </a:cubicBezTo>
                <a:cubicBezTo>
                  <a:pt x="350" y="5"/>
                  <a:pt x="352" y="5"/>
                  <a:pt x="354" y="4"/>
                </a:cubicBezTo>
                <a:cubicBezTo>
                  <a:pt x="354" y="4"/>
                  <a:pt x="355" y="4"/>
                  <a:pt x="355" y="4"/>
                </a:cubicBezTo>
                <a:cubicBezTo>
                  <a:pt x="358" y="3"/>
                  <a:pt x="358" y="3"/>
                  <a:pt x="360" y="3"/>
                </a:cubicBezTo>
                <a:cubicBezTo>
                  <a:pt x="359" y="3"/>
                  <a:pt x="359" y="3"/>
                  <a:pt x="359" y="3"/>
                </a:cubicBezTo>
                <a:cubicBezTo>
                  <a:pt x="357" y="3"/>
                  <a:pt x="354" y="3"/>
                  <a:pt x="352" y="4"/>
                </a:cubicBezTo>
                <a:cubicBezTo>
                  <a:pt x="354" y="3"/>
                  <a:pt x="354" y="3"/>
                  <a:pt x="355" y="3"/>
                </a:cubicBezTo>
                <a:cubicBezTo>
                  <a:pt x="355" y="3"/>
                  <a:pt x="355" y="3"/>
                  <a:pt x="356" y="3"/>
                </a:cubicBezTo>
                <a:cubicBezTo>
                  <a:pt x="357" y="3"/>
                  <a:pt x="357" y="3"/>
                  <a:pt x="357" y="3"/>
                </a:cubicBezTo>
                <a:cubicBezTo>
                  <a:pt x="357" y="3"/>
                  <a:pt x="357" y="3"/>
                  <a:pt x="357" y="3"/>
                </a:cubicBezTo>
                <a:cubicBezTo>
                  <a:pt x="357" y="3"/>
                  <a:pt x="356" y="3"/>
                  <a:pt x="356" y="3"/>
                </a:cubicBezTo>
                <a:cubicBezTo>
                  <a:pt x="355" y="3"/>
                  <a:pt x="355" y="3"/>
                  <a:pt x="354" y="3"/>
                </a:cubicBezTo>
                <a:cubicBezTo>
                  <a:pt x="354" y="3"/>
                  <a:pt x="353" y="3"/>
                  <a:pt x="352" y="3"/>
                </a:cubicBezTo>
                <a:cubicBezTo>
                  <a:pt x="352" y="3"/>
                  <a:pt x="352" y="3"/>
                  <a:pt x="352" y="3"/>
                </a:cubicBezTo>
                <a:cubicBezTo>
                  <a:pt x="352" y="3"/>
                  <a:pt x="352" y="3"/>
                  <a:pt x="352" y="3"/>
                </a:cubicBezTo>
                <a:cubicBezTo>
                  <a:pt x="352" y="3"/>
                  <a:pt x="352" y="3"/>
                  <a:pt x="352" y="3"/>
                </a:cubicBezTo>
                <a:cubicBezTo>
                  <a:pt x="352" y="3"/>
                  <a:pt x="352" y="3"/>
                  <a:pt x="352" y="3"/>
                </a:cubicBezTo>
                <a:cubicBezTo>
                  <a:pt x="352" y="3"/>
                  <a:pt x="352" y="3"/>
                  <a:pt x="352" y="3"/>
                </a:cubicBezTo>
                <a:cubicBezTo>
                  <a:pt x="352" y="3"/>
                  <a:pt x="352" y="3"/>
                  <a:pt x="352" y="3"/>
                </a:cubicBezTo>
                <a:cubicBezTo>
                  <a:pt x="352" y="3"/>
                  <a:pt x="352" y="3"/>
                  <a:pt x="352" y="3"/>
                </a:cubicBezTo>
                <a:cubicBezTo>
                  <a:pt x="352" y="3"/>
                  <a:pt x="352" y="3"/>
                  <a:pt x="351" y="3"/>
                </a:cubicBezTo>
                <a:cubicBezTo>
                  <a:pt x="351" y="3"/>
                  <a:pt x="351" y="3"/>
                  <a:pt x="351" y="3"/>
                </a:cubicBezTo>
                <a:cubicBezTo>
                  <a:pt x="351" y="3"/>
                  <a:pt x="351" y="3"/>
                  <a:pt x="351" y="3"/>
                </a:cubicBezTo>
                <a:cubicBezTo>
                  <a:pt x="351" y="3"/>
                  <a:pt x="351" y="3"/>
                  <a:pt x="351" y="3"/>
                </a:cubicBezTo>
                <a:cubicBezTo>
                  <a:pt x="351" y="3"/>
                  <a:pt x="351" y="3"/>
                  <a:pt x="351" y="3"/>
                </a:cubicBezTo>
                <a:cubicBezTo>
                  <a:pt x="351" y="3"/>
                  <a:pt x="351" y="3"/>
                  <a:pt x="351" y="3"/>
                </a:cubicBezTo>
                <a:cubicBezTo>
                  <a:pt x="351" y="3"/>
                  <a:pt x="351" y="3"/>
                  <a:pt x="351" y="3"/>
                </a:cubicBezTo>
                <a:cubicBezTo>
                  <a:pt x="351" y="3"/>
                  <a:pt x="351" y="3"/>
                  <a:pt x="351" y="3"/>
                </a:cubicBezTo>
                <a:cubicBezTo>
                  <a:pt x="351" y="3"/>
                  <a:pt x="351" y="3"/>
                  <a:pt x="351" y="3"/>
                </a:cubicBezTo>
                <a:cubicBezTo>
                  <a:pt x="351" y="3"/>
                  <a:pt x="350" y="3"/>
                  <a:pt x="350" y="3"/>
                </a:cubicBezTo>
                <a:cubicBezTo>
                  <a:pt x="351" y="3"/>
                  <a:pt x="353" y="2"/>
                  <a:pt x="355" y="2"/>
                </a:cubicBezTo>
                <a:cubicBezTo>
                  <a:pt x="356" y="2"/>
                  <a:pt x="356" y="2"/>
                  <a:pt x="358" y="2"/>
                </a:cubicBezTo>
                <a:cubicBezTo>
                  <a:pt x="359" y="2"/>
                  <a:pt x="359" y="2"/>
                  <a:pt x="359" y="2"/>
                </a:cubicBezTo>
                <a:cubicBezTo>
                  <a:pt x="359" y="2"/>
                  <a:pt x="360" y="2"/>
                  <a:pt x="361" y="2"/>
                </a:cubicBezTo>
                <a:cubicBezTo>
                  <a:pt x="362" y="2"/>
                  <a:pt x="362" y="2"/>
                  <a:pt x="364" y="2"/>
                </a:cubicBezTo>
                <a:cubicBezTo>
                  <a:pt x="364" y="2"/>
                  <a:pt x="365" y="2"/>
                  <a:pt x="365" y="1"/>
                </a:cubicBezTo>
                <a:cubicBezTo>
                  <a:pt x="365" y="1"/>
                  <a:pt x="365" y="1"/>
                  <a:pt x="365" y="1"/>
                </a:cubicBezTo>
                <a:cubicBezTo>
                  <a:pt x="365" y="1"/>
                  <a:pt x="365" y="1"/>
                  <a:pt x="365" y="1"/>
                </a:cubicBezTo>
                <a:cubicBezTo>
                  <a:pt x="366" y="1"/>
                  <a:pt x="366" y="1"/>
                  <a:pt x="366" y="1"/>
                </a:cubicBezTo>
                <a:cubicBezTo>
                  <a:pt x="366" y="1"/>
                  <a:pt x="366" y="1"/>
                  <a:pt x="366" y="1"/>
                </a:cubicBezTo>
                <a:cubicBezTo>
                  <a:pt x="366" y="1"/>
                  <a:pt x="365" y="1"/>
                  <a:pt x="366" y="1"/>
                </a:cubicBezTo>
                <a:cubicBezTo>
                  <a:pt x="366" y="1"/>
                  <a:pt x="366" y="1"/>
                  <a:pt x="366" y="1"/>
                </a:cubicBezTo>
                <a:cubicBezTo>
                  <a:pt x="365" y="1"/>
                  <a:pt x="365" y="1"/>
                  <a:pt x="365" y="1"/>
                </a:cubicBezTo>
                <a:cubicBezTo>
                  <a:pt x="365" y="1"/>
                  <a:pt x="365" y="1"/>
                  <a:pt x="365" y="1"/>
                </a:cubicBezTo>
                <a:cubicBezTo>
                  <a:pt x="365" y="1"/>
                  <a:pt x="365" y="1"/>
                  <a:pt x="365" y="1"/>
                </a:cubicBezTo>
                <a:cubicBezTo>
                  <a:pt x="364" y="1"/>
                  <a:pt x="364" y="1"/>
                  <a:pt x="364" y="1"/>
                </a:cubicBezTo>
                <a:cubicBezTo>
                  <a:pt x="363" y="1"/>
                  <a:pt x="363" y="1"/>
                  <a:pt x="363" y="1"/>
                </a:cubicBezTo>
                <a:cubicBezTo>
                  <a:pt x="364" y="1"/>
                  <a:pt x="364" y="1"/>
                  <a:pt x="364" y="1"/>
                </a:cubicBezTo>
                <a:cubicBezTo>
                  <a:pt x="364" y="1"/>
                  <a:pt x="364" y="1"/>
                  <a:pt x="365" y="1"/>
                </a:cubicBezTo>
                <a:cubicBezTo>
                  <a:pt x="365" y="1"/>
                  <a:pt x="366" y="1"/>
                  <a:pt x="366" y="1"/>
                </a:cubicBezTo>
                <a:cubicBezTo>
                  <a:pt x="367" y="1"/>
                  <a:pt x="367" y="1"/>
                  <a:pt x="368" y="1"/>
                </a:cubicBezTo>
                <a:cubicBezTo>
                  <a:pt x="369" y="1"/>
                  <a:pt x="370" y="0"/>
                  <a:pt x="370" y="0"/>
                </a:cubicBezTo>
                <a:cubicBezTo>
                  <a:pt x="370" y="0"/>
                  <a:pt x="370" y="0"/>
                  <a:pt x="370" y="0"/>
                </a:cubicBezTo>
                <a:cubicBezTo>
                  <a:pt x="370" y="0"/>
                  <a:pt x="370" y="0"/>
                  <a:pt x="370" y="0"/>
                </a:cubicBezTo>
                <a:cubicBezTo>
                  <a:pt x="370" y="0"/>
                  <a:pt x="370" y="0"/>
                  <a:pt x="369" y="0"/>
                </a:cubicBezTo>
                <a:cubicBezTo>
                  <a:pt x="369" y="0"/>
                  <a:pt x="368" y="0"/>
                  <a:pt x="367" y="0"/>
                </a:cubicBezTo>
                <a:cubicBezTo>
                  <a:pt x="367" y="0"/>
                  <a:pt x="367" y="0"/>
                  <a:pt x="367" y="0"/>
                </a:cubicBezTo>
                <a:cubicBezTo>
                  <a:pt x="367" y="0"/>
                  <a:pt x="367" y="0"/>
                  <a:pt x="367" y="0"/>
                </a:cubicBezTo>
                <a:cubicBezTo>
                  <a:pt x="365" y="0"/>
                  <a:pt x="363" y="1"/>
                  <a:pt x="362" y="1"/>
                </a:cubicBezTo>
                <a:cubicBezTo>
                  <a:pt x="361" y="1"/>
                  <a:pt x="361" y="1"/>
                  <a:pt x="362" y="0"/>
                </a:cubicBezTo>
                <a:cubicBezTo>
                  <a:pt x="362" y="0"/>
                  <a:pt x="363" y="0"/>
                  <a:pt x="363" y="0"/>
                </a:cubicBezTo>
                <a:cubicBezTo>
                  <a:pt x="363" y="0"/>
                  <a:pt x="362" y="0"/>
                  <a:pt x="361" y="0"/>
                </a:cubicBezTo>
                <a:cubicBezTo>
                  <a:pt x="361" y="0"/>
                  <a:pt x="361" y="0"/>
                  <a:pt x="361" y="0"/>
                </a:cubicBezTo>
                <a:cubicBezTo>
                  <a:pt x="360" y="0"/>
                  <a:pt x="360" y="0"/>
                  <a:pt x="360" y="0"/>
                </a:cubicBezTo>
                <a:cubicBezTo>
                  <a:pt x="360" y="0"/>
                  <a:pt x="360" y="0"/>
                  <a:pt x="360" y="0"/>
                </a:cubicBezTo>
                <a:cubicBezTo>
                  <a:pt x="359" y="0"/>
                  <a:pt x="359" y="1"/>
                  <a:pt x="358" y="1"/>
                </a:cubicBezTo>
                <a:cubicBezTo>
                  <a:pt x="357" y="1"/>
                  <a:pt x="357" y="1"/>
                  <a:pt x="357" y="1"/>
                </a:cubicBezTo>
                <a:cubicBezTo>
                  <a:pt x="357" y="1"/>
                  <a:pt x="357" y="1"/>
                  <a:pt x="357" y="1"/>
                </a:cubicBezTo>
                <a:cubicBezTo>
                  <a:pt x="357" y="1"/>
                  <a:pt x="357" y="1"/>
                  <a:pt x="357" y="1"/>
                </a:cubicBezTo>
                <a:cubicBezTo>
                  <a:pt x="356" y="1"/>
                  <a:pt x="356" y="1"/>
                  <a:pt x="356" y="1"/>
                </a:cubicBezTo>
                <a:cubicBezTo>
                  <a:pt x="356" y="1"/>
                  <a:pt x="356" y="1"/>
                  <a:pt x="356" y="1"/>
                </a:cubicBezTo>
                <a:cubicBezTo>
                  <a:pt x="355" y="1"/>
                  <a:pt x="354" y="1"/>
                  <a:pt x="353" y="1"/>
                </a:cubicBezTo>
                <a:cubicBezTo>
                  <a:pt x="353" y="1"/>
                  <a:pt x="353" y="1"/>
                  <a:pt x="353" y="1"/>
                </a:cubicBezTo>
                <a:cubicBezTo>
                  <a:pt x="354" y="1"/>
                  <a:pt x="354" y="1"/>
                  <a:pt x="354" y="1"/>
                </a:cubicBezTo>
                <a:cubicBezTo>
                  <a:pt x="354" y="1"/>
                  <a:pt x="354" y="1"/>
                  <a:pt x="354" y="1"/>
                </a:cubicBezTo>
                <a:cubicBezTo>
                  <a:pt x="354" y="1"/>
                  <a:pt x="354" y="1"/>
                  <a:pt x="354" y="1"/>
                </a:cubicBezTo>
                <a:cubicBezTo>
                  <a:pt x="354" y="1"/>
                  <a:pt x="354" y="1"/>
                  <a:pt x="354" y="1"/>
                </a:cubicBezTo>
                <a:cubicBezTo>
                  <a:pt x="354" y="1"/>
                  <a:pt x="354" y="1"/>
                  <a:pt x="354" y="1"/>
                </a:cubicBezTo>
                <a:cubicBezTo>
                  <a:pt x="355" y="1"/>
                  <a:pt x="355" y="1"/>
                  <a:pt x="355" y="1"/>
                </a:cubicBezTo>
                <a:cubicBezTo>
                  <a:pt x="355" y="1"/>
                  <a:pt x="355" y="1"/>
                  <a:pt x="355" y="1"/>
                </a:cubicBezTo>
                <a:cubicBezTo>
                  <a:pt x="355" y="1"/>
                  <a:pt x="355" y="1"/>
                  <a:pt x="355" y="1"/>
                </a:cubicBezTo>
                <a:cubicBezTo>
                  <a:pt x="355" y="1"/>
                  <a:pt x="355" y="1"/>
                  <a:pt x="355" y="1"/>
                </a:cubicBezTo>
                <a:cubicBezTo>
                  <a:pt x="355" y="1"/>
                  <a:pt x="355" y="1"/>
                  <a:pt x="355" y="1"/>
                </a:cubicBezTo>
                <a:cubicBezTo>
                  <a:pt x="355" y="1"/>
                  <a:pt x="355" y="1"/>
                  <a:pt x="355" y="1"/>
                </a:cubicBezTo>
                <a:cubicBezTo>
                  <a:pt x="355" y="1"/>
                  <a:pt x="355" y="1"/>
                  <a:pt x="355" y="1"/>
                </a:cubicBezTo>
                <a:cubicBezTo>
                  <a:pt x="354" y="1"/>
                  <a:pt x="354" y="1"/>
                  <a:pt x="354" y="1"/>
                </a:cubicBezTo>
                <a:cubicBezTo>
                  <a:pt x="352" y="1"/>
                  <a:pt x="352" y="1"/>
                  <a:pt x="352" y="1"/>
                </a:cubicBezTo>
                <a:cubicBezTo>
                  <a:pt x="352" y="1"/>
                  <a:pt x="352" y="1"/>
                  <a:pt x="352" y="1"/>
                </a:cubicBezTo>
                <a:cubicBezTo>
                  <a:pt x="351" y="1"/>
                  <a:pt x="351" y="1"/>
                  <a:pt x="351" y="1"/>
                </a:cubicBezTo>
                <a:cubicBezTo>
                  <a:pt x="351" y="1"/>
                  <a:pt x="351" y="1"/>
                  <a:pt x="351" y="1"/>
                </a:cubicBezTo>
                <a:cubicBezTo>
                  <a:pt x="350" y="1"/>
                  <a:pt x="350" y="1"/>
                  <a:pt x="350" y="1"/>
                </a:cubicBezTo>
                <a:cubicBezTo>
                  <a:pt x="350" y="2"/>
                  <a:pt x="350" y="2"/>
                  <a:pt x="350" y="2"/>
                </a:cubicBezTo>
                <a:cubicBezTo>
                  <a:pt x="350" y="2"/>
                  <a:pt x="350" y="2"/>
                  <a:pt x="350" y="2"/>
                </a:cubicBezTo>
                <a:cubicBezTo>
                  <a:pt x="350" y="2"/>
                  <a:pt x="350" y="2"/>
                  <a:pt x="350" y="2"/>
                </a:cubicBezTo>
                <a:cubicBezTo>
                  <a:pt x="350" y="2"/>
                  <a:pt x="350" y="2"/>
                  <a:pt x="350" y="2"/>
                </a:cubicBezTo>
                <a:cubicBezTo>
                  <a:pt x="349" y="2"/>
                  <a:pt x="349" y="2"/>
                  <a:pt x="349" y="2"/>
                </a:cubicBezTo>
                <a:cubicBezTo>
                  <a:pt x="348" y="2"/>
                  <a:pt x="348" y="2"/>
                  <a:pt x="348" y="2"/>
                </a:cubicBezTo>
                <a:cubicBezTo>
                  <a:pt x="347" y="2"/>
                  <a:pt x="347" y="2"/>
                  <a:pt x="347" y="2"/>
                </a:cubicBezTo>
                <a:cubicBezTo>
                  <a:pt x="347" y="2"/>
                  <a:pt x="347" y="2"/>
                  <a:pt x="347" y="2"/>
                </a:cubicBezTo>
                <a:cubicBezTo>
                  <a:pt x="346" y="2"/>
                  <a:pt x="346" y="2"/>
                  <a:pt x="346" y="2"/>
                </a:cubicBezTo>
                <a:cubicBezTo>
                  <a:pt x="344" y="2"/>
                  <a:pt x="344" y="2"/>
                  <a:pt x="344" y="2"/>
                </a:cubicBezTo>
                <a:cubicBezTo>
                  <a:pt x="345" y="2"/>
                  <a:pt x="345" y="2"/>
                  <a:pt x="345" y="2"/>
                </a:cubicBezTo>
                <a:cubicBezTo>
                  <a:pt x="345" y="2"/>
                  <a:pt x="345" y="2"/>
                  <a:pt x="345" y="2"/>
                </a:cubicBezTo>
                <a:cubicBezTo>
                  <a:pt x="345" y="2"/>
                  <a:pt x="345" y="2"/>
                  <a:pt x="345" y="2"/>
                </a:cubicBezTo>
                <a:cubicBezTo>
                  <a:pt x="346" y="2"/>
                  <a:pt x="346" y="2"/>
                  <a:pt x="346" y="2"/>
                </a:cubicBezTo>
                <a:cubicBezTo>
                  <a:pt x="346" y="2"/>
                  <a:pt x="346" y="2"/>
                  <a:pt x="346" y="2"/>
                </a:cubicBezTo>
                <a:cubicBezTo>
                  <a:pt x="346" y="2"/>
                  <a:pt x="346" y="2"/>
                  <a:pt x="346" y="2"/>
                </a:cubicBezTo>
                <a:cubicBezTo>
                  <a:pt x="346" y="2"/>
                  <a:pt x="347" y="2"/>
                  <a:pt x="347" y="2"/>
                </a:cubicBezTo>
                <a:cubicBezTo>
                  <a:pt x="347" y="2"/>
                  <a:pt x="347" y="2"/>
                  <a:pt x="347" y="2"/>
                </a:cubicBezTo>
                <a:cubicBezTo>
                  <a:pt x="348" y="2"/>
                  <a:pt x="348" y="2"/>
                  <a:pt x="348" y="2"/>
                </a:cubicBezTo>
                <a:cubicBezTo>
                  <a:pt x="348" y="2"/>
                  <a:pt x="348" y="2"/>
                  <a:pt x="348" y="2"/>
                </a:cubicBezTo>
                <a:cubicBezTo>
                  <a:pt x="349" y="2"/>
                  <a:pt x="349" y="2"/>
                  <a:pt x="349" y="2"/>
                </a:cubicBezTo>
                <a:cubicBezTo>
                  <a:pt x="349" y="2"/>
                  <a:pt x="349" y="2"/>
                  <a:pt x="349" y="2"/>
                </a:cubicBezTo>
                <a:cubicBezTo>
                  <a:pt x="350" y="1"/>
                  <a:pt x="350" y="1"/>
                  <a:pt x="350" y="1"/>
                </a:cubicBezTo>
                <a:cubicBezTo>
                  <a:pt x="350" y="1"/>
                  <a:pt x="350" y="1"/>
                  <a:pt x="350" y="1"/>
                </a:cubicBezTo>
                <a:cubicBezTo>
                  <a:pt x="350" y="1"/>
                  <a:pt x="350" y="1"/>
                  <a:pt x="350" y="1"/>
                </a:cubicBezTo>
                <a:cubicBezTo>
                  <a:pt x="350" y="1"/>
                  <a:pt x="350" y="1"/>
                  <a:pt x="350" y="1"/>
                </a:cubicBezTo>
                <a:cubicBezTo>
                  <a:pt x="350" y="1"/>
                  <a:pt x="350" y="1"/>
                  <a:pt x="350" y="1"/>
                </a:cubicBezTo>
                <a:cubicBezTo>
                  <a:pt x="350" y="1"/>
                  <a:pt x="350" y="1"/>
                  <a:pt x="350" y="1"/>
                </a:cubicBezTo>
                <a:cubicBezTo>
                  <a:pt x="351" y="1"/>
                  <a:pt x="351" y="1"/>
                  <a:pt x="351" y="1"/>
                </a:cubicBezTo>
                <a:cubicBezTo>
                  <a:pt x="351" y="1"/>
                  <a:pt x="350" y="1"/>
                  <a:pt x="350" y="1"/>
                </a:cubicBezTo>
                <a:cubicBezTo>
                  <a:pt x="349" y="1"/>
                  <a:pt x="348" y="1"/>
                  <a:pt x="348" y="2"/>
                </a:cubicBezTo>
                <a:cubicBezTo>
                  <a:pt x="348" y="2"/>
                  <a:pt x="348" y="2"/>
                  <a:pt x="348" y="2"/>
                </a:cubicBezTo>
                <a:cubicBezTo>
                  <a:pt x="347" y="2"/>
                  <a:pt x="347" y="2"/>
                  <a:pt x="347" y="2"/>
                </a:cubicBezTo>
                <a:cubicBezTo>
                  <a:pt x="346" y="2"/>
                  <a:pt x="346" y="2"/>
                  <a:pt x="346" y="2"/>
                </a:cubicBezTo>
                <a:cubicBezTo>
                  <a:pt x="346" y="2"/>
                  <a:pt x="346" y="2"/>
                  <a:pt x="346" y="2"/>
                </a:cubicBezTo>
                <a:cubicBezTo>
                  <a:pt x="345" y="2"/>
                  <a:pt x="345" y="2"/>
                  <a:pt x="345" y="2"/>
                </a:cubicBezTo>
                <a:cubicBezTo>
                  <a:pt x="345" y="2"/>
                  <a:pt x="344" y="2"/>
                  <a:pt x="344" y="2"/>
                </a:cubicBezTo>
                <a:cubicBezTo>
                  <a:pt x="343" y="2"/>
                  <a:pt x="343" y="2"/>
                  <a:pt x="343" y="2"/>
                </a:cubicBezTo>
                <a:cubicBezTo>
                  <a:pt x="343" y="2"/>
                  <a:pt x="342" y="2"/>
                  <a:pt x="341" y="2"/>
                </a:cubicBezTo>
                <a:cubicBezTo>
                  <a:pt x="341" y="3"/>
                  <a:pt x="341" y="3"/>
                  <a:pt x="341" y="3"/>
                </a:cubicBezTo>
                <a:cubicBezTo>
                  <a:pt x="341" y="3"/>
                  <a:pt x="341" y="3"/>
                  <a:pt x="341" y="3"/>
                </a:cubicBezTo>
                <a:cubicBezTo>
                  <a:pt x="341" y="3"/>
                  <a:pt x="341" y="3"/>
                  <a:pt x="341" y="3"/>
                </a:cubicBezTo>
                <a:cubicBezTo>
                  <a:pt x="341" y="3"/>
                  <a:pt x="341" y="3"/>
                  <a:pt x="341" y="3"/>
                </a:cubicBezTo>
                <a:cubicBezTo>
                  <a:pt x="341" y="2"/>
                  <a:pt x="341" y="2"/>
                  <a:pt x="341" y="2"/>
                </a:cubicBezTo>
                <a:cubicBezTo>
                  <a:pt x="341" y="2"/>
                  <a:pt x="341" y="2"/>
                  <a:pt x="341" y="2"/>
                </a:cubicBezTo>
                <a:cubicBezTo>
                  <a:pt x="342" y="2"/>
                  <a:pt x="342" y="2"/>
                  <a:pt x="342" y="2"/>
                </a:cubicBezTo>
                <a:cubicBezTo>
                  <a:pt x="342" y="2"/>
                  <a:pt x="342" y="2"/>
                  <a:pt x="342" y="2"/>
                </a:cubicBezTo>
                <a:cubicBezTo>
                  <a:pt x="343" y="2"/>
                  <a:pt x="343" y="2"/>
                  <a:pt x="343" y="2"/>
                </a:cubicBezTo>
                <a:cubicBezTo>
                  <a:pt x="343" y="2"/>
                  <a:pt x="343" y="2"/>
                  <a:pt x="343" y="2"/>
                </a:cubicBezTo>
                <a:cubicBezTo>
                  <a:pt x="344" y="2"/>
                  <a:pt x="344" y="2"/>
                  <a:pt x="344" y="2"/>
                </a:cubicBezTo>
                <a:cubicBezTo>
                  <a:pt x="345" y="2"/>
                  <a:pt x="345" y="2"/>
                  <a:pt x="345" y="2"/>
                </a:cubicBezTo>
                <a:cubicBezTo>
                  <a:pt x="345" y="2"/>
                  <a:pt x="345" y="2"/>
                  <a:pt x="345" y="2"/>
                </a:cubicBezTo>
                <a:cubicBezTo>
                  <a:pt x="346" y="2"/>
                  <a:pt x="346" y="2"/>
                  <a:pt x="346" y="2"/>
                </a:cubicBezTo>
                <a:cubicBezTo>
                  <a:pt x="346" y="2"/>
                  <a:pt x="346" y="2"/>
                  <a:pt x="346" y="2"/>
                </a:cubicBezTo>
                <a:cubicBezTo>
                  <a:pt x="346" y="2"/>
                  <a:pt x="346" y="2"/>
                  <a:pt x="346" y="2"/>
                </a:cubicBezTo>
                <a:cubicBezTo>
                  <a:pt x="347" y="1"/>
                  <a:pt x="347" y="1"/>
                  <a:pt x="347" y="1"/>
                </a:cubicBezTo>
                <a:cubicBezTo>
                  <a:pt x="348" y="1"/>
                  <a:pt x="348" y="1"/>
                  <a:pt x="348" y="1"/>
                </a:cubicBezTo>
                <a:cubicBezTo>
                  <a:pt x="348" y="1"/>
                  <a:pt x="348" y="1"/>
                  <a:pt x="348" y="1"/>
                </a:cubicBezTo>
                <a:cubicBezTo>
                  <a:pt x="349" y="1"/>
                  <a:pt x="349" y="1"/>
                  <a:pt x="349" y="1"/>
                </a:cubicBezTo>
                <a:cubicBezTo>
                  <a:pt x="349" y="1"/>
                  <a:pt x="349" y="1"/>
                  <a:pt x="349" y="1"/>
                </a:cubicBezTo>
                <a:cubicBezTo>
                  <a:pt x="348" y="1"/>
                  <a:pt x="348" y="1"/>
                  <a:pt x="348" y="1"/>
                </a:cubicBezTo>
                <a:cubicBezTo>
                  <a:pt x="348" y="1"/>
                  <a:pt x="348" y="1"/>
                  <a:pt x="346" y="1"/>
                </a:cubicBezTo>
                <a:cubicBezTo>
                  <a:pt x="345" y="2"/>
                  <a:pt x="344" y="2"/>
                  <a:pt x="343" y="2"/>
                </a:cubicBezTo>
                <a:cubicBezTo>
                  <a:pt x="342" y="2"/>
                  <a:pt x="342" y="2"/>
                  <a:pt x="342" y="2"/>
                </a:cubicBezTo>
                <a:cubicBezTo>
                  <a:pt x="342" y="2"/>
                  <a:pt x="342" y="2"/>
                  <a:pt x="342" y="2"/>
                </a:cubicBezTo>
                <a:cubicBezTo>
                  <a:pt x="341" y="2"/>
                  <a:pt x="341" y="2"/>
                  <a:pt x="341" y="2"/>
                </a:cubicBezTo>
                <a:cubicBezTo>
                  <a:pt x="340" y="2"/>
                  <a:pt x="339" y="2"/>
                  <a:pt x="338" y="3"/>
                </a:cubicBezTo>
                <a:cubicBezTo>
                  <a:pt x="338" y="3"/>
                  <a:pt x="338" y="3"/>
                  <a:pt x="338" y="3"/>
                </a:cubicBezTo>
                <a:cubicBezTo>
                  <a:pt x="337" y="3"/>
                  <a:pt x="337" y="3"/>
                  <a:pt x="337" y="3"/>
                </a:cubicBezTo>
                <a:cubicBezTo>
                  <a:pt x="338" y="2"/>
                  <a:pt x="338" y="2"/>
                  <a:pt x="338" y="2"/>
                </a:cubicBezTo>
                <a:cubicBezTo>
                  <a:pt x="339" y="2"/>
                  <a:pt x="339" y="2"/>
                  <a:pt x="339" y="2"/>
                </a:cubicBezTo>
                <a:cubicBezTo>
                  <a:pt x="339" y="2"/>
                  <a:pt x="340" y="2"/>
                  <a:pt x="340" y="2"/>
                </a:cubicBezTo>
                <a:cubicBezTo>
                  <a:pt x="341" y="2"/>
                  <a:pt x="341" y="2"/>
                  <a:pt x="342" y="2"/>
                </a:cubicBezTo>
                <a:cubicBezTo>
                  <a:pt x="343" y="2"/>
                  <a:pt x="343" y="2"/>
                  <a:pt x="343" y="2"/>
                </a:cubicBezTo>
                <a:cubicBezTo>
                  <a:pt x="343" y="2"/>
                  <a:pt x="343" y="2"/>
                  <a:pt x="343" y="2"/>
                </a:cubicBezTo>
                <a:cubicBezTo>
                  <a:pt x="344" y="2"/>
                  <a:pt x="344" y="2"/>
                  <a:pt x="344" y="2"/>
                </a:cubicBezTo>
                <a:cubicBezTo>
                  <a:pt x="344" y="2"/>
                  <a:pt x="344" y="2"/>
                  <a:pt x="344" y="2"/>
                </a:cubicBezTo>
                <a:cubicBezTo>
                  <a:pt x="345" y="2"/>
                  <a:pt x="345" y="2"/>
                  <a:pt x="345" y="2"/>
                </a:cubicBezTo>
                <a:cubicBezTo>
                  <a:pt x="346" y="2"/>
                  <a:pt x="346" y="2"/>
                  <a:pt x="346" y="2"/>
                </a:cubicBezTo>
                <a:cubicBezTo>
                  <a:pt x="346" y="1"/>
                  <a:pt x="346" y="1"/>
                  <a:pt x="346" y="1"/>
                </a:cubicBezTo>
                <a:cubicBezTo>
                  <a:pt x="347" y="1"/>
                  <a:pt x="347" y="1"/>
                  <a:pt x="348" y="1"/>
                </a:cubicBezTo>
                <a:cubicBezTo>
                  <a:pt x="348" y="1"/>
                  <a:pt x="348" y="1"/>
                  <a:pt x="348" y="1"/>
                </a:cubicBezTo>
                <a:cubicBezTo>
                  <a:pt x="349" y="1"/>
                  <a:pt x="349" y="1"/>
                  <a:pt x="349" y="1"/>
                </a:cubicBezTo>
                <a:cubicBezTo>
                  <a:pt x="349" y="1"/>
                  <a:pt x="349" y="1"/>
                  <a:pt x="349" y="1"/>
                </a:cubicBezTo>
                <a:cubicBezTo>
                  <a:pt x="349" y="1"/>
                  <a:pt x="349" y="1"/>
                  <a:pt x="349" y="1"/>
                </a:cubicBezTo>
                <a:cubicBezTo>
                  <a:pt x="349" y="1"/>
                  <a:pt x="349" y="1"/>
                  <a:pt x="349" y="1"/>
                </a:cubicBezTo>
                <a:cubicBezTo>
                  <a:pt x="348" y="1"/>
                  <a:pt x="348" y="1"/>
                  <a:pt x="348" y="1"/>
                </a:cubicBezTo>
                <a:cubicBezTo>
                  <a:pt x="347" y="1"/>
                  <a:pt x="347" y="1"/>
                  <a:pt x="347" y="1"/>
                </a:cubicBezTo>
                <a:cubicBezTo>
                  <a:pt x="347" y="1"/>
                  <a:pt x="347" y="1"/>
                  <a:pt x="347" y="1"/>
                </a:cubicBezTo>
                <a:cubicBezTo>
                  <a:pt x="346" y="1"/>
                  <a:pt x="346" y="1"/>
                  <a:pt x="346" y="1"/>
                </a:cubicBezTo>
                <a:cubicBezTo>
                  <a:pt x="346" y="1"/>
                  <a:pt x="346" y="1"/>
                  <a:pt x="346" y="1"/>
                </a:cubicBezTo>
                <a:cubicBezTo>
                  <a:pt x="346" y="1"/>
                  <a:pt x="346" y="1"/>
                  <a:pt x="346" y="1"/>
                </a:cubicBezTo>
                <a:cubicBezTo>
                  <a:pt x="346" y="1"/>
                  <a:pt x="346" y="1"/>
                  <a:pt x="346" y="1"/>
                </a:cubicBezTo>
                <a:cubicBezTo>
                  <a:pt x="345" y="1"/>
                  <a:pt x="345" y="1"/>
                  <a:pt x="345" y="1"/>
                </a:cubicBezTo>
                <a:cubicBezTo>
                  <a:pt x="345" y="1"/>
                  <a:pt x="345" y="1"/>
                  <a:pt x="345" y="1"/>
                </a:cubicBezTo>
                <a:cubicBezTo>
                  <a:pt x="345" y="1"/>
                  <a:pt x="345" y="1"/>
                  <a:pt x="345" y="1"/>
                </a:cubicBezTo>
                <a:cubicBezTo>
                  <a:pt x="345" y="1"/>
                  <a:pt x="345" y="1"/>
                  <a:pt x="345" y="1"/>
                </a:cubicBezTo>
                <a:cubicBezTo>
                  <a:pt x="345" y="1"/>
                  <a:pt x="345" y="1"/>
                  <a:pt x="345" y="1"/>
                </a:cubicBezTo>
                <a:cubicBezTo>
                  <a:pt x="344" y="1"/>
                  <a:pt x="344" y="1"/>
                  <a:pt x="344" y="1"/>
                </a:cubicBezTo>
                <a:cubicBezTo>
                  <a:pt x="344" y="1"/>
                  <a:pt x="344" y="1"/>
                  <a:pt x="344" y="1"/>
                </a:cubicBezTo>
                <a:cubicBezTo>
                  <a:pt x="343" y="1"/>
                  <a:pt x="343" y="1"/>
                  <a:pt x="343" y="1"/>
                </a:cubicBezTo>
                <a:cubicBezTo>
                  <a:pt x="343" y="1"/>
                  <a:pt x="343" y="1"/>
                  <a:pt x="343" y="1"/>
                </a:cubicBezTo>
                <a:cubicBezTo>
                  <a:pt x="343" y="2"/>
                  <a:pt x="343" y="2"/>
                  <a:pt x="343" y="2"/>
                </a:cubicBezTo>
                <a:cubicBezTo>
                  <a:pt x="342" y="2"/>
                  <a:pt x="342" y="2"/>
                  <a:pt x="342" y="2"/>
                </a:cubicBezTo>
                <a:cubicBezTo>
                  <a:pt x="341" y="2"/>
                  <a:pt x="341" y="2"/>
                  <a:pt x="341" y="2"/>
                </a:cubicBezTo>
                <a:cubicBezTo>
                  <a:pt x="341" y="2"/>
                  <a:pt x="341" y="2"/>
                  <a:pt x="341" y="2"/>
                </a:cubicBezTo>
                <a:cubicBezTo>
                  <a:pt x="341" y="2"/>
                  <a:pt x="341" y="2"/>
                  <a:pt x="341" y="2"/>
                </a:cubicBezTo>
                <a:cubicBezTo>
                  <a:pt x="341" y="2"/>
                  <a:pt x="341" y="2"/>
                  <a:pt x="341" y="2"/>
                </a:cubicBezTo>
                <a:cubicBezTo>
                  <a:pt x="341" y="2"/>
                  <a:pt x="341" y="2"/>
                  <a:pt x="341" y="2"/>
                </a:cubicBezTo>
                <a:cubicBezTo>
                  <a:pt x="341" y="2"/>
                  <a:pt x="341" y="2"/>
                  <a:pt x="341" y="2"/>
                </a:cubicBezTo>
                <a:cubicBezTo>
                  <a:pt x="341" y="2"/>
                  <a:pt x="341" y="2"/>
                  <a:pt x="341" y="2"/>
                </a:cubicBezTo>
                <a:cubicBezTo>
                  <a:pt x="341" y="2"/>
                  <a:pt x="341" y="2"/>
                  <a:pt x="341" y="2"/>
                </a:cubicBezTo>
                <a:cubicBezTo>
                  <a:pt x="341" y="2"/>
                  <a:pt x="341" y="2"/>
                  <a:pt x="341" y="2"/>
                </a:cubicBezTo>
                <a:cubicBezTo>
                  <a:pt x="341" y="2"/>
                  <a:pt x="341" y="2"/>
                  <a:pt x="341" y="2"/>
                </a:cubicBezTo>
                <a:cubicBezTo>
                  <a:pt x="341" y="2"/>
                  <a:pt x="341" y="2"/>
                  <a:pt x="341" y="2"/>
                </a:cubicBezTo>
                <a:cubicBezTo>
                  <a:pt x="341" y="2"/>
                  <a:pt x="341" y="2"/>
                  <a:pt x="341" y="2"/>
                </a:cubicBezTo>
                <a:cubicBezTo>
                  <a:pt x="340" y="2"/>
                  <a:pt x="340" y="2"/>
                  <a:pt x="340" y="2"/>
                </a:cubicBezTo>
                <a:cubicBezTo>
                  <a:pt x="340" y="2"/>
                  <a:pt x="340" y="2"/>
                  <a:pt x="340" y="2"/>
                </a:cubicBezTo>
                <a:cubicBezTo>
                  <a:pt x="339" y="2"/>
                  <a:pt x="339" y="2"/>
                  <a:pt x="339" y="2"/>
                </a:cubicBezTo>
                <a:cubicBezTo>
                  <a:pt x="338" y="2"/>
                  <a:pt x="338" y="2"/>
                  <a:pt x="338" y="2"/>
                </a:cubicBezTo>
                <a:cubicBezTo>
                  <a:pt x="338" y="2"/>
                  <a:pt x="338" y="2"/>
                  <a:pt x="338" y="2"/>
                </a:cubicBezTo>
                <a:cubicBezTo>
                  <a:pt x="338" y="2"/>
                  <a:pt x="338" y="2"/>
                  <a:pt x="338" y="2"/>
                </a:cubicBezTo>
                <a:cubicBezTo>
                  <a:pt x="338" y="2"/>
                  <a:pt x="338" y="2"/>
                  <a:pt x="338" y="2"/>
                </a:cubicBezTo>
                <a:cubicBezTo>
                  <a:pt x="338" y="2"/>
                  <a:pt x="338" y="2"/>
                  <a:pt x="338" y="2"/>
                </a:cubicBezTo>
                <a:cubicBezTo>
                  <a:pt x="338" y="2"/>
                  <a:pt x="338" y="2"/>
                  <a:pt x="338" y="2"/>
                </a:cubicBezTo>
                <a:cubicBezTo>
                  <a:pt x="338" y="2"/>
                  <a:pt x="338" y="2"/>
                  <a:pt x="338" y="2"/>
                </a:cubicBezTo>
                <a:cubicBezTo>
                  <a:pt x="338" y="2"/>
                  <a:pt x="338" y="2"/>
                  <a:pt x="338" y="2"/>
                </a:cubicBezTo>
                <a:cubicBezTo>
                  <a:pt x="338" y="2"/>
                  <a:pt x="338" y="2"/>
                  <a:pt x="338" y="2"/>
                </a:cubicBezTo>
                <a:cubicBezTo>
                  <a:pt x="338" y="2"/>
                  <a:pt x="338" y="2"/>
                  <a:pt x="338" y="2"/>
                </a:cubicBezTo>
                <a:cubicBezTo>
                  <a:pt x="338" y="2"/>
                  <a:pt x="338" y="2"/>
                  <a:pt x="338" y="2"/>
                </a:cubicBezTo>
                <a:cubicBezTo>
                  <a:pt x="338" y="2"/>
                  <a:pt x="338" y="2"/>
                  <a:pt x="338" y="2"/>
                </a:cubicBezTo>
                <a:cubicBezTo>
                  <a:pt x="337" y="2"/>
                  <a:pt x="337" y="2"/>
                  <a:pt x="337" y="2"/>
                </a:cubicBezTo>
                <a:cubicBezTo>
                  <a:pt x="336" y="2"/>
                  <a:pt x="336" y="2"/>
                  <a:pt x="336" y="2"/>
                </a:cubicBezTo>
                <a:cubicBezTo>
                  <a:pt x="335" y="3"/>
                  <a:pt x="335" y="3"/>
                  <a:pt x="335" y="3"/>
                </a:cubicBezTo>
                <a:cubicBezTo>
                  <a:pt x="335" y="3"/>
                  <a:pt x="335" y="3"/>
                  <a:pt x="335" y="3"/>
                </a:cubicBezTo>
                <a:cubicBezTo>
                  <a:pt x="335" y="3"/>
                  <a:pt x="335" y="3"/>
                  <a:pt x="335" y="3"/>
                </a:cubicBezTo>
                <a:cubicBezTo>
                  <a:pt x="335" y="3"/>
                  <a:pt x="335" y="3"/>
                  <a:pt x="335" y="3"/>
                </a:cubicBezTo>
                <a:cubicBezTo>
                  <a:pt x="335" y="3"/>
                  <a:pt x="335" y="3"/>
                  <a:pt x="335" y="3"/>
                </a:cubicBezTo>
                <a:cubicBezTo>
                  <a:pt x="336" y="3"/>
                  <a:pt x="336" y="3"/>
                  <a:pt x="336" y="3"/>
                </a:cubicBezTo>
                <a:cubicBezTo>
                  <a:pt x="336" y="2"/>
                  <a:pt x="336" y="2"/>
                  <a:pt x="336" y="2"/>
                </a:cubicBezTo>
                <a:cubicBezTo>
                  <a:pt x="336" y="2"/>
                  <a:pt x="336" y="2"/>
                  <a:pt x="336" y="2"/>
                </a:cubicBezTo>
                <a:cubicBezTo>
                  <a:pt x="337" y="2"/>
                  <a:pt x="337" y="2"/>
                  <a:pt x="337" y="2"/>
                </a:cubicBezTo>
                <a:cubicBezTo>
                  <a:pt x="337" y="2"/>
                  <a:pt x="337" y="2"/>
                  <a:pt x="337" y="2"/>
                </a:cubicBezTo>
                <a:cubicBezTo>
                  <a:pt x="337" y="2"/>
                  <a:pt x="337" y="2"/>
                  <a:pt x="337" y="2"/>
                </a:cubicBezTo>
                <a:cubicBezTo>
                  <a:pt x="337" y="2"/>
                  <a:pt x="337" y="2"/>
                  <a:pt x="337" y="2"/>
                </a:cubicBezTo>
                <a:cubicBezTo>
                  <a:pt x="338" y="2"/>
                  <a:pt x="338" y="2"/>
                  <a:pt x="338" y="2"/>
                </a:cubicBezTo>
                <a:cubicBezTo>
                  <a:pt x="339" y="2"/>
                  <a:pt x="339" y="2"/>
                  <a:pt x="339" y="2"/>
                </a:cubicBezTo>
                <a:cubicBezTo>
                  <a:pt x="340" y="2"/>
                  <a:pt x="340" y="2"/>
                  <a:pt x="340" y="2"/>
                </a:cubicBezTo>
                <a:cubicBezTo>
                  <a:pt x="340" y="2"/>
                  <a:pt x="340" y="2"/>
                  <a:pt x="340" y="2"/>
                </a:cubicBezTo>
                <a:cubicBezTo>
                  <a:pt x="341" y="2"/>
                  <a:pt x="341" y="2"/>
                  <a:pt x="341" y="2"/>
                </a:cubicBezTo>
                <a:cubicBezTo>
                  <a:pt x="341" y="2"/>
                  <a:pt x="341" y="2"/>
                  <a:pt x="341" y="2"/>
                </a:cubicBezTo>
                <a:cubicBezTo>
                  <a:pt x="341" y="2"/>
                  <a:pt x="341" y="2"/>
                  <a:pt x="341" y="2"/>
                </a:cubicBezTo>
                <a:cubicBezTo>
                  <a:pt x="340" y="2"/>
                  <a:pt x="340" y="2"/>
                  <a:pt x="340" y="2"/>
                </a:cubicBezTo>
                <a:cubicBezTo>
                  <a:pt x="340" y="2"/>
                  <a:pt x="340" y="2"/>
                  <a:pt x="340" y="2"/>
                </a:cubicBezTo>
                <a:cubicBezTo>
                  <a:pt x="339" y="2"/>
                  <a:pt x="339" y="2"/>
                  <a:pt x="339" y="2"/>
                </a:cubicBezTo>
                <a:cubicBezTo>
                  <a:pt x="339" y="2"/>
                  <a:pt x="339" y="2"/>
                  <a:pt x="339" y="2"/>
                </a:cubicBezTo>
                <a:cubicBezTo>
                  <a:pt x="338" y="2"/>
                  <a:pt x="338" y="2"/>
                  <a:pt x="338" y="2"/>
                </a:cubicBezTo>
                <a:cubicBezTo>
                  <a:pt x="337" y="2"/>
                  <a:pt x="336" y="2"/>
                  <a:pt x="336" y="2"/>
                </a:cubicBezTo>
                <a:cubicBezTo>
                  <a:pt x="335" y="2"/>
                  <a:pt x="335" y="2"/>
                  <a:pt x="335" y="2"/>
                </a:cubicBezTo>
                <a:cubicBezTo>
                  <a:pt x="335" y="2"/>
                  <a:pt x="335" y="2"/>
                  <a:pt x="335" y="2"/>
                </a:cubicBezTo>
                <a:cubicBezTo>
                  <a:pt x="334" y="2"/>
                  <a:pt x="334" y="2"/>
                  <a:pt x="334" y="2"/>
                </a:cubicBezTo>
                <a:cubicBezTo>
                  <a:pt x="332" y="3"/>
                  <a:pt x="331" y="3"/>
                  <a:pt x="329" y="3"/>
                </a:cubicBezTo>
                <a:cubicBezTo>
                  <a:pt x="329" y="3"/>
                  <a:pt x="329" y="3"/>
                  <a:pt x="329" y="3"/>
                </a:cubicBezTo>
                <a:cubicBezTo>
                  <a:pt x="330" y="3"/>
                  <a:pt x="330" y="3"/>
                  <a:pt x="330" y="3"/>
                </a:cubicBezTo>
                <a:cubicBezTo>
                  <a:pt x="330" y="3"/>
                  <a:pt x="330" y="3"/>
                  <a:pt x="330" y="3"/>
                </a:cubicBezTo>
                <a:cubicBezTo>
                  <a:pt x="330" y="3"/>
                  <a:pt x="330" y="3"/>
                  <a:pt x="330" y="3"/>
                </a:cubicBezTo>
                <a:cubicBezTo>
                  <a:pt x="330" y="3"/>
                  <a:pt x="329" y="3"/>
                  <a:pt x="328" y="3"/>
                </a:cubicBezTo>
                <a:cubicBezTo>
                  <a:pt x="327" y="3"/>
                  <a:pt x="326" y="3"/>
                  <a:pt x="325" y="3"/>
                </a:cubicBezTo>
                <a:cubicBezTo>
                  <a:pt x="325" y="3"/>
                  <a:pt x="324" y="4"/>
                  <a:pt x="323" y="4"/>
                </a:cubicBezTo>
                <a:cubicBezTo>
                  <a:pt x="323" y="4"/>
                  <a:pt x="323" y="4"/>
                  <a:pt x="323" y="4"/>
                </a:cubicBezTo>
                <a:cubicBezTo>
                  <a:pt x="323" y="4"/>
                  <a:pt x="323" y="4"/>
                  <a:pt x="323" y="4"/>
                </a:cubicBezTo>
                <a:cubicBezTo>
                  <a:pt x="323" y="4"/>
                  <a:pt x="323" y="4"/>
                  <a:pt x="323" y="4"/>
                </a:cubicBezTo>
                <a:cubicBezTo>
                  <a:pt x="322" y="4"/>
                  <a:pt x="322" y="4"/>
                  <a:pt x="322" y="4"/>
                </a:cubicBezTo>
                <a:cubicBezTo>
                  <a:pt x="322" y="4"/>
                  <a:pt x="322" y="4"/>
                  <a:pt x="322" y="4"/>
                </a:cubicBezTo>
                <a:cubicBezTo>
                  <a:pt x="322" y="4"/>
                  <a:pt x="322" y="4"/>
                  <a:pt x="322" y="4"/>
                </a:cubicBezTo>
                <a:cubicBezTo>
                  <a:pt x="321" y="4"/>
                  <a:pt x="321" y="4"/>
                  <a:pt x="321" y="4"/>
                </a:cubicBezTo>
                <a:cubicBezTo>
                  <a:pt x="321" y="4"/>
                  <a:pt x="321" y="4"/>
                  <a:pt x="321" y="4"/>
                </a:cubicBezTo>
                <a:cubicBezTo>
                  <a:pt x="320" y="4"/>
                  <a:pt x="320" y="4"/>
                  <a:pt x="320" y="4"/>
                </a:cubicBezTo>
                <a:cubicBezTo>
                  <a:pt x="320" y="4"/>
                  <a:pt x="320" y="4"/>
                  <a:pt x="320" y="4"/>
                </a:cubicBezTo>
                <a:cubicBezTo>
                  <a:pt x="320" y="4"/>
                  <a:pt x="320" y="4"/>
                  <a:pt x="320" y="4"/>
                </a:cubicBezTo>
                <a:cubicBezTo>
                  <a:pt x="319" y="4"/>
                  <a:pt x="319" y="4"/>
                  <a:pt x="319" y="4"/>
                </a:cubicBezTo>
                <a:cubicBezTo>
                  <a:pt x="319" y="4"/>
                  <a:pt x="318" y="4"/>
                  <a:pt x="317" y="5"/>
                </a:cubicBezTo>
                <a:cubicBezTo>
                  <a:pt x="317" y="5"/>
                  <a:pt x="317" y="5"/>
                  <a:pt x="317" y="5"/>
                </a:cubicBezTo>
                <a:cubicBezTo>
                  <a:pt x="316" y="5"/>
                  <a:pt x="315" y="5"/>
                  <a:pt x="315" y="5"/>
                </a:cubicBezTo>
                <a:cubicBezTo>
                  <a:pt x="315" y="5"/>
                  <a:pt x="315" y="5"/>
                  <a:pt x="314" y="5"/>
                </a:cubicBezTo>
                <a:cubicBezTo>
                  <a:pt x="314" y="5"/>
                  <a:pt x="314" y="5"/>
                  <a:pt x="314" y="5"/>
                </a:cubicBezTo>
                <a:cubicBezTo>
                  <a:pt x="313" y="5"/>
                  <a:pt x="313" y="5"/>
                  <a:pt x="313" y="5"/>
                </a:cubicBezTo>
                <a:cubicBezTo>
                  <a:pt x="313" y="5"/>
                  <a:pt x="313" y="5"/>
                  <a:pt x="314" y="5"/>
                </a:cubicBezTo>
                <a:cubicBezTo>
                  <a:pt x="314" y="5"/>
                  <a:pt x="314" y="5"/>
                  <a:pt x="314" y="5"/>
                </a:cubicBezTo>
                <a:cubicBezTo>
                  <a:pt x="315" y="5"/>
                  <a:pt x="315" y="5"/>
                  <a:pt x="315" y="5"/>
                </a:cubicBezTo>
                <a:cubicBezTo>
                  <a:pt x="314" y="5"/>
                  <a:pt x="313" y="6"/>
                  <a:pt x="312" y="6"/>
                </a:cubicBezTo>
                <a:cubicBezTo>
                  <a:pt x="311" y="6"/>
                  <a:pt x="311" y="6"/>
                  <a:pt x="311" y="6"/>
                </a:cubicBezTo>
                <a:cubicBezTo>
                  <a:pt x="311" y="6"/>
                  <a:pt x="311" y="6"/>
                  <a:pt x="311" y="6"/>
                </a:cubicBezTo>
                <a:cubicBezTo>
                  <a:pt x="310" y="6"/>
                  <a:pt x="310" y="6"/>
                  <a:pt x="310" y="6"/>
                </a:cubicBezTo>
                <a:cubicBezTo>
                  <a:pt x="309" y="6"/>
                  <a:pt x="308" y="6"/>
                  <a:pt x="307" y="7"/>
                </a:cubicBezTo>
                <a:cubicBezTo>
                  <a:pt x="306" y="7"/>
                  <a:pt x="305" y="7"/>
                  <a:pt x="305" y="7"/>
                </a:cubicBezTo>
                <a:cubicBezTo>
                  <a:pt x="304" y="7"/>
                  <a:pt x="304" y="7"/>
                  <a:pt x="304" y="7"/>
                </a:cubicBezTo>
                <a:cubicBezTo>
                  <a:pt x="303" y="7"/>
                  <a:pt x="303" y="7"/>
                  <a:pt x="303" y="7"/>
                </a:cubicBezTo>
                <a:cubicBezTo>
                  <a:pt x="303" y="7"/>
                  <a:pt x="303" y="7"/>
                  <a:pt x="303" y="7"/>
                </a:cubicBezTo>
                <a:cubicBezTo>
                  <a:pt x="303" y="7"/>
                  <a:pt x="303" y="7"/>
                  <a:pt x="303" y="7"/>
                </a:cubicBezTo>
                <a:cubicBezTo>
                  <a:pt x="302" y="8"/>
                  <a:pt x="302" y="8"/>
                  <a:pt x="302" y="8"/>
                </a:cubicBezTo>
                <a:cubicBezTo>
                  <a:pt x="302" y="8"/>
                  <a:pt x="302" y="8"/>
                  <a:pt x="302" y="8"/>
                </a:cubicBezTo>
                <a:cubicBezTo>
                  <a:pt x="302" y="7"/>
                  <a:pt x="302" y="7"/>
                  <a:pt x="302" y="7"/>
                </a:cubicBezTo>
                <a:cubicBezTo>
                  <a:pt x="302" y="7"/>
                  <a:pt x="302" y="7"/>
                  <a:pt x="302" y="7"/>
                </a:cubicBezTo>
                <a:cubicBezTo>
                  <a:pt x="301" y="8"/>
                  <a:pt x="301" y="8"/>
                  <a:pt x="301" y="8"/>
                </a:cubicBezTo>
                <a:cubicBezTo>
                  <a:pt x="300" y="8"/>
                  <a:pt x="300" y="8"/>
                  <a:pt x="300" y="8"/>
                </a:cubicBezTo>
                <a:cubicBezTo>
                  <a:pt x="300" y="8"/>
                  <a:pt x="300" y="8"/>
                  <a:pt x="299" y="8"/>
                </a:cubicBezTo>
                <a:cubicBezTo>
                  <a:pt x="299" y="8"/>
                  <a:pt x="298" y="8"/>
                  <a:pt x="298" y="8"/>
                </a:cubicBezTo>
                <a:cubicBezTo>
                  <a:pt x="298" y="8"/>
                  <a:pt x="298" y="8"/>
                  <a:pt x="298" y="8"/>
                </a:cubicBezTo>
                <a:cubicBezTo>
                  <a:pt x="298" y="8"/>
                  <a:pt x="298" y="8"/>
                  <a:pt x="297" y="8"/>
                </a:cubicBezTo>
                <a:cubicBezTo>
                  <a:pt x="296" y="8"/>
                  <a:pt x="296" y="8"/>
                  <a:pt x="296" y="8"/>
                </a:cubicBezTo>
                <a:cubicBezTo>
                  <a:pt x="295" y="8"/>
                  <a:pt x="295" y="8"/>
                  <a:pt x="295" y="8"/>
                </a:cubicBezTo>
                <a:cubicBezTo>
                  <a:pt x="295" y="8"/>
                  <a:pt x="295" y="8"/>
                  <a:pt x="295" y="8"/>
                </a:cubicBezTo>
                <a:cubicBezTo>
                  <a:pt x="295" y="9"/>
                  <a:pt x="295" y="9"/>
                  <a:pt x="295" y="9"/>
                </a:cubicBezTo>
                <a:cubicBezTo>
                  <a:pt x="294" y="9"/>
                  <a:pt x="294" y="9"/>
                  <a:pt x="294" y="9"/>
                </a:cubicBezTo>
                <a:cubicBezTo>
                  <a:pt x="294" y="9"/>
                  <a:pt x="294" y="9"/>
                  <a:pt x="294" y="9"/>
                </a:cubicBezTo>
                <a:cubicBezTo>
                  <a:pt x="293" y="9"/>
                  <a:pt x="293" y="9"/>
                  <a:pt x="293" y="9"/>
                </a:cubicBezTo>
                <a:cubicBezTo>
                  <a:pt x="292" y="9"/>
                  <a:pt x="292" y="9"/>
                  <a:pt x="292" y="9"/>
                </a:cubicBezTo>
                <a:cubicBezTo>
                  <a:pt x="292" y="9"/>
                  <a:pt x="292" y="9"/>
                  <a:pt x="292" y="9"/>
                </a:cubicBezTo>
                <a:cubicBezTo>
                  <a:pt x="292" y="9"/>
                  <a:pt x="292" y="9"/>
                  <a:pt x="292" y="9"/>
                </a:cubicBezTo>
                <a:cubicBezTo>
                  <a:pt x="289" y="10"/>
                  <a:pt x="287" y="11"/>
                  <a:pt x="284" y="11"/>
                </a:cubicBezTo>
                <a:cubicBezTo>
                  <a:pt x="284" y="11"/>
                  <a:pt x="284" y="11"/>
                  <a:pt x="284" y="11"/>
                </a:cubicBezTo>
                <a:cubicBezTo>
                  <a:pt x="283" y="12"/>
                  <a:pt x="283" y="12"/>
                  <a:pt x="283" y="12"/>
                </a:cubicBezTo>
                <a:cubicBezTo>
                  <a:pt x="283" y="12"/>
                  <a:pt x="283" y="12"/>
                  <a:pt x="283" y="12"/>
                </a:cubicBezTo>
                <a:cubicBezTo>
                  <a:pt x="282" y="12"/>
                  <a:pt x="282" y="12"/>
                  <a:pt x="282" y="12"/>
                </a:cubicBezTo>
                <a:cubicBezTo>
                  <a:pt x="282" y="12"/>
                  <a:pt x="282" y="12"/>
                  <a:pt x="282" y="12"/>
                </a:cubicBezTo>
                <a:cubicBezTo>
                  <a:pt x="283" y="12"/>
                  <a:pt x="283" y="12"/>
                  <a:pt x="283" y="12"/>
                </a:cubicBezTo>
                <a:cubicBezTo>
                  <a:pt x="284" y="12"/>
                  <a:pt x="284" y="12"/>
                  <a:pt x="284" y="12"/>
                </a:cubicBezTo>
                <a:cubicBezTo>
                  <a:pt x="284" y="12"/>
                  <a:pt x="284" y="12"/>
                  <a:pt x="285" y="12"/>
                </a:cubicBezTo>
                <a:cubicBezTo>
                  <a:pt x="285" y="12"/>
                  <a:pt x="285" y="12"/>
                  <a:pt x="285" y="12"/>
                </a:cubicBezTo>
                <a:cubicBezTo>
                  <a:pt x="285" y="12"/>
                  <a:pt x="285" y="12"/>
                  <a:pt x="285" y="12"/>
                </a:cubicBezTo>
                <a:cubicBezTo>
                  <a:pt x="284" y="12"/>
                  <a:pt x="283" y="12"/>
                  <a:pt x="282" y="13"/>
                </a:cubicBezTo>
                <a:cubicBezTo>
                  <a:pt x="282" y="13"/>
                  <a:pt x="282" y="13"/>
                  <a:pt x="281" y="13"/>
                </a:cubicBezTo>
                <a:cubicBezTo>
                  <a:pt x="281" y="13"/>
                  <a:pt x="281" y="13"/>
                  <a:pt x="281" y="13"/>
                </a:cubicBezTo>
                <a:cubicBezTo>
                  <a:pt x="280" y="13"/>
                  <a:pt x="280" y="13"/>
                  <a:pt x="279" y="13"/>
                </a:cubicBezTo>
                <a:cubicBezTo>
                  <a:pt x="279" y="13"/>
                  <a:pt x="279" y="13"/>
                  <a:pt x="279" y="13"/>
                </a:cubicBezTo>
                <a:cubicBezTo>
                  <a:pt x="279" y="13"/>
                  <a:pt x="279" y="13"/>
                  <a:pt x="279" y="13"/>
                </a:cubicBezTo>
                <a:cubicBezTo>
                  <a:pt x="279" y="13"/>
                  <a:pt x="279" y="13"/>
                  <a:pt x="279" y="13"/>
                </a:cubicBezTo>
                <a:cubicBezTo>
                  <a:pt x="279" y="13"/>
                  <a:pt x="279" y="13"/>
                  <a:pt x="279" y="13"/>
                </a:cubicBezTo>
                <a:cubicBezTo>
                  <a:pt x="280" y="13"/>
                  <a:pt x="280" y="13"/>
                  <a:pt x="280" y="13"/>
                </a:cubicBezTo>
                <a:cubicBezTo>
                  <a:pt x="280" y="13"/>
                  <a:pt x="280" y="13"/>
                  <a:pt x="280" y="13"/>
                </a:cubicBezTo>
                <a:cubicBezTo>
                  <a:pt x="280" y="13"/>
                  <a:pt x="280" y="13"/>
                  <a:pt x="280" y="13"/>
                </a:cubicBezTo>
                <a:cubicBezTo>
                  <a:pt x="280" y="13"/>
                  <a:pt x="280" y="13"/>
                  <a:pt x="280" y="13"/>
                </a:cubicBezTo>
                <a:cubicBezTo>
                  <a:pt x="280" y="13"/>
                  <a:pt x="280" y="13"/>
                  <a:pt x="280" y="13"/>
                </a:cubicBezTo>
                <a:cubicBezTo>
                  <a:pt x="280" y="13"/>
                  <a:pt x="280" y="13"/>
                  <a:pt x="280" y="13"/>
                </a:cubicBezTo>
                <a:cubicBezTo>
                  <a:pt x="280" y="13"/>
                  <a:pt x="280" y="13"/>
                  <a:pt x="280" y="13"/>
                </a:cubicBezTo>
                <a:cubicBezTo>
                  <a:pt x="280" y="13"/>
                  <a:pt x="280" y="13"/>
                  <a:pt x="280" y="13"/>
                </a:cubicBezTo>
                <a:cubicBezTo>
                  <a:pt x="280" y="13"/>
                  <a:pt x="280" y="13"/>
                  <a:pt x="280" y="13"/>
                </a:cubicBezTo>
                <a:cubicBezTo>
                  <a:pt x="280" y="13"/>
                  <a:pt x="280" y="13"/>
                  <a:pt x="280" y="13"/>
                </a:cubicBezTo>
                <a:cubicBezTo>
                  <a:pt x="279" y="13"/>
                  <a:pt x="279" y="13"/>
                  <a:pt x="279" y="13"/>
                </a:cubicBezTo>
                <a:cubicBezTo>
                  <a:pt x="278" y="13"/>
                  <a:pt x="278" y="13"/>
                  <a:pt x="278" y="13"/>
                </a:cubicBezTo>
                <a:cubicBezTo>
                  <a:pt x="278" y="13"/>
                  <a:pt x="278" y="13"/>
                  <a:pt x="278" y="13"/>
                </a:cubicBezTo>
                <a:cubicBezTo>
                  <a:pt x="279" y="13"/>
                  <a:pt x="279" y="13"/>
                  <a:pt x="279" y="13"/>
                </a:cubicBezTo>
                <a:cubicBezTo>
                  <a:pt x="279" y="13"/>
                  <a:pt x="279" y="13"/>
                  <a:pt x="279" y="13"/>
                </a:cubicBezTo>
                <a:cubicBezTo>
                  <a:pt x="278" y="13"/>
                  <a:pt x="278" y="13"/>
                  <a:pt x="277" y="13"/>
                </a:cubicBezTo>
                <a:cubicBezTo>
                  <a:pt x="277" y="13"/>
                  <a:pt x="277" y="13"/>
                  <a:pt x="277" y="13"/>
                </a:cubicBezTo>
                <a:cubicBezTo>
                  <a:pt x="276" y="14"/>
                  <a:pt x="275" y="14"/>
                  <a:pt x="274" y="14"/>
                </a:cubicBezTo>
                <a:cubicBezTo>
                  <a:pt x="274" y="14"/>
                  <a:pt x="274" y="14"/>
                  <a:pt x="274" y="14"/>
                </a:cubicBezTo>
                <a:cubicBezTo>
                  <a:pt x="273" y="15"/>
                  <a:pt x="273" y="15"/>
                  <a:pt x="271" y="15"/>
                </a:cubicBezTo>
                <a:cubicBezTo>
                  <a:pt x="271" y="16"/>
                  <a:pt x="271" y="16"/>
                  <a:pt x="271" y="16"/>
                </a:cubicBezTo>
                <a:cubicBezTo>
                  <a:pt x="270" y="16"/>
                  <a:pt x="270" y="16"/>
                  <a:pt x="270" y="16"/>
                </a:cubicBezTo>
                <a:cubicBezTo>
                  <a:pt x="270" y="16"/>
                  <a:pt x="270" y="16"/>
                  <a:pt x="270" y="16"/>
                </a:cubicBezTo>
                <a:cubicBezTo>
                  <a:pt x="269" y="16"/>
                  <a:pt x="269" y="16"/>
                  <a:pt x="269" y="16"/>
                </a:cubicBezTo>
                <a:cubicBezTo>
                  <a:pt x="269" y="16"/>
                  <a:pt x="269" y="16"/>
                  <a:pt x="269" y="16"/>
                </a:cubicBezTo>
                <a:cubicBezTo>
                  <a:pt x="268" y="16"/>
                  <a:pt x="268" y="16"/>
                  <a:pt x="268" y="16"/>
                </a:cubicBezTo>
                <a:cubicBezTo>
                  <a:pt x="268" y="17"/>
                  <a:pt x="268" y="17"/>
                  <a:pt x="268" y="17"/>
                </a:cubicBezTo>
                <a:cubicBezTo>
                  <a:pt x="267" y="17"/>
                  <a:pt x="267" y="17"/>
                  <a:pt x="267" y="17"/>
                </a:cubicBezTo>
                <a:cubicBezTo>
                  <a:pt x="267" y="17"/>
                  <a:pt x="267" y="17"/>
                  <a:pt x="267" y="17"/>
                </a:cubicBezTo>
                <a:cubicBezTo>
                  <a:pt x="267" y="17"/>
                  <a:pt x="267" y="17"/>
                  <a:pt x="267" y="17"/>
                </a:cubicBezTo>
                <a:cubicBezTo>
                  <a:pt x="266" y="17"/>
                  <a:pt x="266" y="17"/>
                  <a:pt x="266" y="17"/>
                </a:cubicBezTo>
                <a:cubicBezTo>
                  <a:pt x="266" y="17"/>
                  <a:pt x="266" y="17"/>
                  <a:pt x="266" y="17"/>
                </a:cubicBezTo>
                <a:cubicBezTo>
                  <a:pt x="266" y="17"/>
                  <a:pt x="266" y="17"/>
                  <a:pt x="266" y="17"/>
                </a:cubicBezTo>
                <a:cubicBezTo>
                  <a:pt x="265" y="18"/>
                  <a:pt x="265" y="18"/>
                  <a:pt x="265" y="18"/>
                </a:cubicBezTo>
                <a:cubicBezTo>
                  <a:pt x="265" y="18"/>
                  <a:pt x="265" y="18"/>
                  <a:pt x="265" y="18"/>
                </a:cubicBezTo>
                <a:cubicBezTo>
                  <a:pt x="265" y="18"/>
                  <a:pt x="265" y="18"/>
                  <a:pt x="265" y="18"/>
                </a:cubicBezTo>
                <a:cubicBezTo>
                  <a:pt x="265" y="18"/>
                  <a:pt x="265" y="18"/>
                  <a:pt x="265" y="18"/>
                </a:cubicBezTo>
                <a:cubicBezTo>
                  <a:pt x="265" y="18"/>
                  <a:pt x="265" y="18"/>
                  <a:pt x="265" y="18"/>
                </a:cubicBezTo>
                <a:cubicBezTo>
                  <a:pt x="266" y="18"/>
                  <a:pt x="266" y="18"/>
                  <a:pt x="266" y="18"/>
                </a:cubicBezTo>
                <a:cubicBezTo>
                  <a:pt x="266" y="17"/>
                  <a:pt x="267" y="17"/>
                  <a:pt x="268" y="17"/>
                </a:cubicBezTo>
                <a:cubicBezTo>
                  <a:pt x="268" y="17"/>
                  <a:pt x="268" y="17"/>
                  <a:pt x="268" y="17"/>
                </a:cubicBezTo>
                <a:cubicBezTo>
                  <a:pt x="268" y="17"/>
                  <a:pt x="268" y="17"/>
                  <a:pt x="268" y="17"/>
                </a:cubicBezTo>
                <a:cubicBezTo>
                  <a:pt x="268" y="17"/>
                  <a:pt x="268" y="17"/>
                  <a:pt x="268" y="17"/>
                </a:cubicBezTo>
                <a:cubicBezTo>
                  <a:pt x="268" y="17"/>
                  <a:pt x="268" y="17"/>
                  <a:pt x="268" y="17"/>
                </a:cubicBezTo>
                <a:cubicBezTo>
                  <a:pt x="268" y="17"/>
                  <a:pt x="268" y="17"/>
                  <a:pt x="268" y="17"/>
                </a:cubicBezTo>
                <a:cubicBezTo>
                  <a:pt x="268" y="17"/>
                  <a:pt x="268" y="17"/>
                  <a:pt x="269" y="17"/>
                </a:cubicBezTo>
                <a:cubicBezTo>
                  <a:pt x="269" y="17"/>
                  <a:pt x="269" y="17"/>
                  <a:pt x="269" y="17"/>
                </a:cubicBezTo>
                <a:cubicBezTo>
                  <a:pt x="269" y="17"/>
                  <a:pt x="269" y="17"/>
                  <a:pt x="269" y="17"/>
                </a:cubicBezTo>
                <a:cubicBezTo>
                  <a:pt x="269" y="17"/>
                  <a:pt x="269" y="17"/>
                  <a:pt x="269" y="17"/>
                </a:cubicBezTo>
                <a:cubicBezTo>
                  <a:pt x="269" y="17"/>
                  <a:pt x="269" y="17"/>
                  <a:pt x="269" y="17"/>
                </a:cubicBezTo>
                <a:cubicBezTo>
                  <a:pt x="270" y="17"/>
                  <a:pt x="270" y="17"/>
                  <a:pt x="270" y="17"/>
                </a:cubicBezTo>
                <a:cubicBezTo>
                  <a:pt x="270" y="17"/>
                  <a:pt x="270" y="17"/>
                  <a:pt x="270" y="17"/>
                </a:cubicBezTo>
                <a:cubicBezTo>
                  <a:pt x="270" y="17"/>
                  <a:pt x="270" y="17"/>
                  <a:pt x="270" y="17"/>
                </a:cubicBezTo>
                <a:cubicBezTo>
                  <a:pt x="270" y="17"/>
                  <a:pt x="270" y="17"/>
                  <a:pt x="270" y="17"/>
                </a:cubicBezTo>
                <a:cubicBezTo>
                  <a:pt x="270" y="17"/>
                  <a:pt x="270" y="17"/>
                  <a:pt x="270" y="17"/>
                </a:cubicBezTo>
                <a:cubicBezTo>
                  <a:pt x="270" y="17"/>
                  <a:pt x="270" y="17"/>
                  <a:pt x="270" y="17"/>
                </a:cubicBezTo>
                <a:cubicBezTo>
                  <a:pt x="270" y="17"/>
                  <a:pt x="270" y="17"/>
                  <a:pt x="270" y="17"/>
                </a:cubicBezTo>
                <a:cubicBezTo>
                  <a:pt x="270" y="17"/>
                  <a:pt x="270" y="17"/>
                  <a:pt x="270" y="17"/>
                </a:cubicBezTo>
                <a:cubicBezTo>
                  <a:pt x="270" y="17"/>
                  <a:pt x="270" y="17"/>
                  <a:pt x="270" y="17"/>
                </a:cubicBezTo>
                <a:cubicBezTo>
                  <a:pt x="270" y="17"/>
                  <a:pt x="270" y="17"/>
                  <a:pt x="270" y="17"/>
                </a:cubicBezTo>
                <a:cubicBezTo>
                  <a:pt x="270" y="17"/>
                  <a:pt x="270" y="17"/>
                  <a:pt x="270" y="17"/>
                </a:cubicBezTo>
                <a:cubicBezTo>
                  <a:pt x="270" y="17"/>
                  <a:pt x="270" y="17"/>
                  <a:pt x="270" y="17"/>
                </a:cubicBezTo>
                <a:cubicBezTo>
                  <a:pt x="270" y="17"/>
                  <a:pt x="270" y="17"/>
                  <a:pt x="270" y="17"/>
                </a:cubicBezTo>
                <a:cubicBezTo>
                  <a:pt x="270" y="17"/>
                  <a:pt x="270" y="17"/>
                  <a:pt x="270" y="17"/>
                </a:cubicBezTo>
                <a:cubicBezTo>
                  <a:pt x="270" y="17"/>
                  <a:pt x="270" y="17"/>
                  <a:pt x="270" y="17"/>
                </a:cubicBezTo>
                <a:cubicBezTo>
                  <a:pt x="270" y="17"/>
                  <a:pt x="270" y="17"/>
                  <a:pt x="270" y="17"/>
                </a:cubicBezTo>
                <a:cubicBezTo>
                  <a:pt x="270" y="17"/>
                  <a:pt x="270" y="17"/>
                  <a:pt x="270" y="17"/>
                </a:cubicBezTo>
                <a:cubicBezTo>
                  <a:pt x="270" y="17"/>
                  <a:pt x="270" y="17"/>
                  <a:pt x="270" y="17"/>
                </a:cubicBezTo>
                <a:cubicBezTo>
                  <a:pt x="271" y="17"/>
                  <a:pt x="271" y="17"/>
                  <a:pt x="271" y="17"/>
                </a:cubicBezTo>
                <a:cubicBezTo>
                  <a:pt x="271" y="17"/>
                  <a:pt x="271" y="17"/>
                  <a:pt x="271" y="17"/>
                </a:cubicBezTo>
                <a:cubicBezTo>
                  <a:pt x="272" y="16"/>
                  <a:pt x="272" y="16"/>
                  <a:pt x="272" y="16"/>
                </a:cubicBezTo>
                <a:cubicBezTo>
                  <a:pt x="271" y="17"/>
                  <a:pt x="271" y="17"/>
                  <a:pt x="271" y="17"/>
                </a:cubicBezTo>
                <a:cubicBezTo>
                  <a:pt x="271" y="17"/>
                  <a:pt x="271" y="17"/>
                  <a:pt x="271" y="17"/>
                </a:cubicBezTo>
                <a:cubicBezTo>
                  <a:pt x="271" y="17"/>
                  <a:pt x="271" y="17"/>
                  <a:pt x="271" y="17"/>
                </a:cubicBezTo>
                <a:cubicBezTo>
                  <a:pt x="271" y="17"/>
                  <a:pt x="271" y="17"/>
                  <a:pt x="271" y="17"/>
                </a:cubicBezTo>
                <a:cubicBezTo>
                  <a:pt x="271" y="18"/>
                  <a:pt x="271" y="18"/>
                  <a:pt x="271" y="18"/>
                </a:cubicBezTo>
                <a:cubicBezTo>
                  <a:pt x="270" y="18"/>
                  <a:pt x="270" y="18"/>
                  <a:pt x="270" y="18"/>
                </a:cubicBezTo>
                <a:cubicBezTo>
                  <a:pt x="270" y="18"/>
                  <a:pt x="270" y="18"/>
                  <a:pt x="270" y="18"/>
                </a:cubicBezTo>
                <a:cubicBezTo>
                  <a:pt x="270" y="18"/>
                  <a:pt x="270" y="18"/>
                  <a:pt x="270" y="18"/>
                </a:cubicBezTo>
                <a:cubicBezTo>
                  <a:pt x="270" y="18"/>
                  <a:pt x="270" y="18"/>
                  <a:pt x="270" y="18"/>
                </a:cubicBezTo>
                <a:cubicBezTo>
                  <a:pt x="270" y="18"/>
                  <a:pt x="270" y="18"/>
                  <a:pt x="270" y="18"/>
                </a:cubicBezTo>
                <a:cubicBezTo>
                  <a:pt x="270" y="18"/>
                  <a:pt x="270" y="18"/>
                  <a:pt x="270" y="18"/>
                </a:cubicBezTo>
                <a:cubicBezTo>
                  <a:pt x="269" y="19"/>
                  <a:pt x="269" y="19"/>
                  <a:pt x="269" y="19"/>
                </a:cubicBezTo>
                <a:cubicBezTo>
                  <a:pt x="270" y="19"/>
                  <a:pt x="270" y="19"/>
                  <a:pt x="270" y="19"/>
                </a:cubicBezTo>
                <a:cubicBezTo>
                  <a:pt x="270" y="19"/>
                  <a:pt x="270" y="19"/>
                  <a:pt x="270" y="19"/>
                </a:cubicBezTo>
                <a:cubicBezTo>
                  <a:pt x="268" y="19"/>
                  <a:pt x="268" y="19"/>
                  <a:pt x="268" y="19"/>
                </a:cubicBezTo>
                <a:cubicBezTo>
                  <a:pt x="268" y="19"/>
                  <a:pt x="268" y="19"/>
                  <a:pt x="268" y="19"/>
                </a:cubicBezTo>
                <a:cubicBezTo>
                  <a:pt x="268" y="20"/>
                  <a:pt x="268" y="20"/>
                  <a:pt x="268" y="20"/>
                </a:cubicBezTo>
                <a:cubicBezTo>
                  <a:pt x="267" y="20"/>
                  <a:pt x="267" y="20"/>
                  <a:pt x="267" y="20"/>
                </a:cubicBezTo>
                <a:cubicBezTo>
                  <a:pt x="266" y="21"/>
                  <a:pt x="264" y="21"/>
                  <a:pt x="263" y="22"/>
                </a:cubicBezTo>
                <a:cubicBezTo>
                  <a:pt x="262" y="22"/>
                  <a:pt x="262" y="22"/>
                  <a:pt x="262" y="22"/>
                </a:cubicBezTo>
                <a:cubicBezTo>
                  <a:pt x="262" y="22"/>
                  <a:pt x="262" y="22"/>
                  <a:pt x="262" y="22"/>
                </a:cubicBezTo>
                <a:cubicBezTo>
                  <a:pt x="261" y="22"/>
                  <a:pt x="261" y="22"/>
                  <a:pt x="261" y="22"/>
                </a:cubicBezTo>
                <a:cubicBezTo>
                  <a:pt x="261" y="22"/>
                  <a:pt x="261" y="22"/>
                  <a:pt x="261" y="22"/>
                </a:cubicBezTo>
                <a:cubicBezTo>
                  <a:pt x="261" y="22"/>
                  <a:pt x="261" y="22"/>
                  <a:pt x="261" y="22"/>
                </a:cubicBezTo>
                <a:cubicBezTo>
                  <a:pt x="261" y="23"/>
                  <a:pt x="261" y="23"/>
                  <a:pt x="261" y="23"/>
                </a:cubicBezTo>
                <a:cubicBezTo>
                  <a:pt x="261" y="23"/>
                  <a:pt x="261" y="23"/>
                  <a:pt x="261" y="23"/>
                </a:cubicBezTo>
                <a:cubicBezTo>
                  <a:pt x="261" y="23"/>
                  <a:pt x="261" y="23"/>
                  <a:pt x="261" y="23"/>
                </a:cubicBezTo>
                <a:cubicBezTo>
                  <a:pt x="260" y="23"/>
                  <a:pt x="260" y="23"/>
                  <a:pt x="259" y="24"/>
                </a:cubicBezTo>
                <a:cubicBezTo>
                  <a:pt x="259" y="24"/>
                  <a:pt x="259" y="24"/>
                  <a:pt x="259" y="24"/>
                </a:cubicBezTo>
                <a:cubicBezTo>
                  <a:pt x="259" y="24"/>
                  <a:pt x="258" y="24"/>
                  <a:pt x="258" y="24"/>
                </a:cubicBezTo>
                <a:cubicBezTo>
                  <a:pt x="257" y="25"/>
                  <a:pt x="257" y="25"/>
                  <a:pt x="257" y="25"/>
                </a:cubicBezTo>
                <a:cubicBezTo>
                  <a:pt x="257" y="25"/>
                  <a:pt x="257" y="25"/>
                  <a:pt x="257" y="25"/>
                </a:cubicBezTo>
                <a:cubicBezTo>
                  <a:pt x="256" y="25"/>
                  <a:pt x="256" y="25"/>
                  <a:pt x="256" y="25"/>
                </a:cubicBezTo>
                <a:cubicBezTo>
                  <a:pt x="256" y="26"/>
                  <a:pt x="255" y="26"/>
                  <a:pt x="254" y="26"/>
                </a:cubicBezTo>
                <a:cubicBezTo>
                  <a:pt x="254" y="27"/>
                  <a:pt x="253" y="27"/>
                  <a:pt x="252" y="27"/>
                </a:cubicBezTo>
                <a:cubicBezTo>
                  <a:pt x="252" y="28"/>
                  <a:pt x="252" y="28"/>
                  <a:pt x="252" y="28"/>
                </a:cubicBezTo>
                <a:cubicBezTo>
                  <a:pt x="251" y="28"/>
                  <a:pt x="251" y="28"/>
                  <a:pt x="251" y="28"/>
                </a:cubicBezTo>
                <a:cubicBezTo>
                  <a:pt x="251" y="28"/>
                  <a:pt x="251" y="28"/>
                  <a:pt x="250" y="29"/>
                </a:cubicBezTo>
                <a:cubicBezTo>
                  <a:pt x="249" y="29"/>
                  <a:pt x="249" y="29"/>
                  <a:pt x="247" y="30"/>
                </a:cubicBezTo>
                <a:cubicBezTo>
                  <a:pt x="246" y="31"/>
                  <a:pt x="245" y="31"/>
                  <a:pt x="244" y="32"/>
                </a:cubicBezTo>
                <a:cubicBezTo>
                  <a:pt x="243" y="32"/>
                  <a:pt x="242" y="32"/>
                  <a:pt x="242" y="33"/>
                </a:cubicBezTo>
                <a:cubicBezTo>
                  <a:pt x="242" y="33"/>
                  <a:pt x="242" y="33"/>
                  <a:pt x="242" y="33"/>
                </a:cubicBezTo>
                <a:cubicBezTo>
                  <a:pt x="242" y="33"/>
                  <a:pt x="241" y="33"/>
                  <a:pt x="240" y="34"/>
                </a:cubicBezTo>
                <a:cubicBezTo>
                  <a:pt x="239" y="34"/>
                  <a:pt x="239" y="34"/>
                  <a:pt x="239" y="34"/>
                </a:cubicBezTo>
                <a:cubicBezTo>
                  <a:pt x="238" y="35"/>
                  <a:pt x="237" y="35"/>
                  <a:pt x="235" y="36"/>
                </a:cubicBezTo>
                <a:cubicBezTo>
                  <a:pt x="235" y="36"/>
                  <a:pt x="235" y="36"/>
                  <a:pt x="235" y="36"/>
                </a:cubicBezTo>
                <a:cubicBezTo>
                  <a:pt x="234" y="36"/>
                  <a:pt x="233" y="37"/>
                  <a:pt x="233" y="37"/>
                </a:cubicBezTo>
                <a:cubicBezTo>
                  <a:pt x="232" y="38"/>
                  <a:pt x="232" y="38"/>
                  <a:pt x="232" y="38"/>
                </a:cubicBezTo>
                <a:cubicBezTo>
                  <a:pt x="232" y="38"/>
                  <a:pt x="232" y="38"/>
                  <a:pt x="232" y="38"/>
                </a:cubicBezTo>
                <a:cubicBezTo>
                  <a:pt x="233" y="38"/>
                  <a:pt x="233" y="38"/>
                  <a:pt x="234" y="38"/>
                </a:cubicBezTo>
                <a:cubicBezTo>
                  <a:pt x="235" y="37"/>
                  <a:pt x="235" y="37"/>
                  <a:pt x="237" y="38"/>
                </a:cubicBezTo>
                <a:cubicBezTo>
                  <a:pt x="234" y="39"/>
                  <a:pt x="234" y="39"/>
                  <a:pt x="233" y="40"/>
                </a:cubicBezTo>
                <a:cubicBezTo>
                  <a:pt x="233" y="40"/>
                  <a:pt x="233" y="40"/>
                  <a:pt x="233" y="40"/>
                </a:cubicBezTo>
                <a:cubicBezTo>
                  <a:pt x="233" y="40"/>
                  <a:pt x="233" y="40"/>
                  <a:pt x="233" y="40"/>
                </a:cubicBezTo>
                <a:cubicBezTo>
                  <a:pt x="233" y="40"/>
                  <a:pt x="233" y="40"/>
                  <a:pt x="233" y="40"/>
                </a:cubicBezTo>
                <a:cubicBezTo>
                  <a:pt x="233" y="40"/>
                  <a:pt x="233" y="40"/>
                  <a:pt x="233" y="40"/>
                </a:cubicBezTo>
                <a:cubicBezTo>
                  <a:pt x="233" y="40"/>
                  <a:pt x="233" y="40"/>
                  <a:pt x="233" y="40"/>
                </a:cubicBezTo>
                <a:cubicBezTo>
                  <a:pt x="233" y="40"/>
                  <a:pt x="233" y="40"/>
                  <a:pt x="233" y="40"/>
                </a:cubicBezTo>
                <a:cubicBezTo>
                  <a:pt x="233" y="40"/>
                  <a:pt x="233" y="40"/>
                  <a:pt x="233" y="40"/>
                </a:cubicBezTo>
                <a:cubicBezTo>
                  <a:pt x="233" y="40"/>
                  <a:pt x="233" y="40"/>
                  <a:pt x="233" y="40"/>
                </a:cubicBezTo>
                <a:cubicBezTo>
                  <a:pt x="232" y="42"/>
                  <a:pt x="232" y="42"/>
                  <a:pt x="231" y="43"/>
                </a:cubicBezTo>
                <a:cubicBezTo>
                  <a:pt x="230" y="43"/>
                  <a:pt x="230" y="43"/>
                  <a:pt x="230" y="43"/>
                </a:cubicBezTo>
                <a:cubicBezTo>
                  <a:pt x="230" y="43"/>
                  <a:pt x="230" y="43"/>
                  <a:pt x="229" y="43"/>
                </a:cubicBezTo>
                <a:cubicBezTo>
                  <a:pt x="229" y="43"/>
                  <a:pt x="229" y="43"/>
                  <a:pt x="229" y="43"/>
                </a:cubicBezTo>
                <a:cubicBezTo>
                  <a:pt x="229" y="43"/>
                  <a:pt x="229" y="43"/>
                  <a:pt x="228" y="42"/>
                </a:cubicBezTo>
                <a:cubicBezTo>
                  <a:pt x="229" y="42"/>
                  <a:pt x="229" y="42"/>
                  <a:pt x="229" y="42"/>
                </a:cubicBezTo>
                <a:cubicBezTo>
                  <a:pt x="219" y="46"/>
                  <a:pt x="219" y="46"/>
                  <a:pt x="219" y="46"/>
                </a:cubicBezTo>
                <a:cubicBezTo>
                  <a:pt x="219" y="47"/>
                  <a:pt x="219" y="47"/>
                  <a:pt x="217" y="49"/>
                </a:cubicBezTo>
                <a:cubicBezTo>
                  <a:pt x="220" y="48"/>
                  <a:pt x="220" y="48"/>
                  <a:pt x="221" y="48"/>
                </a:cubicBezTo>
                <a:cubicBezTo>
                  <a:pt x="222" y="47"/>
                  <a:pt x="223" y="46"/>
                  <a:pt x="224" y="46"/>
                </a:cubicBezTo>
                <a:cubicBezTo>
                  <a:pt x="224" y="45"/>
                  <a:pt x="224" y="45"/>
                  <a:pt x="224" y="45"/>
                </a:cubicBezTo>
                <a:cubicBezTo>
                  <a:pt x="225" y="44"/>
                  <a:pt x="225" y="44"/>
                  <a:pt x="225" y="44"/>
                </a:cubicBezTo>
                <a:cubicBezTo>
                  <a:pt x="225" y="44"/>
                  <a:pt x="225" y="44"/>
                  <a:pt x="226" y="44"/>
                </a:cubicBezTo>
                <a:cubicBezTo>
                  <a:pt x="226" y="45"/>
                  <a:pt x="226" y="45"/>
                  <a:pt x="226" y="45"/>
                </a:cubicBezTo>
                <a:cubicBezTo>
                  <a:pt x="226" y="45"/>
                  <a:pt x="226" y="45"/>
                  <a:pt x="227" y="46"/>
                </a:cubicBezTo>
                <a:cubicBezTo>
                  <a:pt x="226" y="46"/>
                  <a:pt x="226" y="46"/>
                  <a:pt x="226" y="46"/>
                </a:cubicBezTo>
                <a:cubicBezTo>
                  <a:pt x="226" y="46"/>
                  <a:pt x="225" y="47"/>
                  <a:pt x="225" y="47"/>
                </a:cubicBezTo>
                <a:cubicBezTo>
                  <a:pt x="224" y="47"/>
                  <a:pt x="223" y="48"/>
                  <a:pt x="222" y="48"/>
                </a:cubicBezTo>
                <a:cubicBezTo>
                  <a:pt x="222" y="48"/>
                  <a:pt x="222" y="48"/>
                  <a:pt x="221" y="49"/>
                </a:cubicBezTo>
                <a:cubicBezTo>
                  <a:pt x="221" y="49"/>
                  <a:pt x="220" y="50"/>
                  <a:pt x="220" y="50"/>
                </a:cubicBezTo>
                <a:cubicBezTo>
                  <a:pt x="219" y="51"/>
                  <a:pt x="218" y="52"/>
                  <a:pt x="217" y="52"/>
                </a:cubicBezTo>
                <a:cubicBezTo>
                  <a:pt x="217" y="52"/>
                  <a:pt x="216" y="52"/>
                  <a:pt x="215" y="52"/>
                </a:cubicBezTo>
                <a:cubicBezTo>
                  <a:pt x="215" y="52"/>
                  <a:pt x="214" y="53"/>
                  <a:pt x="213" y="53"/>
                </a:cubicBezTo>
                <a:cubicBezTo>
                  <a:pt x="213" y="53"/>
                  <a:pt x="213" y="53"/>
                  <a:pt x="213" y="53"/>
                </a:cubicBezTo>
                <a:cubicBezTo>
                  <a:pt x="213" y="53"/>
                  <a:pt x="213" y="53"/>
                  <a:pt x="212" y="53"/>
                </a:cubicBezTo>
                <a:cubicBezTo>
                  <a:pt x="211" y="54"/>
                  <a:pt x="209" y="55"/>
                  <a:pt x="208" y="55"/>
                </a:cubicBezTo>
                <a:cubicBezTo>
                  <a:pt x="206" y="56"/>
                  <a:pt x="204" y="56"/>
                  <a:pt x="203" y="58"/>
                </a:cubicBezTo>
                <a:cubicBezTo>
                  <a:pt x="203" y="58"/>
                  <a:pt x="203" y="58"/>
                  <a:pt x="202" y="59"/>
                </a:cubicBezTo>
                <a:cubicBezTo>
                  <a:pt x="193" y="66"/>
                  <a:pt x="193" y="66"/>
                  <a:pt x="193" y="67"/>
                </a:cubicBezTo>
                <a:cubicBezTo>
                  <a:pt x="194" y="67"/>
                  <a:pt x="194" y="67"/>
                  <a:pt x="195" y="67"/>
                </a:cubicBezTo>
                <a:cubicBezTo>
                  <a:pt x="195" y="67"/>
                  <a:pt x="195" y="67"/>
                  <a:pt x="195" y="67"/>
                </a:cubicBezTo>
                <a:cubicBezTo>
                  <a:pt x="195" y="68"/>
                  <a:pt x="194" y="68"/>
                  <a:pt x="194" y="69"/>
                </a:cubicBezTo>
                <a:cubicBezTo>
                  <a:pt x="193" y="69"/>
                  <a:pt x="193" y="68"/>
                  <a:pt x="193" y="69"/>
                </a:cubicBezTo>
                <a:cubicBezTo>
                  <a:pt x="187" y="73"/>
                  <a:pt x="187" y="73"/>
                  <a:pt x="186" y="74"/>
                </a:cubicBezTo>
                <a:cubicBezTo>
                  <a:pt x="188" y="74"/>
                  <a:pt x="189" y="72"/>
                  <a:pt x="191" y="73"/>
                </a:cubicBezTo>
                <a:cubicBezTo>
                  <a:pt x="190" y="73"/>
                  <a:pt x="189" y="74"/>
                  <a:pt x="187" y="76"/>
                </a:cubicBezTo>
                <a:cubicBezTo>
                  <a:pt x="182" y="79"/>
                  <a:pt x="178" y="81"/>
                  <a:pt x="173" y="94"/>
                </a:cubicBezTo>
                <a:cubicBezTo>
                  <a:pt x="173" y="95"/>
                  <a:pt x="173" y="95"/>
                  <a:pt x="173" y="95"/>
                </a:cubicBezTo>
                <a:cubicBezTo>
                  <a:pt x="173" y="95"/>
                  <a:pt x="173" y="96"/>
                  <a:pt x="173" y="97"/>
                </a:cubicBezTo>
                <a:cubicBezTo>
                  <a:pt x="174" y="97"/>
                  <a:pt x="174" y="97"/>
                  <a:pt x="175" y="96"/>
                </a:cubicBezTo>
                <a:cubicBezTo>
                  <a:pt x="175" y="96"/>
                  <a:pt x="175" y="96"/>
                  <a:pt x="176" y="96"/>
                </a:cubicBezTo>
                <a:cubicBezTo>
                  <a:pt x="176" y="96"/>
                  <a:pt x="176" y="96"/>
                  <a:pt x="177" y="97"/>
                </a:cubicBezTo>
                <a:cubicBezTo>
                  <a:pt x="176" y="97"/>
                  <a:pt x="176" y="98"/>
                  <a:pt x="175" y="99"/>
                </a:cubicBezTo>
                <a:cubicBezTo>
                  <a:pt x="176" y="99"/>
                  <a:pt x="176" y="100"/>
                  <a:pt x="177" y="100"/>
                </a:cubicBezTo>
                <a:cubicBezTo>
                  <a:pt x="176" y="101"/>
                  <a:pt x="176" y="102"/>
                  <a:pt x="176" y="102"/>
                </a:cubicBezTo>
                <a:cubicBezTo>
                  <a:pt x="177" y="102"/>
                  <a:pt x="180" y="102"/>
                  <a:pt x="182" y="100"/>
                </a:cubicBezTo>
                <a:cubicBezTo>
                  <a:pt x="182" y="100"/>
                  <a:pt x="182" y="99"/>
                  <a:pt x="183" y="99"/>
                </a:cubicBezTo>
                <a:cubicBezTo>
                  <a:pt x="194" y="85"/>
                  <a:pt x="196" y="85"/>
                  <a:pt x="197" y="85"/>
                </a:cubicBezTo>
                <a:cubicBezTo>
                  <a:pt x="197" y="85"/>
                  <a:pt x="198" y="85"/>
                  <a:pt x="198" y="85"/>
                </a:cubicBezTo>
                <a:cubicBezTo>
                  <a:pt x="201" y="85"/>
                  <a:pt x="203" y="82"/>
                  <a:pt x="205" y="81"/>
                </a:cubicBezTo>
                <a:cubicBezTo>
                  <a:pt x="206" y="80"/>
                  <a:pt x="208" y="79"/>
                  <a:pt x="209" y="77"/>
                </a:cubicBezTo>
                <a:cubicBezTo>
                  <a:pt x="211" y="76"/>
                  <a:pt x="211" y="76"/>
                  <a:pt x="220" y="70"/>
                </a:cubicBezTo>
                <a:cubicBezTo>
                  <a:pt x="221" y="70"/>
                  <a:pt x="222" y="70"/>
                  <a:pt x="223" y="70"/>
                </a:cubicBezTo>
                <a:cubicBezTo>
                  <a:pt x="224" y="68"/>
                  <a:pt x="224" y="68"/>
                  <a:pt x="225" y="67"/>
                </a:cubicBezTo>
                <a:cubicBezTo>
                  <a:pt x="226" y="67"/>
                  <a:pt x="226" y="67"/>
                  <a:pt x="227" y="68"/>
                </a:cubicBezTo>
                <a:cubicBezTo>
                  <a:pt x="225" y="69"/>
                  <a:pt x="225" y="69"/>
                  <a:pt x="225" y="70"/>
                </a:cubicBezTo>
                <a:cubicBezTo>
                  <a:pt x="228" y="71"/>
                  <a:pt x="229" y="68"/>
                  <a:pt x="232" y="67"/>
                </a:cubicBezTo>
                <a:cubicBezTo>
                  <a:pt x="232" y="67"/>
                  <a:pt x="232" y="67"/>
                  <a:pt x="233" y="67"/>
                </a:cubicBezTo>
                <a:cubicBezTo>
                  <a:pt x="234" y="67"/>
                  <a:pt x="234" y="67"/>
                  <a:pt x="235" y="66"/>
                </a:cubicBezTo>
                <a:cubicBezTo>
                  <a:pt x="237" y="65"/>
                  <a:pt x="239" y="64"/>
                  <a:pt x="241" y="63"/>
                </a:cubicBezTo>
                <a:cubicBezTo>
                  <a:pt x="242" y="63"/>
                  <a:pt x="242" y="63"/>
                  <a:pt x="245" y="61"/>
                </a:cubicBezTo>
                <a:cubicBezTo>
                  <a:pt x="247" y="61"/>
                  <a:pt x="247" y="61"/>
                  <a:pt x="247" y="61"/>
                </a:cubicBezTo>
                <a:cubicBezTo>
                  <a:pt x="247" y="60"/>
                  <a:pt x="247" y="60"/>
                  <a:pt x="248" y="60"/>
                </a:cubicBezTo>
                <a:cubicBezTo>
                  <a:pt x="251" y="58"/>
                  <a:pt x="251" y="58"/>
                  <a:pt x="252" y="57"/>
                </a:cubicBezTo>
                <a:cubicBezTo>
                  <a:pt x="252" y="56"/>
                  <a:pt x="252" y="56"/>
                  <a:pt x="252" y="56"/>
                </a:cubicBezTo>
                <a:cubicBezTo>
                  <a:pt x="252" y="56"/>
                  <a:pt x="252" y="56"/>
                  <a:pt x="253" y="57"/>
                </a:cubicBezTo>
                <a:cubicBezTo>
                  <a:pt x="253" y="57"/>
                  <a:pt x="253" y="57"/>
                  <a:pt x="253" y="57"/>
                </a:cubicBezTo>
                <a:cubicBezTo>
                  <a:pt x="253" y="57"/>
                  <a:pt x="253" y="57"/>
                  <a:pt x="253" y="57"/>
                </a:cubicBezTo>
                <a:cubicBezTo>
                  <a:pt x="253" y="57"/>
                  <a:pt x="253" y="57"/>
                  <a:pt x="253" y="57"/>
                </a:cubicBezTo>
                <a:cubicBezTo>
                  <a:pt x="253" y="57"/>
                  <a:pt x="253" y="57"/>
                  <a:pt x="253" y="57"/>
                </a:cubicBezTo>
                <a:cubicBezTo>
                  <a:pt x="253" y="57"/>
                  <a:pt x="253" y="57"/>
                  <a:pt x="253" y="57"/>
                </a:cubicBezTo>
                <a:cubicBezTo>
                  <a:pt x="253" y="57"/>
                  <a:pt x="253" y="57"/>
                  <a:pt x="253" y="57"/>
                </a:cubicBezTo>
                <a:cubicBezTo>
                  <a:pt x="253" y="58"/>
                  <a:pt x="254" y="58"/>
                  <a:pt x="255" y="58"/>
                </a:cubicBezTo>
                <a:cubicBezTo>
                  <a:pt x="255" y="59"/>
                  <a:pt x="255" y="59"/>
                  <a:pt x="255" y="59"/>
                </a:cubicBezTo>
                <a:cubicBezTo>
                  <a:pt x="263" y="59"/>
                  <a:pt x="269" y="53"/>
                  <a:pt x="276" y="51"/>
                </a:cubicBezTo>
                <a:cubicBezTo>
                  <a:pt x="277" y="51"/>
                  <a:pt x="278" y="51"/>
                  <a:pt x="280" y="51"/>
                </a:cubicBezTo>
                <a:cubicBezTo>
                  <a:pt x="283" y="50"/>
                  <a:pt x="283" y="50"/>
                  <a:pt x="284" y="49"/>
                </a:cubicBezTo>
                <a:cubicBezTo>
                  <a:pt x="283" y="49"/>
                  <a:pt x="283" y="49"/>
                  <a:pt x="283" y="49"/>
                </a:cubicBezTo>
                <a:cubicBezTo>
                  <a:pt x="283" y="49"/>
                  <a:pt x="282" y="49"/>
                  <a:pt x="281" y="50"/>
                </a:cubicBezTo>
                <a:cubicBezTo>
                  <a:pt x="280" y="50"/>
                  <a:pt x="280" y="50"/>
                  <a:pt x="280" y="50"/>
                </a:cubicBezTo>
                <a:cubicBezTo>
                  <a:pt x="280" y="50"/>
                  <a:pt x="280" y="50"/>
                  <a:pt x="279" y="50"/>
                </a:cubicBezTo>
                <a:cubicBezTo>
                  <a:pt x="279" y="49"/>
                  <a:pt x="279" y="49"/>
                  <a:pt x="279" y="49"/>
                </a:cubicBezTo>
                <a:cubicBezTo>
                  <a:pt x="279" y="49"/>
                  <a:pt x="278" y="49"/>
                  <a:pt x="278" y="49"/>
                </a:cubicBezTo>
                <a:cubicBezTo>
                  <a:pt x="277" y="48"/>
                  <a:pt x="277" y="48"/>
                  <a:pt x="276" y="48"/>
                </a:cubicBezTo>
                <a:cubicBezTo>
                  <a:pt x="276" y="47"/>
                  <a:pt x="276" y="47"/>
                  <a:pt x="276" y="47"/>
                </a:cubicBezTo>
                <a:cubicBezTo>
                  <a:pt x="277" y="46"/>
                  <a:pt x="277" y="46"/>
                  <a:pt x="277" y="46"/>
                </a:cubicBezTo>
                <a:cubicBezTo>
                  <a:pt x="277" y="46"/>
                  <a:pt x="278" y="46"/>
                  <a:pt x="279" y="45"/>
                </a:cubicBezTo>
                <a:cubicBezTo>
                  <a:pt x="280" y="45"/>
                  <a:pt x="280" y="45"/>
                  <a:pt x="280" y="45"/>
                </a:cubicBezTo>
                <a:cubicBezTo>
                  <a:pt x="281" y="45"/>
                  <a:pt x="283" y="44"/>
                  <a:pt x="285" y="44"/>
                </a:cubicBezTo>
                <a:cubicBezTo>
                  <a:pt x="283" y="46"/>
                  <a:pt x="283" y="46"/>
                  <a:pt x="283" y="47"/>
                </a:cubicBezTo>
                <a:cubicBezTo>
                  <a:pt x="283" y="48"/>
                  <a:pt x="283" y="48"/>
                  <a:pt x="283" y="48"/>
                </a:cubicBezTo>
                <a:cubicBezTo>
                  <a:pt x="284" y="47"/>
                  <a:pt x="284" y="47"/>
                  <a:pt x="284" y="47"/>
                </a:cubicBezTo>
                <a:cubicBezTo>
                  <a:pt x="286" y="45"/>
                  <a:pt x="293" y="46"/>
                  <a:pt x="291" y="42"/>
                </a:cubicBezTo>
                <a:cubicBezTo>
                  <a:pt x="293" y="38"/>
                  <a:pt x="293" y="38"/>
                  <a:pt x="293" y="37"/>
                </a:cubicBezTo>
                <a:cubicBezTo>
                  <a:pt x="294" y="37"/>
                  <a:pt x="294" y="37"/>
                  <a:pt x="294" y="37"/>
                </a:cubicBezTo>
                <a:cubicBezTo>
                  <a:pt x="294" y="38"/>
                  <a:pt x="294" y="38"/>
                  <a:pt x="294" y="38"/>
                </a:cubicBezTo>
                <a:cubicBezTo>
                  <a:pt x="295" y="38"/>
                  <a:pt x="295" y="38"/>
                  <a:pt x="296" y="38"/>
                </a:cubicBezTo>
                <a:cubicBezTo>
                  <a:pt x="297" y="38"/>
                  <a:pt x="297" y="38"/>
                  <a:pt x="298" y="36"/>
                </a:cubicBezTo>
                <a:cubicBezTo>
                  <a:pt x="299" y="36"/>
                  <a:pt x="299" y="36"/>
                  <a:pt x="299" y="35"/>
                </a:cubicBezTo>
                <a:cubicBezTo>
                  <a:pt x="300" y="35"/>
                  <a:pt x="301" y="34"/>
                  <a:pt x="301" y="34"/>
                </a:cubicBezTo>
                <a:cubicBezTo>
                  <a:pt x="300" y="34"/>
                  <a:pt x="300" y="34"/>
                  <a:pt x="298" y="34"/>
                </a:cubicBezTo>
                <a:cubicBezTo>
                  <a:pt x="297" y="34"/>
                  <a:pt x="297" y="34"/>
                  <a:pt x="296" y="34"/>
                </a:cubicBezTo>
                <a:cubicBezTo>
                  <a:pt x="297" y="34"/>
                  <a:pt x="297" y="34"/>
                  <a:pt x="299" y="33"/>
                </a:cubicBezTo>
                <a:cubicBezTo>
                  <a:pt x="299" y="33"/>
                  <a:pt x="299" y="32"/>
                  <a:pt x="299" y="32"/>
                </a:cubicBezTo>
                <a:cubicBezTo>
                  <a:pt x="300" y="32"/>
                  <a:pt x="300" y="32"/>
                  <a:pt x="300" y="32"/>
                </a:cubicBezTo>
                <a:cubicBezTo>
                  <a:pt x="301" y="32"/>
                  <a:pt x="301" y="32"/>
                  <a:pt x="302" y="32"/>
                </a:cubicBezTo>
                <a:cubicBezTo>
                  <a:pt x="301" y="32"/>
                  <a:pt x="301" y="33"/>
                  <a:pt x="300" y="33"/>
                </a:cubicBezTo>
                <a:cubicBezTo>
                  <a:pt x="300" y="33"/>
                  <a:pt x="301" y="33"/>
                  <a:pt x="302" y="33"/>
                </a:cubicBezTo>
                <a:cubicBezTo>
                  <a:pt x="303" y="33"/>
                  <a:pt x="303" y="32"/>
                  <a:pt x="304" y="32"/>
                </a:cubicBezTo>
                <a:cubicBezTo>
                  <a:pt x="304" y="32"/>
                  <a:pt x="304" y="32"/>
                  <a:pt x="305" y="33"/>
                </a:cubicBezTo>
                <a:cubicBezTo>
                  <a:pt x="308" y="32"/>
                  <a:pt x="309" y="31"/>
                  <a:pt x="309" y="30"/>
                </a:cubicBezTo>
                <a:cubicBezTo>
                  <a:pt x="308" y="30"/>
                  <a:pt x="307" y="30"/>
                  <a:pt x="307" y="30"/>
                </a:cubicBezTo>
                <a:cubicBezTo>
                  <a:pt x="307" y="30"/>
                  <a:pt x="307" y="30"/>
                  <a:pt x="311" y="29"/>
                </a:cubicBezTo>
                <a:cubicBezTo>
                  <a:pt x="311" y="29"/>
                  <a:pt x="312" y="29"/>
                  <a:pt x="313" y="29"/>
                </a:cubicBezTo>
                <a:cubicBezTo>
                  <a:pt x="313" y="29"/>
                  <a:pt x="313" y="29"/>
                  <a:pt x="313" y="29"/>
                </a:cubicBezTo>
                <a:cubicBezTo>
                  <a:pt x="314" y="29"/>
                  <a:pt x="315" y="28"/>
                  <a:pt x="315" y="28"/>
                </a:cubicBezTo>
                <a:cubicBezTo>
                  <a:pt x="315" y="27"/>
                  <a:pt x="315" y="27"/>
                  <a:pt x="315" y="27"/>
                </a:cubicBezTo>
                <a:cubicBezTo>
                  <a:pt x="316" y="26"/>
                  <a:pt x="316" y="26"/>
                  <a:pt x="318" y="24"/>
                </a:cubicBezTo>
                <a:cubicBezTo>
                  <a:pt x="318" y="24"/>
                  <a:pt x="319" y="24"/>
                  <a:pt x="320" y="24"/>
                </a:cubicBezTo>
                <a:cubicBezTo>
                  <a:pt x="320" y="24"/>
                  <a:pt x="321" y="23"/>
                  <a:pt x="322" y="22"/>
                </a:cubicBezTo>
                <a:cubicBezTo>
                  <a:pt x="322" y="22"/>
                  <a:pt x="323" y="21"/>
                  <a:pt x="324" y="20"/>
                </a:cubicBezTo>
                <a:cubicBezTo>
                  <a:pt x="323" y="20"/>
                  <a:pt x="323" y="20"/>
                  <a:pt x="322" y="20"/>
                </a:cubicBezTo>
                <a:cubicBezTo>
                  <a:pt x="323" y="20"/>
                  <a:pt x="323" y="20"/>
                  <a:pt x="323" y="19"/>
                </a:cubicBezTo>
                <a:cubicBezTo>
                  <a:pt x="323" y="19"/>
                  <a:pt x="323" y="19"/>
                  <a:pt x="323" y="19"/>
                </a:cubicBezTo>
                <a:cubicBezTo>
                  <a:pt x="324" y="19"/>
                  <a:pt x="324" y="19"/>
                  <a:pt x="324" y="19"/>
                </a:cubicBezTo>
                <a:cubicBezTo>
                  <a:pt x="325" y="18"/>
                  <a:pt x="325" y="18"/>
                  <a:pt x="327" y="18"/>
                </a:cubicBezTo>
                <a:cubicBezTo>
                  <a:pt x="327" y="18"/>
                  <a:pt x="327" y="18"/>
                  <a:pt x="328" y="19"/>
                </a:cubicBezTo>
                <a:cubicBezTo>
                  <a:pt x="327" y="19"/>
                  <a:pt x="327" y="19"/>
                  <a:pt x="327" y="19"/>
                </a:cubicBezTo>
                <a:cubicBezTo>
                  <a:pt x="325" y="20"/>
                  <a:pt x="325" y="20"/>
                  <a:pt x="324" y="21"/>
                </a:cubicBezTo>
                <a:cubicBezTo>
                  <a:pt x="324" y="21"/>
                  <a:pt x="324" y="21"/>
                  <a:pt x="324" y="21"/>
                </a:cubicBezTo>
                <a:cubicBezTo>
                  <a:pt x="326" y="20"/>
                  <a:pt x="327" y="19"/>
                  <a:pt x="330" y="18"/>
                </a:cubicBezTo>
                <a:cubicBezTo>
                  <a:pt x="330" y="18"/>
                  <a:pt x="330" y="17"/>
                  <a:pt x="331" y="17"/>
                </a:cubicBezTo>
                <a:cubicBezTo>
                  <a:pt x="331" y="17"/>
                  <a:pt x="331" y="17"/>
                  <a:pt x="331" y="16"/>
                </a:cubicBezTo>
                <a:cubicBezTo>
                  <a:pt x="331" y="16"/>
                  <a:pt x="330" y="16"/>
                  <a:pt x="330" y="16"/>
                </a:cubicBezTo>
                <a:cubicBezTo>
                  <a:pt x="330" y="16"/>
                  <a:pt x="330" y="16"/>
                  <a:pt x="329" y="16"/>
                </a:cubicBezTo>
                <a:cubicBezTo>
                  <a:pt x="330" y="16"/>
                  <a:pt x="330" y="16"/>
                  <a:pt x="331" y="15"/>
                </a:cubicBezTo>
                <a:cubicBezTo>
                  <a:pt x="332" y="15"/>
                  <a:pt x="332" y="15"/>
                  <a:pt x="332" y="15"/>
                </a:cubicBezTo>
                <a:cubicBezTo>
                  <a:pt x="333" y="15"/>
                  <a:pt x="333" y="15"/>
                  <a:pt x="334" y="14"/>
                </a:cubicBezTo>
                <a:cubicBezTo>
                  <a:pt x="333" y="14"/>
                  <a:pt x="333" y="14"/>
                  <a:pt x="330" y="15"/>
                </a:cubicBezTo>
                <a:cubicBezTo>
                  <a:pt x="331" y="14"/>
                  <a:pt x="332" y="14"/>
                  <a:pt x="333" y="13"/>
                </a:cubicBezTo>
                <a:cubicBezTo>
                  <a:pt x="333" y="13"/>
                  <a:pt x="333" y="13"/>
                  <a:pt x="338" y="11"/>
                </a:cubicBezTo>
                <a:cubicBezTo>
                  <a:pt x="339" y="11"/>
                  <a:pt x="339" y="11"/>
                  <a:pt x="339" y="11"/>
                </a:cubicBezTo>
                <a:cubicBezTo>
                  <a:pt x="340" y="10"/>
                  <a:pt x="340" y="10"/>
                  <a:pt x="342" y="10"/>
                </a:cubicBezTo>
                <a:cubicBezTo>
                  <a:pt x="342" y="10"/>
                  <a:pt x="342" y="10"/>
                  <a:pt x="343" y="10"/>
                </a:cubicBezTo>
                <a:cubicBezTo>
                  <a:pt x="343" y="10"/>
                  <a:pt x="346" y="8"/>
                  <a:pt x="353" y="6"/>
                </a:cubicBezTo>
                <a:cubicBezTo>
                  <a:pt x="354" y="6"/>
                  <a:pt x="354" y="6"/>
                  <a:pt x="354" y="6"/>
                </a:cubicBezTo>
                <a:cubicBezTo>
                  <a:pt x="354" y="6"/>
                  <a:pt x="353" y="6"/>
                  <a:pt x="352" y="6"/>
                </a:cubicBezTo>
                <a:cubicBezTo>
                  <a:pt x="352" y="6"/>
                  <a:pt x="352" y="6"/>
                  <a:pt x="352" y="6"/>
                </a:cubicBezTo>
                <a:cubicBezTo>
                  <a:pt x="353" y="6"/>
                  <a:pt x="354" y="6"/>
                  <a:pt x="354" y="6"/>
                </a:cubicBezTo>
                <a:cubicBezTo>
                  <a:pt x="355" y="6"/>
                  <a:pt x="355" y="6"/>
                  <a:pt x="355" y="6"/>
                </a:cubicBezTo>
                <a:cubicBezTo>
                  <a:pt x="356" y="5"/>
                  <a:pt x="358" y="5"/>
                  <a:pt x="359" y="5"/>
                </a:cubicBezTo>
                <a:cubicBezTo>
                  <a:pt x="359" y="5"/>
                  <a:pt x="359" y="5"/>
                  <a:pt x="360" y="5"/>
                </a:cubicBezTo>
                <a:cubicBezTo>
                  <a:pt x="361" y="5"/>
                  <a:pt x="361" y="5"/>
                  <a:pt x="363" y="4"/>
                </a:cubicBezTo>
                <a:moveTo>
                  <a:pt x="346" y="1"/>
                </a:moveTo>
                <a:cubicBezTo>
                  <a:pt x="347" y="1"/>
                  <a:pt x="348" y="1"/>
                  <a:pt x="349" y="1"/>
                </a:cubicBezTo>
                <a:cubicBezTo>
                  <a:pt x="347" y="1"/>
                  <a:pt x="347" y="1"/>
                  <a:pt x="347" y="1"/>
                </a:cubicBezTo>
                <a:cubicBezTo>
                  <a:pt x="348" y="1"/>
                  <a:pt x="348" y="1"/>
                  <a:pt x="348" y="1"/>
                </a:cubicBezTo>
                <a:cubicBezTo>
                  <a:pt x="351" y="0"/>
                  <a:pt x="351" y="0"/>
                  <a:pt x="351" y="0"/>
                </a:cubicBezTo>
                <a:cubicBezTo>
                  <a:pt x="354" y="0"/>
                  <a:pt x="354" y="0"/>
                  <a:pt x="354" y="0"/>
                </a:cubicBezTo>
                <a:cubicBezTo>
                  <a:pt x="352" y="0"/>
                  <a:pt x="352" y="0"/>
                  <a:pt x="352" y="0"/>
                </a:cubicBezTo>
                <a:cubicBezTo>
                  <a:pt x="352" y="0"/>
                  <a:pt x="352" y="0"/>
                  <a:pt x="352" y="0"/>
                </a:cubicBezTo>
                <a:cubicBezTo>
                  <a:pt x="350" y="0"/>
                  <a:pt x="350" y="0"/>
                  <a:pt x="350" y="0"/>
                </a:cubicBezTo>
                <a:cubicBezTo>
                  <a:pt x="353" y="0"/>
                  <a:pt x="353" y="0"/>
                  <a:pt x="353" y="0"/>
                </a:cubicBezTo>
                <a:cubicBezTo>
                  <a:pt x="353" y="0"/>
                  <a:pt x="353" y="0"/>
                  <a:pt x="353" y="0"/>
                </a:cubicBezTo>
                <a:cubicBezTo>
                  <a:pt x="353" y="0"/>
                  <a:pt x="354" y="0"/>
                  <a:pt x="355" y="0"/>
                </a:cubicBezTo>
                <a:cubicBezTo>
                  <a:pt x="355" y="0"/>
                  <a:pt x="356" y="0"/>
                  <a:pt x="356" y="0"/>
                </a:cubicBezTo>
                <a:cubicBezTo>
                  <a:pt x="355" y="0"/>
                  <a:pt x="353" y="0"/>
                  <a:pt x="352" y="0"/>
                </a:cubicBezTo>
                <a:cubicBezTo>
                  <a:pt x="353" y="0"/>
                  <a:pt x="353" y="0"/>
                  <a:pt x="354" y="0"/>
                </a:cubicBezTo>
                <a:cubicBezTo>
                  <a:pt x="353" y="0"/>
                  <a:pt x="352" y="0"/>
                  <a:pt x="351" y="0"/>
                </a:cubicBezTo>
                <a:cubicBezTo>
                  <a:pt x="352" y="0"/>
                  <a:pt x="353" y="0"/>
                  <a:pt x="355" y="0"/>
                </a:cubicBezTo>
                <a:cubicBezTo>
                  <a:pt x="355" y="0"/>
                  <a:pt x="355" y="0"/>
                  <a:pt x="355" y="0"/>
                </a:cubicBezTo>
                <a:cubicBezTo>
                  <a:pt x="354" y="0"/>
                  <a:pt x="352" y="0"/>
                  <a:pt x="349" y="0"/>
                </a:cubicBezTo>
                <a:cubicBezTo>
                  <a:pt x="349" y="0"/>
                  <a:pt x="349" y="0"/>
                  <a:pt x="349" y="0"/>
                </a:cubicBezTo>
                <a:cubicBezTo>
                  <a:pt x="350" y="0"/>
                  <a:pt x="351" y="0"/>
                  <a:pt x="352" y="0"/>
                </a:cubicBezTo>
                <a:cubicBezTo>
                  <a:pt x="352" y="0"/>
                  <a:pt x="352" y="0"/>
                  <a:pt x="352" y="0"/>
                </a:cubicBezTo>
                <a:cubicBezTo>
                  <a:pt x="349" y="0"/>
                  <a:pt x="349" y="0"/>
                  <a:pt x="349" y="0"/>
                </a:cubicBezTo>
                <a:cubicBezTo>
                  <a:pt x="349" y="0"/>
                  <a:pt x="349" y="0"/>
                  <a:pt x="349" y="0"/>
                </a:cubicBezTo>
                <a:cubicBezTo>
                  <a:pt x="350" y="0"/>
                  <a:pt x="350" y="0"/>
                  <a:pt x="350" y="0"/>
                </a:cubicBezTo>
                <a:cubicBezTo>
                  <a:pt x="349" y="0"/>
                  <a:pt x="348" y="0"/>
                  <a:pt x="347" y="0"/>
                </a:cubicBezTo>
                <a:cubicBezTo>
                  <a:pt x="344" y="0"/>
                  <a:pt x="344" y="0"/>
                  <a:pt x="344" y="0"/>
                </a:cubicBezTo>
                <a:cubicBezTo>
                  <a:pt x="344" y="0"/>
                  <a:pt x="344" y="0"/>
                  <a:pt x="344" y="0"/>
                </a:cubicBezTo>
                <a:cubicBezTo>
                  <a:pt x="341" y="1"/>
                  <a:pt x="339" y="1"/>
                  <a:pt x="336" y="1"/>
                </a:cubicBezTo>
                <a:cubicBezTo>
                  <a:pt x="337" y="1"/>
                  <a:pt x="339" y="1"/>
                  <a:pt x="340" y="1"/>
                </a:cubicBezTo>
                <a:cubicBezTo>
                  <a:pt x="340" y="1"/>
                  <a:pt x="340" y="1"/>
                  <a:pt x="340" y="1"/>
                </a:cubicBezTo>
                <a:cubicBezTo>
                  <a:pt x="341" y="1"/>
                  <a:pt x="343" y="1"/>
                  <a:pt x="345" y="0"/>
                </a:cubicBezTo>
                <a:cubicBezTo>
                  <a:pt x="344" y="0"/>
                  <a:pt x="344" y="0"/>
                  <a:pt x="344" y="0"/>
                </a:cubicBezTo>
                <a:cubicBezTo>
                  <a:pt x="346" y="0"/>
                  <a:pt x="346" y="0"/>
                  <a:pt x="346" y="0"/>
                </a:cubicBezTo>
                <a:cubicBezTo>
                  <a:pt x="346" y="0"/>
                  <a:pt x="346" y="0"/>
                  <a:pt x="346" y="0"/>
                </a:cubicBezTo>
                <a:cubicBezTo>
                  <a:pt x="343" y="0"/>
                  <a:pt x="341" y="1"/>
                  <a:pt x="339" y="1"/>
                </a:cubicBezTo>
                <a:cubicBezTo>
                  <a:pt x="339" y="1"/>
                  <a:pt x="339" y="1"/>
                  <a:pt x="339" y="1"/>
                </a:cubicBezTo>
                <a:cubicBezTo>
                  <a:pt x="341" y="1"/>
                  <a:pt x="341" y="1"/>
                  <a:pt x="341" y="1"/>
                </a:cubicBezTo>
                <a:cubicBezTo>
                  <a:pt x="341" y="1"/>
                  <a:pt x="341" y="1"/>
                  <a:pt x="341" y="1"/>
                </a:cubicBezTo>
                <a:cubicBezTo>
                  <a:pt x="341" y="1"/>
                  <a:pt x="341" y="1"/>
                  <a:pt x="337" y="1"/>
                </a:cubicBezTo>
                <a:cubicBezTo>
                  <a:pt x="337" y="1"/>
                  <a:pt x="337" y="1"/>
                  <a:pt x="337" y="1"/>
                </a:cubicBezTo>
                <a:cubicBezTo>
                  <a:pt x="337" y="1"/>
                  <a:pt x="337" y="1"/>
                  <a:pt x="337" y="1"/>
                </a:cubicBezTo>
                <a:cubicBezTo>
                  <a:pt x="335" y="1"/>
                  <a:pt x="335" y="1"/>
                  <a:pt x="335" y="1"/>
                </a:cubicBezTo>
                <a:cubicBezTo>
                  <a:pt x="335" y="1"/>
                  <a:pt x="335" y="1"/>
                  <a:pt x="335" y="1"/>
                </a:cubicBezTo>
                <a:cubicBezTo>
                  <a:pt x="332" y="1"/>
                  <a:pt x="332" y="1"/>
                  <a:pt x="332" y="1"/>
                </a:cubicBezTo>
                <a:cubicBezTo>
                  <a:pt x="332" y="1"/>
                  <a:pt x="332" y="1"/>
                  <a:pt x="332" y="1"/>
                </a:cubicBezTo>
                <a:cubicBezTo>
                  <a:pt x="331" y="2"/>
                  <a:pt x="331" y="2"/>
                  <a:pt x="331" y="2"/>
                </a:cubicBezTo>
                <a:cubicBezTo>
                  <a:pt x="327" y="2"/>
                  <a:pt x="327" y="2"/>
                  <a:pt x="327" y="2"/>
                </a:cubicBezTo>
                <a:cubicBezTo>
                  <a:pt x="321" y="3"/>
                  <a:pt x="321" y="3"/>
                  <a:pt x="320" y="3"/>
                </a:cubicBezTo>
                <a:cubicBezTo>
                  <a:pt x="324" y="2"/>
                  <a:pt x="324" y="2"/>
                  <a:pt x="324" y="2"/>
                </a:cubicBezTo>
                <a:cubicBezTo>
                  <a:pt x="326" y="2"/>
                  <a:pt x="326" y="2"/>
                  <a:pt x="326" y="2"/>
                </a:cubicBezTo>
                <a:cubicBezTo>
                  <a:pt x="327" y="2"/>
                  <a:pt x="327" y="2"/>
                  <a:pt x="327" y="2"/>
                </a:cubicBezTo>
                <a:cubicBezTo>
                  <a:pt x="324" y="2"/>
                  <a:pt x="324" y="2"/>
                  <a:pt x="324" y="2"/>
                </a:cubicBezTo>
                <a:cubicBezTo>
                  <a:pt x="320" y="3"/>
                  <a:pt x="320" y="3"/>
                  <a:pt x="320" y="3"/>
                </a:cubicBezTo>
                <a:cubicBezTo>
                  <a:pt x="316" y="4"/>
                  <a:pt x="316" y="4"/>
                  <a:pt x="316" y="4"/>
                </a:cubicBezTo>
                <a:cubicBezTo>
                  <a:pt x="317" y="4"/>
                  <a:pt x="317" y="4"/>
                  <a:pt x="317" y="4"/>
                </a:cubicBezTo>
                <a:cubicBezTo>
                  <a:pt x="316" y="4"/>
                  <a:pt x="316" y="4"/>
                  <a:pt x="316" y="4"/>
                </a:cubicBezTo>
                <a:cubicBezTo>
                  <a:pt x="318" y="3"/>
                  <a:pt x="319" y="3"/>
                  <a:pt x="321" y="3"/>
                </a:cubicBezTo>
                <a:cubicBezTo>
                  <a:pt x="320" y="3"/>
                  <a:pt x="320" y="3"/>
                  <a:pt x="320" y="3"/>
                </a:cubicBezTo>
                <a:cubicBezTo>
                  <a:pt x="320" y="3"/>
                  <a:pt x="320" y="3"/>
                  <a:pt x="320" y="3"/>
                </a:cubicBezTo>
                <a:cubicBezTo>
                  <a:pt x="323" y="3"/>
                  <a:pt x="323" y="3"/>
                  <a:pt x="323" y="3"/>
                </a:cubicBezTo>
                <a:cubicBezTo>
                  <a:pt x="326" y="2"/>
                  <a:pt x="326" y="2"/>
                  <a:pt x="326" y="2"/>
                </a:cubicBezTo>
                <a:cubicBezTo>
                  <a:pt x="328" y="2"/>
                  <a:pt x="329" y="2"/>
                  <a:pt x="331" y="2"/>
                </a:cubicBezTo>
                <a:cubicBezTo>
                  <a:pt x="330" y="2"/>
                  <a:pt x="330" y="2"/>
                  <a:pt x="330" y="2"/>
                </a:cubicBezTo>
                <a:cubicBezTo>
                  <a:pt x="330" y="2"/>
                  <a:pt x="330" y="2"/>
                  <a:pt x="330" y="2"/>
                </a:cubicBezTo>
                <a:cubicBezTo>
                  <a:pt x="328" y="2"/>
                  <a:pt x="326" y="3"/>
                  <a:pt x="324" y="3"/>
                </a:cubicBezTo>
                <a:cubicBezTo>
                  <a:pt x="324" y="3"/>
                  <a:pt x="324" y="3"/>
                  <a:pt x="324" y="3"/>
                </a:cubicBezTo>
                <a:cubicBezTo>
                  <a:pt x="323" y="3"/>
                  <a:pt x="323" y="3"/>
                  <a:pt x="323" y="3"/>
                </a:cubicBezTo>
                <a:cubicBezTo>
                  <a:pt x="323" y="3"/>
                  <a:pt x="323" y="3"/>
                  <a:pt x="323" y="3"/>
                </a:cubicBezTo>
                <a:cubicBezTo>
                  <a:pt x="321" y="3"/>
                  <a:pt x="321" y="3"/>
                  <a:pt x="321" y="3"/>
                </a:cubicBezTo>
                <a:cubicBezTo>
                  <a:pt x="321" y="3"/>
                  <a:pt x="321" y="3"/>
                  <a:pt x="321" y="3"/>
                </a:cubicBezTo>
                <a:cubicBezTo>
                  <a:pt x="320" y="3"/>
                  <a:pt x="320" y="3"/>
                  <a:pt x="320" y="3"/>
                </a:cubicBezTo>
                <a:cubicBezTo>
                  <a:pt x="319" y="3"/>
                  <a:pt x="319" y="3"/>
                  <a:pt x="319" y="3"/>
                </a:cubicBezTo>
                <a:cubicBezTo>
                  <a:pt x="318" y="3"/>
                  <a:pt x="317" y="4"/>
                  <a:pt x="317" y="4"/>
                </a:cubicBezTo>
                <a:cubicBezTo>
                  <a:pt x="317" y="4"/>
                  <a:pt x="317" y="4"/>
                  <a:pt x="317" y="4"/>
                </a:cubicBezTo>
                <a:cubicBezTo>
                  <a:pt x="316" y="4"/>
                  <a:pt x="316" y="4"/>
                  <a:pt x="316" y="4"/>
                </a:cubicBezTo>
                <a:cubicBezTo>
                  <a:pt x="315" y="4"/>
                  <a:pt x="314" y="4"/>
                  <a:pt x="313" y="4"/>
                </a:cubicBezTo>
                <a:cubicBezTo>
                  <a:pt x="312" y="4"/>
                  <a:pt x="312" y="4"/>
                  <a:pt x="312" y="4"/>
                </a:cubicBezTo>
                <a:cubicBezTo>
                  <a:pt x="310" y="5"/>
                  <a:pt x="310" y="5"/>
                  <a:pt x="310" y="5"/>
                </a:cubicBezTo>
                <a:cubicBezTo>
                  <a:pt x="307" y="5"/>
                  <a:pt x="307" y="5"/>
                  <a:pt x="307" y="5"/>
                </a:cubicBezTo>
                <a:cubicBezTo>
                  <a:pt x="306" y="5"/>
                  <a:pt x="306" y="5"/>
                  <a:pt x="306" y="5"/>
                </a:cubicBezTo>
                <a:cubicBezTo>
                  <a:pt x="306" y="6"/>
                  <a:pt x="306" y="6"/>
                  <a:pt x="306" y="6"/>
                </a:cubicBezTo>
                <a:cubicBezTo>
                  <a:pt x="308" y="4"/>
                  <a:pt x="311" y="5"/>
                  <a:pt x="314" y="4"/>
                </a:cubicBezTo>
                <a:cubicBezTo>
                  <a:pt x="315" y="4"/>
                  <a:pt x="315" y="4"/>
                  <a:pt x="315" y="4"/>
                </a:cubicBezTo>
                <a:cubicBezTo>
                  <a:pt x="312" y="4"/>
                  <a:pt x="312" y="4"/>
                  <a:pt x="312" y="4"/>
                </a:cubicBezTo>
                <a:cubicBezTo>
                  <a:pt x="309" y="5"/>
                  <a:pt x="309" y="5"/>
                  <a:pt x="309" y="5"/>
                </a:cubicBezTo>
                <a:cubicBezTo>
                  <a:pt x="305" y="5"/>
                  <a:pt x="305" y="5"/>
                  <a:pt x="305" y="5"/>
                </a:cubicBezTo>
                <a:cubicBezTo>
                  <a:pt x="300" y="6"/>
                  <a:pt x="300" y="6"/>
                  <a:pt x="300" y="6"/>
                </a:cubicBezTo>
                <a:cubicBezTo>
                  <a:pt x="298" y="7"/>
                  <a:pt x="298" y="7"/>
                  <a:pt x="298" y="7"/>
                </a:cubicBezTo>
                <a:cubicBezTo>
                  <a:pt x="297" y="7"/>
                  <a:pt x="296" y="7"/>
                  <a:pt x="294" y="8"/>
                </a:cubicBezTo>
                <a:cubicBezTo>
                  <a:pt x="293" y="8"/>
                  <a:pt x="292" y="8"/>
                  <a:pt x="291" y="9"/>
                </a:cubicBezTo>
                <a:cubicBezTo>
                  <a:pt x="296" y="7"/>
                  <a:pt x="296" y="7"/>
                  <a:pt x="296" y="7"/>
                </a:cubicBezTo>
                <a:cubicBezTo>
                  <a:pt x="297" y="7"/>
                  <a:pt x="297" y="7"/>
                  <a:pt x="297" y="7"/>
                </a:cubicBezTo>
                <a:cubicBezTo>
                  <a:pt x="296" y="7"/>
                  <a:pt x="296" y="7"/>
                  <a:pt x="296" y="7"/>
                </a:cubicBezTo>
                <a:cubicBezTo>
                  <a:pt x="295" y="7"/>
                  <a:pt x="295" y="7"/>
                  <a:pt x="295" y="7"/>
                </a:cubicBezTo>
                <a:cubicBezTo>
                  <a:pt x="293" y="8"/>
                  <a:pt x="293" y="8"/>
                  <a:pt x="293" y="8"/>
                </a:cubicBezTo>
                <a:cubicBezTo>
                  <a:pt x="292" y="8"/>
                  <a:pt x="291" y="8"/>
                  <a:pt x="290" y="9"/>
                </a:cubicBezTo>
                <a:cubicBezTo>
                  <a:pt x="287" y="9"/>
                  <a:pt x="287" y="9"/>
                  <a:pt x="287" y="9"/>
                </a:cubicBezTo>
                <a:cubicBezTo>
                  <a:pt x="286" y="9"/>
                  <a:pt x="286" y="9"/>
                  <a:pt x="286" y="9"/>
                </a:cubicBezTo>
                <a:cubicBezTo>
                  <a:pt x="286" y="9"/>
                  <a:pt x="286" y="9"/>
                  <a:pt x="286" y="9"/>
                </a:cubicBezTo>
                <a:cubicBezTo>
                  <a:pt x="287" y="9"/>
                  <a:pt x="287" y="9"/>
                  <a:pt x="287" y="9"/>
                </a:cubicBezTo>
                <a:cubicBezTo>
                  <a:pt x="284" y="10"/>
                  <a:pt x="284" y="10"/>
                  <a:pt x="284" y="10"/>
                </a:cubicBezTo>
                <a:cubicBezTo>
                  <a:pt x="281" y="11"/>
                  <a:pt x="281" y="11"/>
                  <a:pt x="281" y="11"/>
                </a:cubicBezTo>
                <a:cubicBezTo>
                  <a:pt x="281" y="11"/>
                  <a:pt x="281" y="11"/>
                  <a:pt x="281" y="11"/>
                </a:cubicBezTo>
                <a:cubicBezTo>
                  <a:pt x="282" y="11"/>
                  <a:pt x="284" y="10"/>
                  <a:pt x="285" y="10"/>
                </a:cubicBezTo>
                <a:cubicBezTo>
                  <a:pt x="282" y="11"/>
                  <a:pt x="282" y="11"/>
                  <a:pt x="282" y="11"/>
                </a:cubicBezTo>
                <a:cubicBezTo>
                  <a:pt x="278" y="11"/>
                  <a:pt x="278" y="11"/>
                  <a:pt x="278" y="11"/>
                </a:cubicBezTo>
                <a:cubicBezTo>
                  <a:pt x="278" y="12"/>
                  <a:pt x="278" y="12"/>
                  <a:pt x="278" y="12"/>
                </a:cubicBezTo>
                <a:cubicBezTo>
                  <a:pt x="280" y="11"/>
                  <a:pt x="282" y="11"/>
                  <a:pt x="283" y="10"/>
                </a:cubicBezTo>
                <a:cubicBezTo>
                  <a:pt x="280" y="11"/>
                  <a:pt x="277" y="12"/>
                  <a:pt x="274" y="12"/>
                </a:cubicBezTo>
                <a:cubicBezTo>
                  <a:pt x="271" y="13"/>
                  <a:pt x="271" y="13"/>
                  <a:pt x="271" y="13"/>
                </a:cubicBezTo>
                <a:cubicBezTo>
                  <a:pt x="267" y="14"/>
                  <a:pt x="267" y="14"/>
                  <a:pt x="267" y="14"/>
                </a:cubicBezTo>
                <a:cubicBezTo>
                  <a:pt x="265" y="15"/>
                  <a:pt x="265" y="15"/>
                  <a:pt x="265" y="15"/>
                </a:cubicBezTo>
                <a:cubicBezTo>
                  <a:pt x="265" y="15"/>
                  <a:pt x="266" y="15"/>
                  <a:pt x="267" y="15"/>
                </a:cubicBezTo>
                <a:cubicBezTo>
                  <a:pt x="266" y="15"/>
                  <a:pt x="265" y="15"/>
                  <a:pt x="265" y="15"/>
                </a:cubicBezTo>
                <a:cubicBezTo>
                  <a:pt x="266" y="15"/>
                  <a:pt x="267" y="15"/>
                  <a:pt x="267" y="14"/>
                </a:cubicBezTo>
                <a:cubicBezTo>
                  <a:pt x="266" y="15"/>
                  <a:pt x="266" y="15"/>
                  <a:pt x="266" y="15"/>
                </a:cubicBezTo>
                <a:cubicBezTo>
                  <a:pt x="266" y="15"/>
                  <a:pt x="266" y="15"/>
                  <a:pt x="267" y="15"/>
                </a:cubicBezTo>
                <a:cubicBezTo>
                  <a:pt x="267" y="15"/>
                  <a:pt x="267" y="15"/>
                  <a:pt x="267" y="15"/>
                </a:cubicBezTo>
                <a:cubicBezTo>
                  <a:pt x="264" y="16"/>
                  <a:pt x="264" y="16"/>
                  <a:pt x="263" y="16"/>
                </a:cubicBezTo>
                <a:cubicBezTo>
                  <a:pt x="264" y="16"/>
                  <a:pt x="264" y="16"/>
                  <a:pt x="264" y="16"/>
                </a:cubicBezTo>
                <a:cubicBezTo>
                  <a:pt x="264" y="16"/>
                  <a:pt x="264" y="16"/>
                  <a:pt x="264" y="16"/>
                </a:cubicBezTo>
                <a:cubicBezTo>
                  <a:pt x="268" y="15"/>
                  <a:pt x="268" y="15"/>
                  <a:pt x="271" y="14"/>
                </a:cubicBezTo>
                <a:cubicBezTo>
                  <a:pt x="274" y="13"/>
                  <a:pt x="274" y="13"/>
                  <a:pt x="274" y="13"/>
                </a:cubicBezTo>
                <a:cubicBezTo>
                  <a:pt x="272" y="14"/>
                  <a:pt x="272" y="14"/>
                  <a:pt x="272" y="14"/>
                </a:cubicBezTo>
                <a:cubicBezTo>
                  <a:pt x="276" y="12"/>
                  <a:pt x="276" y="12"/>
                  <a:pt x="276" y="12"/>
                </a:cubicBezTo>
                <a:cubicBezTo>
                  <a:pt x="277" y="12"/>
                  <a:pt x="277" y="12"/>
                  <a:pt x="277" y="12"/>
                </a:cubicBezTo>
                <a:cubicBezTo>
                  <a:pt x="281" y="11"/>
                  <a:pt x="281" y="11"/>
                  <a:pt x="281" y="11"/>
                </a:cubicBezTo>
                <a:cubicBezTo>
                  <a:pt x="285" y="10"/>
                  <a:pt x="285" y="10"/>
                  <a:pt x="285" y="10"/>
                </a:cubicBezTo>
                <a:cubicBezTo>
                  <a:pt x="285" y="10"/>
                  <a:pt x="285" y="10"/>
                  <a:pt x="285" y="10"/>
                </a:cubicBezTo>
                <a:cubicBezTo>
                  <a:pt x="285" y="10"/>
                  <a:pt x="285" y="10"/>
                  <a:pt x="285" y="10"/>
                </a:cubicBezTo>
                <a:cubicBezTo>
                  <a:pt x="288" y="10"/>
                  <a:pt x="291" y="9"/>
                  <a:pt x="293" y="8"/>
                </a:cubicBezTo>
                <a:cubicBezTo>
                  <a:pt x="294" y="8"/>
                  <a:pt x="294" y="8"/>
                  <a:pt x="294" y="8"/>
                </a:cubicBezTo>
                <a:cubicBezTo>
                  <a:pt x="294" y="8"/>
                  <a:pt x="299" y="7"/>
                  <a:pt x="300" y="7"/>
                </a:cubicBezTo>
                <a:cubicBezTo>
                  <a:pt x="297" y="7"/>
                  <a:pt x="297" y="7"/>
                  <a:pt x="297" y="7"/>
                </a:cubicBezTo>
                <a:cubicBezTo>
                  <a:pt x="296" y="8"/>
                  <a:pt x="296" y="8"/>
                  <a:pt x="296" y="8"/>
                </a:cubicBezTo>
                <a:cubicBezTo>
                  <a:pt x="299" y="7"/>
                  <a:pt x="299" y="7"/>
                  <a:pt x="299" y="7"/>
                </a:cubicBezTo>
                <a:cubicBezTo>
                  <a:pt x="300" y="7"/>
                  <a:pt x="302" y="6"/>
                  <a:pt x="304" y="6"/>
                </a:cubicBezTo>
                <a:cubicBezTo>
                  <a:pt x="304" y="6"/>
                  <a:pt x="304" y="6"/>
                  <a:pt x="304" y="6"/>
                </a:cubicBezTo>
                <a:cubicBezTo>
                  <a:pt x="302" y="7"/>
                  <a:pt x="302" y="7"/>
                  <a:pt x="302" y="7"/>
                </a:cubicBezTo>
                <a:cubicBezTo>
                  <a:pt x="301" y="7"/>
                  <a:pt x="301" y="7"/>
                  <a:pt x="301" y="7"/>
                </a:cubicBezTo>
                <a:cubicBezTo>
                  <a:pt x="302" y="7"/>
                  <a:pt x="304" y="6"/>
                  <a:pt x="305" y="6"/>
                </a:cubicBezTo>
                <a:cubicBezTo>
                  <a:pt x="309" y="5"/>
                  <a:pt x="309" y="5"/>
                  <a:pt x="309" y="5"/>
                </a:cubicBezTo>
                <a:cubicBezTo>
                  <a:pt x="309" y="5"/>
                  <a:pt x="309" y="5"/>
                  <a:pt x="309" y="5"/>
                </a:cubicBezTo>
                <a:cubicBezTo>
                  <a:pt x="307" y="6"/>
                  <a:pt x="307" y="6"/>
                  <a:pt x="307" y="6"/>
                </a:cubicBezTo>
                <a:cubicBezTo>
                  <a:pt x="307" y="6"/>
                  <a:pt x="307" y="6"/>
                  <a:pt x="307" y="6"/>
                </a:cubicBezTo>
                <a:cubicBezTo>
                  <a:pt x="309" y="6"/>
                  <a:pt x="309" y="6"/>
                  <a:pt x="309" y="6"/>
                </a:cubicBezTo>
                <a:cubicBezTo>
                  <a:pt x="314" y="5"/>
                  <a:pt x="314" y="5"/>
                  <a:pt x="314" y="5"/>
                </a:cubicBezTo>
                <a:cubicBezTo>
                  <a:pt x="315" y="4"/>
                  <a:pt x="315" y="4"/>
                  <a:pt x="315" y="4"/>
                </a:cubicBezTo>
                <a:cubicBezTo>
                  <a:pt x="315" y="5"/>
                  <a:pt x="315" y="5"/>
                  <a:pt x="315" y="5"/>
                </a:cubicBezTo>
                <a:cubicBezTo>
                  <a:pt x="315" y="5"/>
                  <a:pt x="315" y="5"/>
                  <a:pt x="315" y="5"/>
                </a:cubicBezTo>
                <a:cubicBezTo>
                  <a:pt x="318" y="4"/>
                  <a:pt x="318" y="4"/>
                  <a:pt x="318" y="4"/>
                </a:cubicBezTo>
                <a:cubicBezTo>
                  <a:pt x="320" y="4"/>
                  <a:pt x="320" y="4"/>
                  <a:pt x="320" y="4"/>
                </a:cubicBezTo>
                <a:cubicBezTo>
                  <a:pt x="323" y="3"/>
                  <a:pt x="327" y="3"/>
                  <a:pt x="330" y="3"/>
                </a:cubicBezTo>
                <a:cubicBezTo>
                  <a:pt x="331" y="3"/>
                  <a:pt x="331" y="3"/>
                  <a:pt x="331" y="3"/>
                </a:cubicBezTo>
                <a:cubicBezTo>
                  <a:pt x="332" y="2"/>
                  <a:pt x="332" y="2"/>
                  <a:pt x="332" y="2"/>
                </a:cubicBezTo>
                <a:cubicBezTo>
                  <a:pt x="333" y="2"/>
                  <a:pt x="334" y="2"/>
                  <a:pt x="335" y="2"/>
                </a:cubicBezTo>
                <a:cubicBezTo>
                  <a:pt x="333" y="2"/>
                  <a:pt x="333" y="2"/>
                  <a:pt x="332" y="2"/>
                </a:cubicBezTo>
                <a:cubicBezTo>
                  <a:pt x="333" y="2"/>
                  <a:pt x="333" y="2"/>
                  <a:pt x="333" y="2"/>
                </a:cubicBezTo>
                <a:cubicBezTo>
                  <a:pt x="332" y="2"/>
                  <a:pt x="332" y="2"/>
                  <a:pt x="332" y="2"/>
                </a:cubicBezTo>
                <a:cubicBezTo>
                  <a:pt x="335" y="2"/>
                  <a:pt x="335" y="2"/>
                  <a:pt x="335" y="2"/>
                </a:cubicBezTo>
                <a:cubicBezTo>
                  <a:pt x="337" y="2"/>
                  <a:pt x="337" y="2"/>
                  <a:pt x="337" y="2"/>
                </a:cubicBezTo>
                <a:cubicBezTo>
                  <a:pt x="337" y="2"/>
                  <a:pt x="337" y="2"/>
                  <a:pt x="337" y="2"/>
                </a:cubicBezTo>
                <a:cubicBezTo>
                  <a:pt x="337" y="2"/>
                  <a:pt x="337" y="2"/>
                  <a:pt x="337" y="2"/>
                </a:cubicBezTo>
                <a:cubicBezTo>
                  <a:pt x="338" y="2"/>
                  <a:pt x="340" y="2"/>
                  <a:pt x="341" y="1"/>
                </a:cubicBezTo>
                <a:cubicBezTo>
                  <a:pt x="342" y="1"/>
                  <a:pt x="342" y="1"/>
                  <a:pt x="346" y="1"/>
                </a:cubicBezTo>
                <a:moveTo>
                  <a:pt x="300" y="6"/>
                </a:moveTo>
                <a:cubicBezTo>
                  <a:pt x="301" y="6"/>
                  <a:pt x="303" y="6"/>
                  <a:pt x="304" y="6"/>
                </a:cubicBezTo>
                <a:cubicBezTo>
                  <a:pt x="305" y="5"/>
                  <a:pt x="306" y="5"/>
                  <a:pt x="308" y="5"/>
                </a:cubicBezTo>
                <a:cubicBezTo>
                  <a:pt x="311" y="4"/>
                  <a:pt x="311" y="4"/>
                  <a:pt x="311" y="4"/>
                </a:cubicBezTo>
                <a:cubicBezTo>
                  <a:pt x="311" y="4"/>
                  <a:pt x="312" y="4"/>
                  <a:pt x="313" y="4"/>
                </a:cubicBezTo>
                <a:cubicBezTo>
                  <a:pt x="314" y="4"/>
                  <a:pt x="315" y="4"/>
                  <a:pt x="315" y="4"/>
                </a:cubicBezTo>
                <a:cubicBezTo>
                  <a:pt x="315" y="4"/>
                  <a:pt x="314" y="4"/>
                  <a:pt x="313" y="4"/>
                </a:cubicBezTo>
                <a:cubicBezTo>
                  <a:pt x="313" y="4"/>
                  <a:pt x="319" y="3"/>
                  <a:pt x="324" y="2"/>
                </a:cubicBezTo>
                <a:cubicBezTo>
                  <a:pt x="326" y="2"/>
                  <a:pt x="328" y="2"/>
                  <a:pt x="331" y="2"/>
                </a:cubicBezTo>
                <a:cubicBezTo>
                  <a:pt x="330" y="2"/>
                  <a:pt x="329" y="2"/>
                  <a:pt x="328" y="2"/>
                </a:cubicBezTo>
                <a:cubicBezTo>
                  <a:pt x="328" y="2"/>
                  <a:pt x="328" y="2"/>
                  <a:pt x="328" y="2"/>
                </a:cubicBezTo>
                <a:cubicBezTo>
                  <a:pt x="327" y="2"/>
                  <a:pt x="326" y="2"/>
                  <a:pt x="325" y="2"/>
                </a:cubicBezTo>
                <a:cubicBezTo>
                  <a:pt x="325" y="2"/>
                  <a:pt x="325" y="2"/>
                  <a:pt x="325" y="2"/>
                </a:cubicBezTo>
                <a:cubicBezTo>
                  <a:pt x="323" y="2"/>
                  <a:pt x="321" y="3"/>
                  <a:pt x="319" y="3"/>
                </a:cubicBezTo>
                <a:cubicBezTo>
                  <a:pt x="319" y="3"/>
                  <a:pt x="319" y="3"/>
                  <a:pt x="319" y="3"/>
                </a:cubicBezTo>
                <a:cubicBezTo>
                  <a:pt x="319" y="3"/>
                  <a:pt x="319" y="3"/>
                  <a:pt x="319" y="3"/>
                </a:cubicBezTo>
                <a:cubicBezTo>
                  <a:pt x="315" y="4"/>
                  <a:pt x="315" y="4"/>
                  <a:pt x="315" y="4"/>
                </a:cubicBezTo>
                <a:cubicBezTo>
                  <a:pt x="313" y="4"/>
                  <a:pt x="313" y="4"/>
                  <a:pt x="313" y="4"/>
                </a:cubicBezTo>
                <a:cubicBezTo>
                  <a:pt x="309" y="5"/>
                  <a:pt x="309" y="5"/>
                  <a:pt x="309" y="5"/>
                </a:cubicBezTo>
                <a:cubicBezTo>
                  <a:pt x="309" y="5"/>
                  <a:pt x="309" y="5"/>
                  <a:pt x="309" y="5"/>
                </a:cubicBezTo>
                <a:cubicBezTo>
                  <a:pt x="308" y="5"/>
                  <a:pt x="308" y="5"/>
                  <a:pt x="307" y="5"/>
                </a:cubicBezTo>
                <a:cubicBezTo>
                  <a:pt x="304" y="5"/>
                  <a:pt x="304" y="5"/>
                  <a:pt x="304" y="5"/>
                </a:cubicBezTo>
                <a:cubicBezTo>
                  <a:pt x="303" y="6"/>
                  <a:pt x="303" y="6"/>
                  <a:pt x="303" y="6"/>
                </a:cubicBezTo>
                <a:cubicBezTo>
                  <a:pt x="303" y="6"/>
                  <a:pt x="303" y="6"/>
                  <a:pt x="303" y="6"/>
                </a:cubicBezTo>
                <a:cubicBezTo>
                  <a:pt x="304" y="5"/>
                  <a:pt x="304" y="5"/>
                  <a:pt x="304" y="5"/>
                </a:cubicBezTo>
                <a:cubicBezTo>
                  <a:pt x="304" y="5"/>
                  <a:pt x="304" y="5"/>
                  <a:pt x="304" y="5"/>
                </a:cubicBezTo>
                <a:cubicBezTo>
                  <a:pt x="303" y="6"/>
                  <a:pt x="301" y="6"/>
                  <a:pt x="300" y="6"/>
                </a:cubicBezTo>
                <a:cubicBezTo>
                  <a:pt x="300" y="6"/>
                  <a:pt x="300" y="6"/>
                  <a:pt x="300" y="6"/>
                </a:cubicBezTo>
                <a:cubicBezTo>
                  <a:pt x="298" y="7"/>
                  <a:pt x="298" y="7"/>
                  <a:pt x="298" y="7"/>
                </a:cubicBezTo>
                <a:cubicBezTo>
                  <a:pt x="295" y="7"/>
                  <a:pt x="295" y="7"/>
                  <a:pt x="295" y="7"/>
                </a:cubicBezTo>
                <a:cubicBezTo>
                  <a:pt x="291" y="8"/>
                  <a:pt x="291" y="8"/>
                  <a:pt x="291" y="8"/>
                </a:cubicBezTo>
                <a:cubicBezTo>
                  <a:pt x="289" y="9"/>
                  <a:pt x="289" y="9"/>
                  <a:pt x="289" y="9"/>
                </a:cubicBezTo>
                <a:cubicBezTo>
                  <a:pt x="290" y="8"/>
                  <a:pt x="290" y="8"/>
                  <a:pt x="290" y="8"/>
                </a:cubicBezTo>
                <a:cubicBezTo>
                  <a:pt x="288" y="9"/>
                  <a:pt x="288" y="9"/>
                  <a:pt x="288" y="9"/>
                </a:cubicBezTo>
                <a:cubicBezTo>
                  <a:pt x="291" y="8"/>
                  <a:pt x="291" y="8"/>
                  <a:pt x="291" y="8"/>
                </a:cubicBezTo>
                <a:cubicBezTo>
                  <a:pt x="291" y="8"/>
                  <a:pt x="291" y="8"/>
                  <a:pt x="291" y="8"/>
                </a:cubicBezTo>
                <a:cubicBezTo>
                  <a:pt x="292" y="8"/>
                  <a:pt x="293" y="8"/>
                  <a:pt x="294" y="8"/>
                </a:cubicBezTo>
                <a:cubicBezTo>
                  <a:pt x="297" y="7"/>
                  <a:pt x="297" y="7"/>
                  <a:pt x="297" y="7"/>
                </a:cubicBezTo>
                <a:cubicBezTo>
                  <a:pt x="296" y="7"/>
                  <a:pt x="296" y="7"/>
                  <a:pt x="295" y="7"/>
                </a:cubicBezTo>
                <a:cubicBezTo>
                  <a:pt x="296" y="7"/>
                  <a:pt x="297" y="7"/>
                  <a:pt x="298" y="7"/>
                </a:cubicBezTo>
                <a:cubicBezTo>
                  <a:pt x="297" y="7"/>
                  <a:pt x="297" y="7"/>
                  <a:pt x="297" y="7"/>
                </a:cubicBezTo>
                <a:cubicBezTo>
                  <a:pt x="298" y="7"/>
                  <a:pt x="299" y="7"/>
                  <a:pt x="300" y="6"/>
                </a:cubicBezTo>
                <a:moveTo>
                  <a:pt x="275" y="12"/>
                </a:moveTo>
                <a:cubicBezTo>
                  <a:pt x="277" y="11"/>
                  <a:pt x="280" y="11"/>
                  <a:pt x="282" y="10"/>
                </a:cubicBezTo>
                <a:cubicBezTo>
                  <a:pt x="281" y="11"/>
                  <a:pt x="281" y="11"/>
                  <a:pt x="281" y="11"/>
                </a:cubicBezTo>
                <a:cubicBezTo>
                  <a:pt x="277" y="12"/>
                  <a:pt x="277" y="12"/>
                  <a:pt x="277" y="12"/>
                </a:cubicBezTo>
                <a:cubicBezTo>
                  <a:pt x="275" y="12"/>
                  <a:pt x="275" y="12"/>
                  <a:pt x="275" y="12"/>
                </a:cubicBezTo>
                <a:moveTo>
                  <a:pt x="251" y="20"/>
                </a:moveTo>
                <a:cubicBezTo>
                  <a:pt x="251" y="20"/>
                  <a:pt x="251" y="20"/>
                  <a:pt x="251" y="20"/>
                </a:cubicBezTo>
                <a:cubicBezTo>
                  <a:pt x="256" y="18"/>
                  <a:pt x="256" y="18"/>
                  <a:pt x="256" y="18"/>
                </a:cubicBezTo>
                <a:cubicBezTo>
                  <a:pt x="258" y="18"/>
                  <a:pt x="258" y="18"/>
                  <a:pt x="258" y="18"/>
                </a:cubicBezTo>
                <a:cubicBezTo>
                  <a:pt x="259" y="17"/>
                  <a:pt x="259" y="17"/>
                  <a:pt x="259" y="17"/>
                </a:cubicBezTo>
                <a:cubicBezTo>
                  <a:pt x="257" y="18"/>
                  <a:pt x="257" y="18"/>
                  <a:pt x="257" y="18"/>
                </a:cubicBezTo>
                <a:cubicBezTo>
                  <a:pt x="255" y="18"/>
                  <a:pt x="255" y="18"/>
                  <a:pt x="255" y="18"/>
                </a:cubicBezTo>
                <a:cubicBezTo>
                  <a:pt x="255" y="18"/>
                  <a:pt x="255" y="18"/>
                  <a:pt x="255" y="18"/>
                </a:cubicBezTo>
                <a:cubicBezTo>
                  <a:pt x="256" y="18"/>
                  <a:pt x="256" y="18"/>
                  <a:pt x="256" y="18"/>
                </a:cubicBezTo>
                <a:cubicBezTo>
                  <a:pt x="256" y="18"/>
                  <a:pt x="256" y="18"/>
                  <a:pt x="256" y="18"/>
                </a:cubicBezTo>
                <a:cubicBezTo>
                  <a:pt x="260" y="16"/>
                  <a:pt x="260" y="16"/>
                  <a:pt x="260" y="16"/>
                </a:cubicBezTo>
                <a:cubicBezTo>
                  <a:pt x="265" y="15"/>
                  <a:pt x="265" y="15"/>
                  <a:pt x="265" y="15"/>
                </a:cubicBezTo>
                <a:cubicBezTo>
                  <a:pt x="269" y="14"/>
                  <a:pt x="269" y="14"/>
                  <a:pt x="269" y="14"/>
                </a:cubicBezTo>
                <a:cubicBezTo>
                  <a:pt x="269" y="14"/>
                  <a:pt x="269" y="14"/>
                  <a:pt x="269" y="14"/>
                </a:cubicBezTo>
                <a:cubicBezTo>
                  <a:pt x="266" y="15"/>
                  <a:pt x="266" y="15"/>
                  <a:pt x="266" y="15"/>
                </a:cubicBezTo>
                <a:cubicBezTo>
                  <a:pt x="245" y="21"/>
                  <a:pt x="245" y="21"/>
                  <a:pt x="245" y="21"/>
                </a:cubicBezTo>
                <a:cubicBezTo>
                  <a:pt x="246" y="21"/>
                  <a:pt x="246" y="21"/>
                  <a:pt x="246" y="21"/>
                </a:cubicBezTo>
                <a:cubicBezTo>
                  <a:pt x="246" y="21"/>
                  <a:pt x="247" y="21"/>
                  <a:pt x="248" y="21"/>
                </a:cubicBezTo>
                <a:cubicBezTo>
                  <a:pt x="244" y="22"/>
                  <a:pt x="244" y="22"/>
                  <a:pt x="244" y="22"/>
                </a:cubicBezTo>
                <a:cubicBezTo>
                  <a:pt x="244" y="22"/>
                  <a:pt x="244" y="22"/>
                  <a:pt x="244" y="22"/>
                </a:cubicBezTo>
                <a:cubicBezTo>
                  <a:pt x="244" y="22"/>
                  <a:pt x="244" y="22"/>
                  <a:pt x="244" y="22"/>
                </a:cubicBezTo>
                <a:cubicBezTo>
                  <a:pt x="245" y="22"/>
                  <a:pt x="245" y="22"/>
                  <a:pt x="245" y="22"/>
                </a:cubicBezTo>
                <a:cubicBezTo>
                  <a:pt x="247" y="21"/>
                  <a:pt x="247" y="21"/>
                  <a:pt x="247" y="21"/>
                </a:cubicBezTo>
                <a:cubicBezTo>
                  <a:pt x="245" y="22"/>
                  <a:pt x="245" y="22"/>
                  <a:pt x="245" y="22"/>
                </a:cubicBezTo>
                <a:cubicBezTo>
                  <a:pt x="247" y="22"/>
                  <a:pt x="249" y="21"/>
                  <a:pt x="251" y="20"/>
                </a:cubicBezTo>
                <a:moveTo>
                  <a:pt x="179" y="56"/>
                </a:moveTo>
                <a:cubicBezTo>
                  <a:pt x="182" y="54"/>
                  <a:pt x="182" y="54"/>
                  <a:pt x="182" y="54"/>
                </a:cubicBezTo>
                <a:cubicBezTo>
                  <a:pt x="186" y="52"/>
                  <a:pt x="186" y="52"/>
                  <a:pt x="186" y="52"/>
                </a:cubicBezTo>
                <a:cubicBezTo>
                  <a:pt x="185" y="52"/>
                  <a:pt x="185" y="52"/>
                  <a:pt x="180" y="54"/>
                </a:cubicBezTo>
                <a:cubicBezTo>
                  <a:pt x="177" y="56"/>
                  <a:pt x="177" y="56"/>
                  <a:pt x="177" y="56"/>
                </a:cubicBezTo>
                <a:cubicBezTo>
                  <a:pt x="177" y="57"/>
                  <a:pt x="177" y="57"/>
                  <a:pt x="177" y="57"/>
                </a:cubicBezTo>
                <a:cubicBezTo>
                  <a:pt x="179" y="56"/>
                  <a:pt x="179" y="56"/>
                  <a:pt x="179" y="56"/>
                </a:cubicBezTo>
                <a:moveTo>
                  <a:pt x="156" y="69"/>
                </a:moveTo>
                <a:cubicBezTo>
                  <a:pt x="154" y="70"/>
                  <a:pt x="154" y="70"/>
                  <a:pt x="154" y="70"/>
                </a:cubicBezTo>
                <a:cubicBezTo>
                  <a:pt x="153" y="71"/>
                  <a:pt x="153" y="71"/>
                  <a:pt x="153" y="71"/>
                </a:cubicBezTo>
                <a:cubicBezTo>
                  <a:pt x="160" y="66"/>
                  <a:pt x="160" y="66"/>
                  <a:pt x="160" y="66"/>
                </a:cubicBezTo>
                <a:cubicBezTo>
                  <a:pt x="159" y="66"/>
                  <a:pt x="159" y="66"/>
                  <a:pt x="159" y="66"/>
                </a:cubicBezTo>
                <a:cubicBezTo>
                  <a:pt x="156" y="69"/>
                  <a:pt x="156" y="69"/>
                  <a:pt x="156" y="69"/>
                </a:cubicBezTo>
                <a:close/>
                <a:moveTo>
                  <a:pt x="6" y="417"/>
                </a:moveTo>
                <a:cubicBezTo>
                  <a:pt x="5" y="413"/>
                  <a:pt x="5" y="413"/>
                  <a:pt x="5" y="413"/>
                </a:cubicBezTo>
                <a:cubicBezTo>
                  <a:pt x="5" y="409"/>
                  <a:pt x="5" y="409"/>
                  <a:pt x="5" y="409"/>
                </a:cubicBezTo>
                <a:cubicBezTo>
                  <a:pt x="4" y="409"/>
                  <a:pt x="4" y="409"/>
                  <a:pt x="4" y="409"/>
                </a:cubicBezTo>
                <a:cubicBezTo>
                  <a:pt x="3" y="408"/>
                  <a:pt x="3" y="408"/>
                  <a:pt x="3" y="408"/>
                </a:cubicBezTo>
                <a:cubicBezTo>
                  <a:pt x="2" y="407"/>
                  <a:pt x="2" y="407"/>
                  <a:pt x="2" y="407"/>
                </a:cubicBezTo>
                <a:cubicBezTo>
                  <a:pt x="2" y="405"/>
                  <a:pt x="2" y="405"/>
                  <a:pt x="2" y="405"/>
                </a:cubicBezTo>
                <a:cubicBezTo>
                  <a:pt x="1" y="398"/>
                  <a:pt x="1" y="398"/>
                  <a:pt x="1" y="398"/>
                </a:cubicBezTo>
                <a:cubicBezTo>
                  <a:pt x="1" y="394"/>
                  <a:pt x="1" y="394"/>
                  <a:pt x="1" y="394"/>
                </a:cubicBezTo>
                <a:cubicBezTo>
                  <a:pt x="1" y="392"/>
                  <a:pt x="1" y="389"/>
                  <a:pt x="1" y="387"/>
                </a:cubicBezTo>
                <a:cubicBezTo>
                  <a:pt x="1" y="379"/>
                  <a:pt x="1" y="379"/>
                  <a:pt x="1" y="379"/>
                </a:cubicBezTo>
                <a:cubicBezTo>
                  <a:pt x="1" y="378"/>
                  <a:pt x="1" y="376"/>
                  <a:pt x="1" y="374"/>
                </a:cubicBezTo>
                <a:cubicBezTo>
                  <a:pt x="0" y="370"/>
                  <a:pt x="0" y="370"/>
                  <a:pt x="0" y="370"/>
                </a:cubicBezTo>
                <a:cubicBezTo>
                  <a:pt x="0" y="367"/>
                  <a:pt x="0" y="367"/>
                  <a:pt x="0" y="367"/>
                </a:cubicBezTo>
                <a:cubicBezTo>
                  <a:pt x="0" y="367"/>
                  <a:pt x="0" y="367"/>
                  <a:pt x="0" y="367"/>
                </a:cubicBezTo>
                <a:cubicBezTo>
                  <a:pt x="0" y="376"/>
                  <a:pt x="1" y="389"/>
                  <a:pt x="1" y="399"/>
                </a:cubicBezTo>
                <a:cubicBezTo>
                  <a:pt x="2" y="405"/>
                  <a:pt x="2" y="405"/>
                  <a:pt x="2" y="405"/>
                </a:cubicBezTo>
                <a:cubicBezTo>
                  <a:pt x="2" y="405"/>
                  <a:pt x="2" y="405"/>
                  <a:pt x="2" y="405"/>
                </a:cubicBezTo>
                <a:cubicBezTo>
                  <a:pt x="2" y="407"/>
                  <a:pt x="2" y="407"/>
                  <a:pt x="2" y="407"/>
                </a:cubicBezTo>
                <a:cubicBezTo>
                  <a:pt x="3" y="414"/>
                  <a:pt x="3" y="414"/>
                  <a:pt x="3" y="414"/>
                </a:cubicBezTo>
                <a:cubicBezTo>
                  <a:pt x="3" y="414"/>
                  <a:pt x="3" y="414"/>
                  <a:pt x="3" y="414"/>
                </a:cubicBezTo>
                <a:cubicBezTo>
                  <a:pt x="4" y="419"/>
                  <a:pt x="4" y="419"/>
                  <a:pt x="4" y="419"/>
                </a:cubicBezTo>
                <a:cubicBezTo>
                  <a:pt x="5" y="421"/>
                  <a:pt x="5" y="421"/>
                  <a:pt x="5" y="421"/>
                </a:cubicBezTo>
                <a:cubicBezTo>
                  <a:pt x="4" y="416"/>
                  <a:pt x="4" y="416"/>
                  <a:pt x="4" y="416"/>
                </a:cubicBezTo>
                <a:cubicBezTo>
                  <a:pt x="4" y="413"/>
                  <a:pt x="4" y="413"/>
                  <a:pt x="4" y="413"/>
                </a:cubicBezTo>
                <a:cubicBezTo>
                  <a:pt x="5" y="414"/>
                  <a:pt x="5" y="414"/>
                  <a:pt x="5" y="414"/>
                </a:cubicBezTo>
                <a:cubicBezTo>
                  <a:pt x="5" y="417"/>
                  <a:pt x="5" y="417"/>
                  <a:pt x="5" y="417"/>
                </a:cubicBezTo>
                <a:cubicBezTo>
                  <a:pt x="6" y="417"/>
                  <a:pt x="6" y="417"/>
                  <a:pt x="6" y="417"/>
                </a:cubicBezTo>
                <a:moveTo>
                  <a:pt x="182" y="64"/>
                </a:moveTo>
                <a:cubicBezTo>
                  <a:pt x="185" y="62"/>
                  <a:pt x="185" y="62"/>
                  <a:pt x="185" y="62"/>
                </a:cubicBezTo>
                <a:cubicBezTo>
                  <a:pt x="189" y="60"/>
                  <a:pt x="189" y="60"/>
                  <a:pt x="189" y="60"/>
                </a:cubicBezTo>
                <a:cubicBezTo>
                  <a:pt x="188" y="60"/>
                  <a:pt x="187" y="60"/>
                  <a:pt x="187" y="60"/>
                </a:cubicBezTo>
                <a:cubicBezTo>
                  <a:pt x="187" y="59"/>
                  <a:pt x="188" y="59"/>
                  <a:pt x="189" y="58"/>
                </a:cubicBezTo>
                <a:cubicBezTo>
                  <a:pt x="191" y="56"/>
                  <a:pt x="191" y="56"/>
                  <a:pt x="191" y="56"/>
                </a:cubicBezTo>
                <a:cubicBezTo>
                  <a:pt x="191" y="56"/>
                  <a:pt x="191" y="56"/>
                  <a:pt x="191" y="56"/>
                </a:cubicBezTo>
                <a:cubicBezTo>
                  <a:pt x="192" y="54"/>
                  <a:pt x="192" y="54"/>
                  <a:pt x="192" y="54"/>
                </a:cubicBezTo>
                <a:cubicBezTo>
                  <a:pt x="191" y="54"/>
                  <a:pt x="191" y="54"/>
                  <a:pt x="191" y="54"/>
                </a:cubicBezTo>
                <a:cubicBezTo>
                  <a:pt x="193" y="52"/>
                  <a:pt x="193" y="52"/>
                  <a:pt x="193" y="52"/>
                </a:cubicBezTo>
                <a:cubicBezTo>
                  <a:pt x="196" y="51"/>
                  <a:pt x="196" y="51"/>
                  <a:pt x="196" y="51"/>
                </a:cubicBezTo>
                <a:cubicBezTo>
                  <a:pt x="195" y="51"/>
                  <a:pt x="195" y="51"/>
                  <a:pt x="194" y="51"/>
                </a:cubicBezTo>
                <a:cubicBezTo>
                  <a:pt x="194" y="51"/>
                  <a:pt x="194" y="51"/>
                  <a:pt x="194" y="51"/>
                </a:cubicBezTo>
                <a:cubicBezTo>
                  <a:pt x="196" y="50"/>
                  <a:pt x="197" y="49"/>
                  <a:pt x="199" y="48"/>
                </a:cubicBezTo>
                <a:cubicBezTo>
                  <a:pt x="199" y="48"/>
                  <a:pt x="199" y="48"/>
                  <a:pt x="199" y="48"/>
                </a:cubicBezTo>
                <a:cubicBezTo>
                  <a:pt x="202" y="47"/>
                  <a:pt x="202" y="47"/>
                  <a:pt x="202" y="47"/>
                </a:cubicBezTo>
                <a:cubicBezTo>
                  <a:pt x="202" y="46"/>
                  <a:pt x="202" y="46"/>
                  <a:pt x="202" y="46"/>
                </a:cubicBezTo>
                <a:cubicBezTo>
                  <a:pt x="204" y="45"/>
                  <a:pt x="204" y="45"/>
                  <a:pt x="204" y="45"/>
                </a:cubicBezTo>
                <a:cubicBezTo>
                  <a:pt x="205" y="45"/>
                  <a:pt x="205" y="45"/>
                  <a:pt x="205" y="45"/>
                </a:cubicBezTo>
                <a:cubicBezTo>
                  <a:pt x="208" y="43"/>
                  <a:pt x="208" y="43"/>
                  <a:pt x="208" y="43"/>
                </a:cubicBezTo>
                <a:cubicBezTo>
                  <a:pt x="208" y="42"/>
                  <a:pt x="208" y="42"/>
                  <a:pt x="208" y="42"/>
                </a:cubicBezTo>
                <a:cubicBezTo>
                  <a:pt x="211" y="41"/>
                  <a:pt x="211" y="41"/>
                  <a:pt x="211" y="41"/>
                </a:cubicBezTo>
                <a:cubicBezTo>
                  <a:pt x="213" y="39"/>
                  <a:pt x="213" y="39"/>
                  <a:pt x="213" y="39"/>
                </a:cubicBezTo>
                <a:cubicBezTo>
                  <a:pt x="212" y="39"/>
                  <a:pt x="212" y="39"/>
                  <a:pt x="212" y="39"/>
                </a:cubicBezTo>
                <a:cubicBezTo>
                  <a:pt x="214" y="38"/>
                  <a:pt x="214" y="38"/>
                  <a:pt x="214" y="38"/>
                </a:cubicBezTo>
                <a:cubicBezTo>
                  <a:pt x="214" y="38"/>
                  <a:pt x="214" y="38"/>
                  <a:pt x="214" y="38"/>
                </a:cubicBezTo>
                <a:cubicBezTo>
                  <a:pt x="214" y="38"/>
                  <a:pt x="214" y="38"/>
                  <a:pt x="214" y="38"/>
                </a:cubicBezTo>
                <a:cubicBezTo>
                  <a:pt x="217" y="37"/>
                  <a:pt x="217" y="37"/>
                  <a:pt x="217" y="37"/>
                </a:cubicBezTo>
                <a:cubicBezTo>
                  <a:pt x="218" y="36"/>
                  <a:pt x="218" y="36"/>
                  <a:pt x="218" y="36"/>
                </a:cubicBezTo>
                <a:cubicBezTo>
                  <a:pt x="216" y="36"/>
                  <a:pt x="216" y="36"/>
                  <a:pt x="216" y="36"/>
                </a:cubicBezTo>
                <a:cubicBezTo>
                  <a:pt x="220" y="34"/>
                  <a:pt x="220" y="34"/>
                  <a:pt x="220" y="34"/>
                </a:cubicBezTo>
                <a:cubicBezTo>
                  <a:pt x="222" y="33"/>
                  <a:pt x="222" y="33"/>
                  <a:pt x="222" y="33"/>
                </a:cubicBezTo>
                <a:cubicBezTo>
                  <a:pt x="222" y="33"/>
                  <a:pt x="222" y="33"/>
                  <a:pt x="222" y="33"/>
                </a:cubicBezTo>
                <a:cubicBezTo>
                  <a:pt x="225" y="31"/>
                  <a:pt x="225" y="31"/>
                  <a:pt x="225" y="31"/>
                </a:cubicBezTo>
                <a:cubicBezTo>
                  <a:pt x="227" y="30"/>
                  <a:pt x="227" y="30"/>
                  <a:pt x="227" y="30"/>
                </a:cubicBezTo>
                <a:cubicBezTo>
                  <a:pt x="226" y="30"/>
                  <a:pt x="226" y="30"/>
                  <a:pt x="226" y="30"/>
                </a:cubicBezTo>
                <a:cubicBezTo>
                  <a:pt x="224" y="31"/>
                  <a:pt x="224" y="31"/>
                  <a:pt x="224" y="31"/>
                </a:cubicBezTo>
                <a:cubicBezTo>
                  <a:pt x="223" y="31"/>
                  <a:pt x="223" y="31"/>
                  <a:pt x="223" y="31"/>
                </a:cubicBezTo>
                <a:cubicBezTo>
                  <a:pt x="223" y="31"/>
                  <a:pt x="223" y="31"/>
                  <a:pt x="223" y="31"/>
                </a:cubicBezTo>
                <a:cubicBezTo>
                  <a:pt x="220" y="32"/>
                  <a:pt x="220" y="32"/>
                  <a:pt x="220" y="32"/>
                </a:cubicBezTo>
                <a:cubicBezTo>
                  <a:pt x="220" y="32"/>
                  <a:pt x="220" y="32"/>
                  <a:pt x="220" y="32"/>
                </a:cubicBezTo>
                <a:cubicBezTo>
                  <a:pt x="224" y="31"/>
                  <a:pt x="224" y="31"/>
                  <a:pt x="224" y="31"/>
                </a:cubicBezTo>
                <a:cubicBezTo>
                  <a:pt x="227" y="29"/>
                  <a:pt x="227" y="29"/>
                  <a:pt x="227" y="29"/>
                </a:cubicBezTo>
                <a:cubicBezTo>
                  <a:pt x="232" y="27"/>
                  <a:pt x="232" y="27"/>
                  <a:pt x="232" y="27"/>
                </a:cubicBezTo>
                <a:cubicBezTo>
                  <a:pt x="237" y="25"/>
                  <a:pt x="237" y="25"/>
                  <a:pt x="237" y="25"/>
                </a:cubicBezTo>
                <a:cubicBezTo>
                  <a:pt x="237" y="25"/>
                  <a:pt x="237" y="25"/>
                  <a:pt x="237" y="25"/>
                </a:cubicBezTo>
                <a:cubicBezTo>
                  <a:pt x="233" y="26"/>
                  <a:pt x="233" y="26"/>
                  <a:pt x="233" y="26"/>
                </a:cubicBezTo>
                <a:cubicBezTo>
                  <a:pt x="233" y="26"/>
                  <a:pt x="233" y="26"/>
                  <a:pt x="233" y="26"/>
                </a:cubicBezTo>
                <a:cubicBezTo>
                  <a:pt x="231" y="27"/>
                  <a:pt x="231" y="27"/>
                  <a:pt x="231" y="27"/>
                </a:cubicBezTo>
                <a:cubicBezTo>
                  <a:pt x="226" y="29"/>
                  <a:pt x="226" y="29"/>
                  <a:pt x="226" y="29"/>
                </a:cubicBezTo>
                <a:cubicBezTo>
                  <a:pt x="221" y="31"/>
                  <a:pt x="221" y="31"/>
                  <a:pt x="221" y="31"/>
                </a:cubicBezTo>
                <a:cubicBezTo>
                  <a:pt x="218" y="33"/>
                  <a:pt x="218" y="33"/>
                  <a:pt x="218" y="33"/>
                </a:cubicBezTo>
                <a:cubicBezTo>
                  <a:pt x="213" y="35"/>
                  <a:pt x="213" y="35"/>
                  <a:pt x="213" y="35"/>
                </a:cubicBezTo>
                <a:cubicBezTo>
                  <a:pt x="212" y="36"/>
                  <a:pt x="212" y="36"/>
                  <a:pt x="212" y="36"/>
                </a:cubicBezTo>
                <a:cubicBezTo>
                  <a:pt x="217" y="33"/>
                  <a:pt x="217" y="33"/>
                  <a:pt x="217" y="33"/>
                </a:cubicBezTo>
                <a:cubicBezTo>
                  <a:pt x="224" y="30"/>
                  <a:pt x="224" y="30"/>
                  <a:pt x="224" y="30"/>
                </a:cubicBezTo>
                <a:cubicBezTo>
                  <a:pt x="228" y="28"/>
                  <a:pt x="228" y="28"/>
                  <a:pt x="228" y="28"/>
                </a:cubicBezTo>
                <a:cubicBezTo>
                  <a:pt x="233" y="26"/>
                  <a:pt x="233" y="26"/>
                  <a:pt x="233" y="26"/>
                </a:cubicBezTo>
                <a:cubicBezTo>
                  <a:pt x="237" y="25"/>
                  <a:pt x="237" y="25"/>
                  <a:pt x="237" y="25"/>
                </a:cubicBezTo>
                <a:cubicBezTo>
                  <a:pt x="237" y="25"/>
                  <a:pt x="237" y="25"/>
                  <a:pt x="237" y="25"/>
                </a:cubicBezTo>
                <a:cubicBezTo>
                  <a:pt x="236" y="25"/>
                  <a:pt x="236" y="25"/>
                  <a:pt x="236" y="25"/>
                </a:cubicBezTo>
                <a:cubicBezTo>
                  <a:pt x="231" y="27"/>
                  <a:pt x="231" y="27"/>
                  <a:pt x="231" y="27"/>
                </a:cubicBezTo>
                <a:cubicBezTo>
                  <a:pt x="224" y="30"/>
                  <a:pt x="224" y="30"/>
                  <a:pt x="224" y="30"/>
                </a:cubicBezTo>
                <a:cubicBezTo>
                  <a:pt x="213" y="35"/>
                  <a:pt x="213" y="35"/>
                  <a:pt x="213" y="35"/>
                </a:cubicBezTo>
                <a:cubicBezTo>
                  <a:pt x="212" y="35"/>
                  <a:pt x="212" y="35"/>
                  <a:pt x="212" y="35"/>
                </a:cubicBezTo>
                <a:cubicBezTo>
                  <a:pt x="212" y="36"/>
                  <a:pt x="212" y="36"/>
                  <a:pt x="212" y="36"/>
                </a:cubicBezTo>
                <a:cubicBezTo>
                  <a:pt x="208" y="37"/>
                  <a:pt x="208" y="37"/>
                  <a:pt x="208" y="37"/>
                </a:cubicBezTo>
                <a:cubicBezTo>
                  <a:pt x="209" y="37"/>
                  <a:pt x="209" y="37"/>
                  <a:pt x="209" y="37"/>
                </a:cubicBezTo>
                <a:cubicBezTo>
                  <a:pt x="208" y="37"/>
                  <a:pt x="208" y="37"/>
                  <a:pt x="208" y="37"/>
                </a:cubicBezTo>
                <a:cubicBezTo>
                  <a:pt x="206" y="38"/>
                  <a:pt x="206" y="38"/>
                  <a:pt x="206" y="38"/>
                </a:cubicBezTo>
                <a:cubicBezTo>
                  <a:pt x="203" y="40"/>
                  <a:pt x="203" y="40"/>
                  <a:pt x="203" y="40"/>
                </a:cubicBezTo>
                <a:cubicBezTo>
                  <a:pt x="203" y="40"/>
                  <a:pt x="203" y="40"/>
                  <a:pt x="203" y="40"/>
                </a:cubicBezTo>
                <a:cubicBezTo>
                  <a:pt x="204" y="39"/>
                  <a:pt x="204" y="39"/>
                  <a:pt x="204" y="39"/>
                </a:cubicBezTo>
                <a:cubicBezTo>
                  <a:pt x="201" y="41"/>
                  <a:pt x="201" y="41"/>
                  <a:pt x="201" y="41"/>
                </a:cubicBezTo>
                <a:cubicBezTo>
                  <a:pt x="199" y="42"/>
                  <a:pt x="199" y="42"/>
                  <a:pt x="199" y="42"/>
                </a:cubicBezTo>
                <a:cubicBezTo>
                  <a:pt x="198" y="43"/>
                  <a:pt x="198" y="43"/>
                  <a:pt x="198" y="43"/>
                </a:cubicBezTo>
                <a:cubicBezTo>
                  <a:pt x="194" y="45"/>
                  <a:pt x="194" y="45"/>
                  <a:pt x="194" y="45"/>
                </a:cubicBezTo>
                <a:cubicBezTo>
                  <a:pt x="191" y="46"/>
                  <a:pt x="191" y="46"/>
                  <a:pt x="191" y="46"/>
                </a:cubicBezTo>
                <a:cubicBezTo>
                  <a:pt x="184" y="50"/>
                  <a:pt x="184" y="50"/>
                  <a:pt x="184" y="50"/>
                </a:cubicBezTo>
                <a:cubicBezTo>
                  <a:pt x="179" y="53"/>
                  <a:pt x="179" y="53"/>
                  <a:pt x="179" y="53"/>
                </a:cubicBezTo>
                <a:cubicBezTo>
                  <a:pt x="176" y="55"/>
                  <a:pt x="176" y="55"/>
                  <a:pt x="176" y="55"/>
                </a:cubicBezTo>
                <a:cubicBezTo>
                  <a:pt x="177" y="54"/>
                  <a:pt x="177" y="54"/>
                  <a:pt x="177" y="54"/>
                </a:cubicBezTo>
                <a:cubicBezTo>
                  <a:pt x="183" y="51"/>
                  <a:pt x="183" y="51"/>
                  <a:pt x="183" y="51"/>
                </a:cubicBezTo>
                <a:cubicBezTo>
                  <a:pt x="187" y="49"/>
                  <a:pt x="187" y="49"/>
                  <a:pt x="187" y="49"/>
                </a:cubicBezTo>
                <a:cubicBezTo>
                  <a:pt x="191" y="46"/>
                  <a:pt x="191" y="46"/>
                  <a:pt x="191" y="46"/>
                </a:cubicBezTo>
                <a:cubicBezTo>
                  <a:pt x="182" y="51"/>
                  <a:pt x="171" y="59"/>
                  <a:pt x="162" y="64"/>
                </a:cubicBezTo>
                <a:cubicBezTo>
                  <a:pt x="162" y="64"/>
                  <a:pt x="162" y="64"/>
                  <a:pt x="162" y="64"/>
                </a:cubicBezTo>
                <a:cubicBezTo>
                  <a:pt x="163" y="64"/>
                  <a:pt x="163" y="64"/>
                  <a:pt x="163" y="64"/>
                </a:cubicBezTo>
                <a:cubicBezTo>
                  <a:pt x="167" y="61"/>
                  <a:pt x="167" y="61"/>
                  <a:pt x="167" y="61"/>
                </a:cubicBezTo>
                <a:cubicBezTo>
                  <a:pt x="170" y="59"/>
                  <a:pt x="170" y="59"/>
                  <a:pt x="170" y="59"/>
                </a:cubicBezTo>
                <a:cubicBezTo>
                  <a:pt x="170" y="59"/>
                  <a:pt x="170" y="59"/>
                  <a:pt x="170" y="59"/>
                </a:cubicBezTo>
                <a:cubicBezTo>
                  <a:pt x="167" y="61"/>
                  <a:pt x="167" y="61"/>
                  <a:pt x="167" y="61"/>
                </a:cubicBezTo>
                <a:cubicBezTo>
                  <a:pt x="164" y="63"/>
                  <a:pt x="164" y="63"/>
                  <a:pt x="164" y="63"/>
                </a:cubicBezTo>
                <a:cubicBezTo>
                  <a:pt x="159" y="67"/>
                  <a:pt x="159" y="67"/>
                  <a:pt x="159" y="67"/>
                </a:cubicBezTo>
                <a:cubicBezTo>
                  <a:pt x="156" y="68"/>
                  <a:pt x="154" y="70"/>
                  <a:pt x="152" y="71"/>
                </a:cubicBezTo>
                <a:cubicBezTo>
                  <a:pt x="151" y="72"/>
                  <a:pt x="151" y="72"/>
                  <a:pt x="151" y="72"/>
                </a:cubicBezTo>
                <a:cubicBezTo>
                  <a:pt x="148" y="75"/>
                  <a:pt x="148" y="75"/>
                  <a:pt x="148" y="75"/>
                </a:cubicBezTo>
                <a:cubicBezTo>
                  <a:pt x="147" y="75"/>
                  <a:pt x="147" y="75"/>
                  <a:pt x="147" y="75"/>
                </a:cubicBezTo>
                <a:cubicBezTo>
                  <a:pt x="147" y="76"/>
                  <a:pt x="146" y="76"/>
                  <a:pt x="145" y="77"/>
                </a:cubicBezTo>
                <a:cubicBezTo>
                  <a:pt x="145" y="77"/>
                  <a:pt x="145" y="77"/>
                  <a:pt x="145" y="77"/>
                </a:cubicBezTo>
                <a:cubicBezTo>
                  <a:pt x="149" y="74"/>
                  <a:pt x="149" y="74"/>
                  <a:pt x="149" y="74"/>
                </a:cubicBezTo>
                <a:cubicBezTo>
                  <a:pt x="149" y="74"/>
                  <a:pt x="149" y="74"/>
                  <a:pt x="149" y="74"/>
                </a:cubicBezTo>
                <a:cubicBezTo>
                  <a:pt x="148" y="75"/>
                  <a:pt x="148" y="75"/>
                  <a:pt x="148" y="75"/>
                </a:cubicBezTo>
                <a:cubicBezTo>
                  <a:pt x="147" y="76"/>
                  <a:pt x="147" y="76"/>
                  <a:pt x="147" y="76"/>
                </a:cubicBezTo>
                <a:cubicBezTo>
                  <a:pt x="147" y="76"/>
                  <a:pt x="147" y="76"/>
                  <a:pt x="147" y="76"/>
                </a:cubicBezTo>
                <a:cubicBezTo>
                  <a:pt x="151" y="73"/>
                  <a:pt x="151" y="73"/>
                  <a:pt x="151" y="73"/>
                </a:cubicBezTo>
                <a:cubicBezTo>
                  <a:pt x="151" y="73"/>
                  <a:pt x="151" y="73"/>
                  <a:pt x="151" y="73"/>
                </a:cubicBezTo>
                <a:cubicBezTo>
                  <a:pt x="156" y="69"/>
                  <a:pt x="156" y="69"/>
                  <a:pt x="156" y="69"/>
                </a:cubicBezTo>
                <a:cubicBezTo>
                  <a:pt x="156" y="69"/>
                  <a:pt x="156" y="69"/>
                  <a:pt x="156" y="69"/>
                </a:cubicBezTo>
                <a:cubicBezTo>
                  <a:pt x="160" y="66"/>
                  <a:pt x="160" y="66"/>
                  <a:pt x="160" y="66"/>
                </a:cubicBezTo>
                <a:cubicBezTo>
                  <a:pt x="161" y="65"/>
                  <a:pt x="161" y="65"/>
                  <a:pt x="161" y="65"/>
                </a:cubicBezTo>
                <a:cubicBezTo>
                  <a:pt x="162" y="65"/>
                  <a:pt x="163" y="64"/>
                  <a:pt x="164" y="63"/>
                </a:cubicBezTo>
                <a:cubicBezTo>
                  <a:pt x="163" y="64"/>
                  <a:pt x="163" y="64"/>
                  <a:pt x="163" y="64"/>
                </a:cubicBezTo>
                <a:cubicBezTo>
                  <a:pt x="165" y="63"/>
                  <a:pt x="165" y="63"/>
                  <a:pt x="165" y="63"/>
                </a:cubicBezTo>
                <a:cubicBezTo>
                  <a:pt x="167" y="61"/>
                  <a:pt x="167" y="61"/>
                  <a:pt x="167" y="61"/>
                </a:cubicBezTo>
                <a:cubicBezTo>
                  <a:pt x="167" y="61"/>
                  <a:pt x="167" y="61"/>
                  <a:pt x="167" y="61"/>
                </a:cubicBezTo>
                <a:cubicBezTo>
                  <a:pt x="170" y="59"/>
                  <a:pt x="170" y="59"/>
                  <a:pt x="170" y="59"/>
                </a:cubicBezTo>
                <a:cubicBezTo>
                  <a:pt x="174" y="57"/>
                  <a:pt x="174" y="57"/>
                  <a:pt x="174" y="57"/>
                </a:cubicBezTo>
                <a:cubicBezTo>
                  <a:pt x="177" y="55"/>
                  <a:pt x="177" y="55"/>
                  <a:pt x="177" y="55"/>
                </a:cubicBezTo>
                <a:cubicBezTo>
                  <a:pt x="180" y="54"/>
                  <a:pt x="180" y="54"/>
                  <a:pt x="180" y="54"/>
                </a:cubicBezTo>
                <a:cubicBezTo>
                  <a:pt x="185" y="50"/>
                  <a:pt x="185" y="50"/>
                  <a:pt x="185" y="50"/>
                </a:cubicBezTo>
                <a:cubicBezTo>
                  <a:pt x="186" y="50"/>
                  <a:pt x="186" y="50"/>
                  <a:pt x="186" y="50"/>
                </a:cubicBezTo>
                <a:cubicBezTo>
                  <a:pt x="190" y="48"/>
                  <a:pt x="190" y="48"/>
                  <a:pt x="190" y="48"/>
                </a:cubicBezTo>
                <a:cubicBezTo>
                  <a:pt x="194" y="45"/>
                  <a:pt x="194" y="45"/>
                  <a:pt x="194" y="45"/>
                </a:cubicBezTo>
                <a:cubicBezTo>
                  <a:pt x="196" y="44"/>
                  <a:pt x="196" y="44"/>
                  <a:pt x="196" y="44"/>
                </a:cubicBezTo>
                <a:cubicBezTo>
                  <a:pt x="199" y="42"/>
                  <a:pt x="199" y="42"/>
                  <a:pt x="199" y="42"/>
                </a:cubicBezTo>
                <a:cubicBezTo>
                  <a:pt x="199" y="43"/>
                  <a:pt x="199" y="43"/>
                  <a:pt x="199" y="43"/>
                </a:cubicBezTo>
                <a:cubicBezTo>
                  <a:pt x="201" y="41"/>
                  <a:pt x="201" y="41"/>
                  <a:pt x="201" y="41"/>
                </a:cubicBezTo>
                <a:cubicBezTo>
                  <a:pt x="201" y="42"/>
                  <a:pt x="201" y="42"/>
                  <a:pt x="201" y="42"/>
                </a:cubicBezTo>
                <a:cubicBezTo>
                  <a:pt x="198" y="43"/>
                  <a:pt x="198" y="43"/>
                  <a:pt x="198" y="43"/>
                </a:cubicBezTo>
                <a:cubicBezTo>
                  <a:pt x="199" y="43"/>
                  <a:pt x="199" y="43"/>
                  <a:pt x="199" y="43"/>
                </a:cubicBezTo>
                <a:cubicBezTo>
                  <a:pt x="200" y="43"/>
                  <a:pt x="200" y="43"/>
                  <a:pt x="200" y="43"/>
                </a:cubicBezTo>
                <a:cubicBezTo>
                  <a:pt x="204" y="40"/>
                  <a:pt x="204" y="40"/>
                  <a:pt x="204" y="40"/>
                </a:cubicBezTo>
                <a:cubicBezTo>
                  <a:pt x="205" y="40"/>
                  <a:pt x="205" y="40"/>
                  <a:pt x="205" y="40"/>
                </a:cubicBezTo>
                <a:cubicBezTo>
                  <a:pt x="201" y="43"/>
                  <a:pt x="201" y="43"/>
                  <a:pt x="201" y="43"/>
                </a:cubicBezTo>
                <a:cubicBezTo>
                  <a:pt x="200" y="43"/>
                  <a:pt x="200" y="43"/>
                  <a:pt x="200" y="43"/>
                </a:cubicBezTo>
                <a:cubicBezTo>
                  <a:pt x="196" y="45"/>
                  <a:pt x="196" y="45"/>
                  <a:pt x="196" y="45"/>
                </a:cubicBezTo>
                <a:cubicBezTo>
                  <a:pt x="196" y="46"/>
                  <a:pt x="196" y="46"/>
                  <a:pt x="196" y="46"/>
                </a:cubicBezTo>
                <a:cubicBezTo>
                  <a:pt x="193" y="48"/>
                  <a:pt x="193" y="48"/>
                  <a:pt x="193" y="48"/>
                </a:cubicBezTo>
                <a:cubicBezTo>
                  <a:pt x="192" y="49"/>
                  <a:pt x="192" y="49"/>
                  <a:pt x="192" y="49"/>
                </a:cubicBezTo>
                <a:cubicBezTo>
                  <a:pt x="188" y="51"/>
                  <a:pt x="188" y="51"/>
                  <a:pt x="188" y="51"/>
                </a:cubicBezTo>
                <a:cubicBezTo>
                  <a:pt x="187" y="52"/>
                  <a:pt x="187" y="52"/>
                  <a:pt x="187" y="52"/>
                </a:cubicBezTo>
                <a:cubicBezTo>
                  <a:pt x="184" y="54"/>
                  <a:pt x="184" y="54"/>
                  <a:pt x="184" y="54"/>
                </a:cubicBezTo>
                <a:cubicBezTo>
                  <a:pt x="179" y="57"/>
                  <a:pt x="179" y="57"/>
                  <a:pt x="179" y="57"/>
                </a:cubicBezTo>
                <a:cubicBezTo>
                  <a:pt x="174" y="60"/>
                  <a:pt x="174" y="60"/>
                  <a:pt x="174" y="60"/>
                </a:cubicBezTo>
                <a:cubicBezTo>
                  <a:pt x="169" y="63"/>
                  <a:pt x="169" y="63"/>
                  <a:pt x="169" y="63"/>
                </a:cubicBezTo>
                <a:cubicBezTo>
                  <a:pt x="165" y="66"/>
                  <a:pt x="165" y="66"/>
                  <a:pt x="165" y="66"/>
                </a:cubicBezTo>
                <a:cubicBezTo>
                  <a:pt x="163" y="67"/>
                  <a:pt x="163" y="67"/>
                  <a:pt x="163" y="67"/>
                </a:cubicBezTo>
                <a:cubicBezTo>
                  <a:pt x="163" y="66"/>
                  <a:pt x="163" y="66"/>
                  <a:pt x="163" y="66"/>
                </a:cubicBezTo>
                <a:cubicBezTo>
                  <a:pt x="163" y="66"/>
                  <a:pt x="163" y="66"/>
                  <a:pt x="163" y="66"/>
                </a:cubicBezTo>
                <a:cubicBezTo>
                  <a:pt x="159" y="68"/>
                  <a:pt x="159" y="68"/>
                  <a:pt x="159" y="68"/>
                </a:cubicBezTo>
                <a:cubicBezTo>
                  <a:pt x="157" y="69"/>
                  <a:pt x="156" y="70"/>
                  <a:pt x="155" y="71"/>
                </a:cubicBezTo>
                <a:cubicBezTo>
                  <a:pt x="154" y="72"/>
                  <a:pt x="154" y="72"/>
                  <a:pt x="154" y="72"/>
                </a:cubicBezTo>
                <a:cubicBezTo>
                  <a:pt x="155" y="72"/>
                  <a:pt x="155" y="72"/>
                  <a:pt x="155" y="72"/>
                </a:cubicBezTo>
                <a:cubicBezTo>
                  <a:pt x="158" y="70"/>
                  <a:pt x="158" y="70"/>
                  <a:pt x="158" y="70"/>
                </a:cubicBezTo>
                <a:cubicBezTo>
                  <a:pt x="159" y="70"/>
                  <a:pt x="159" y="70"/>
                  <a:pt x="159" y="70"/>
                </a:cubicBezTo>
                <a:cubicBezTo>
                  <a:pt x="159" y="70"/>
                  <a:pt x="159" y="70"/>
                  <a:pt x="159" y="70"/>
                </a:cubicBezTo>
                <a:cubicBezTo>
                  <a:pt x="158" y="72"/>
                  <a:pt x="158" y="72"/>
                  <a:pt x="158" y="72"/>
                </a:cubicBezTo>
                <a:cubicBezTo>
                  <a:pt x="153" y="76"/>
                  <a:pt x="153" y="76"/>
                  <a:pt x="153" y="76"/>
                </a:cubicBezTo>
                <a:cubicBezTo>
                  <a:pt x="151" y="78"/>
                  <a:pt x="151" y="78"/>
                  <a:pt x="151" y="78"/>
                </a:cubicBezTo>
                <a:cubicBezTo>
                  <a:pt x="148" y="81"/>
                  <a:pt x="148" y="81"/>
                  <a:pt x="148" y="81"/>
                </a:cubicBezTo>
                <a:cubicBezTo>
                  <a:pt x="148" y="81"/>
                  <a:pt x="149" y="81"/>
                  <a:pt x="149" y="81"/>
                </a:cubicBezTo>
                <a:cubicBezTo>
                  <a:pt x="145" y="85"/>
                  <a:pt x="145" y="85"/>
                  <a:pt x="145" y="85"/>
                </a:cubicBezTo>
                <a:cubicBezTo>
                  <a:pt x="147" y="85"/>
                  <a:pt x="147" y="85"/>
                  <a:pt x="147" y="85"/>
                </a:cubicBezTo>
                <a:cubicBezTo>
                  <a:pt x="146" y="87"/>
                  <a:pt x="146" y="87"/>
                  <a:pt x="146" y="87"/>
                </a:cubicBezTo>
                <a:cubicBezTo>
                  <a:pt x="149" y="85"/>
                  <a:pt x="149" y="85"/>
                  <a:pt x="149" y="85"/>
                </a:cubicBezTo>
                <a:cubicBezTo>
                  <a:pt x="153" y="80"/>
                  <a:pt x="153" y="80"/>
                  <a:pt x="153" y="80"/>
                </a:cubicBezTo>
                <a:cubicBezTo>
                  <a:pt x="154" y="78"/>
                  <a:pt x="154" y="78"/>
                  <a:pt x="154" y="78"/>
                </a:cubicBezTo>
                <a:cubicBezTo>
                  <a:pt x="157" y="76"/>
                  <a:pt x="157" y="76"/>
                  <a:pt x="157" y="76"/>
                </a:cubicBezTo>
                <a:cubicBezTo>
                  <a:pt x="155" y="78"/>
                  <a:pt x="155" y="78"/>
                  <a:pt x="155" y="78"/>
                </a:cubicBezTo>
                <a:cubicBezTo>
                  <a:pt x="153" y="82"/>
                  <a:pt x="153" y="82"/>
                  <a:pt x="153" y="82"/>
                </a:cubicBezTo>
                <a:cubicBezTo>
                  <a:pt x="152" y="84"/>
                  <a:pt x="152" y="84"/>
                  <a:pt x="152" y="84"/>
                </a:cubicBezTo>
                <a:cubicBezTo>
                  <a:pt x="153" y="83"/>
                  <a:pt x="155" y="82"/>
                  <a:pt x="156" y="80"/>
                </a:cubicBezTo>
                <a:cubicBezTo>
                  <a:pt x="160" y="78"/>
                  <a:pt x="160" y="78"/>
                  <a:pt x="160" y="78"/>
                </a:cubicBezTo>
                <a:cubicBezTo>
                  <a:pt x="161" y="76"/>
                  <a:pt x="161" y="76"/>
                  <a:pt x="161" y="76"/>
                </a:cubicBezTo>
                <a:cubicBezTo>
                  <a:pt x="167" y="71"/>
                  <a:pt x="167" y="71"/>
                  <a:pt x="167" y="71"/>
                </a:cubicBezTo>
                <a:cubicBezTo>
                  <a:pt x="168" y="69"/>
                  <a:pt x="168" y="69"/>
                  <a:pt x="168" y="69"/>
                </a:cubicBezTo>
                <a:cubicBezTo>
                  <a:pt x="174" y="64"/>
                  <a:pt x="174" y="64"/>
                  <a:pt x="174" y="64"/>
                </a:cubicBezTo>
                <a:cubicBezTo>
                  <a:pt x="176" y="62"/>
                  <a:pt x="176" y="62"/>
                  <a:pt x="176" y="62"/>
                </a:cubicBezTo>
                <a:cubicBezTo>
                  <a:pt x="179" y="61"/>
                  <a:pt x="179" y="61"/>
                  <a:pt x="179" y="61"/>
                </a:cubicBezTo>
                <a:cubicBezTo>
                  <a:pt x="174" y="66"/>
                  <a:pt x="174" y="66"/>
                  <a:pt x="174" y="66"/>
                </a:cubicBezTo>
                <a:cubicBezTo>
                  <a:pt x="170" y="70"/>
                  <a:pt x="170" y="70"/>
                  <a:pt x="170" y="70"/>
                </a:cubicBezTo>
                <a:cubicBezTo>
                  <a:pt x="171" y="70"/>
                  <a:pt x="171" y="70"/>
                  <a:pt x="171" y="70"/>
                </a:cubicBezTo>
                <a:cubicBezTo>
                  <a:pt x="176" y="67"/>
                  <a:pt x="176" y="67"/>
                  <a:pt x="176" y="67"/>
                </a:cubicBezTo>
                <a:cubicBezTo>
                  <a:pt x="179" y="65"/>
                  <a:pt x="179" y="65"/>
                  <a:pt x="179" y="65"/>
                </a:cubicBezTo>
                <a:cubicBezTo>
                  <a:pt x="182" y="64"/>
                  <a:pt x="182" y="64"/>
                  <a:pt x="182" y="64"/>
                </a:cubicBezTo>
                <a:cubicBezTo>
                  <a:pt x="182" y="64"/>
                  <a:pt x="182" y="64"/>
                  <a:pt x="182" y="64"/>
                </a:cubicBezTo>
                <a:moveTo>
                  <a:pt x="110" y="148"/>
                </a:moveTo>
                <a:cubicBezTo>
                  <a:pt x="112" y="146"/>
                  <a:pt x="112" y="146"/>
                  <a:pt x="112" y="146"/>
                </a:cubicBezTo>
                <a:cubicBezTo>
                  <a:pt x="113" y="144"/>
                  <a:pt x="113" y="144"/>
                  <a:pt x="113" y="144"/>
                </a:cubicBezTo>
                <a:cubicBezTo>
                  <a:pt x="115" y="143"/>
                  <a:pt x="115" y="143"/>
                  <a:pt x="115" y="143"/>
                </a:cubicBezTo>
                <a:cubicBezTo>
                  <a:pt x="118" y="139"/>
                  <a:pt x="118" y="139"/>
                  <a:pt x="118" y="139"/>
                </a:cubicBezTo>
                <a:cubicBezTo>
                  <a:pt x="116" y="138"/>
                  <a:pt x="116" y="138"/>
                  <a:pt x="116" y="138"/>
                </a:cubicBezTo>
                <a:cubicBezTo>
                  <a:pt x="117" y="135"/>
                  <a:pt x="117" y="135"/>
                  <a:pt x="117" y="135"/>
                </a:cubicBezTo>
                <a:cubicBezTo>
                  <a:pt x="116" y="135"/>
                  <a:pt x="115" y="135"/>
                  <a:pt x="115" y="135"/>
                </a:cubicBezTo>
                <a:cubicBezTo>
                  <a:pt x="111" y="137"/>
                  <a:pt x="111" y="137"/>
                  <a:pt x="111" y="137"/>
                </a:cubicBezTo>
                <a:cubicBezTo>
                  <a:pt x="108" y="139"/>
                  <a:pt x="108" y="139"/>
                  <a:pt x="108" y="139"/>
                </a:cubicBezTo>
                <a:cubicBezTo>
                  <a:pt x="108" y="138"/>
                  <a:pt x="108" y="138"/>
                  <a:pt x="108" y="138"/>
                </a:cubicBezTo>
                <a:cubicBezTo>
                  <a:pt x="111" y="135"/>
                  <a:pt x="111" y="135"/>
                  <a:pt x="111" y="135"/>
                </a:cubicBezTo>
                <a:cubicBezTo>
                  <a:pt x="114" y="134"/>
                  <a:pt x="114" y="134"/>
                  <a:pt x="114" y="134"/>
                </a:cubicBezTo>
                <a:cubicBezTo>
                  <a:pt x="118" y="133"/>
                  <a:pt x="118" y="133"/>
                  <a:pt x="118" y="133"/>
                </a:cubicBezTo>
                <a:cubicBezTo>
                  <a:pt x="121" y="131"/>
                  <a:pt x="121" y="131"/>
                  <a:pt x="121" y="131"/>
                </a:cubicBezTo>
                <a:cubicBezTo>
                  <a:pt x="119" y="130"/>
                  <a:pt x="119" y="130"/>
                  <a:pt x="119" y="130"/>
                </a:cubicBezTo>
                <a:cubicBezTo>
                  <a:pt x="119" y="128"/>
                  <a:pt x="119" y="128"/>
                  <a:pt x="119" y="128"/>
                </a:cubicBezTo>
                <a:cubicBezTo>
                  <a:pt x="118" y="127"/>
                  <a:pt x="118" y="127"/>
                  <a:pt x="118" y="127"/>
                </a:cubicBezTo>
                <a:cubicBezTo>
                  <a:pt x="119" y="124"/>
                  <a:pt x="119" y="124"/>
                  <a:pt x="119" y="124"/>
                </a:cubicBezTo>
                <a:cubicBezTo>
                  <a:pt x="120" y="121"/>
                  <a:pt x="120" y="121"/>
                  <a:pt x="120" y="121"/>
                </a:cubicBezTo>
                <a:cubicBezTo>
                  <a:pt x="122" y="119"/>
                  <a:pt x="122" y="119"/>
                  <a:pt x="122" y="119"/>
                </a:cubicBezTo>
                <a:cubicBezTo>
                  <a:pt x="123" y="118"/>
                  <a:pt x="123" y="118"/>
                  <a:pt x="123" y="118"/>
                </a:cubicBezTo>
                <a:cubicBezTo>
                  <a:pt x="125" y="116"/>
                  <a:pt x="125" y="116"/>
                  <a:pt x="125" y="116"/>
                </a:cubicBezTo>
                <a:cubicBezTo>
                  <a:pt x="127" y="112"/>
                  <a:pt x="127" y="112"/>
                  <a:pt x="127" y="112"/>
                </a:cubicBezTo>
                <a:cubicBezTo>
                  <a:pt x="130" y="108"/>
                  <a:pt x="130" y="108"/>
                  <a:pt x="130" y="108"/>
                </a:cubicBezTo>
                <a:cubicBezTo>
                  <a:pt x="136" y="100"/>
                  <a:pt x="136" y="100"/>
                  <a:pt x="136" y="100"/>
                </a:cubicBezTo>
                <a:cubicBezTo>
                  <a:pt x="139" y="96"/>
                  <a:pt x="139" y="96"/>
                  <a:pt x="139" y="96"/>
                </a:cubicBezTo>
                <a:cubicBezTo>
                  <a:pt x="133" y="101"/>
                  <a:pt x="133" y="101"/>
                  <a:pt x="133" y="101"/>
                </a:cubicBezTo>
                <a:cubicBezTo>
                  <a:pt x="132" y="102"/>
                  <a:pt x="130" y="103"/>
                  <a:pt x="129" y="104"/>
                </a:cubicBezTo>
                <a:cubicBezTo>
                  <a:pt x="126" y="106"/>
                  <a:pt x="126" y="106"/>
                  <a:pt x="126" y="106"/>
                </a:cubicBezTo>
                <a:cubicBezTo>
                  <a:pt x="123" y="108"/>
                  <a:pt x="123" y="108"/>
                  <a:pt x="123" y="108"/>
                </a:cubicBezTo>
                <a:cubicBezTo>
                  <a:pt x="122" y="108"/>
                  <a:pt x="122" y="108"/>
                  <a:pt x="122" y="108"/>
                </a:cubicBezTo>
                <a:cubicBezTo>
                  <a:pt x="124" y="105"/>
                  <a:pt x="124" y="105"/>
                  <a:pt x="124" y="105"/>
                </a:cubicBezTo>
                <a:cubicBezTo>
                  <a:pt x="125" y="103"/>
                  <a:pt x="125" y="103"/>
                  <a:pt x="125" y="103"/>
                </a:cubicBezTo>
                <a:cubicBezTo>
                  <a:pt x="123" y="104"/>
                  <a:pt x="123" y="104"/>
                  <a:pt x="123" y="104"/>
                </a:cubicBezTo>
                <a:cubicBezTo>
                  <a:pt x="128" y="100"/>
                  <a:pt x="128" y="100"/>
                  <a:pt x="128" y="100"/>
                </a:cubicBezTo>
                <a:cubicBezTo>
                  <a:pt x="130" y="98"/>
                  <a:pt x="132" y="96"/>
                  <a:pt x="134" y="94"/>
                </a:cubicBezTo>
                <a:cubicBezTo>
                  <a:pt x="137" y="91"/>
                  <a:pt x="137" y="91"/>
                  <a:pt x="137" y="91"/>
                </a:cubicBezTo>
                <a:cubicBezTo>
                  <a:pt x="137" y="91"/>
                  <a:pt x="137" y="91"/>
                  <a:pt x="137" y="91"/>
                </a:cubicBezTo>
                <a:cubicBezTo>
                  <a:pt x="138" y="89"/>
                  <a:pt x="138" y="89"/>
                  <a:pt x="138" y="89"/>
                </a:cubicBezTo>
                <a:cubicBezTo>
                  <a:pt x="141" y="85"/>
                  <a:pt x="141" y="85"/>
                  <a:pt x="141" y="85"/>
                </a:cubicBezTo>
                <a:cubicBezTo>
                  <a:pt x="144" y="82"/>
                  <a:pt x="144" y="82"/>
                  <a:pt x="144" y="82"/>
                </a:cubicBezTo>
                <a:cubicBezTo>
                  <a:pt x="142" y="83"/>
                  <a:pt x="142" y="83"/>
                  <a:pt x="142" y="83"/>
                </a:cubicBezTo>
                <a:cubicBezTo>
                  <a:pt x="141" y="83"/>
                  <a:pt x="141" y="83"/>
                  <a:pt x="141" y="83"/>
                </a:cubicBezTo>
                <a:cubicBezTo>
                  <a:pt x="142" y="82"/>
                  <a:pt x="142" y="82"/>
                  <a:pt x="142" y="82"/>
                </a:cubicBezTo>
                <a:cubicBezTo>
                  <a:pt x="142" y="82"/>
                  <a:pt x="142" y="82"/>
                  <a:pt x="142" y="82"/>
                </a:cubicBezTo>
                <a:cubicBezTo>
                  <a:pt x="139" y="84"/>
                  <a:pt x="139" y="84"/>
                  <a:pt x="139" y="84"/>
                </a:cubicBezTo>
                <a:cubicBezTo>
                  <a:pt x="135" y="87"/>
                  <a:pt x="135" y="87"/>
                  <a:pt x="135" y="87"/>
                </a:cubicBezTo>
                <a:cubicBezTo>
                  <a:pt x="131" y="91"/>
                  <a:pt x="131" y="91"/>
                  <a:pt x="131" y="91"/>
                </a:cubicBezTo>
                <a:cubicBezTo>
                  <a:pt x="127" y="94"/>
                  <a:pt x="127" y="94"/>
                  <a:pt x="127" y="94"/>
                </a:cubicBezTo>
                <a:cubicBezTo>
                  <a:pt x="123" y="98"/>
                  <a:pt x="123" y="98"/>
                  <a:pt x="123" y="98"/>
                </a:cubicBezTo>
                <a:cubicBezTo>
                  <a:pt x="123" y="97"/>
                  <a:pt x="123" y="97"/>
                  <a:pt x="123" y="97"/>
                </a:cubicBezTo>
                <a:cubicBezTo>
                  <a:pt x="119" y="101"/>
                  <a:pt x="119" y="101"/>
                  <a:pt x="119" y="101"/>
                </a:cubicBezTo>
                <a:cubicBezTo>
                  <a:pt x="117" y="103"/>
                  <a:pt x="117" y="103"/>
                  <a:pt x="117" y="103"/>
                </a:cubicBezTo>
                <a:cubicBezTo>
                  <a:pt x="115" y="105"/>
                  <a:pt x="115" y="105"/>
                  <a:pt x="115" y="105"/>
                </a:cubicBezTo>
                <a:cubicBezTo>
                  <a:pt x="113" y="108"/>
                  <a:pt x="113" y="108"/>
                  <a:pt x="113" y="108"/>
                </a:cubicBezTo>
                <a:cubicBezTo>
                  <a:pt x="109" y="113"/>
                  <a:pt x="109" y="113"/>
                  <a:pt x="109" y="113"/>
                </a:cubicBezTo>
                <a:cubicBezTo>
                  <a:pt x="107" y="115"/>
                  <a:pt x="105" y="116"/>
                  <a:pt x="103" y="118"/>
                </a:cubicBezTo>
                <a:cubicBezTo>
                  <a:pt x="99" y="122"/>
                  <a:pt x="99" y="122"/>
                  <a:pt x="99" y="122"/>
                </a:cubicBezTo>
                <a:cubicBezTo>
                  <a:pt x="96" y="125"/>
                  <a:pt x="96" y="125"/>
                  <a:pt x="96" y="125"/>
                </a:cubicBezTo>
                <a:cubicBezTo>
                  <a:pt x="95" y="126"/>
                  <a:pt x="95" y="126"/>
                  <a:pt x="95" y="126"/>
                </a:cubicBezTo>
                <a:cubicBezTo>
                  <a:pt x="91" y="131"/>
                  <a:pt x="91" y="131"/>
                  <a:pt x="91" y="131"/>
                </a:cubicBezTo>
                <a:cubicBezTo>
                  <a:pt x="89" y="133"/>
                  <a:pt x="87" y="135"/>
                  <a:pt x="85" y="137"/>
                </a:cubicBezTo>
                <a:cubicBezTo>
                  <a:pt x="83" y="141"/>
                  <a:pt x="83" y="141"/>
                  <a:pt x="83" y="141"/>
                </a:cubicBezTo>
                <a:cubicBezTo>
                  <a:pt x="80" y="144"/>
                  <a:pt x="80" y="144"/>
                  <a:pt x="80" y="144"/>
                </a:cubicBezTo>
                <a:cubicBezTo>
                  <a:pt x="77" y="148"/>
                  <a:pt x="77" y="148"/>
                  <a:pt x="77" y="148"/>
                </a:cubicBezTo>
                <a:cubicBezTo>
                  <a:pt x="76" y="148"/>
                  <a:pt x="76" y="148"/>
                  <a:pt x="76" y="148"/>
                </a:cubicBezTo>
                <a:cubicBezTo>
                  <a:pt x="80" y="143"/>
                  <a:pt x="80" y="143"/>
                  <a:pt x="80" y="143"/>
                </a:cubicBezTo>
                <a:cubicBezTo>
                  <a:pt x="83" y="138"/>
                  <a:pt x="83" y="138"/>
                  <a:pt x="83" y="138"/>
                </a:cubicBezTo>
                <a:cubicBezTo>
                  <a:pt x="84" y="137"/>
                  <a:pt x="85" y="135"/>
                  <a:pt x="86" y="134"/>
                </a:cubicBezTo>
                <a:cubicBezTo>
                  <a:pt x="91" y="128"/>
                  <a:pt x="91" y="128"/>
                  <a:pt x="91" y="128"/>
                </a:cubicBezTo>
                <a:cubicBezTo>
                  <a:pt x="95" y="124"/>
                  <a:pt x="95" y="124"/>
                  <a:pt x="95" y="124"/>
                </a:cubicBezTo>
                <a:cubicBezTo>
                  <a:pt x="96" y="123"/>
                  <a:pt x="96" y="123"/>
                  <a:pt x="96" y="123"/>
                </a:cubicBezTo>
                <a:cubicBezTo>
                  <a:pt x="96" y="122"/>
                  <a:pt x="96" y="122"/>
                  <a:pt x="96" y="122"/>
                </a:cubicBezTo>
                <a:cubicBezTo>
                  <a:pt x="97" y="121"/>
                  <a:pt x="97" y="121"/>
                  <a:pt x="97" y="121"/>
                </a:cubicBezTo>
                <a:cubicBezTo>
                  <a:pt x="99" y="119"/>
                  <a:pt x="99" y="119"/>
                  <a:pt x="99" y="119"/>
                </a:cubicBezTo>
                <a:cubicBezTo>
                  <a:pt x="92" y="126"/>
                  <a:pt x="85" y="135"/>
                  <a:pt x="79" y="142"/>
                </a:cubicBezTo>
                <a:cubicBezTo>
                  <a:pt x="67" y="158"/>
                  <a:pt x="67" y="158"/>
                  <a:pt x="47" y="190"/>
                </a:cubicBezTo>
                <a:cubicBezTo>
                  <a:pt x="37" y="208"/>
                  <a:pt x="37" y="208"/>
                  <a:pt x="23" y="243"/>
                </a:cubicBezTo>
                <a:cubicBezTo>
                  <a:pt x="19" y="253"/>
                  <a:pt x="15" y="267"/>
                  <a:pt x="12" y="277"/>
                </a:cubicBezTo>
                <a:cubicBezTo>
                  <a:pt x="11" y="280"/>
                  <a:pt x="11" y="280"/>
                  <a:pt x="11" y="280"/>
                </a:cubicBezTo>
                <a:cubicBezTo>
                  <a:pt x="11" y="280"/>
                  <a:pt x="11" y="280"/>
                  <a:pt x="11" y="280"/>
                </a:cubicBezTo>
                <a:cubicBezTo>
                  <a:pt x="12" y="278"/>
                  <a:pt x="12" y="278"/>
                  <a:pt x="12" y="278"/>
                </a:cubicBezTo>
                <a:cubicBezTo>
                  <a:pt x="12" y="277"/>
                  <a:pt x="12" y="277"/>
                  <a:pt x="12" y="277"/>
                </a:cubicBezTo>
                <a:cubicBezTo>
                  <a:pt x="11" y="281"/>
                  <a:pt x="11" y="281"/>
                  <a:pt x="11" y="281"/>
                </a:cubicBezTo>
                <a:cubicBezTo>
                  <a:pt x="10" y="286"/>
                  <a:pt x="10" y="286"/>
                  <a:pt x="10" y="286"/>
                </a:cubicBezTo>
                <a:cubicBezTo>
                  <a:pt x="10" y="288"/>
                  <a:pt x="10" y="289"/>
                  <a:pt x="9" y="291"/>
                </a:cubicBezTo>
                <a:cubicBezTo>
                  <a:pt x="9" y="294"/>
                  <a:pt x="9" y="294"/>
                  <a:pt x="9" y="294"/>
                </a:cubicBezTo>
                <a:cubicBezTo>
                  <a:pt x="8" y="297"/>
                  <a:pt x="8" y="297"/>
                  <a:pt x="8" y="297"/>
                </a:cubicBezTo>
                <a:cubicBezTo>
                  <a:pt x="8" y="300"/>
                  <a:pt x="8" y="300"/>
                  <a:pt x="8" y="300"/>
                </a:cubicBezTo>
                <a:cubicBezTo>
                  <a:pt x="7" y="304"/>
                  <a:pt x="7" y="304"/>
                  <a:pt x="7" y="304"/>
                </a:cubicBezTo>
                <a:cubicBezTo>
                  <a:pt x="7" y="306"/>
                  <a:pt x="7" y="306"/>
                  <a:pt x="7" y="306"/>
                </a:cubicBezTo>
                <a:cubicBezTo>
                  <a:pt x="6" y="310"/>
                  <a:pt x="6" y="310"/>
                  <a:pt x="6" y="310"/>
                </a:cubicBezTo>
                <a:cubicBezTo>
                  <a:pt x="6" y="311"/>
                  <a:pt x="6" y="311"/>
                  <a:pt x="6" y="311"/>
                </a:cubicBezTo>
                <a:cubicBezTo>
                  <a:pt x="7" y="308"/>
                  <a:pt x="7" y="308"/>
                  <a:pt x="7" y="308"/>
                </a:cubicBezTo>
                <a:cubicBezTo>
                  <a:pt x="8" y="304"/>
                  <a:pt x="8" y="304"/>
                  <a:pt x="8" y="304"/>
                </a:cubicBezTo>
                <a:cubicBezTo>
                  <a:pt x="9" y="298"/>
                  <a:pt x="9" y="298"/>
                  <a:pt x="9" y="298"/>
                </a:cubicBezTo>
                <a:cubicBezTo>
                  <a:pt x="10" y="291"/>
                  <a:pt x="10" y="291"/>
                  <a:pt x="10" y="291"/>
                </a:cubicBezTo>
                <a:cubicBezTo>
                  <a:pt x="12" y="283"/>
                  <a:pt x="12" y="283"/>
                  <a:pt x="12" y="283"/>
                </a:cubicBezTo>
                <a:cubicBezTo>
                  <a:pt x="12" y="280"/>
                  <a:pt x="13" y="277"/>
                  <a:pt x="14" y="274"/>
                </a:cubicBezTo>
                <a:cubicBezTo>
                  <a:pt x="15" y="272"/>
                  <a:pt x="15" y="270"/>
                  <a:pt x="16" y="268"/>
                </a:cubicBezTo>
                <a:cubicBezTo>
                  <a:pt x="18" y="262"/>
                  <a:pt x="18" y="262"/>
                  <a:pt x="18" y="262"/>
                </a:cubicBezTo>
                <a:cubicBezTo>
                  <a:pt x="19" y="260"/>
                  <a:pt x="19" y="260"/>
                  <a:pt x="19" y="260"/>
                </a:cubicBezTo>
                <a:cubicBezTo>
                  <a:pt x="21" y="255"/>
                  <a:pt x="21" y="255"/>
                  <a:pt x="21" y="255"/>
                </a:cubicBezTo>
                <a:cubicBezTo>
                  <a:pt x="23" y="252"/>
                  <a:pt x="23" y="252"/>
                  <a:pt x="23" y="252"/>
                </a:cubicBezTo>
                <a:cubicBezTo>
                  <a:pt x="24" y="250"/>
                  <a:pt x="24" y="250"/>
                  <a:pt x="24" y="250"/>
                </a:cubicBezTo>
                <a:cubicBezTo>
                  <a:pt x="26" y="246"/>
                  <a:pt x="26" y="246"/>
                  <a:pt x="26" y="246"/>
                </a:cubicBezTo>
                <a:cubicBezTo>
                  <a:pt x="27" y="244"/>
                  <a:pt x="27" y="244"/>
                  <a:pt x="27" y="244"/>
                </a:cubicBezTo>
                <a:cubicBezTo>
                  <a:pt x="29" y="237"/>
                  <a:pt x="29" y="237"/>
                  <a:pt x="29" y="237"/>
                </a:cubicBezTo>
                <a:cubicBezTo>
                  <a:pt x="30" y="235"/>
                  <a:pt x="30" y="235"/>
                  <a:pt x="30" y="235"/>
                </a:cubicBezTo>
                <a:cubicBezTo>
                  <a:pt x="31" y="231"/>
                  <a:pt x="31" y="231"/>
                  <a:pt x="31" y="231"/>
                </a:cubicBezTo>
                <a:cubicBezTo>
                  <a:pt x="32" y="228"/>
                  <a:pt x="32" y="228"/>
                  <a:pt x="32" y="228"/>
                </a:cubicBezTo>
                <a:cubicBezTo>
                  <a:pt x="34" y="226"/>
                  <a:pt x="34" y="226"/>
                  <a:pt x="34" y="226"/>
                </a:cubicBezTo>
                <a:cubicBezTo>
                  <a:pt x="32" y="231"/>
                  <a:pt x="32" y="231"/>
                  <a:pt x="32" y="231"/>
                </a:cubicBezTo>
                <a:cubicBezTo>
                  <a:pt x="35" y="226"/>
                  <a:pt x="35" y="226"/>
                  <a:pt x="35" y="226"/>
                </a:cubicBezTo>
                <a:cubicBezTo>
                  <a:pt x="37" y="223"/>
                  <a:pt x="37" y="223"/>
                  <a:pt x="37" y="223"/>
                </a:cubicBezTo>
                <a:cubicBezTo>
                  <a:pt x="38" y="220"/>
                  <a:pt x="38" y="220"/>
                  <a:pt x="38" y="220"/>
                </a:cubicBezTo>
                <a:cubicBezTo>
                  <a:pt x="42" y="212"/>
                  <a:pt x="42" y="212"/>
                  <a:pt x="42" y="212"/>
                </a:cubicBezTo>
                <a:cubicBezTo>
                  <a:pt x="43" y="212"/>
                  <a:pt x="43" y="212"/>
                  <a:pt x="44" y="212"/>
                </a:cubicBezTo>
                <a:cubicBezTo>
                  <a:pt x="46" y="210"/>
                  <a:pt x="46" y="210"/>
                  <a:pt x="46" y="210"/>
                </a:cubicBezTo>
                <a:cubicBezTo>
                  <a:pt x="48" y="209"/>
                  <a:pt x="48" y="209"/>
                  <a:pt x="48" y="209"/>
                </a:cubicBezTo>
                <a:cubicBezTo>
                  <a:pt x="49" y="206"/>
                  <a:pt x="49" y="206"/>
                  <a:pt x="49" y="206"/>
                </a:cubicBezTo>
                <a:cubicBezTo>
                  <a:pt x="52" y="199"/>
                  <a:pt x="52" y="199"/>
                  <a:pt x="52" y="199"/>
                </a:cubicBezTo>
                <a:cubicBezTo>
                  <a:pt x="56" y="194"/>
                  <a:pt x="56" y="194"/>
                  <a:pt x="56" y="194"/>
                </a:cubicBezTo>
                <a:cubicBezTo>
                  <a:pt x="56" y="194"/>
                  <a:pt x="57" y="194"/>
                  <a:pt x="57" y="194"/>
                </a:cubicBezTo>
                <a:cubicBezTo>
                  <a:pt x="59" y="192"/>
                  <a:pt x="59" y="192"/>
                  <a:pt x="59" y="192"/>
                </a:cubicBezTo>
                <a:cubicBezTo>
                  <a:pt x="60" y="192"/>
                  <a:pt x="60" y="192"/>
                  <a:pt x="60" y="192"/>
                </a:cubicBezTo>
                <a:cubicBezTo>
                  <a:pt x="63" y="189"/>
                  <a:pt x="63" y="189"/>
                  <a:pt x="63" y="189"/>
                </a:cubicBezTo>
                <a:cubicBezTo>
                  <a:pt x="66" y="186"/>
                  <a:pt x="66" y="186"/>
                  <a:pt x="66" y="186"/>
                </a:cubicBezTo>
                <a:cubicBezTo>
                  <a:pt x="68" y="186"/>
                  <a:pt x="69" y="186"/>
                  <a:pt x="70" y="187"/>
                </a:cubicBezTo>
                <a:cubicBezTo>
                  <a:pt x="70" y="188"/>
                  <a:pt x="69" y="188"/>
                  <a:pt x="69" y="189"/>
                </a:cubicBezTo>
                <a:cubicBezTo>
                  <a:pt x="68" y="189"/>
                  <a:pt x="67" y="189"/>
                  <a:pt x="66" y="189"/>
                </a:cubicBezTo>
                <a:cubicBezTo>
                  <a:pt x="63" y="192"/>
                  <a:pt x="63" y="192"/>
                  <a:pt x="61" y="196"/>
                </a:cubicBezTo>
                <a:cubicBezTo>
                  <a:pt x="61" y="197"/>
                  <a:pt x="61" y="197"/>
                  <a:pt x="61" y="197"/>
                </a:cubicBezTo>
                <a:cubicBezTo>
                  <a:pt x="64" y="195"/>
                  <a:pt x="64" y="195"/>
                  <a:pt x="64" y="195"/>
                </a:cubicBezTo>
                <a:cubicBezTo>
                  <a:pt x="66" y="193"/>
                  <a:pt x="66" y="193"/>
                  <a:pt x="66" y="193"/>
                </a:cubicBezTo>
                <a:cubicBezTo>
                  <a:pt x="68" y="192"/>
                  <a:pt x="68" y="192"/>
                  <a:pt x="68" y="192"/>
                </a:cubicBezTo>
                <a:cubicBezTo>
                  <a:pt x="71" y="190"/>
                  <a:pt x="71" y="190"/>
                  <a:pt x="71" y="190"/>
                </a:cubicBezTo>
                <a:cubicBezTo>
                  <a:pt x="73" y="189"/>
                  <a:pt x="73" y="189"/>
                  <a:pt x="73" y="189"/>
                </a:cubicBezTo>
                <a:cubicBezTo>
                  <a:pt x="77" y="185"/>
                  <a:pt x="77" y="185"/>
                  <a:pt x="77" y="185"/>
                </a:cubicBezTo>
                <a:cubicBezTo>
                  <a:pt x="80" y="182"/>
                  <a:pt x="80" y="182"/>
                  <a:pt x="80" y="182"/>
                </a:cubicBezTo>
                <a:cubicBezTo>
                  <a:pt x="83" y="178"/>
                  <a:pt x="83" y="178"/>
                  <a:pt x="83" y="178"/>
                </a:cubicBezTo>
                <a:cubicBezTo>
                  <a:pt x="80" y="179"/>
                  <a:pt x="80" y="179"/>
                  <a:pt x="80" y="179"/>
                </a:cubicBezTo>
                <a:cubicBezTo>
                  <a:pt x="75" y="184"/>
                  <a:pt x="75" y="184"/>
                  <a:pt x="75" y="184"/>
                </a:cubicBezTo>
                <a:cubicBezTo>
                  <a:pt x="73" y="184"/>
                  <a:pt x="73" y="184"/>
                  <a:pt x="73" y="184"/>
                </a:cubicBezTo>
                <a:cubicBezTo>
                  <a:pt x="73" y="182"/>
                  <a:pt x="73" y="182"/>
                  <a:pt x="73" y="182"/>
                </a:cubicBezTo>
                <a:cubicBezTo>
                  <a:pt x="73" y="178"/>
                  <a:pt x="73" y="178"/>
                  <a:pt x="73" y="178"/>
                </a:cubicBezTo>
                <a:cubicBezTo>
                  <a:pt x="76" y="171"/>
                  <a:pt x="76" y="171"/>
                  <a:pt x="76" y="171"/>
                </a:cubicBezTo>
                <a:cubicBezTo>
                  <a:pt x="80" y="168"/>
                  <a:pt x="80" y="168"/>
                  <a:pt x="80" y="168"/>
                </a:cubicBezTo>
                <a:cubicBezTo>
                  <a:pt x="83" y="163"/>
                  <a:pt x="83" y="163"/>
                  <a:pt x="83" y="163"/>
                </a:cubicBezTo>
                <a:cubicBezTo>
                  <a:pt x="81" y="162"/>
                  <a:pt x="81" y="162"/>
                  <a:pt x="81" y="162"/>
                </a:cubicBezTo>
                <a:cubicBezTo>
                  <a:pt x="78" y="164"/>
                  <a:pt x="78" y="164"/>
                  <a:pt x="78" y="164"/>
                </a:cubicBezTo>
                <a:cubicBezTo>
                  <a:pt x="73" y="168"/>
                  <a:pt x="73" y="168"/>
                  <a:pt x="73" y="168"/>
                </a:cubicBezTo>
                <a:cubicBezTo>
                  <a:pt x="67" y="174"/>
                  <a:pt x="67" y="174"/>
                  <a:pt x="67" y="174"/>
                </a:cubicBezTo>
                <a:cubicBezTo>
                  <a:pt x="63" y="178"/>
                  <a:pt x="63" y="178"/>
                  <a:pt x="63" y="178"/>
                </a:cubicBezTo>
                <a:cubicBezTo>
                  <a:pt x="66" y="175"/>
                  <a:pt x="66" y="175"/>
                  <a:pt x="66" y="175"/>
                </a:cubicBezTo>
                <a:cubicBezTo>
                  <a:pt x="69" y="171"/>
                  <a:pt x="69" y="171"/>
                  <a:pt x="69" y="171"/>
                </a:cubicBezTo>
                <a:cubicBezTo>
                  <a:pt x="71" y="169"/>
                  <a:pt x="71" y="169"/>
                  <a:pt x="71" y="169"/>
                </a:cubicBezTo>
                <a:cubicBezTo>
                  <a:pt x="71" y="167"/>
                  <a:pt x="71" y="167"/>
                  <a:pt x="71" y="167"/>
                </a:cubicBezTo>
                <a:cubicBezTo>
                  <a:pt x="71" y="167"/>
                  <a:pt x="72" y="167"/>
                  <a:pt x="72" y="167"/>
                </a:cubicBezTo>
                <a:cubicBezTo>
                  <a:pt x="75" y="164"/>
                  <a:pt x="75" y="164"/>
                  <a:pt x="75" y="164"/>
                </a:cubicBezTo>
                <a:cubicBezTo>
                  <a:pt x="78" y="161"/>
                  <a:pt x="78" y="161"/>
                  <a:pt x="78" y="161"/>
                </a:cubicBezTo>
                <a:cubicBezTo>
                  <a:pt x="80" y="161"/>
                  <a:pt x="80" y="161"/>
                  <a:pt x="80" y="161"/>
                </a:cubicBezTo>
                <a:cubicBezTo>
                  <a:pt x="83" y="157"/>
                  <a:pt x="83" y="157"/>
                  <a:pt x="83" y="157"/>
                </a:cubicBezTo>
                <a:cubicBezTo>
                  <a:pt x="85" y="156"/>
                  <a:pt x="85" y="156"/>
                  <a:pt x="85" y="156"/>
                </a:cubicBezTo>
                <a:cubicBezTo>
                  <a:pt x="86" y="156"/>
                  <a:pt x="87" y="156"/>
                  <a:pt x="87" y="156"/>
                </a:cubicBezTo>
                <a:cubicBezTo>
                  <a:pt x="92" y="156"/>
                  <a:pt x="92" y="156"/>
                  <a:pt x="92" y="156"/>
                </a:cubicBezTo>
                <a:cubicBezTo>
                  <a:pt x="93" y="157"/>
                  <a:pt x="93" y="157"/>
                  <a:pt x="93" y="157"/>
                </a:cubicBezTo>
                <a:cubicBezTo>
                  <a:pt x="95" y="157"/>
                  <a:pt x="95" y="157"/>
                  <a:pt x="95" y="157"/>
                </a:cubicBezTo>
                <a:cubicBezTo>
                  <a:pt x="99" y="154"/>
                  <a:pt x="99" y="154"/>
                  <a:pt x="99" y="154"/>
                </a:cubicBezTo>
                <a:cubicBezTo>
                  <a:pt x="104" y="150"/>
                  <a:pt x="104" y="150"/>
                  <a:pt x="104" y="150"/>
                </a:cubicBezTo>
                <a:cubicBezTo>
                  <a:pt x="107" y="150"/>
                  <a:pt x="107" y="150"/>
                  <a:pt x="107" y="150"/>
                </a:cubicBezTo>
                <a:cubicBezTo>
                  <a:pt x="110" y="148"/>
                  <a:pt x="110" y="148"/>
                  <a:pt x="110" y="148"/>
                </a:cubicBezTo>
              </a:path>
            </a:pathLst>
          </a:custGeom>
          <a:solidFill>
            <a:srgbClr val="2896F1"/>
          </a:solidFill>
          <a:ln w="9525">
            <a:noFill/>
            <a:round/>
          </a:ln>
        </p:spPr>
        <p:txBody>
          <a:bodyPr vert="horz" wrap="square" lIns="162560" tIns="81280" rIns="162560" bIns="81280" numCol="1" anchor="t" anchorCtr="0" compatLnSpc="1"/>
          <a:lstStyle/>
          <a:p>
            <a:endParaRPr lang="en-US" sz="3200">
              <a:solidFill>
                <a:srgbClr val="1E497E"/>
              </a:solidFill>
            </a:endParaRPr>
          </a:p>
        </p:txBody>
      </p:sp>
      <p:pic>
        <p:nvPicPr>
          <p:cNvPr id="3" name="图片 2" descr="C:/Users/lenovo/AppData/Local/Temp/kaimatting/20200907102556/output_aiMatting_20200907102728.pngoutput_aiMatting_20200907102728"/>
          <p:cNvPicPr>
            <a:picLocks noChangeAspect="1"/>
          </p:cNvPicPr>
          <p:nvPr/>
        </p:nvPicPr>
        <p:blipFill>
          <a:blip r:embed="rId8"/>
          <a:srcRect l="11297" r="61213"/>
          <a:stretch>
            <a:fillRect/>
          </a:stretch>
        </p:blipFill>
        <p:spPr>
          <a:xfrm>
            <a:off x="841375" y="1362075"/>
            <a:ext cx="1901825" cy="2213610"/>
          </a:xfrm>
          <a:prstGeom prst="rect">
            <a:avLst/>
          </a:prstGeom>
          <a:effectLst>
            <a:softEdge rad="12700"/>
          </a:effectLst>
        </p:spPr>
      </p:pic>
      <p:pic>
        <p:nvPicPr>
          <p:cNvPr id="4" name="图片 3" descr="C:/Users/lenovo/AppData/Local/Temp/kaimatting/20200907104006/output_aiMatting_20200907104050.pngoutput_aiMatting_20200907104050"/>
          <p:cNvPicPr>
            <a:picLocks noChangeAspect="1"/>
          </p:cNvPicPr>
          <p:nvPr/>
        </p:nvPicPr>
        <p:blipFill>
          <a:blip r:embed="rId9"/>
          <a:srcRect l="52844" r="10867"/>
          <a:stretch>
            <a:fillRect/>
          </a:stretch>
        </p:blipFill>
        <p:spPr>
          <a:xfrm>
            <a:off x="9044940" y="3857636"/>
            <a:ext cx="2364105" cy="1386205"/>
          </a:xfrm>
          <a:prstGeom prst="rect">
            <a:avLst/>
          </a:prstGeom>
        </p:spPr>
      </p:pic>
    </p:spTree>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p:cNvSpPr txBox="1">
            <a:spLocks noChangeArrowheads="1"/>
          </p:cNvSpPr>
          <p:nvPr/>
        </p:nvSpPr>
        <p:spPr bwMode="auto">
          <a:xfrm>
            <a:off x="4468715" y="28654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rPr>
              <a:t>数字化及其作用</a:t>
            </a:r>
            <a:endPar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矩形 4"/>
          <p:cNvSpPr/>
          <p:nvPr/>
        </p:nvSpPr>
        <p:spPr>
          <a:xfrm>
            <a:off x="2330450" y="4539615"/>
            <a:ext cx="3553460" cy="1093470"/>
          </a:xfrm>
          <a:prstGeom prst="rect">
            <a:avLst/>
          </a:prstGeom>
          <a:solidFill>
            <a:srgbClr val="2D9F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bg1">
                  <a:lumMod val="50000"/>
                </a:schemeClr>
              </a:solidFill>
              <a:latin typeface="微软雅黑" panose="020B0503020204020204" pitchFamily="34" charset="-122"/>
              <a:ea typeface="微软雅黑" panose="020B0503020204020204" pitchFamily="34" charset="-122"/>
            </a:endParaRPr>
          </a:p>
        </p:txBody>
      </p:sp>
      <p:sp>
        <p:nvSpPr>
          <p:cNvPr id="6" name="TextBox 34"/>
          <p:cNvSpPr txBox="1"/>
          <p:nvPr/>
        </p:nvSpPr>
        <p:spPr>
          <a:xfrm>
            <a:off x="2561228" y="4771047"/>
            <a:ext cx="3027680" cy="521970"/>
          </a:xfrm>
          <a:prstGeom prst="rect">
            <a:avLst/>
          </a:prstGeom>
          <a:noFill/>
        </p:spPr>
        <p:txBody>
          <a:bodyPr wrap="non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生活在数字化世界</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2094615" y="1541722"/>
            <a:ext cx="3981966" cy="2898832"/>
          </a:xfrm>
          <a:prstGeom prst="rect">
            <a:avLst/>
          </a:prstGeom>
          <a:blipFill dpi="0" rotWithShape="1">
            <a:blip r:embed="rId1">
              <a:extLst>
                <a:ext uri="{28A0092B-C50C-407E-A947-70E740481C1C}">
                  <a14:useLocalDpi xmlns:a14="http://schemas.microsoft.com/office/drawing/2010/main" val="0"/>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49"/>
          <p:cNvSpPr txBox="1"/>
          <p:nvPr/>
        </p:nvSpPr>
        <p:spPr>
          <a:xfrm>
            <a:off x="6851015" y="1717753"/>
            <a:ext cx="3685850" cy="2400657"/>
          </a:xfrm>
          <a:prstGeom prst="rect">
            <a:avLst/>
          </a:prstGeom>
          <a:noFill/>
          <a:effectLst/>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sym typeface="+mn-ea"/>
              </a:rPr>
              <a:t>数字化是将复杂多样的事物属性或特征转化为计算机可处理对象的过程。这些信息被数字化后可以更方便地在数字设备中存储、处理和传输。</a:t>
            </a:r>
            <a:endParaRPr lang="zh-CN" altLang="en-US" sz="2000" dirty="0">
              <a:solidFill>
                <a:schemeClr val="bg1">
                  <a:lumMod val="50000"/>
                </a:schemeClr>
              </a:solidFill>
              <a:latin typeface="微软雅黑" panose="020B0503020204020204" pitchFamily="34" charset="-122"/>
              <a:ea typeface="微软雅黑" panose="020B0503020204020204" pitchFamily="34" charset="-122"/>
              <a:cs typeface="Lato Regular"/>
              <a:sym typeface="+mn-ea"/>
            </a:endParaRPr>
          </a:p>
        </p:txBody>
      </p:sp>
    </p:spTree>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8"/>
          <p:cNvSpPr txBox="1">
            <a:spLocks noChangeArrowheads="1"/>
          </p:cNvSpPr>
          <p:nvPr/>
        </p:nvSpPr>
        <p:spPr bwMode="auto">
          <a:xfrm>
            <a:off x="4468715" y="28654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rPr>
              <a:t>数字化及其作用</a:t>
            </a:r>
            <a:endPar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矩形 4"/>
          <p:cNvSpPr/>
          <p:nvPr/>
        </p:nvSpPr>
        <p:spPr>
          <a:xfrm>
            <a:off x="2330450" y="4539615"/>
            <a:ext cx="3553460" cy="1093470"/>
          </a:xfrm>
          <a:prstGeom prst="rect">
            <a:avLst/>
          </a:prstGeom>
          <a:solidFill>
            <a:srgbClr val="2D9F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bg1">
                  <a:lumMod val="50000"/>
                </a:schemeClr>
              </a:solidFill>
              <a:latin typeface="微软雅黑" panose="020B0503020204020204" pitchFamily="34" charset="-122"/>
              <a:ea typeface="微软雅黑" panose="020B0503020204020204" pitchFamily="34" charset="-122"/>
            </a:endParaRPr>
          </a:p>
        </p:txBody>
      </p:sp>
      <p:sp>
        <p:nvSpPr>
          <p:cNvPr id="6" name="TextBox 34"/>
          <p:cNvSpPr txBox="1"/>
          <p:nvPr/>
        </p:nvSpPr>
        <p:spPr>
          <a:xfrm>
            <a:off x="3081293" y="4771047"/>
            <a:ext cx="1960880" cy="521970"/>
          </a:xfrm>
          <a:prstGeom prst="rect">
            <a:avLst/>
          </a:prstGeom>
          <a:noFill/>
        </p:spPr>
        <p:txBody>
          <a:bodyPr wrap="none" rtlCol="0">
            <a:spAutoFit/>
          </a:bodyPr>
          <a:lstStyle/>
          <a:p>
            <a:r>
              <a:rPr lang="zh-CN" altLang="en-US" sz="2800">
                <a:solidFill>
                  <a:schemeClr val="bg1"/>
                </a:solidFill>
                <a:latin typeface="微软雅黑" panose="020B0503020204020204" pitchFamily="34" charset="-122"/>
                <a:ea typeface="微软雅黑" panose="020B0503020204020204" pitchFamily="34" charset="-122"/>
              </a:rPr>
              <a:t>数字图书馆</a:t>
            </a:r>
            <a:endParaRPr lang="zh-CN" altLang="en-US" sz="280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2105248" y="1871330"/>
            <a:ext cx="3778028" cy="2569225"/>
          </a:xfrm>
          <a:prstGeom prst="rect">
            <a:avLst/>
          </a:prstGeom>
          <a:blipFill dpi="0" rotWithShape="1">
            <a:blip r:embed="rId1">
              <a:extLst>
                <a:ext uri="{28A0092B-C50C-407E-A947-70E740481C1C}">
                  <a14:useLocalDpi xmlns:a14="http://schemas.microsoft.com/office/drawing/2010/main" val="0"/>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49"/>
          <p:cNvSpPr txBox="1"/>
          <p:nvPr/>
        </p:nvSpPr>
        <p:spPr>
          <a:xfrm>
            <a:off x="6446975" y="2169710"/>
            <a:ext cx="4291907" cy="2862322"/>
          </a:xfrm>
          <a:prstGeom prst="rect">
            <a:avLst/>
          </a:prstGeom>
          <a:noFill/>
          <a:effectLst/>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sym typeface="+mn-ea"/>
              </a:rPr>
              <a:t>数字图书馆就是虚拟的、没有围墙的图书馆，是基于网络环境下共建共享的可扩展的知识网络系统，是超大规模的、分布式的、便于使用的、没有时空限制的、可以实现跨</a:t>
            </a:r>
            <a:r>
              <a:rPr lang="zh-CN" altLang="en-US" sz="2000" dirty="0" smtClean="0">
                <a:latin typeface="微软雅黑" panose="020B0503020204020204" pitchFamily="34" charset="-122"/>
                <a:ea typeface="微软雅黑" panose="020B0503020204020204" pitchFamily="34" charset="-122"/>
                <a:sym typeface="+mn-ea"/>
              </a:rPr>
              <a:t>库（数据库）无缝</a:t>
            </a:r>
            <a:r>
              <a:rPr lang="zh-CN" altLang="en-US" sz="2000" dirty="0">
                <a:latin typeface="微软雅黑" panose="020B0503020204020204" pitchFamily="34" charset="-122"/>
                <a:ea typeface="微软雅黑" panose="020B0503020204020204" pitchFamily="34" charset="-122"/>
                <a:sym typeface="+mn-ea"/>
              </a:rPr>
              <a:t>链接与智能检索的知识中心。</a:t>
            </a:r>
            <a:endParaRPr lang="zh-CN" altLang="en-US" sz="2000" dirty="0">
              <a:latin typeface="微软雅黑" panose="020B0503020204020204" pitchFamily="34" charset="-122"/>
              <a:ea typeface="微软雅黑" panose="020B0503020204020204" pitchFamily="34" charset="-122"/>
              <a:sym typeface="+mn-ea"/>
            </a:endParaRPr>
          </a:p>
        </p:txBody>
      </p:sp>
    </p:spTree>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Box 44"/>
          <p:cNvSpPr txBox="1"/>
          <p:nvPr/>
        </p:nvSpPr>
        <p:spPr>
          <a:xfrm>
            <a:off x="2843549" y="1475126"/>
            <a:ext cx="1938002" cy="830997"/>
          </a:xfrm>
          <a:prstGeom prst="rect">
            <a:avLst/>
          </a:prstGeom>
          <a:noFill/>
        </p:spPr>
        <p:txBody>
          <a:bodyPr wrap="square" rtlCol="0">
            <a:spAutoFit/>
          </a:bodyPr>
          <a:lstStyle/>
          <a:p>
            <a:pPr algn="ctr"/>
            <a:r>
              <a:rPr lang="zh-CN" altLang="en-US" sz="4800" b="1" dirty="0" smtClean="0">
                <a:solidFill>
                  <a:srgbClr val="2D9F7E"/>
                </a:solidFill>
                <a:latin typeface="微软雅黑" panose="020B0503020204020204" pitchFamily="34" charset="-122"/>
                <a:ea typeface="微软雅黑" panose="020B0503020204020204" pitchFamily="34" charset="-122"/>
              </a:rPr>
              <a:t>问</a:t>
            </a:r>
            <a:endParaRPr lang="en-US" altLang="zh-CN" sz="4800" b="1" dirty="0">
              <a:solidFill>
                <a:srgbClr val="2D9F7E"/>
              </a:solidFill>
              <a:latin typeface="微软雅黑" panose="020B0503020204020204" pitchFamily="34" charset="-122"/>
              <a:ea typeface="微软雅黑" panose="020B0503020204020204" pitchFamily="34" charset="-122"/>
            </a:endParaRPr>
          </a:p>
        </p:txBody>
      </p:sp>
      <p:sp>
        <p:nvSpPr>
          <p:cNvPr id="7" name="TextBox 44"/>
          <p:cNvSpPr txBox="1"/>
          <p:nvPr/>
        </p:nvSpPr>
        <p:spPr>
          <a:xfrm>
            <a:off x="5177174" y="1475126"/>
            <a:ext cx="1938002" cy="830997"/>
          </a:xfrm>
          <a:prstGeom prst="rect">
            <a:avLst/>
          </a:prstGeom>
          <a:noFill/>
        </p:spPr>
        <p:txBody>
          <a:bodyPr wrap="square" rtlCol="0">
            <a:spAutoFit/>
          </a:bodyPr>
          <a:lstStyle/>
          <a:p>
            <a:pPr algn="ctr"/>
            <a:r>
              <a:rPr lang="zh-CN" altLang="en-US" sz="4800" b="1" dirty="0" smtClean="0">
                <a:solidFill>
                  <a:srgbClr val="2D9F7E"/>
                </a:solidFill>
                <a:latin typeface="微软雅黑" panose="020B0503020204020204" pitchFamily="34" charset="-122"/>
                <a:ea typeface="微软雅黑" panose="020B0503020204020204" pitchFamily="34" charset="-122"/>
              </a:rPr>
              <a:t>题</a:t>
            </a:r>
            <a:endParaRPr lang="en-US" altLang="zh-CN" sz="4800" b="1" dirty="0">
              <a:solidFill>
                <a:srgbClr val="2D9F7E"/>
              </a:solidFill>
              <a:latin typeface="微软雅黑" panose="020B0503020204020204" pitchFamily="34" charset="-122"/>
              <a:ea typeface="微软雅黑" panose="020B0503020204020204" pitchFamily="34" charset="-122"/>
            </a:endParaRPr>
          </a:p>
        </p:txBody>
      </p:sp>
      <p:sp>
        <p:nvSpPr>
          <p:cNvPr id="8" name="TextBox 44"/>
          <p:cNvSpPr txBox="1"/>
          <p:nvPr/>
        </p:nvSpPr>
        <p:spPr>
          <a:xfrm>
            <a:off x="7510799" y="1475126"/>
            <a:ext cx="1938002" cy="830997"/>
          </a:xfrm>
          <a:prstGeom prst="rect">
            <a:avLst/>
          </a:prstGeom>
          <a:noFill/>
        </p:spPr>
        <p:txBody>
          <a:bodyPr wrap="square" rtlCol="0">
            <a:spAutoFit/>
          </a:bodyPr>
          <a:lstStyle/>
          <a:p>
            <a:pPr algn="ctr"/>
            <a:r>
              <a:rPr lang="zh-CN" altLang="en-US" sz="4800" b="1" dirty="0" smtClean="0">
                <a:solidFill>
                  <a:srgbClr val="2D9F7E"/>
                </a:solidFill>
                <a:latin typeface="微软雅黑" panose="020B0503020204020204" pitchFamily="34" charset="-122"/>
                <a:ea typeface="微软雅黑" panose="020B0503020204020204" pitchFamily="34" charset="-122"/>
              </a:rPr>
              <a:t>三</a:t>
            </a:r>
            <a:endParaRPr lang="en-US" altLang="zh-CN" sz="4800" b="1" dirty="0">
              <a:solidFill>
                <a:srgbClr val="2D9F7E"/>
              </a:solidFill>
              <a:latin typeface="微软雅黑" panose="020B0503020204020204" pitchFamily="34" charset="-122"/>
              <a:ea typeface="微软雅黑" panose="020B0503020204020204" pitchFamily="34" charset="-122"/>
            </a:endParaRPr>
          </a:p>
        </p:txBody>
      </p:sp>
      <p:sp>
        <p:nvSpPr>
          <p:cNvPr id="13" name="矩形 12"/>
          <p:cNvSpPr/>
          <p:nvPr/>
        </p:nvSpPr>
        <p:spPr>
          <a:xfrm>
            <a:off x="1573530" y="3632200"/>
            <a:ext cx="9464675" cy="1045210"/>
          </a:xfrm>
          <a:prstGeom prst="rect">
            <a:avLst/>
          </a:prstGeom>
        </p:spPr>
        <p:txBody>
          <a:bodyPr wrap="square">
            <a:spAutoFit/>
          </a:bodyPr>
          <a:lstStyle/>
          <a:p>
            <a:pPr algn="ctr"/>
            <a:r>
              <a:rPr lang="zh-CN" altLang="en-US" sz="6200" b="1" spc="2200">
                <a:solidFill>
                  <a:srgbClr val="2D9F7E"/>
                </a:solidFill>
                <a:latin typeface="微软雅黑" panose="020B0503020204020204" pitchFamily="34" charset="-122"/>
                <a:ea typeface="微软雅黑" panose="020B0503020204020204" pitchFamily="34" charset="-122"/>
              </a:rPr>
              <a:t>二进制与数制转换</a:t>
            </a:r>
            <a:endParaRPr lang="zh-CN" altLang="en-US" sz="6200" b="1" spc="2200">
              <a:solidFill>
                <a:srgbClr val="7481A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p:cNvSpPr txBox="1">
            <a:spLocks noChangeArrowheads="1"/>
          </p:cNvSpPr>
          <p:nvPr/>
        </p:nvSpPr>
        <p:spPr bwMode="auto">
          <a:xfrm>
            <a:off x="4468495" y="286385"/>
            <a:ext cx="3683635"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rPr>
              <a:t>二进制与数据转换</a:t>
            </a:r>
            <a:endPar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3" name="组合 2"/>
          <p:cNvGrpSpPr/>
          <p:nvPr/>
        </p:nvGrpSpPr>
        <p:grpSpPr>
          <a:xfrm>
            <a:off x="6058265" y="1982295"/>
            <a:ext cx="4152172" cy="3869068"/>
            <a:chOff x="3782676" y="1752363"/>
            <a:chExt cx="4730595" cy="4408055"/>
          </a:xfrm>
        </p:grpSpPr>
        <p:sp>
          <p:nvSpPr>
            <p:cNvPr id="4" name="Rectangle 3"/>
            <p:cNvSpPr/>
            <p:nvPr/>
          </p:nvSpPr>
          <p:spPr>
            <a:xfrm>
              <a:off x="3782676" y="1752363"/>
              <a:ext cx="4730595" cy="1358922"/>
            </a:xfrm>
            <a:prstGeom prst="rect">
              <a:avLst/>
            </a:prstGeom>
            <a:solidFill>
              <a:srgbClr val="2D9F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3782676" y="3257553"/>
              <a:ext cx="4730595" cy="1358922"/>
            </a:xfrm>
            <a:prstGeom prst="rect">
              <a:avLst/>
            </a:prstGeom>
            <a:solidFill>
              <a:srgbClr val="7481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782676" y="4801496"/>
              <a:ext cx="4730595" cy="1358922"/>
            </a:xfrm>
            <a:prstGeom prst="rect">
              <a:avLst/>
            </a:prstGeom>
            <a:solidFill>
              <a:srgbClr val="2D9F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Box 10"/>
            <p:cNvSpPr txBox="1">
              <a:spLocks noChangeArrowheads="1"/>
            </p:cNvSpPr>
            <p:nvPr/>
          </p:nvSpPr>
          <p:spPr bwMode="auto">
            <a:xfrm>
              <a:off x="5037568" y="1932143"/>
              <a:ext cx="3338765" cy="999358"/>
            </a:xfrm>
            <a:prstGeom prst="rect">
              <a:avLst/>
            </a:prstGeom>
            <a:noFill/>
            <a:ln w="9525">
              <a:noFill/>
              <a:miter lim="800000"/>
            </a:ln>
          </p:spPr>
          <p:txBody>
            <a:bodyPr wrap="square" lIns="45720" tIns="22860" rIns="45720" bIns="22860">
              <a:spAutoFit/>
            </a:bodyPr>
            <a:lstStyle/>
            <a:p>
              <a:pPr>
                <a:lnSpc>
                  <a:spcPct val="150000"/>
                </a:lnSpc>
              </a:pPr>
              <a:r>
                <a:rPr lang="zh-CN" altLang="en-US" b="1" dirty="0">
                  <a:solidFill>
                    <a:schemeClr val="bg1"/>
                  </a:solidFill>
                  <a:latin typeface="微软雅黑" panose="020B0503020204020204" pitchFamily="34" charset="-122"/>
                  <a:ea typeface="微软雅黑" panose="020B0503020204020204" pitchFamily="34" charset="-122"/>
                  <a:sym typeface="+mn-ea"/>
                </a:rPr>
                <a:t>二进制的基数为</a:t>
              </a:r>
              <a:r>
                <a:rPr lang="en-US" altLang="zh-CN" b="1" dirty="0">
                  <a:solidFill>
                    <a:schemeClr val="bg1"/>
                  </a:solidFill>
                  <a:latin typeface="微软雅黑" panose="020B0503020204020204" pitchFamily="34" charset="-122"/>
                  <a:ea typeface="微软雅黑" panose="020B0503020204020204" pitchFamily="34" charset="-122"/>
                  <a:sym typeface="+mn-ea"/>
                </a:rPr>
                <a:t>2</a:t>
              </a:r>
              <a:r>
                <a:rPr lang="zh-CN" altLang="en-US" b="1" dirty="0">
                  <a:solidFill>
                    <a:schemeClr val="bg1"/>
                  </a:solidFill>
                  <a:latin typeface="微软雅黑" panose="020B0503020204020204" pitchFamily="34" charset="-122"/>
                  <a:ea typeface="微软雅黑" panose="020B0503020204020204" pitchFamily="34" charset="-122"/>
                  <a:sym typeface="+mn-ea"/>
                </a:rPr>
                <a:t>，两个基本数码是</a:t>
              </a:r>
              <a:r>
                <a:rPr lang="en-US" altLang="zh-CN" b="1" dirty="0">
                  <a:solidFill>
                    <a:schemeClr val="bg1"/>
                  </a:solidFill>
                  <a:latin typeface="微软雅黑" panose="020B0503020204020204" pitchFamily="34" charset="-122"/>
                  <a:ea typeface="微软雅黑" panose="020B0503020204020204" pitchFamily="34" charset="-122"/>
                  <a:sym typeface="+mn-ea"/>
                </a:rPr>
                <a:t>0</a:t>
              </a:r>
              <a:r>
                <a:rPr lang="zh-CN" altLang="en-US" b="1" dirty="0">
                  <a:solidFill>
                    <a:schemeClr val="bg1"/>
                  </a:solidFill>
                  <a:latin typeface="微软雅黑" panose="020B0503020204020204" pitchFamily="34" charset="-122"/>
                  <a:ea typeface="微软雅黑" panose="020B0503020204020204" pitchFamily="34" charset="-122"/>
                  <a:sym typeface="+mn-ea"/>
                </a:rPr>
                <a:t>和</a:t>
              </a:r>
              <a:r>
                <a:rPr lang="en-US" altLang="zh-CN" b="1" dirty="0" smtClean="0">
                  <a:solidFill>
                    <a:schemeClr val="bg1"/>
                  </a:solidFill>
                  <a:latin typeface="微软雅黑" panose="020B0503020204020204" pitchFamily="34" charset="-122"/>
                  <a:ea typeface="微软雅黑" panose="020B0503020204020204" pitchFamily="34" charset="-122"/>
                  <a:sym typeface="+mn-ea"/>
                </a:rPr>
                <a:t>1</a:t>
              </a:r>
              <a:endParaRPr lang="zh-CN" altLang="en-US" b="1" dirty="0">
                <a:solidFill>
                  <a:schemeClr val="bg1"/>
                </a:solidFill>
                <a:latin typeface="微软雅黑" panose="020B0503020204020204" pitchFamily="34" charset="-122"/>
                <a:ea typeface="微软雅黑" panose="020B0503020204020204" pitchFamily="34" charset="-122"/>
                <a:cs typeface="Lato Regular"/>
                <a:sym typeface="+mn-ea"/>
              </a:endParaRPr>
            </a:p>
          </p:txBody>
        </p:sp>
        <p:sp>
          <p:nvSpPr>
            <p:cNvPr id="8" name="Text Box 10"/>
            <p:cNvSpPr txBox="1">
              <a:spLocks noChangeArrowheads="1"/>
            </p:cNvSpPr>
            <p:nvPr/>
          </p:nvSpPr>
          <p:spPr bwMode="auto">
            <a:xfrm>
              <a:off x="3988857" y="3384738"/>
              <a:ext cx="3225406" cy="999358"/>
            </a:xfrm>
            <a:prstGeom prst="rect">
              <a:avLst/>
            </a:prstGeom>
            <a:noFill/>
            <a:ln w="9525">
              <a:noFill/>
              <a:miter lim="800000"/>
            </a:ln>
          </p:spPr>
          <p:txBody>
            <a:bodyPr wrap="square" lIns="45720" tIns="22860" rIns="45720" bIns="22860">
              <a:spAutoFit/>
            </a:bodyPr>
            <a:lstStyle/>
            <a:p>
              <a:pPr>
                <a:lnSpc>
                  <a:spcPct val="150000"/>
                </a:lnSpc>
              </a:pPr>
              <a:r>
                <a:rPr lang="zh-CN" altLang="en-US" b="1" dirty="0">
                  <a:solidFill>
                    <a:schemeClr val="bg1"/>
                  </a:solidFill>
                  <a:latin typeface="微软雅黑" panose="020B0503020204020204" pitchFamily="34" charset="-122"/>
                  <a:ea typeface="微软雅黑" panose="020B0503020204020204" pitchFamily="34" charset="-122"/>
                  <a:sym typeface="+mn-ea"/>
                </a:rPr>
                <a:t>采用逢二进一的进位规则，例如</a:t>
              </a:r>
              <a:r>
                <a:rPr lang="en-US" altLang="zh-CN" b="1" dirty="0" smtClean="0">
                  <a:solidFill>
                    <a:schemeClr val="bg1"/>
                  </a:solidFill>
                  <a:latin typeface="微软雅黑" panose="020B0503020204020204" pitchFamily="34" charset="-122"/>
                  <a:ea typeface="微软雅黑" panose="020B0503020204020204" pitchFamily="34" charset="-122"/>
                  <a:sym typeface="+mn-ea"/>
                </a:rPr>
                <a:t>1+1=10</a:t>
              </a:r>
              <a:endParaRPr lang="zh-CN" altLang="en-US" b="1" dirty="0">
                <a:solidFill>
                  <a:schemeClr val="bg1"/>
                </a:solidFill>
                <a:latin typeface="微软雅黑" panose="020B0503020204020204" pitchFamily="34" charset="-122"/>
                <a:ea typeface="微软雅黑" panose="020B0503020204020204" pitchFamily="34" charset="-122"/>
                <a:cs typeface="Lato Regular"/>
                <a:sym typeface="+mn-ea"/>
              </a:endParaRPr>
            </a:p>
          </p:txBody>
        </p:sp>
        <p:sp>
          <p:nvSpPr>
            <p:cNvPr id="9" name="Text Box 10"/>
            <p:cNvSpPr txBox="1">
              <a:spLocks noChangeArrowheads="1"/>
            </p:cNvSpPr>
            <p:nvPr/>
          </p:nvSpPr>
          <p:spPr bwMode="auto">
            <a:xfrm>
              <a:off x="5037919" y="4899611"/>
              <a:ext cx="3338414" cy="999358"/>
            </a:xfrm>
            <a:prstGeom prst="rect">
              <a:avLst/>
            </a:prstGeom>
            <a:noFill/>
            <a:ln w="9525">
              <a:noFill/>
              <a:miter lim="800000"/>
            </a:ln>
          </p:spPr>
          <p:txBody>
            <a:bodyPr wrap="square" lIns="45720" tIns="22860" rIns="45720" bIns="22860">
              <a:spAutoFit/>
            </a:bodyPr>
            <a:lstStyle/>
            <a:p>
              <a:pPr>
                <a:lnSpc>
                  <a:spcPct val="150000"/>
                </a:lnSpc>
              </a:pPr>
              <a:r>
                <a:rPr lang="zh-CN" altLang="en-US" b="1" dirty="0">
                  <a:solidFill>
                    <a:schemeClr val="bg1"/>
                  </a:solidFill>
                  <a:latin typeface="微软雅黑" panose="020B0503020204020204" pitchFamily="34" charset="-122"/>
                  <a:ea typeface="微软雅黑" panose="020B0503020204020204" pitchFamily="34" charset="-122"/>
                  <a:sym typeface="+mn-ea"/>
                </a:rPr>
                <a:t>不同的数位对应不同的权值，权值用基数的幂</a:t>
              </a:r>
              <a:r>
                <a:rPr lang="zh-CN" altLang="en-US" b="1" dirty="0" smtClean="0">
                  <a:solidFill>
                    <a:schemeClr val="bg1"/>
                  </a:solidFill>
                  <a:latin typeface="微软雅黑" panose="020B0503020204020204" pitchFamily="34" charset="-122"/>
                  <a:ea typeface="微软雅黑" panose="020B0503020204020204" pitchFamily="34" charset="-122"/>
                  <a:sym typeface="+mn-ea"/>
                </a:rPr>
                <a:t>表示</a:t>
              </a:r>
              <a:endParaRPr lang="zh-CN" altLang="en-US" b="1" dirty="0">
                <a:solidFill>
                  <a:schemeClr val="bg1"/>
                </a:solidFill>
                <a:latin typeface="微软雅黑" panose="020B0503020204020204" pitchFamily="34" charset="-122"/>
                <a:ea typeface="微软雅黑" panose="020B0503020204020204" pitchFamily="34" charset="-122"/>
                <a:cs typeface="Lato Regular"/>
                <a:sym typeface="+mn-ea"/>
              </a:endParaRPr>
            </a:p>
          </p:txBody>
        </p:sp>
      </p:grpSp>
      <p:grpSp>
        <p:nvGrpSpPr>
          <p:cNvPr id="20" name="组合 19"/>
          <p:cNvGrpSpPr/>
          <p:nvPr/>
        </p:nvGrpSpPr>
        <p:grpSpPr>
          <a:xfrm>
            <a:off x="1725727" y="2005921"/>
            <a:ext cx="3864492" cy="3864492"/>
            <a:chOff x="1468757" y="1325274"/>
            <a:chExt cx="2560638" cy="2560638"/>
          </a:xfrm>
        </p:grpSpPr>
        <p:sp>
          <p:nvSpPr>
            <p:cNvPr id="21" name="空心弧 10"/>
            <p:cNvSpPr>
              <a:spLocks noChangeArrowheads="1"/>
            </p:cNvSpPr>
            <p:nvPr/>
          </p:nvSpPr>
          <p:spPr bwMode="auto">
            <a:xfrm rot="16200000">
              <a:off x="1670370" y="1504662"/>
              <a:ext cx="2197100" cy="2200275"/>
            </a:xfrm>
            <a:custGeom>
              <a:avLst/>
              <a:gdLst>
                <a:gd name="G0" fmla="+- 9014 0 0"/>
                <a:gd name="G1" fmla="+- 9868328 0 0"/>
                <a:gd name="G2" fmla="+- 0 0 9868328"/>
                <a:gd name="T0" fmla="*/ 0 256 1"/>
                <a:gd name="T1" fmla="*/ 180 256 1"/>
                <a:gd name="G3" fmla="+- 9868328 T0 T1"/>
                <a:gd name="T2" fmla="*/ 0 256 1"/>
                <a:gd name="T3" fmla="*/ 90 256 1"/>
                <a:gd name="G4" fmla="+- 9868328 T2 T3"/>
                <a:gd name="G5" fmla="*/ G4 2 1"/>
                <a:gd name="T4" fmla="*/ 90 256 1"/>
                <a:gd name="T5" fmla="*/ 0 256 1"/>
                <a:gd name="G6" fmla="+- 9868328 T4 T5"/>
                <a:gd name="G7" fmla="*/ G6 2 1"/>
                <a:gd name="G8" fmla="abs 9868328"/>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014"/>
                <a:gd name="G18" fmla="*/ 9014 1 2"/>
                <a:gd name="G19" fmla="+- G18 5400 0"/>
                <a:gd name="G20" fmla="cos G19 9868328"/>
                <a:gd name="G21" fmla="sin G19 9868328"/>
                <a:gd name="G22" fmla="+- G20 10800 0"/>
                <a:gd name="G23" fmla="+- G21 10800 0"/>
                <a:gd name="G24" fmla="+- 10800 0 G20"/>
                <a:gd name="G25" fmla="+- 9014 10800 0"/>
                <a:gd name="G26" fmla="?: G9 G17 G25"/>
                <a:gd name="G27" fmla="?: G9 0 21600"/>
                <a:gd name="G28" fmla="cos 10800 9868328"/>
                <a:gd name="G29" fmla="sin 10800 9868328"/>
                <a:gd name="G30" fmla="sin 9014 9868328"/>
                <a:gd name="G31" fmla="+- G28 10800 0"/>
                <a:gd name="G32" fmla="+- G29 10800 0"/>
                <a:gd name="G33" fmla="+- G30 10800 0"/>
                <a:gd name="G34" fmla="?: G4 0 G31"/>
                <a:gd name="G35" fmla="?: 9868328 G34 0"/>
                <a:gd name="G36" fmla="?: G6 G35 G31"/>
                <a:gd name="G37" fmla="+- 21600 0 G36"/>
                <a:gd name="G38" fmla="?: G4 0 G33"/>
                <a:gd name="G39" fmla="?: 9868328 G38 G32"/>
                <a:gd name="G40" fmla="?: G6 G39 0"/>
                <a:gd name="G41" fmla="?: G4 G32 21600"/>
                <a:gd name="G42" fmla="?: G6 G41 G33"/>
                <a:gd name="T12" fmla="*/ 10800 w 21600"/>
                <a:gd name="T13" fmla="*/ 0 h 21600"/>
                <a:gd name="T14" fmla="*/ 2170 w 21600"/>
                <a:gd name="T15" fmla="*/ 15666 h 21600"/>
                <a:gd name="T16" fmla="*/ 10800 w 21600"/>
                <a:gd name="T17" fmla="*/ 1786 h 21600"/>
                <a:gd name="T18" fmla="*/ 19430 w 21600"/>
                <a:gd name="T19" fmla="*/ 15666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48" y="15227"/>
                  </a:moveTo>
                  <a:cubicBezTo>
                    <a:pt x="2186" y="13876"/>
                    <a:pt x="1786" y="12351"/>
                    <a:pt x="1786" y="10800"/>
                  </a:cubicBezTo>
                  <a:cubicBezTo>
                    <a:pt x="1786" y="5821"/>
                    <a:pt x="5821" y="1786"/>
                    <a:pt x="10800" y="1786"/>
                  </a:cubicBezTo>
                  <a:cubicBezTo>
                    <a:pt x="15778" y="1786"/>
                    <a:pt x="19814" y="5821"/>
                    <a:pt x="19814" y="10800"/>
                  </a:cubicBezTo>
                  <a:cubicBezTo>
                    <a:pt x="19813" y="12351"/>
                    <a:pt x="19413" y="13876"/>
                    <a:pt x="18651" y="15227"/>
                  </a:cubicBezTo>
                  <a:lnTo>
                    <a:pt x="20207" y="16105"/>
                  </a:lnTo>
                  <a:cubicBezTo>
                    <a:pt x="21120" y="14486"/>
                    <a:pt x="21600" y="12658"/>
                    <a:pt x="21600" y="10800"/>
                  </a:cubicBezTo>
                  <a:cubicBezTo>
                    <a:pt x="21600" y="4835"/>
                    <a:pt x="16764" y="0"/>
                    <a:pt x="10800" y="0"/>
                  </a:cubicBezTo>
                  <a:cubicBezTo>
                    <a:pt x="4835" y="0"/>
                    <a:pt x="0" y="4835"/>
                    <a:pt x="0" y="10800"/>
                  </a:cubicBezTo>
                  <a:cubicBezTo>
                    <a:pt x="0" y="12658"/>
                    <a:pt x="479" y="14486"/>
                    <a:pt x="1392" y="16105"/>
                  </a:cubicBezTo>
                  <a:close/>
                </a:path>
              </a:pathLst>
            </a:custGeom>
            <a:solidFill>
              <a:srgbClr val="7481A1">
                <a:alpha val="78000"/>
              </a:srgbClr>
            </a:solidFill>
            <a:ln>
              <a:noFill/>
            </a:ln>
          </p:spPr>
          <p:txBody>
            <a:bodyPr anchor="ctr"/>
            <a:lstStyle/>
            <a:p>
              <a:pPr algn="ctr"/>
              <a:endParaRPr lang="zh-CN" altLang="zh-CN" sz="2800">
                <a:solidFill>
                  <a:schemeClr val="bg1">
                    <a:lumMod val="50000"/>
                  </a:schemeClr>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22" name="空心弧 11"/>
            <p:cNvSpPr>
              <a:spLocks noChangeArrowheads="1"/>
            </p:cNvSpPr>
            <p:nvPr/>
          </p:nvSpPr>
          <p:spPr bwMode="auto">
            <a:xfrm rot="16426183">
              <a:off x="1846583" y="1682463"/>
              <a:ext cx="1822450" cy="1825625"/>
            </a:xfrm>
            <a:custGeom>
              <a:avLst/>
              <a:gdLst>
                <a:gd name="G0" fmla="+- 8722 0 0"/>
                <a:gd name="G1" fmla="+- 13154032 0 0"/>
                <a:gd name="G2" fmla="+- 0 0 13154032"/>
                <a:gd name="T0" fmla="*/ 0 256 1"/>
                <a:gd name="T1" fmla="*/ 180 256 1"/>
                <a:gd name="G3" fmla="+- 13154032 T0 T1"/>
                <a:gd name="T2" fmla="*/ 0 256 1"/>
                <a:gd name="T3" fmla="*/ 90 256 1"/>
                <a:gd name="G4" fmla="+- 13154032 T2 T3"/>
                <a:gd name="G5" fmla="*/ G4 2 1"/>
                <a:gd name="T4" fmla="*/ 90 256 1"/>
                <a:gd name="T5" fmla="*/ 0 256 1"/>
                <a:gd name="G6" fmla="+- 13154032 T4 T5"/>
                <a:gd name="G7" fmla="*/ G6 2 1"/>
                <a:gd name="G8" fmla="abs 13154032"/>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8722"/>
                <a:gd name="G18" fmla="*/ 8722 1 2"/>
                <a:gd name="G19" fmla="+- G18 5400 0"/>
                <a:gd name="G20" fmla="cos G19 13154032"/>
                <a:gd name="G21" fmla="sin G19 13154032"/>
                <a:gd name="G22" fmla="+- G20 10800 0"/>
                <a:gd name="G23" fmla="+- G21 10800 0"/>
                <a:gd name="G24" fmla="+- 10800 0 G20"/>
                <a:gd name="G25" fmla="+- 8722 10800 0"/>
                <a:gd name="G26" fmla="?: G9 G17 G25"/>
                <a:gd name="G27" fmla="?: G9 0 21600"/>
                <a:gd name="G28" fmla="cos 10800 13154032"/>
                <a:gd name="G29" fmla="sin 10800 13154032"/>
                <a:gd name="G30" fmla="sin 8722 13154032"/>
                <a:gd name="G31" fmla="+- G28 10800 0"/>
                <a:gd name="G32" fmla="+- G29 10800 0"/>
                <a:gd name="G33" fmla="+- G30 10800 0"/>
                <a:gd name="G34" fmla="?: G4 0 G31"/>
                <a:gd name="G35" fmla="?: 13154032 G34 0"/>
                <a:gd name="G36" fmla="?: G6 G35 G31"/>
                <a:gd name="G37" fmla="+- 21600 0 G36"/>
                <a:gd name="G38" fmla="?: G4 0 G33"/>
                <a:gd name="G39" fmla="?: 13154032 G38 G32"/>
                <a:gd name="G40" fmla="?: G6 G39 0"/>
                <a:gd name="G41" fmla="?: G4 G32 21600"/>
                <a:gd name="G42" fmla="?: G6 G41 G33"/>
                <a:gd name="T12" fmla="*/ 10800 w 21600"/>
                <a:gd name="T13" fmla="*/ 0 h 21600"/>
                <a:gd name="T14" fmla="*/ 1670 w 21600"/>
                <a:gd name="T15" fmla="*/ 7347 h 21600"/>
                <a:gd name="T16" fmla="*/ 10800 w 21600"/>
                <a:gd name="T17" fmla="*/ 2078 h 21600"/>
                <a:gd name="T18" fmla="*/ 19930 w 21600"/>
                <a:gd name="T19" fmla="*/ 734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1" y="7714"/>
                  </a:moveTo>
                  <a:cubicBezTo>
                    <a:pt x="3924" y="4322"/>
                    <a:pt x="7173" y="2078"/>
                    <a:pt x="10799" y="2078"/>
                  </a:cubicBezTo>
                  <a:cubicBezTo>
                    <a:pt x="14426" y="2078"/>
                    <a:pt x="17675" y="4322"/>
                    <a:pt x="18958" y="7714"/>
                  </a:cubicBezTo>
                  <a:lnTo>
                    <a:pt x="20901" y="6979"/>
                  </a:lnTo>
                  <a:cubicBezTo>
                    <a:pt x="19313" y="2779"/>
                    <a:pt x="15290" y="0"/>
                    <a:pt x="10800" y="0"/>
                  </a:cubicBezTo>
                  <a:cubicBezTo>
                    <a:pt x="6309" y="0"/>
                    <a:pt x="2286" y="2779"/>
                    <a:pt x="698" y="6979"/>
                  </a:cubicBezTo>
                  <a:close/>
                </a:path>
              </a:pathLst>
            </a:custGeom>
            <a:solidFill>
              <a:srgbClr val="2D9F7E"/>
            </a:solidFill>
            <a:ln>
              <a:noFill/>
            </a:ln>
          </p:spPr>
          <p:txBody>
            <a:bodyPr anchor="ctr"/>
            <a:lstStyle/>
            <a:p>
              <a:pPr algn="ctr"/>
              <a:endParaRPr lang="zh-CN" altLang="zh-CN" sz="2800">
                <a:solidFill>
                  <a:schemeClr val="bg1">
                    <a:lumMod val="50000"/>
                  </a:schemeClr>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23" name="空心弧 12"/>
            <p:cNvSpPr>
              <a:spLocks noChangeArrowheads="1"/>
            </p:cNvSpPr>
            <p:nvPr/>
          </p:nvSpPr>
          <p:spPr bwMode="auto">
            <a:xfrm rot="16200000">
              <a:off x="1468757" y="1325274"/>
              <a:ext cx="2560638" cy="2560638"/>
            </a:xfrm>
            <a:custGeom>
              <a:avLst/>
              <a:gdLst>
                <a:gd name="G0" fmla="+- 9049 0 0"/>
                <a:gd name="G1" fmla="+- 7945690 0 0"/>
                <a:gd name="G2" fmla="+- 0 0 7945690"/>
                <a:gd name="T0" fmla="*/ 0 256 1"/>
                <a:gd name="T1" fmla="*/ 180 256 1"/>
                <a:gd name="G3" fmla="+- 7945690 T0 T1"/>
                <a:gd name="T2" fmla="*/ 0 256 1"/>
                <a:gd name="T3" fmla="*/ 90 256 1"/>
                <a:gd name="G4" fmla="+- 7945690 T2 T3"/>
                <a:gd name="G5" fmla="*/ G4 2 1"/>
                <a:gd name="T4" fmla="*/ 90 256 1"/>
                <a:gd name="T5" fmla="*/ 0 256 1"/>
                <a:gd name="G6" fmla="+- 7945690 T4 T5"/>
                <a:gd name="G7" fmla="*/ G6 2 1"/>
                <a:gd name="G8" fmla="abs 794569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049"/>
                <a:gd name="G18" fmla="*/ 9049 1 2"/>
                <a:gd name="G19" fmla="+- G18 5400 0"/>
                <a:gd name="G20" fmla="cos G19 7945690"/>
                <a:gd name="G21" fmla="sin G19 7945690"/>
                <a:gd name="G22" fmla="+- G20 10800 0"/>
                <a:gd name="G23" fmla="+- G21 10800 0"/>
                <a:gd name="G24" fmla="+- 10800 0 G20"/>
                <a:gd name="G25" fmla="+- 9049 10800 0"/>
                <a:gd name="G26" fmla="?: G9 G17 G25"/>
                <a:gd name="G27" fmla="?: G9 0 21600"/>
                <a:gd name="G28" fmla="cos 10800 7945690"/>
                <a:gd name="G29" fmla="sin 10800 7945690"/>
                <a:gd name="G30" fmla="sin 9049 7945690"/>
                <a:gd name="G31" fmla="+- G28 10800 0"/>
                <a:gd name="G32" fmla="+- G29 10800 0"/>
                <a:gd name="G33" fmla="+- G30 10800 0"/>
                <a:gd name="G34" fmla="?: G4 0 G31"/>
                <a:gd name="G35" fmla="?: 7945690 G34 0"/>
                <a:gd name="G36" fmla="?: G6 G35 G31"/>
                <a:gd name="G37" fmla="+- 21600 0 G36"/>
                <a:gd name="G38" fmla="?: G4 0 G33"/>
                <a:gd name="G39" fmla="?: 7945690 G38 G32"/>
                <a:gd name="G40" fmla="?: G6 G39 0"/>
                <a:gd name="G41" fmla="?: G4 G32 21600"/>
                <a:gd name="G42" fmla="?: G6 G41 G33"/>
                <a:gd name="T12" fmla="*/ 10800 w 21600"/>
                <a:gd name="T13" fmla="*/ 0 h 21600"/>
                <a:gd name="T14" fmla="*/ 5652 w 21600"/>
                <a:gd name="T15" fmla="*/ 19285 h 21600"/>
                <a:gd name="T16" fmla="*/ 10800 w 21600"/>
                <a:gd name="T17" fmla="*/ 1751 h 21600"/>
                <a:gd name="T18" fmla="*/ 15948 w 21600"/>
                <a:gd name="T19" fmla="*/ 19285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6106" y="18536"/>
                  </a:moveTo>
                  <a:cubicBezTo>
                    <a:pt x="3402" y="16896"/>
                    <a:pt x="1751" y="13962"/>
                    <a:pt x="1751" y="10800"/>
                  </a:cubicBezTo>
                  <a:cubicBezTo>
                    <a:pt x="1751" y="5802"/>
                    <a:pt x="5802" y="1751"/>
                    <a:pt x="10800" y="1751"/>
                  </a:cubicBezTo>
                  <a:cubicBezTo>
                    <a:pt x="15797" y="1751"/>
                    <a:pt x="19849" y="5802"/>
                    <a:pt x="19849" y="10800"/>
                  </a:cubicBezTo>
                  <a:cubicBezTo>
                    <a:pt x="19848" y="13962"/>
                    <a:pt x="18197" y="16896"/>
                    <a:pt x="15493" y="18536"/>
                  </a:cubicBezTo>
                  <a:lnTo>
                    <a:pt x="16401" y="20033"/>
                  </a:lnTo>
                  <a:cubicBezTo>
                    <a:pt x="19628" y="18075"/>
                    <a:pt x="21600" y="14574"/>
                    <a:pt x="21600" y="10800"/>
                  </a:cubicBezTo>
                  <a:cubicBezTo>
                    <a:pt x="21600" y="4835"/>
                    <a:pt x="16764" y="0"/>
                    <a:pt x="10800" y="0"/>
                  </a:cubicBezTo>
                  <a:cubicBezTo>
                    <a:pt x="4835" y="0"/>
                    <a:pt x="0" y="4835"/>
                    <a:pt x="0" y="10800"/>
                  </a:cubicBezTo>
                  <a:cubicBezTo>
                    <a:pt x="0" y="14574"/>
                    <a:pt x="1971" y="18075"/>
                    <a:pt x="5198" y="20033"/>
                  </a:cubicBezTo>
                  <a:close/>
                </a:path>
              </a:pathLst>
            </a:custGeom>
            <a:solidFill>
              <a:srgbClr val="2D9F7E"/>
            </a:solidFill>
            <a:ln>
              <a:noFill/>
            </a:ln>
          </p:spPr>
          <p:txBody>
            <a:bodyPr anchor="ctr"/>
            <a:lstStyle/>
            <a:p>
              <a:pPr algn="ctr"/>
              <a:endParaRPr lang="zh-CN" altLang="zh-CN" sz="2800">
                <a:solidFill>
                  <a:schemeClr val="bg1">
                    <a:lumMod val="50000"/>
                  </a:schemeClr>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24" name="矩形 13"/>
            <p:cNvSpPr>
              <a:spLocks noChangeArrowheads="1"/>
            </p:cNvSpPr>
            <p:nvPr/>
          </p:nvSpPr>
          <p:spPr bwMode="auto">
            <a:xfrm>
              <a:off x="2405358" y="2436909"/>
              <a:ext cx="1463387" cy="427487"/>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p>
              <a:r>
                <a:rPr lang="zh-CN" altLang="en-US" sz="3600" b="1"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二进制</a:t>
              </a:r>
              <a:endParaRPr lang="zh-CN" altLang="en-US" sz="3600" b="1"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10" name="图片 9" descr="C:/Users/lenovo/AppData/Local/Temp/kaimatting/20200907112916/output_aiMatting_20200907112947.pngoutput_aiMatting_20200907112947"/>
          <p:cNvPicPr>
            <a:picLocks noChangeAspect="1"/>
          </p:cNvPicPr>
          <p:nvPr/>
        </p:nvPicPr>
        <p:blipFill>
          <a:blip r:embed="rId1"/>
          <a:stretch>
            <a:fillRect/>
          </a:stretch>
        </p:blipFill>
        <p:spPr>
          <a:xfrm>
            <a:off x="6239236" y="2227563"/>
            <a:ext cx="823595" cy="702225"/>
          </a:xfrm>
          <a:prstGeom prst="rect">
            <a:avLst/>
          </a:prstGeom>
        </p:spPr>
      </p:pic>
      <p:pic>
        <p:nvPicPr>
          <p:cNvPr id="11" name="图片 10" descr="C:/Users/lenovo/AppData/Local/Temp/kaimatting/20200907113045/output_aiMatting_20200907113052.pngoutput_aiMatting_20200907113052"/>
          <p:cNvPicPr>
            <a:picLocks noChangeAspect="1"/>
          </p:cNvPicPr>
          <p:nvPr/>
        </p:nvPicPr>
        <p:blipFill>
          <a:blip r:embed="rId2"/>
          <a:stretch>
            <a:fillRect/>
          </a:stretch>
        </p:blipFill>
        <p:spPr>
          <a:xfrm>
            <a:off x="9072880" y="3733800"/>
            <a:ext cx="981075" cy="409575"/>
          </a:xfrm>
          <a:prstGeom prst="rect">
            <a:avLst/>
          </a:prstGeom>
        </p:spPr>
      </p:pic>
      <p:pic>
        <p:nvPicPr>
          <p:cNvPr id="12" name="图片 11" descr="C:/Users/lenovo/AppData/Local/Temp/kaimatting/20200907113145/output_aiMatting_20200907113159.pngoutput_aiMatting_20200907113159"/>
          <p:cNvPicPr>
            <a:picLocks noChangeAspect="1"/>
          </p:cNvPicPr>
          <p:nvPr/>
        </p:nvPicPr>
        <p:blipFill>
          <a:blip r:embed="rId3"/>
          <a:stretch>
            <a:fillRect/>
          </a:stretch>
        </p:blipFill>
        <p:spPr>
          <a:xfrm>
            <a:off x="6058265" y="4744719"/>
            <a:ext cx="1247775" cy="1019175"/>
          </a:xfrm>
          <a:prstGeom prst="rect">
            <a:avLst/>
          </a:prstGeom>
        </p:spPr>
      </p:pic>
    </p:spTree>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descr="C:/Users/lenovo/AppData/Local/Temp/kaimatting/20200907152510/output_aiMatting_20200907152556.pngoutput_aiMatting_20200907152556"/>
          <p:cNvPicPr>
            <a:picLocks noChangeAspect="1"/>
          </p:cNvPicPr>
          <p:nvPr/>
        </p:nvPicPr>
        <p:blipFill>
          <a:blip r:embed="rId1"/>
          <a:stretch>
            <a:fillRect/>
          </a:stretch>
        </p:blipFill>
        <p:spPr>
          <a:xfrm>
            <a:off x="4258945" y="1636395"/>
            <a:ext cx="6638925" cy="3952875"/>
          </a:xfrm>
          <a:prstGeom prst="rect">
            <a:avLst/>
          </a:prstGeom>
        </p:spPr>
      </p:pic>
      <p:sp>
        <p:nvSpPr>
          <p:cNvPr id="2" name="TextBox 8"/>
          <p:cNvSpPr txBox="1">
            <a:spLocks noChangeArrowheads="1"/>
          </p:cNvSpPr>
          <p:nvPr/>
        </p:nvSpPr>
        <p:spPr bwMode="auto">
          <a:xfrm>
            <a:off x="4468495" y="286385"/>
            <a:ext cx="431292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二进制与数据转换</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3" name="组合 2"/>
          <p:cNvGrpSpPr/>
          <p:nvPr/>
        </p:nvGrpSpPr>
        <p:grpSpPr>
          <a:xfrm>
            <a:off x="1485733" y="2600073"/>
            <a:ext cx="2336842" cy="2488876"/>
            <a:chOff x="608256" y="2379782"/>
            <a:chExt cx="2635250" cy="2806700"/>
          </a:xfrm>
        </p:grpSpPr>
        <p:sp>
          <p:nvSpPr>
            <p:cNvPr id="4" name="椭圆 3"/>
            <p:cNvSpPr/>
            <p:nvPr/>
          </p:nvSpPr>
          <p:spPr>
            <a:xfrm>
              <a:off x="822569" y="2651245"/>
              <a:ext cx="1884362" cy="1884362"/>
            </a:xfrm>
            <a:prstGeom prst="ellipse">
              <a:avLst/>
            </a:prstGeom>
            <a:solidFill>
              <a:srgbClr val="2D9F7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1600">
                <a:solidFill>
                  <a:schemeClr val="bg1">
                    <a:lumMod val="50000"/>
                  </a:schemeClr>
                </a:solidFill>
              </a:endParaRPr>
            </a:p>
          </p:txBody>
        </p:sp>
        <p:sp>
          <p:nvSpPr>
            <p:cNvPr id="5" name="椭圆 4"/>
            <p:cNvSpPr/>
            <p:nvPr/>
          </p:nvSpPr>
          <p:spPr>
            <a:xfrm>
              <a:off x="1327394" y="4272082"/>
              <a:ext cx="914400" cy="914400"/>
            </a:xfrm>
            <a:prstGeom prst="ellipse">
              <a:avLst/>
            </a:prstGeom>
            <a:solidFill>
              <a:srgbClr val="7481A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1600">
                <a:solidFill>
                  <a:schemeClr val="bg1">
                    <a:lumMod val="50000"/>
                  </a:schemeClr>
                </a:solidFill>
              </a:endParaRPr>
            </a:p>
          </p:txBody>
        </p:sp>
        <p:sp>
          <p:nvSpPr>
            <p:cNvPr id="6" name="弧形 5"/>
            <p:cNvSpPr/>
            <p:nvPr/>
          </p:nvSpPr>
          <p:spPr>
            <a:xfrm>
              <a:off x="608256" y="2435345"/>
              <a:ext cx="2312988" cy="2314575"/>
            </a:xfrm>
            <a:prstGeom prst="arc">
              <a:avLst>
                <a:gd name="adj1" fmla="val 6642635"/>
                <a:gd name="adj2" fmla="val 4215182"/>
              </a:avLst>
            </a:prstGeom>
            <a:ln w="12700">
              <a:solidFill>
                <a:srgbClr val="2D9F7E"/>
              </a:solidFill>
              <a:prstDash val="dash"/>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ct val="0"/>
                </a:spcBef>
                <a:spcAft>
                  <a:spcPct val="0"/>
                </a:spcAft>
                <a:defRPr/>
              </a:pPr>
              <a:endParaRPr lang="zh-CN" altLang="en-US" sz="1600">
                <a:solidFill>
                  <a:schemeClr val="bg1">
                    <a:lumMod val="50000"/>
                  </a:schemeClr>
                </a:solidFill>
              </a:endParaRPr>
            </a:p>
          </p:txBody>
        </p:sp>
        <p:sp>
          <p:nvSpPr>
            <p:cNvPr id="7" name="椭圆 6"/>
            <p:cNvSpPr/>
            <p:nvPr/>
          </p:nvSpPr>
          <p:spPr>
            <a:xfrm>
              <a:off x="2222744" y="2379782"/>
              <a:ext cx="914400" cy="914400"/>
            </a:xfrm>
            <a:prstGeom prst="ellipse">
              <a:avLst/>
            </a:prstGeom>
            <a:solidFill>
              <a:srgbClr val="7481A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1600">
                <a:solidFill>
                  <a:schemeClr val="bg1">
                    <a:lumMod val="50000"/>
                  </a:schemeClr>
                </a:solidFill>
              </a:endParaRPr>
            </a:p>
          </p:txBody>
        </p:sp>
        <p:sp>
          <p:nvSpPr>
            <p:cNvPr id="8" name="椭圆 7"/>
            <p:cNvSpPr/>
            <p:nvPr/>
          </p:nvSpPr>
          <p:spPr>
            <a:xfrm>
              <a:off x="2329106" y="3565645"/>
              <a:ext cx="914400" cy="914400"/>
            </a:xfrm>
            <a:prstGeom prst="ellipse">
              <a:avLst/>
            </a:prstGeom>
            <a:solidFill>
              <a:srgbClr val="2D9F7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1600">
                <a:solidFill>
                  <a:schemeClr val="bg1">
                    <a:lumMod val="50000"/>
                  </a:schemeClr>
                </a:solidFill>
              </a:endParaRPr>
            </a:p>
          </p:txBody>
        </p:sp>
        <p:sp>
          <p:nvSpPr>
            <p:cNvPr id="9" name="KSO_Shape"/>
            <p:cNvSpPr/>
            <p:nvPr/>
          </p:nvSpPr>
          <p:spPr>
            <a:xfrm>
              <a:off x="1540119" y="4567357"/>
              <a:ext cx="487362" cy="322263"/>
            </a:xfrm>
            <a:custGeom>
              <a:avLst/>
              <a:gdLst>
                <a:gd name="connsiteX0" fmla="*/ 880442 w 1224136"/>
                <a:gd name="connsiteY0" fmla="*/ 361080 h 883138"/>
                <a:gd name="connsiteX1" fmla="*/ 1006456 w 1224136"/>
                <a:gd name="connsiteY1" fmla="*/ 487094 h 883138"/>
                <a:gd name="connsiteX2" fmla="*/ 880442 w 1224136"/>
                <a:gd name="connsiteY2" fmla="*/ 613108 h 883138"/>
                <a:gd name="connsiteX3" fmla="*/ 754428 w 1224136"/>
                <a:gd name="connsiteY3" fmla="*/ 487094 h 883138"/>
                <a:gd name="connsiteX4" fmla="*/ 880442 w 1224136"/>
                <a:gd name="connsiteY4" fmla="*/ 361080 h 883138"/>
                <a:gd name="connsiteX5" fmla="*/ 880442 w 1224136"/>
                <a:gd name="connsiteY5" fmla="*/ 235066 h 883138"/>
                <a:gd name="connsiteX6" fmla="*/ 628414 w 1224136"/>
                <a:gd name="connsiteY6" fmla="*/ 487094 h 883138"/>
                <a:gd name="connsiteX7" fmla="*/ 880442 w 1224136"/>
                <a:gd name="connsiteY7" fmla="*/ 739122 h 883138"/>
                <a:gd name="connsiteX8" fmla="*/ 1132470 w 1224136"/>
                <a:gd name="connsiteY8" fmla="*/ 487094 h 883138"/>
                <a:gd name="connsiteX9" fmla="*/ 880442 w 1224136"/>
                <a:gd name="connsiteY9" fmla="*/ 235066 h 883138"/>
                <a:gd name="connsiteX10" fmla="*/ 132017 w 1224136"/>
                <a:gd name="connsiteY10" fmla="*/ 91050 h 883138"/>
                <a:gd name="connsiteX11" fmla="*/ 1092119 w 1224136"/>
                <a:gd name="connsiteY11" fmla="*/ 91050 h 883138"/>
                <a:gd name="connsiteX12" fmla="*/ 1224136 w 1224136"/>
                <a:gd name="connsiteY12" fmla="*/ 223067 h 883138"/>
                <a:gd name="connsiteX13" fmla="*/ 1224136 w 1224136"/>
                <a:gd name="connsiteY13" fmla="*/ 751121 h 883138"/>
                <a:gd name="connsiteX14" fmla="*/ 1092119 w 1224136"/>
                <a:gd name="connsiteY14" fmla="*/ 883138 h 883138"/>
                <a:gd name="connsiteX15" fmla="*/ 132017 w 1224136"/>
                <a:gd name="connsiteY15" fmla="*/ 883138 h 883138"/>
                <a:gd name="connsiteX16" fmla="*/ 0 w 1224136"/>
                <a:gd name="connsiteY16" fmla="*/ 751121 h 883138"/>
                <a:gd name="connsiteX17" fmla="*/ 0 w 1224136"/>
                <a:gd name="connsiteY17" fmla="*/ 223067 h 883138"/>
                <a:gd name="connsiteX18" fmla="*/ 132017 w 1224136"/>
                <a:gd name="connsiteY18" fmla="*/ 91050 h 883138"/>
                <a:gd name="connsiteX19" fmla="*/ 156016 w 1224136"/>
                <a:gd name="connsiteY19" fmla="*/ 0 h 883138"/>
                <a:gd name="connsiteX20" fmla="*/ 348040 w 1224136"/>
                <a:gd name="connsiteY20" fmla="*/ 0 h 883138"/>
                <a:gd name="connsiteX21" fmla="*/ 360040 w 1224136"/>
                <a:gd name="connsiteY21" fmla="*/ 12000 h 883138"/>
                <a:gd name="connsiteX22" fmla="*/ 360040 w 1224136"/>
                <a:gd name="connsiteY22" fmla="*/ 60000 h 883138"/>
                <a:gd name="connsiteX23" fmla="*/ 348040 w 1224136"/>
                <a:gd name="connsiteY23" fmla="*/ 72000 h 883138"/>
                <a:gd name="connsiteX24" fmla="*/ 156016 w 1224136"/>
                <a:gd name="connsiteY24" fmla="*/ 72000 h 883138"/>
                <a:gd name="connsiteX25" fmla="*/ 144016 w 1224136"/>
                <a:gd name="connsiteY25" fmla="*/ 60000 h 883138"/>
                <a:gd name="connsiteX26" fmla="*/ 144016 w 1224136"/>
                <a:gd name="connsiteY26" fmla="*/ 12000 h 883138"/>
                <a:gd name="connsiteX27" fmla="*/ 156016 w 1224136"/>
                <a:gd name="connsiteY27" fmla="*/ 0 h 88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24136" h="883138">
                  <a:moveTo>
                    <a:pt x="880442" y="361080"/>
                  </a:moveTo>
                  <a:cubicBezTo>
                    <a:pt x="950038" y="361080"/>
                    <a:pt x="1006456" y="417498"/>
                    <a:pt x="1006456" y="487094"/>
                  </a:cubicBezTo>
                  <a:cubicBezTo>
                    <a:pt x="1006456" y="556690"/>
                    <a:pt x="950038" y="613108"/>
                    <a:pt x="880442" y="613108"/>
                  </a:cubicBezTo>
                  <a:cubicBezTo>
                    <a:pt x="810846" y="613108"/>
                    <a:pt x="754428" y="556690"/>
                    <a:pt x="754428" y="487094"/>
                  </a:cubicBezTo>
                  <a:cubicBezTo>
                    <a:pt x="754428" y="417498"/>
                    <a:pt x="810846" y="361080"/>
                    <a:pt x="880442" y="361080"/>
                  </a:cubicBezTo>
                  <a:close/>
                  <a:moveTo>
                    <a:pt x="880442" y="235066"/>
                  </a:moveTo>
                  <a:cubicBezTo>
                    <a:pt x="741251" y="235066"/>
                    <a:pt x="628414" y="347903"/>
                    <a:pt x="628414" y="487094"/>
                  </a:cubicBezTo>
                  <a:cubicBezTo>
                    <a:pt x="628414" y="626285"/>
                    <a:pt x="741251" y="739122"/>
                    <a:pt x="880442" y="739122"/>
                  </a:cubicBezTo>
                  <a:cubicBezTo>
                    <a:pt x="1019633" y="739122"/>
                    <a:pt x="1132470" y="626285"/>
                    <a:pt x="1132470" y="487094"/>
                  </a:cubicBezTo>
                  <a:cubicBezTo>
                    <a:pt x="1132470" y="347903"/>
                    <a:pt x="1019633" y="235066"/>
                    <a:pt x="880442" y="235066"/>
                  </a:cubicBezTo>
                  <a:close/>
                  <a:moveTo>
                    <a:pt x="132017" y="91050"/>
                  </a:moveTo>
                  <a:lnTo>
                    <a:pt x="1092119" y="91050"/>
                  </a:lnTo>
                  <a:cubicBezTo>
                    <a:pt x="1165030" y="91050"/>
                    <a:pt x="1224136" y="150156"/>
                    <a:pt x="1224136" y="223067"/>
                  </a:cubicBezTo>
                  <a:lnTo>
                    <a:pt x="1224136" y="751121"/>
                  </a:lnTo>
                  <a:cubicBezTo>
                    <a:pt x="1224136" y="824032"/>
                    <a:pt x="1165030" y="883138"/>
                    <a:pt x="1092119" y="883138"/>
                  </a:cubicBezTo>
                  <a:lnTo>
                    <a:pt x="132017" y="883138"/>
                  </a:lnTo>
                  <a:cubicBezTo>
                    <a:pt x="59106" y="883138"/>
                    <a:pt x="0" y="824032"/>
                    <a:pt x="0" y="751121"/>
                  </a:cubicBezTo>
                  <a:lnTo>
                    <a:pt x="0" y="223067"/>
                  </a:lnTo>
                  <a:cubicBezTo>
                    <a:pt x="0" y="150156"/>
                    <a:pt x="59106" y="91050"/>
                    <a:pt x="132017" y="91050"/>
                  </a:cubicBezTo>
                  <a:close/>
                  <a:moveTo>
                    <a:pt x="156016" y="0"/>
                  </a:moveTo>
                  <a:lnTo>
                    <a:pt x="348040" y="0"/>
                  </a:lnTo>
                  <a:cubicBezTo>
                    <a:pt x="354667" y="0"/>
                    <a:pt x="360040" y="5373"/>
                    <a:pt x="360040" y="12000"/>
                  </a:cubicBezTo>
                  <a:lnTo>
                    <a:pt x="360040" y="60000"/>
                  </a:lnTo>
                  <a:cubicBezTo>
                    <a:pt x="360040" y="66627"/>
                    <a:pt x="354667" y="72000"/>
                    <a:pt x="348040" y="72000"/>
                  </a:cubicBezTo>
                  <a:lnTo>
                    <a:pt x="156016" y="72000"/>
                  </a:lnTo>
                  <a:cubicBezTo>
                    <a:pt x="149389" y="72000"/>
                    <a:pt x="144016" y="66627"/>
                    <a:pt x="144016" y="60000"/>
                  </a:cubicBezTo>
                  <a:lnTo>
                    <a:pt x="144016" y="12000"/>
                  </a:lnTo>
                  <a:cubicBezTo>
                    <a:pt x="144016" y="5373"/>
                    <a:pt x="149389" y="0"/>
                    <a:pt x="15601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1600">
                <a:solidFill>
                  <a:schemeClr val="bg1">
                    <a:lumMod val="50000"/>
                  </a:schemeClr>
                </a:solidFill>
              </a:endParaRPr>
            </a:p>
          </p:txBody>
        </p:sp>
        <p:sp>
          <p:nvSpPr>
            <p:cNvPr id="10" name="KSO_Shape"/>
            <p:cNvSpPr/>
            <p:nvPr/>
          </p:nvSpPr>
          <p:spPr>
            <a:xfrm>
              <a:off x="2452931" y="2667120"/>
              <a:ext cx="452438" cy="341312"/>
            </a:xfrm>
            <a:custGeom>
              <a:avLst/>
              <a:gdLst>
                <a:gd name="connsiteX0" fmla="*/ 367281 w 529316"/>
                <a:gd name="connsiteY0" fmla="*/ 196274 h 401026"/>
                <a:gd name="connsiteX1" fmla="*/ 355293 w 529316"/>
                <a:gd name="connsiteY1" fmla="*/ 208263 h 401026"/>
                <a:gd name="connsiteX2" fmla="*/ 465090 w 529316"/>
                <a:gd name="connsiteY2" fmla="*/ 318060 h 401026"/>
                <a:gd name="connsiteX3" fmla="*/ 466739 w 529316"/>
                <a:gd name="connsiteY3" fmla="*/ 320716 h 401026"/>
                <a:gd name="connsiteX4" fmla="*/ 491723 w 529316"/>
                <a:gd name="connsiteY4" fmla="*/ 320716 h 401026"/>
                <a:gd name="connsiteX5" fmla="*/ 162035 w 529316"/>
                <a:gd name="connsiteY5" fmla="*/ 196274 h 401026"/>
                <a:gd name="connsiteX6" fmla="*/ 37593 w 529316"/>
                <a:gd name="connsiteY6" fmla="*/ 320716 h 401026"/>
                <a:gd name="connsiteX7" fmla="*/ 62577 w 529316"/>
                <a:gd name="connsiteY7" fmla="*/ 320716 h 401026"/>
                <a:gd name="connsiteX8" fmla="*/ 64225 w 529316"/>
                <a:gd name="connsiteY8" fmla="*/ 318061 h 401026"/>
                <a:gd name="connsiteX9" fmla="*/ 174023 w 529316"/>
                <a:gd name="connsiteY9" fmla="*/ 208263 h 401026"/>
                <a:gd name="connsiteX10" fmla="*/ 46349 w 529316"/>
                <a:gd name="connsiteY10" fmla="*/ 80311 h 401026"/>
                <a:gd name="connsiteX11" fmla="*/ 222791 w 529316"/>
                <a:gd name="connsiteY11" fmla="*/ 256753 h 401026"/>
                <a:gd name="connsiteX12" fmla="*/ 263500 w 529316"/>
                <a:gd name="connsiteY12" fmla="*/ 273616 h 401026"/>
                <a:gd name="connsiteX13" fmla="*/ 264659 w 529316"/>
                <a:gd name="connsiteY13" fmla="*/ 273504 h 401026"/>
                <a:gd name="connsiteX14" fmla="*/ 306525 w 529316"/>
                <a:gd name="connsiteY14" fmla="*/ 256753 h 401026"/>
                <a:gd name="connsiteX15" fmla="*/ 482968 w 529316"/>
                <a:gd name="connsiteY15" fmla="*/ 80311 h 401026"/>
                <a:gd name="connsiteX16" fmla="*/ 458990 w 529316"/>
                <a:gd name="connsiteY16" fmla="*/ 80311 h 401026"/>
                <a:gd name="connsiteX17" fmla="*/ 300904 w 529316"/>
                <a:gd name="connsiteY17" fmla="*/ 238397 h 401026"/>
                <a:gd name="connsiteX18" fmla="*/ 264659 w 529316"/>
                <a:gd name="connsiteY18" fmla="*/ 252899 h 401026"/>
                <a:gd name="connsiteX19" fmla="*/ 263656 w 529316"/>
                <a:gd name="connsiteY19" fmla="*/ 252995 h 401026"/>
                <a:gd name="connsiteX20" fmla="*/ 228412 w 529316"/>
                <a:gd name="connsiteY20" fmla="*/ 238397 h 401026"/>
                <a:gd name="connsiteX21" fmla="*/ 70326 w 529316"/>
                <a:gd name="connsiteY21" fmla="*/ 80311 h 401026"/>
                <a:gd name="connsiteX22" fmla="*/ 92015 w 529316"/>
                <a:gd name="connsiteY22" fmla="*/ 0 h 401026"/>
                <a:gd name="connsiteX23" fmla="*/ 437301 w 529316"/>
                <a:gd name="connsiteY23" fmla="*/ 0 h 401026"/>
                <a:gd name="connsiteX24" fmla="*/ 529316 w 529316"/>
                <a:gd name="connsiteY24" fmla="*/ 92015 h 401026"/>
                <a:gd name="connsiteX25" fmla="*/ 529316 w 529316"/>
                <a:gd name="connsiteY25" fmla="*/ 309011 h 401026"/>
                <a:gd name="connsiteX26" fmla="*/ 437301 w 529316"/>
                <a:gd name="connsiteY26" fmla="*/ 401026 h 401026"/>
                <a:gd name="connsiteX27" fmla="*/ 92015 w 529316"/>
                <a:gd name="connsiteY27" fmla="*/ 401026 h 401026"/>
                <a:gd name="connsiteX28" fmla="*/ 0 w 529316"/>
                <a:gd name="connsiteY28" fmla="*/ 309011 h 401026"/>
                <a:gd name="connsiteX29" fmla="*/ 0 w 529316"/>
                <a:gd name="connsiteY29" fmla="*/ 92015 h 401026"/>
                <a:gd name="connsiteX30" fmla="*/ 92015 w 529316"/>
                <a:gd name="connsiteY30" fmla="*/ 0 h 401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29316" h="401026">
                  <a:moveTo>
                    <a:pt x="367281" y="196274"/>
                  </a:moveTo>
                  <a:lnTo>
                    <a:pt x="355293" y="208263"/>
                  </a:lnTo>
                  <a:lnTo>
                    <a:pt x="465090" y="318060"/>
                  </a:lnTo>
                  <a:cubicBezTo>
                    <a:pt x="465822" y="318792"/>
                    <a:pt x="466527" y="319541"/>
                    <a:pt x="466739" y="320716"/>
                  </a:cubicBezTo>
                  <a:lnTo>
                    <a:pt x="491723" y="320716"/>
                  </a:lnTo>
                  <a:close/>
                  <a:moveTo>
                    <a:pt x="162035" y="196274"/>
                  </a:moveTo>
                  <a:lnTo>
                    <a:pt x="37593" y="320716"/>
                  </a:lnTo>
                  <a:lnTo>
                    <a:pt x="62577" y="320716"/>
                  </a:lnTo>
                  <a:lnTo>
                    <a:pt x="64225" y="318061"/>
                  </a:lnTo>
                  <a:lnTo>
                    <a:pt x="174023" y="208263"/>
                  </a:lnTo>
                  <a:close/>
                  <a:moveTo>
                    <a:pt x="46349" y="80311"/>
                  </a:moveTo>
                  <a:lnTo>
                    <a:pt x="222791" y="256753"/>
                  </a:lnTo>
                  <a:cubicBezTo>
                    <a:pt x="234032" y="267995"/>
                    <a:pt x="248767" y="273616"/>
                    <a:pt x="263500" y="273616"/>
                  </a:cubicBezTo>
                  <a:cubicBezTo>
                    <a:pt x="263887" y="273616"/>
                    <a:pt x="264274" y="273611"/>
                    <a:pt x="264659" y="273504"/>
                  </a:cubicBezTo>
                  <a:cubicBezTo>
                    <a:pt x="279774" y="273906"/>
                    <a:pt x="294989" y="268289"/>
                    <a:pt x="306525" y="256753"/>
                  </a:cubicBezTo>
                  <a:lnTo>
                    <a:pt x="482968" y="80311"/>
                  </a:lnTo>
                  <a:lnTo>
                    <a:pt x="458990" y="80311"/>
                  </a:lnTo>
                  <a:lnTo>
                    <a:pt x="300904" y="238397"/>
                  </a:lnTo>
                  <a:cubicBezTo>
                    <a:pt x="290917" y="248385"/>
                    <a:pt x="277745" y="253247"/>
                    <a:pt x="264659" y="252899"/>
                  </a:cubicBezTo>
                  <a:cubicBezTo>
                    <a:pt x="264325" y="252991"/>
                    <a:pt x="263990" y="252995"/>
                    <a:pt x="263656" y="252995"/>
                  </a:cubicBezTo>
                  <a:cubicBezTo>
                    <a:pt x="250900" y="252995"/>
                    <a:pt x="238144" y="248128"/>
                    <a:pt x="228412" y="238397"/>
                  </a:cubicBezTo>
                  <a:lnTo>
                    <a:pt x="70326" y="80311"/>
                  </a:lnTo>
                  <a:close/>
                  <a:moveTo>
                    <a:pt x="92015" y="0"/>
                  </a:moveTo>
                  <a:lnTo>
                    <a:pt x="437301" y="0"/>
                  </a:lnTo>
                  <a:cubicBezTo>
                    <a:pt x="488119" y="0"/>
                    <a:pt x="529316" y="41197"/>
                    <a:pt x="529316" y="92015"/>
                  </a:cubicBezTo>
                  <a:lnTo>
                    <a:pt x="529316" y="309011"/>
                  </a:lnTo>
                  <a:cubicBezTo>
                    <a:pt x="529316" y="359829"/>
                    <a:pt x="488119" y="401026"/>
                    <a:pt x="437301" y="401026"/>
                  </a:cubicBezTo>
                  <a:lnTo>
                    <a:pt x="92015" y="401026"/>
                  </a:lnTo>
                  <a:cubicBezTo>
                    <a:pt x="41197" y="401026"/>
                    <a:pt x="0" y="359829"/>
                    <a:pt x="0" y="309011"/>
                  </a:cubicBezTo>
                  <a:lnTo>
                    <a:pt x="0" y="92015"/>
                  </a:lnTo>
                  <a:cubicBezTo>
                    <a:pt x="0" y="41197"/>
                    <a:pt x="41197" y="0"/>
                    <a:pt x="9201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1600">
                <a:solidFill>
                  <a:schemeClr val="bg1">
                    <a:lumMod val="50000"/>
                  </a:schemeClr>
                </a:solidFill>
              </a:endParaRPr>
            </a:p>
          </p:txBody>
        </p:sp>
        <p:sp>
          <p:nvSpPr>
            <p:cNvPr id="11" name="KSO_Shape"/>
            <p:cNvSpPr/>
            <p:nvPr/>
          </p:nvSpPr>
          <p:spPr>
            <a:xfrm>
              <a:off x="2576756" y="3865682"/>
              <a:ext cx="419100" cy="314325"/>
            </a:xfrm>
            <a:custGeom>
              <a:avLst/>
              <a:gdLst>
                <a:gd name="connsiteX0" fmla="*/ 577329 w 833225"/>
                <a:gd name="connsiteY0" fmla="*/ 241699 h 624687"/>
                <a:gd name="connsiteX1" fmla="*/ 541325 w 833225"/>
                <a:gd name="connsiteY1" fmla="*/ 277703 h 624687"/>
                <a:gd name="connsiteX2" fmla="*/ 577329 w 833225"/>
                <a:gd name="connsiteY2" fmla="*/ 313707 h 624687"/>
                <a:gd name="connsiteX3" fmla="*/ 613333 w 833225"/>
                <a:gd name="connsiteY3" fmla="*/ 277703 h 624687"/>
                <a:gd name="connsiteX4" fmla="*/ 577329 w 833225"/>
                <a:gd name="connsiteY4" fmla="*/ 241699 h 624687"/>
                <a:gd name="connsiteX5" fmla="*/ 424929 w 833225"/>
                <a:gd name="connsiteY5" fmla="*/ 241699 h 624687"/>
                <a:gd name="connsiteX6" fmla="*/ 388925 w 833225"/>
                <a:gd name="connsiteY6" fmla="*/ 277703 h 624687"/>
                <a:gd name="connsiteX7" fmla="*/ 424929 w 833225"/>
                <a:gd name="connsiteY7" fmla="*/ 313707 h 624687"/>
                <a:gd name="connsiteX8" fmla="*/ 460933 w 833225"/>
                <a:gd name="connsiteY8" fmla="*/ 277703 h 624687"/>
                <a:gd name="connsiteX9" fmla="*/ 424929 w 833225"/>
                <a:gd name="connsiteY9" fmla="*/ 241699 h 624687"/>
                <a:gd name="connsiteX10" fmla="*/ 272529 w 833225"/>
                <a:gd name="connsiteY10" fmla="*/ 241699 h 624687"/>
                <a:gd name="connsiteX11" fmla="*/ 236525 w 833225"/>
                <a:gd name="connsiteY11" fmla="*/ 277703 h 624687"/>
                <a:gd name="connsiteX12" fmla="*/ 272529 w 833225"/>
                <a:gd name="connsiteY12" fmla="*/ 313707 h 624687"/>
                <a:gd name="connsiteX13" fmla="*/ 308533 w 833225"/>
                <a:gd name="connsiteY13" fmla="*/ 277703 h 624687"/>
                <a:gd name="connsiteX14" fmla="*/ 272529 w 833225"/>
                <a:gd name="connsiteY14" fmla="*/ 241699 h 624687"/>
                <a:gd name="connsiteX15" fmla="*/ 429066 w 833225"/>
                <a:gd name="connsiteY15" fmla="*/ 124 h 624687"/>
                <a:gd name="connsiteX16" fmla="*/ 543580 w 833225"/>
                <a:gd name="connsiteY16" fmla="*/ 13237 h 624687"/>
                <a:gd name="connsiteX17" fmla="*/ 789350 w 833225"/>
                <a:gd name="connsiteY17" fmla="*/ 401436 h 624687"/>
                <a:gd name="connsiteX18" fmla="*/ 362652 w 833225"/>
                <a:gd name="connsiteY18" fmla="*/ 552944 h 624687"/>
                <a:gd name="connsiteX19" fmla="*/ 243007 w 833225"/>
                <a:gd name="connsiteY19" fmla="*/ 624687 h 624687"/>
                <a:gd name="connsiteX20" fmla="*/ 211865 w 833225"/>
                <a:gd name="connsiteY20" fmla="*/ 519440 h 624687"/>
                <a:gd name="connsiteX21" fmla="*/ 117966 w 833225"/>
                <a:gd name="connsiteY21" fmla="*/ 84077 h 624687"/>
                <a:gd name="connsiteX22" fmla="*/ 429066 w 833225"/>
                <a:gd name="connsiteY22" fmla="*/ 124 h 62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33225" h="624687">
                  <a:moveTo>
                    <a:pt x="577329" y="241699"/>
                  </a:moveTo>
                  <a:cubicBezTo>
                    <a:pt x="557445" y="241699"/>
                    <a:pt x="541325" y="257819"/>
                    <a:pt x="541325" y="277703"/>
                  </a:cubicBezTo>
                  <a:cubicBezTo>
                    <a:pt x="541325" y="297587"/>
                    <a:pt x="557445" y="313707"/>
                    <a:pt x="577329" y="313707"/>
                  </a:cubicBezTo>
                  <a:cubicBezTo>
                    <a:pt x="597213" y="313707"/>
                    <a:pt x="613333" y="297587"/>
                    <a:pt x="613333" y="277703"/>
                  </a:cubicBezTo>
                  <a:cubicBezTo>
                    <a:pt x="613333" y="257819"/>
                    <a:pt x="597213" y="241699"/>
                    <a:pt x="577329" y="241699"/>
                  </a:cubicBezTo>
                  <a:close/>
                  <a:moveTo>
                    <a:pt x="424929" y="241699"/>
                  </a:moveTo>
                  <a:cubicBezTo>
                    <a:pt x="405045" y="241699"/>
                    <a:pt x="388925" y="257819"/>
                    <a:pt x="388925" y="277703"/>
                  </a:cubicBezTo>
                  <a:cubicBezTo>
                    <a:pt x="388925" y="297587"/>
                    <a:pt x="405045" y="313707"/>
                    <a:pt x="424929" y="313707"/>
                  </a:cubicBezTo>
                  <a:cubicBezTo>
                    <a:pt x="444813" y="313707"/>
                    <a:pt x="460933" y="297587"/>
                    <a:pt x="460933" y="277703"/>
                  </a:cubicBezTo>
                  <a:cubicBezTo>
                    <a:pt x="460933" y="257819"/>
                    <a:pt x="444813" y="241699"/>
                    <a:pt x="424929" y="241699"/>
                  </a:cubicBezTo>
                  <a:close/>
                  <a:moveTo>
                    <a:pt x="272529" y="241699"/>
                  </a:moveTo>
                  <a:cubicBezTo>
                    <a:pt x="252645" y="241699"/>
                    <a:pt x="236525" y="257819"/>
                    <a:pt x="236525" y="277703"/>
                  </a:cubicBezTo>
                  <a:cubicBezTo>
                    <a:pt x="236525" y="297587"/>
                    <a:pt x="252645" y="313707"/>
                    <a:pt x="272529" y="313707"/>
                  </a:cubicBezTo>
                  <a:cubicBezTo>
                    <a:pt x="292413" y="313707"/>
                    <a:pt x="308533" y="297587"/>
                    <a:pt x="308533" y="277703"/>
                  </a:cubicBezTo>
                  <a:cubicBezTo>
                    <a:pt x="308533" y="257819"/>
                    <a:pt x="292413" y="241699"/>
                    <a:pt x="272529" y="241699"/>
                  </a:cubicBezTo>
                  <a:close/>
                  <a:moveTo>
                    <a:pt x="429066" y="124"/>
                  </a:moveTo>
                  <a:cubicBezTo>
                    <a:pt x="467414" y="891"/>
                    <a:pt x="505944" y="5202"/>
                    <a:pt x="543580" y="13237"/>
                  </a:cubicBezTo>
                  <a:cubicBezTo>
                    <a:pt x="786614" y="65121"/>
                    <a:pt x="903137" y="249172"/>
                    <a:pt x="789350" y="401436"/>
                  </a:cubicBezTo>
                  <a:cubicBezTo>
                    <a:pt x="710142" y="507428"/>
                    <a:pt x="538801" y="568267"/>
                    <a:pt x="362652" y="552944"/>
                  </a:cubicBezTo>
                  <a:lnTo>
                    <a:pt x="243007" y="624687"/>
                  </a:lnTo>
                  <a:lnTo>
                    <a:pt x="211865" y="519440"/>
                  </a:lnTo>
                  <a:cubicBezTo>
                    <a:pt x="-26035" y="429957"/>
                    <a:pt x="-72481" y="214611"/>
                    <a:pt x="117966" y="84077"/>
                  </a:cubicBezTo>
                  <a:cubicBezTo>
                    <a:pt x="200623" y="27423"/>
                    <a:pt x="314022" y="-2176"/>
                    <a:pt x="429066" y="12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en-US" sz="1600">
                <a:solidFill>
                  <a:schemeClr val="bg1">
                    <a:lumMod val="50000"/>
                  </a:schemeClr>
                </a:solidFill>
              </a:endParaRPr>
            </a:p>
          </p:txBody>
        </p:sp>
        <p:grpSp>
          <p:nvGrpSpPr>
            <p:cNvPr id="12" name="组合 11"/>
            <p:cNvGrpSpPr/>
            <p:nvPr/>
          </p:nvGrpSpPr>
          <p:grpSpPr>
            <a:xfrm>
              <a:off x="1325806" y="3008432"/>
              <a:ext cx="877888" cy="1168400"/>
              <a:chOff x="2443163" y="2125663"/>
              <a:chExt cx="315913" cy="511175"/>
            </a:xfrm>
          </p:grpSpPr>
          <p:sp>
            <p:nvSpPr>
              <p:cNvPr id="19" name="Freeform 78"/>
              <p:cNvSpPr/>
              <p:nvPr/>
            </p:nvSpPr>
            <p:spPr bwMode="auto">
              <a:xfrm>
                <a:off x="2443163" y="2125663"/>
                <a:ext cx="315913" cy="396875"/>
              </a:xfrm>
              <a:custGeom>
                <a:avLst/>
                <a:gdLst>
                  <a:gd name="T0" fmla="*/ 137085297 w 362"/>
                  <a:gd name="T1" fmla="*/ 0 h 455"/>
                  <a:gd name="T2" fmla="*/ 761856 w 362"/>
                  <a:gd name="T3" fmla="*/ 137709519 h 455"/>
                  <a:gd name="T4" fmla="*/ 55595452 w 362"/>
                  <a:gd name="T5" fmla="*/ 245746745 h 455"/>
                  <a:gd name="T6" fmla="*/ 83012686 w 362"/>
                  <a:gd name="T7" fmla="*/ 327915570 h 455"/>
                  <a:gd name="T8" fmla="*/ 137847154 w 362"/>
                  <a:gd name="T9" fmla="*/ 346175309 h 455"/>
                  <a:gd name="T10" fmla="*/ 192680749 w 362"/>
                  <a:gd name="T11" fmla="*/ 327915570 h 455"/>
                  <a:gd name="T12" fmla="*/ 192680749 w 362"/>
                  <a:gd name="T13" fmla="*/ 327915570 h 455"/>
                  <a:gd name="T14" fmla="*/ 220097983 w 362"/>
                  <a:gd name="T15" fmla="*/ 245746745 h 455"/>
                  <a:gd name="T16" fmla="*/ 274931579 w 362"/>
                  <a:gd name="T17" fmla="*/ 137709519 h 455"/>
                  <a:gd name="T18" fmla="*/ 139369994 w 362"/>
                  <a:gd name="T19" fmla="*/ 0 h 455"/>
                  <a:gd name="T20" fmla="*/ 137085297 w 362"/>
                  <a:gd name="T21" fmla="*/ 0 h 4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62" h="455">
                    <a:moveTo>
                      <a:pt x="180" y="0"/>
                    </a:moveTo>
                    <a:cubicBezTo>
                      <a:pt x="80" y="0"/>
                      <a:pt x="0" y="81"/>
                      <a:pt x="1" y="181"/>
                    </a:cubicBezTo>
                    <a:cubicBezTo>
                      <a:pt x="1" y="239"/>
                      <a:pt x="44" y="290"/>
                      <a:pt x="73" y="323"/>
                    </a:cubicBezTo>
                    <a:cubicBezTo>
                      <a:pt x="103" y="356"/>
                      <a:pt x="109" y="431"/>
                      <a:pt x="109" y="431"/>
                    </a:cubicBezTo>
                    <a:cubicBezTo>
                      <a:pt x="109" y="431"/>
                      <a:pt x="142" y="455"/>
                      <a:pt x="181" y="455"/>
                    </a:cubicBezTo>
                    <a:cubicBezTo>
                      <a:pt x="221" y="455"/>
                      <a:pt x="253" y="431"/>
                      <a:pt x="253" y="431"/>
                    </a:cubicBezTo>
                    <a:cubicBezTo>
                      <a:pt x="253" y="431"/>
                      <a:pt x="253" y="431"/>
                      <a:pt x="253" y="431"/>
                    </a:cubicBezTo>
                    <a:cubicBezTo>
                      <a:pt x="253" y="431"/>
                      <a:pt x="260" y="356"/>
                      <a:pt x="289" y="323"/>
                    </a:cubicBezTo>
                    <a:cubicBezTo>
                      <a:pt x="318" y="290"/>
                      <a:pt x="361" y="239"/>
                      <a:pt x="361" y="181"/>
                    </a:cubicBezTo>
                    <a:cubicBezTo>
                      <a:pt x="362" y="81"/>
                      <a:pt x="282" y="0"/>
                      <a:pt x="183" y="0"/>
                    </a:cubicBezTo>
                    <a:lnTo>
                      <a:pt x="180" y="0"/>
                    </a:lnTo>
                    <a:close/>
                  </a:path>
                </a:pathLst>
              </a:custGeom>
              <a:noFill/>
              <a:ln w="34925" cap="flat">
                <a:solidFill>
                  <a:srgbClr val="FFFF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sz="1600">
                  <a:solidFill>
                    <a:schemeClr val="bg1">
                      <a:lumMod val="50000"/>
                    </a:schemeClr>
                  </a:solidFill>
                </a:endParaRPr>
              </a:p>
            </p:txBody>
          </p:sp>
          <p:sp>
            <p:nvSpPr>
              <p:cNvPr id="20" name="Freeform 79"/>
              <p:cNvSpPr/>
              <p:nvPr/>
            </p:nvSpPr>
            <p:spPr bwMode="auto">
              <a:xfrm>
                <a:off x="2530475" y="2508250"/>
                <a:ext cx="69850" cy="55563"/>
              </a:xfrm>
              <a:custGeom>
                <a:avLst/>
                <a:gdLst>
                  <a:gd name="T0" fmla="*/ 9666895 w 81"/>
                  <a:gd name="T1" fmla="*/ 0 h 64"/>
                  <a:gd name="T2" fmla="*/ 3718435 w 81"/>
                  <a:gd name="T3" fmla="*/ 21104390 h 64"/>
                  <a:gd name="T4" fmla="*/ 60234846 w 81"/>
                  <a:gd name="T5" fmla="*/ 48238234 h 64"/>
                  <a:gd name="T6" fmla="*/ 0 60000 65536"/>
                  <a:gd name="T7" fmla="*/ 0 60000 65536"/>
                  <a:gd name="T8" fmla="*/ 0 60000 65536"/>
                </a:gdLst>
                <a:ahLst/>
                <a:cxnLst>
                  <a:cxn ang="T6">
                    <a:pos x="T0" y="T1"/>
                  </a:cxn>
                  <a:cxn ang="T7">
                    <a:pos x="T2" y="T3"/>
                  </a:cxn>
                  <a:cxn ang="T8">
                    <a:pos x="T4" y="T5"/>
                  </a:cxn>
                </a:cxnLst>
                <a:rect l="0" t="0" r="r" b="b"/>
                <a:pathLst>
                  <a:path w="81" h="64">
                    <a:moveTo>
                      <a:pt x="13" y="0"/>
                    </a:moveTo>
                    <a:cubicBezTo>
                      <a:pt x="8" y="14"/>
                      <a:pt x="0" y="16"/>
                      <a:pt x="5" y="28"/>
                    </a:cubicBezTo>
                    <a:cubicBezTo>
                      <a:pt x="11" y="40"/>
                      <a:pt x="42" y="64"/>
                      <a:pt x="81" y="64"/>
                    </a:cubicBezTo>
                  </a:path>
                </a:pathLst>
              </a:custGeom>
              <a:noFill/>
              <a:ln w="34925"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sz="1600">
                  <a:solidFill>
                    <a:schemeClr val="bg1">
                      <a:lumMod val="50000"/>
                    </a:schemeClr>
                  </a:solidFill>
                </a:endParaRPr>
              </a:p>
            </p:txBody>
          </p:sp>
          <p:sp>
            <p:nvSpPr>
              <p:cNvPr id="21" name="Freeform 80"/>
              <p:cNvSpPr/>
              <p:nvPr/>
            </p:nvSpPr>
            <p:spPr bwMode="auto">
              <a:xfrm>
                <a:off x="2600325" y="2508250"/>
                <a:ext cx="71438" cy="55563"/>
              </a:xfrm>
              <a:custGeom>
                <a:avLst/>
                <a:gdLst>
                  <a:gd name="T0" fmla="*/ 51610470 w 82"/>
                  <a:gd name="T1" fmla="*/ 0 h 64"/>
                  <a:gd name="T2" fmla="*/ 57682700 w 82"/>
                  <a:gd name="T3" fmla="*/ 21104390 h 64"/>
                  <a:gd name="T4" fmla="*/ 0 w 82"/>
                  <a:gd name="T5" fmla="*/ 48238234 h 64"/>
                  <a:gd name="T6" fmla="*/ 0 60000 65536"/>
                  <a:gd name="T7" fmla="*/ 0 60000 65536"/>
                  <a:gd name="T8" fmla="*/ 0 60000 65536"/>
                </a:gdLst>
                <a:ahLst/>
                <a:cxnLst>
                  <a:cxn ang="T6">
                    <a:pos x="T0" y="T1"/>
                  </a:cxn>
                  <a:cxn ang="T7">
                    <a:pos x="T2" y="T3"/>
                  </a:cxn>
                  <a:cxn ang="T8">
                    <a:pos x="T4" y="T5"/>
                  </a:cxn>
                </a:cxnLst>
                <a:rect l="0" t="0" r="r" b="b"/>
                <a:pathLst>
                  <a:path w="82" h="64">
                    <a:moveTo>
                      <a:pt x="68" y="0"/>
                    </a:moveTo>
                    <a:cubicBezTo>
                      <a:pt x="74" y="14"/>
                      <a:pt x="82" y="16"/>
                      <a:pt x="76" y="28"/>
                    </a:cubicBezTo>
                    <a:cubicBezTo>
                      <a:pt x="71" y="40"/>
                      <a:pt x="40" y="64"/>
                      <a:pt x="0" y="64"/>
                    </a:cubicBezTo>
                  </a:path>
                </a:pathLst>
              </a:custGeom>
              <a:noFill/>
              <a:ln w="34925"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sz="1600">
                  <a:solidFill>
                    <a:schemeClr val="bg1">
                      <a:lumMod val="50000"/>
                    </a:schemeClr>
                  </a:solidFill>
                </a:endParaRPr>
              </a:p>
            </p:txBody>
          </p:sp>
          <p:sp>
            <p:nvSpPr>
              <p:cNvPr id="22" name="Freeform 81"/>
              <p:cNvSpPr/>
              <p:nvPr/>
            </p:nvSpPr>
            <p:spPr bwMode="auto">
              <a:xfrm>
                <a:off x="2530475" y="2551113"/>
                <a:ext cx="69850" cy="55563"/>
              </a:xfrm>
              <a:custGeom>
                <a:avLst/>
                <a:gdLst>
                  <a:gd name="T0" fmla="*/ 9666895 w 81"/>
                  <a:gd name="T1" fmla="*/ 0 h 64"/>
                  <a:gd name="T2" fmla="*/ 3718435 w 81"/>
                  <a:gd name="T3" fmla="*/ 21104390 h 64"/>
                  <a:gd name="T4" fmla="*/ 60234846 w 81"/>
                  <a:gd name="T5" fmla="*/ 48238234 h 64"/>
                  <a:gd name="T6" fmla="*/ 0 60000 65536"/>
                  <a:gd name="T7" fmla="*/ 0 60000 65536"/>
                  <a:gd name="T8" fmla="*/ 0 60000 65536"/>
                </a:gdLst>
                <a:ahLst/>
                <a:cxnLst>
                  <a:cxn ang="T6">
                    <a:pos x="T0" y="T1"/>
                  </a:cxn>
                  <a:cxn ang="T7">
                    <a:pos x="T2" y="T3"/>
                  </a:cxn>
                  <a:cxn ang="T8">
                    <a:pos x="T4" y="T5"/>
                  </a:cxn>
                </a:cxnLst>
                <a:rect l="0" t="0" r="r" b="b"/>
                <a:pathLst>
                  <a:path w="81" h="64">
                    <a:moveTo>
                      <a:pt x="13" y="0"/>
                    </a:moveTo>
                    <a:cubicBezTo>
                      <a:pt x="8" y="14"/>
                      <a:pt x="0" y="16"/>
                      <a:pt x="5" y="28"/>
                    </a:cubicBezTo>
                    <a:cubicBezTo>
                      <a:pt x="11" y="40"/>
                      <a:pt x="42" y="64"/>
                      <a:pt x="81" y="64"/>
                    </a:cubicBezTo>
                  </a:path>
                </a:pathLst>
              </a:custGeom>
              <a:noFill/>
              <a:ln w="34925"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sz="1600">
                  <a:solidFill>
                    <a:schemeClr val="bg1">
                      <a:lumMod val="50000"/>
                    </a:schemeClr>
                  </a:solidFill>
                </a:endParaRPr>
              </a:p>
            </p:txBody>
          </p:sp>
          <p:sp>
            <p:nvSpPr>
              <p:cNvPr id="23" name="Freeform 82"/>
              <p:cNvSpPr/>
              <p:nvPr/>
            </p:nvSpPr>
            <p:spPr bwMode="auto">
              <a:xfrm>
                <a:off x="2600325" y="2551113"/>
                <a:ext cx="71438" cy="55563"/>
              </a:xfrm>
              <a:custGeom>
                <a:avLst/>
                <a:gdLst>
                  <a:gd name="T0" fmla="*/ 51610470 w 82"/>
                  <a:gd name="T1" fmla="*/ 0 h 64"/>
                  <a:gd name="T2" fmla="*/ 57682700 w 82"/>
                  <a:gd name="T3" fmla="*/ 21104390 h 64"/>
                  <a:gd name="T4" fmla="*/ 0 w 82"/>
                  <a:gd name="T5" fmla="*/ 48238234 h 64"/>
                  <a:gd name="T6" fmla="*/ 0 60000 65536"/>
                  <a:gd name="T7" fmla="*/ 0 60000 65536"/>
                  <a:gd name="T8" fmla="*/ 0 60000 65536"/>
                </a:gdLst>
                <a:ahLst/>
                <a:cxnLst>
                  <a:cxn ang="T6">
                    <a:pos x="T0" y="T1"/>
                  </a:cxn>
                  <a:cxn ang="T7">
                    <a:pos x="T2" y="T3"/>
                  </a:cxn>
                  <a:cxn ang="T8">
                    <a:pos x="T4" y="T5"/>
                  </a:cxn>
                </a:cxnLst>
                <a:rect l="0" t="0" r="r" b="b"/>
                <a:pathLst>
                  <a:path w="82" h="64">
                    <a:moveTo>
                      <a:pt x="68" y="0"/>
                    </a:moveTo>
                    <a:cubicBezTo>
                      <a:pt x="74" y="14"/>
                      <a:pt x="82" y="16"/>
                      <a:pt x="76" y="28"/>
                    </a:cubicBezTo>
                    <a:cubicBezTo>
                      <a:pt x="71" y="40"/>
                      <a:pt x="40" y="64"/>
                      <a:pt x="0" y="64"/>
                    </a:cubicBezTo>
                  </a:path>
                </a:pathLst>
              </a:custGeom>
              <a:noFill/>
              <a:ln w="34925"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sz="1600">
                  <a:solidFill>
                    <a:schemeClr val="bg1">
                      <a:lumMod val="50000"/>
                    </a:schemeClr>
                  </a:solidFill>
                </a:endParaRPr>
              </a:p>
            </p:txBody>
          </p:sp>
          <p:sp>
            <p:nvSpPr>
              <p:cNvPr id="24" name="Freeform 83"/>
              <p:cNvSpPr/>
              <p:nvPr/>
            </p:nvSpPr>
            <p:spPr bwMode="auto">
              <a:xfrm>
                <a:off x="2562225" y="2613025"/>
                <a:ext cx="77788" cy="23813"/>
              </a:xfrm>
              <a:custGeom>
                <a:avLst/>
                <a:gdLst>
                  <a:gd name="T0" fmla="*/ 68761056 w 88"/>
                  <a:gd name="T1" fmla="*/ 0 h 27"/>
                  <a:gd name="T2" fmla="*/ 34380528 w 88"/>
                  <a:gd name="T3" fmla="*/ 21002184 h 27"/>
                  <a:gd name="T4" fmla="*/ 0 w 88"/>
                  <a:gd name="T5" fmla="*/ 0 h 27"/>
                  <a:gd name="T6" fmla="*/ 0 60000 65536"/>
                  <a:gd name="T7" fmla="*/ 0 60000 65536"/>
                  <a:gd name="T8" fmla="*/ 0 60000 65536"/>
                </a:gdLst>
                <a:ahLst/>
                <a:cxnLst>
                  <a:cxn ang="T6">
                    <a:pos x="T0" y="T1"/>
                  </a:cxn>
                  <a:cxn ang="T7">
                    <a:pos x="T2" y="T3"/>
                  </a:cxn>
                  <a:cxn ang="T8">
                    <a:pos x="T4" y="T5"/>
                  </a:cxn>
                </a:cxnLst>
                <a:rect l="0" t="0" r="r" b="b"/>
                <a:pathLst>
                  <a:path w="88" h="27">
                    <a:moveTo>
                      <a:pt x="88" y="0"/>
                    </a:moveTo>
                    <a:cubicBezTo>
                      <a:pt x="88" y="0"/>
                      <a:pt x="69" y="27"/>
                      <a:pt x="44" y="27"/>
                    </a:cubicBezTo>
                    <a:cubicBezTo>
                      <a:pt x="20" y="27"/>
                      <a:pt x="0" y="0"/>
                      <a:pt x="0"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solidFill>
                    <a:schemeClr val="bg1">
                      <a:lumMod val="50000"/>
                    </a:schemeClr>
                  </a:solidFill>
                </a:endParaRPr>
              </a:p>
            </p:txBody>
          </p:sp>
          <p:sp>
            <p:nvSpPr>
              <p:cNvPr id="25" name="Freeform 84"/>
              <p:cNvSpPr/>
              <p:nvPr/>
            </p:nvSpPr>
            <p:spPr bwMode="auto">
              <a:xfrm>
                <a:off x="2544763" y="2297113"/>
                <a:ext cx="112713" cy="219075"/>
              </a:xfrm>
              <a:custGeom>
                <a:avLst/>
                <a:gdLst>
                  <a:gd name="T0" fmla="*/ 60484018 w 71"/>
                  <a:gd name="T1" fmla="*/ 347781563 h 138"/>
                  <a:gd name="T2" fmla="*/ 0 w 71"/>
                  <a:gd name="T3" fmla="*/ 25201563 h 138"/>
                  <a:gd name="T4" fmla="*/ 15121005 w 71"/>
                  <a:gd name="T5" fmla="*/ 0 h 138"/>
                  <a:gd name="T6" fmla="*/ 40322679 w 71"/>
                  <a:gd name="T7" fmla="*/ 50403125 h 138"/>
                  <a:gd name="T8" fmla="*/ 63004979 w 71"/>
                  <a:gd name="T9" fmla="*/ 0 h 138"/>
                  <a:gd name="T10" fmla="*/ 88206654 w 71"/>
                  <a:gd name="T11" fmla="*/ 50403125 h 138"/>
                  <a:gd name="T12" fmla="*/ 113408328 w 71"/>
                  <a:gd name="T13" fmla="*/ 0 h 138"/>
                  <a:gd name="T14" fmla="*/ 138610002 w 71"/>
                  <a:gd name="T15" fmla="*/ 50403125 h 138"/>
                  <a:gd name="T16" fmla="*/ 163811677 w 71"/>
                  <a:gd name="T17" fmla="*/ 0 h 138"/>
                  <a:gd name="T18" fmla="*/ 178932681 w 71"/>
                  <a:gd name="T19" fmla="*/ 25201563 h 138"/>
                  <a:gd name="T20" fmla="*/ 115927702 w 71"/>
                  <a:gd name="T21" fmla="*/ 347781563 h 13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1" h="138">
                    <a:moveTo>
                      <a:pt x="24" y="138"/>
                    </a:moveTo>
                    <a:lnTo>
                      <a:pt x="0" y="10"/>
                    </a:lnTo>
                    <a:lnTo>
                      <a:pt x="6" y="0"/>
                    </a:lnTo>
                    <a:lnTo>
                      <a:pt x="16" y="20"/>
                    </a:lnTo>
                    <a:lnTo>
                      <a:pt x="25" y="0"/>
                    </a:lnTo>
                    <a:lnTo>
                      <a:pt x="35" y="20"/>
                    </a:lnTo>
                    <a:lnTo>
                      <a:pt x="45" y="0"/>
                    </a:lnTo>
                    <a:lnTo>
                      <a:pt x="55" y="20"/>
                    </a:lnTo>
                    <a:lnTo>
                      <a:pt x="65" y="0"/>
                    </a:lnTo>
                    <a:lnTo>
                      <a:pt x="71" y="10"/>
                    </a:lnTo>
                    <a:lnTo>
                      <a:pt x="46" y="138"/>
                    </a:lnTo>
                  </a:path>
                </a:pathLst>
              </a:custGeom>
              <a:noFill/>
              <a:ln w="11113"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sz="1600">
                  <a:solidFill>
                    <a:schemeClr val="bg1">
                      <a:lumMod val="50000"/>
                    </a:schemeClr>
                  </a:solidFill>
                </a:endParaRPr>
              </a:p>
            </p:txBody>
          </p:sp>
        </p:grpSp>
      </p:grpSp>
      <p:sp>
        <p:nvSpPr>
          <p:cNvPr id="27" name="Subtitle 2"/>
          <p:cNvSpPr txBox="1"/>
          <p:nvPr/>
        </p:nvSpPr>
        <p:spPr>
          <a:xfrm>
            <a:off x="5029835" y="2265266"/>
            <a:ext cx="5096510" cy="2695131"/>
          </a:xfrm>
          <a:prstGeom prst="rect">
            <a:avLst/>
          </a:prstGeom>
        </p:spPr>
        <p:txBody>
          <a:bodyPr vert="horz" wrap="square" lIns="108745" tIns="54373" rIns="108745" bIns="54373" rtlCol="0">
            <a:spAutoFit/>
          </a:bodyPr>
          <a:lstStyle>
            <a:lvl1pPr marL="0" indent="0" algn="ctr" defTabSz="1087755" rtl="0" eaLnBrk="1" latinLnBrk="0" hangingPunct="1">
              <a:lnSpc>
                <a:spcPct val="120000"/>
              </a:lnSpc>
              <a:spcBef>
                <a:spcPct val="20000"/>
              </a:spcBef>
              <a:buFont typeface="Arial" panose="020B0604020202020204"/>
              <a:buNone/>
              <a:defRPr sz="2400" kern="1200">
                <a:solidFill>
                  <a:schemeClr val="tx2"/>
                </a:solidFill>
                <a:latin typeface="Open Sans Light"/>
                <a:ea typeface="+mn-ea"/>
                <a:cs typeface="Open Sans Light"/>
              </a:defRPr>
            </a:lvl1pPr>
            <a:lvl2pPr marL="1087755" indent="0" algn="ctr" defTabSz="1087755" rtl="0" eaLnBrk="1" latinLnBrk="0" hangingPunct="1">
              <a:lnSpc>
                <a:spcPct val="130000"/>
              </a:lnSpc>
              <a:spcBef>
                <a:spcPct val="20000"/>
              </a:spcBef>
              <a:buFont typeface="Arial" panose="020B0604020202020204"/>
              <a:buNone/>
              <a:defRPr sz="3200" kern="1200">
                <a:solidFill>
                  <a:schemeClr val="tx1">
                    <a:tint val="75000"/>
                  </a:schemeClr>
                </a:solidFill>
                <a:latin typeface="Open Sans"/>
                <a:ea typeface="+mn-ea"/>
                <a:cs typeface="Open Sans"/>
              </a:defRPr>
            </a:lvl2pPr>
            <a:lvl3pPr marL="2175510" indent="0" algn="ctr" defTabSz="1087755" rtl="0" eaLnBrk="1" latinLnBrk="0" hangingPunct="1">
              <a:lnSpc>
                <a:spcPct val="130000"/>
              </a:lnSpc>
              <a:spcBef>
                <a:spcPct val="20000"/>
              </a:spcBef>
              <a:buFont typeface="Arial" panose="020B0604020202020204"/>
              <a:buNone/>
              <a:defRPr sz="3200" kern="1200">
                <a:solidFill>
                  <a:schemeClr val="tx1">
                    <a:tint val="75000"/>
                  </a:schemeClr>
                </a:solidFill>
                <a:latin typeface="Open Sans"/>
                <a:ea typeface="+mn-ea"/>
                <a:cs typeface="Open Sans"/>
              </a:defRPr>
            </a:lvl3pPr>
            <a:lvl4pPr marL="3262630" indent="0" algn="ctr" defTabSz="1087755" rtl="0" eaLnBrk="1" latinLnBrk="0" hangingPunct="1">
              <a:lnSpc>
                <a:spcPct val="130000"/>
              </a:lnSpc>
              <a:spcBef>
                <a:spcPct val="20000"/>
              </a:spcBef>
              <a:buFont typeface="Arial" panose="020B0604020202020204"/>
              <a:buNone/>
              <a:defRPr sz="3200" kern="1200">
                <a:solidFill>
                  <a:schemeClr val="tx1">
                    <a:tint val="75000"/>
                  </a:schemeClr>
                </a:solidFill>
                <a:latin typeface="Open Sans"/>
                <a:ea typeface="+mn-ea"/>
                <a:cs typeface="Open Sans"/>
              </a:defRPr>
            </a:lvl4pPr>
            <a:lvl5pPr marL="4350385" indent="0" algn="ctr" defTabSz="1087755" rtl="0" eaLnBrk="1" latinLnBrk="0" hangingPunct="1">
              <a:lnSpc>
                <a:spcPct val="130000"/>
              </a:lnSpc>
              <a:spcBef>
                <a:spcPct val="20000"/>
              </a:spcBef>
              <a:buFont typeface="Arial" panose="020B0604020202020204"/>
              <a:buNone/>
              <a:defRPr sz="3200" kern="1200">
                <a:solidFill>
                  <a:schemeClr val="tx1">
                    <a:tint val="75000"/>
                  </a:schemeClr>
                </a:solidFill>
                <a:latin typeface="Open Sans"/>
                <a:ea typeface="+mn-ea"/>
                <a:cs typeface="Open Sans"/>
              </a:defRPr>
            </a:lvl5pPr>
            <a:lvl6pPr marL="5438140" indent="0" algn="ctr" defTabSz="1087755" rtl="0" eaLnBrk="1" latinLnBrk="0" hangingPunct="1">
              <a:spcBef>
                <a:spcPct val="20000"/>
              </a:spcBef>
              <a:buFont typeface="Arial" panose="020B0604020202020204"/>
              <a:buNone/>
              <a:defRPr sz="4800" kern="1200">
                <a:solidFill>
                  <a:schemeClr val="tx1">
                    <a:tint val="75000"/>
                  </a:schemeClr>
                </a:solidFill>
                <a:latin typeface="+mn-lt"/>
                <a:ea typeface="+mn-ea"/>
                <a:cs typeface="+mn-cs"/>
              </a:defRPr>
            </a:lvl6pPr>
            <a:lvl7pPr marL="6525895" indent="0" algn="ctr" defTabSz="1087755" rtl="0" eaLnBrk="1" latinLnBrk="0" hangingPunct="1">
              <a:spcBef>
                <a:spcPct val="20000"/>
              </a:spcBef>
              <a:buFont typeface="Arial" panose="020B0604020202020204"/>
              <a:buNone/>
              <a:defRPr sz="4800" kern="1200">
                <a:solidFill>
                  <a:schemeClr val="tx1">
                    <a:tint val="75000"/>
                  </a:schemeClr>
                </a:solidFill>
                <a:latin typeface="+mn-lt"/>
                <a:ea typeface="+mn-ea"/>
                <a:cs typeface="+mn-cs"/>
              </a:defRPr>
            </a:lvl7pPr>
            <a:lvl8pPr marL="7613650" indent="0" algn="ctr" defTabSz="1087755" rtl="0" eaLnBrk="1" latinLnBrk="0" hangingPunct="1">
              <a:spcBef>
                <a:spcPct val="20000"/>
              </a:spcBef>
              <a:buFont typeface="Arial" panose="020B0604020202020204"/>
              <a:buNone/>
              <a:defRPr sz="4800" kern="1200">
                <a:solidFill>
                  <a:schemeClr val="tx1">
                    <a:tint val="75000"/>
                  </a:schemeClr>
                </a:solidFill>
                <a:latin typeface="+mn-lt"/>
                <a:ea typeface="+mn-ea"/>
                <a:cs typeface="+mn-cs"/>
              </a:defRPr>
            </a:lvl8pPr>
            <a:lvl9pPr marL="8701405" indent="0" algn="ctr" defTabSz="1087755" rtl="0" eaLnBrk="1" latinLnBrk="0" hangingPunct="1">
              <a:spcBef>
                <a:spcPct val="20000"/>
              </a:spcBef>
              <a:buFont typeface="Arial" panose="020B0604020202020204"/>
              <a:buNone/>
              <a:defRPr sz="4800" kern="1200">
                <a:solidFill>
                  <a:schemeClr val="tx1">
                    <a:tint val="75000"/>
                  </a:schemeClr>
                </a:solidFill>
                <a:latin typeface="+mn-lt"/>
                <a:ea typeface="+mn-ea"/>
                <a:cs typeface="+mn-cs"/>
              </a:defRPr>
            </a:lvl9pPr>
          </a:lstStyle>
          <a:p>
            <a:pPr lvl="0" algn="l">
              <a:lnSpc>
                <a:spcPct val="150000"/>
              </a:lnSpc>
            </a:pPr>
            <a:r>
              <a:rPr kumimoji="1" lang="zh-CN" altLang="en-US" sz="2800" dirty="0">
                <a:latin typeface="微软雅黑" panose="020B0503020204020204" pitchFamily="34" charset="-122"/>
                <a:ea typeface="微软雅黑" panose="020B0503020204020204" pitchFamily="34" charset="-122"/>
                <a:sym typeface="+mn-ea"/>
              </a:rPr>
              <a:t>由于计算机中的操作需要通过二进制来实现，因此计算机中的数值计算就需要将十进制数转换成二进制数。</a:t>
            </a:r>
            <a:endParaRPr kumimoji="1" lang="zh-CN" altLang="en-US" sz="2800" dirty="0">
              <a:solidFill>
                <a:schemeClr val="bg1">
                  <a:lumMod val="50000"/>
                </a:schemeClr>
              </a:solidFill>
              <a:latin typeface="微软雅黑" panose="020B0503020204020204" pitchFamily="34" charset="-122"/>
              <a:ea typeface="微软雅黑" panose="020B0503020204020204" pitchFamily="34" charset="-122"/>
              <a:cs typeface="Lato Regular"/>
              <a:sym typeface="+mn-ea"/>
            </a:endParaRPr>
          </a:p>
        </p:txBody>
      </p:sp>
    </p:spTree>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48508" y="1913858"/>
            <a:ext cx="9704693" cy="4104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8"/>
          <p:cNvSpPr txBox="1">
            <a:spLocks noChangeArrowheads="1"/>
          </p:cNvSpPr>
          <p:nvPr/>
        </p:nvSpPr>
        <p:spPr bwMode="auto">
          <a:xfrm>
            <a:off x="4468495" y="286385"/>
            <a:ext cx="431292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二进制与数据转换</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 name="TextBox 1"/>
          <p:cNvSpPr txBox="1"/>
          <p:nvPr/>
        </p:nvSpPr>
        <p:spPr>
          <a:xfrm>
            <a:off x="5450057" y="1286539"/>
            <a:ext cx="2030818" cy="523220"/>
          </a:xfrm>
          <a:prstGeom prst="rect">
            <a:avLst/>
          </a:prstGeom>
          <a:noFill/>
        </p:spPr>
        <p:txBody>
          <a:bodyPr wrap="square" rtlCol="0">
            <a:spAutoFit/>
          </a:bodyPr>
          <a:lstStyle/>
          <a:p>
            <a:pPr algn="ctr"/>
            <a:r>
              <a:rPr lang="zh-CN" altLang="en-US" sz="2800" b="1" dirty="0" smtClean="0">
                <a:latin typeface="微软雅黑" panose="020B0503020204020204" pitchFamily="34" charset="-122"/>
                <a:ea typeface="微软雅黑" panose="020B0503020204020204" pitchFamily="34" charset="-122"/>
              </a:rPr>
              <a:t>常见的数制</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8"/>
          <p:cNvSpPr txBox="1">
            <a:spLocks noChangeArrowheads="1"/>
          </p:cNvSpPr>
          <p:nvPr/>
        </p:nvSpPr>
        <p:spPr bwMode="auto">
          <a:xfrm>
            <a:off x="4468495" y="286385"/>
            <a:ext cx="40271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二进制与数据转换</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23" name="图片 22" descr="C:/Users/lenovo/AppData/Local/Temp/kaimatting/20200907153003/output_aiMatting_20200907153013.pngoutput_aiMatting_20200907153013"/>
          <p:cNvPicPr>
            <a:picLocks noChangeAspect="1"/>
          </p:cNvPicPr>
          <p:nvPr/>
        </p:nvPicPr>
        <p:blipFill>
          <a:blip r:embed="rId1"/>
          <a:stretch>
            <a:fillRect/>
          </a:stretch>
        </p:blipFill>
        <p:spPr>
          <a:xfrm>
            <a:off x="1696084" y="1284880"/>
            <a:ext cx="4353841" cy="4976856"/>
          </a:xfrm>
          <a:prstGeom prst="rect">
            <a:avLst/>
          </a:prstGeom>
        </p:spPr>
      </p:pic>
      <p:pic>
        <p:nvPicPr>
          <p:cNvPr id="19" name="图片 18"/>
          <p:cNvPicPr>
            <a:picLocks noChangeAspect="1"/>
          </p:cNvPicPr>
          <p:nvPr>
            <p:custDataLst>
              <p:tags r:id="rId2"/>
            </p:custDataLst>
          </p:nvPr>
        </p:nvPicPr>
        <p:blipFill>
          <a:blip r:embed="rId3"/>
          <a:stretch>
            <a:fillRect/>
          </a:stretch>
        </p:blipFill>
        <p:spPr>
          <a:xfrm>
            <a:off x="1936115" y="1602926"/>
            <a:ext cx="3826732" cy="4463864"/>
          </a:xfrm>
          <a:prstGeom prst="rect">
            <a:avLst/>
          </a:prstGeom>
          <a:effectLst>
            <a:softEdge rad="31750"/>
          </a:effectLst>
        </p:spPr>
      </p:pic>
      <p:sp>
        <p:nvSpPr>
          <p:cNvPr id="32" name="六边形 31"/>
          <p:cNvSpPr/>
          <p:nvPr/>
        </p:nvSpPr>
        <p:spPr bwMode="auto">
          <a:xfrm>
            <a:off x="6719778" y="2551779"/>
            <a:ext cx="3216804" cy="2594379"/>
          </a:xfrm>
          <a:prstGeom prst="hexagon">
            <a:avLst/>
          </a:prstGeom>
          <a:solidFill>
            <a:srgbClr val="2D9F7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a:cs typeface="+mn-ea"/>
            </a:endParaRPr>
          </a:p>
        </p:txBody>
      </p:sp>
      <p:sp>
        <p:nvSpPr>
          <p:cNvPr id="33" name="19"/>
          <p:cNvSpPr txBox="1">
            <a:spLocks noChangeArrowheads="1"/>
          </p:cNvSpPr>
          <p:nvPr/>
        </p:nvSpPr>
        <p:spPr bwMode="auto">
          <a:xfrm>
            <a:off x="7304568" y="3034644"/>
            <a:ext cx="2227710" cy="147732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kumimoji="1" lang="zh-CN" altLang="en-US" sz="2000" b="1" dirty="0">
                <a:solidFill>
                  <a:schemeClr val="bg1"/>
                </a:solidFill>
                <a:latin typeface="微软雅黑" panose="020B0503020204020204" pitchFamily="34" charset="-122"/>
                <a:ea typeface="微软雅黑" panose="020B0503020204020204" pitchFamily="34" charset="-122"/>
                <a:sym typeface="+mn-ea"/>
              </a:rPr>
              <a:t>十进制整数转换为二进制数可采用除</a:t>
            </a:r>
            <a:r>
              <a:rPr kumimoji="1" lang="en-US" altLang="zh-CN" sz="2000" b="1" dirty="0">
                <a:solidFill>
                  <a:schemeClr val="bg1"/>
                </a:solidFill>
                <a:latin typeface="微软雅黑" panose="020B0503020204020204" pitchFamily="34" charset="-122"/>
                <a:ea typeface="微软雅黑" panose="020B0503020204020204" pitchFamily="34" charset="-122"/>
                <a:sym typeface="+mn-ea"/>
              </a:rPr>
              <a:t>2</a:t>
            </a:r>
            <a:r>
              <a:rPr kumimoji="1" lang="zh-CN" altLang="en-US" sz="2000" b="1" dirty="0">
                <a:solidFill>
                  <a:srgbClr val="FF0000"/>
                </a:solidFill>
                <a:latin typeface="微软雅黑" panose="020B0503020204020204" pitchFamily="34" charset="-122"/>
                <a:ea typeface="微软雅黑" panose="020B0503020204020204" pitchFamily="34" charset="-122"/>
                <a:sym typeface="+mn-ea"/>
              </a:rPr>
              <a:t>反向取余</a:t>
            </a:r>
            <a:r>
              <a:rPr kumimoji="1" lang="zh-CN" altLang="en-US" sz="2000" b="1" dirty="0" smtClean="0">
                <a:solidFill>
                  <a:srgbClr val="FF0000"/>
                </a:solidFill>
                <a:latin typeface="微软雅黑" panose="020B0503020204020204" pitchFamily="34" charset="-122"/>
                <a:ea typeface="微软雅黑" panose="020B0503020204020204" pitchFamily="34" charset="-122"/>
                <a:sym typeface="+mn-ea"/>
              </a:rPr>
              <a:t>法</a:t>
            </a:r>
            <a:endParaRPr kumimoji="1" lang="zh-CN" altLang="en-US" sz="2000" b="1" dirty="0">
              <a:solidFill>
                <a:srgbClr val="FF0000"/>
              </a:solidFill>
              <a:latin typeface="微软雅黑" panose="020B0503020204020204" pitchFamily="34" charset="-122"/>
              <a:ea typeface="微软雅黑" panose="020B0503020204020204" pitchFamily="34" charset="-122"/>
              <a:cs typeface="+mn-ea"/>
              <a:sym typeface="+mn-ea"/>
            </a:endParaRPr>
          </a:p>
        </p:txBody>
      </p:sp>
    </p:spTree>
  </p:cSld>
  <p:clrMapOvr>
    <a:masterClrMapping/>
  </p:clrMapOvr>
  <p:transition spd="slow">
    <p:push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8"/>
          <p:cNvSpPr txBox="1">
            <a:spLocks noChangeArrowheads="1"/>
          </p:cNvSpPr>
          <p:nvPr/>
        </p:nvSpPr>
        <p:spPr bwMode="auto">
          <a:xfrm>
            <a:off x="4468495" y="286385"/>
            <a:ext cx="40271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rPr>
              <a:t>二进制与数据转换</a:t>
            </a:r>
            <a:endPar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20" name="图片 19"/>
          <p:cNvPicPr>
            <a:picLocks noChangeAspect="1"/>
          </p:cNvPicPr>
          <p:nvPr/>
        </p:nvPicPr>
        <p:blipFill>
          <a:blip r:embed="rId1"/>
          <a:stretch>
            <a:fillRect/>
          </a:stretch>
        </p:blipFill>
        <p:spPr>
          <a:xfrm>
            <a:off x="1127051" y="1112995"/>
            <a:ext cx="6560289" cy="5688570"/>
          </a:xfrm>
          <a:prstGeom prst="rect">
            <a:avLst/>
          </a:prstGeom>
        </p:spPr>
      </p:pic>
      <p:sp>
        <p:nvSpPr>
          <p:cNvPr id="32" name="六边形 31"/>
          <p:cNvSpPr/>
          <p:nvPr/>
        </p:nvSpPr>
        <p:spPr bwMode="auto">
          <a:xfrm>
            <a:off x="8231988" y="2465440"/>
            <a:ext cx="2723547" cy="2266651"/>
          </a:xfrm>
          <a:prstGeom prst="hexagon">
            <a:avLst/>
          </a:prstGeom>
          <a:solidFill>
            <a:srgbClr val="2D9F7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a:cs typeface="+mn-ea"/>
            </a:endParaRPr>
          </a:p>
        </p:txBody>
      </p:sp>
      <p:sp>
        <p:nvSpPr>
          <p:cNvPr id="33" name="19"/>
          <p:cNvSpPr txBox="1">
            <a:spLocks noChangeArrowheads="1"/>
          </p:cNvSpPr>
          <p:nvPr/>
        </p:nvSpPr>
        <p:spPr bwMode="auto">
          <a:xfrm>
            <a:off x="8636274" y="3367932"/>
            <a:ext cx="1914973" cy="46166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kumimoji="1" lang="en-US" altLang="zh-CN" sz="2400" b="1" dirty="0" smtClean="0">
                <a:solidFill>
                  <a:schemeClr val="bg1"/>
                </a:solidFill>
                <a:latin typeface="楷体" panose="02010609060101010101" charset="-122"/>
                <a:ea typeface="楷体" panose="02010609060101010101" charset="-122"/>
                <a:sym typeface="+mn-ea"/>
              </a:rPr>
              <a:t> </a:t>
            </a:r>
            <a:r>
              <a:rPr kumimoji="1" lang="zh-CN" sz="2400" b="1" dirty="0" smtClean="0">
                <a:solidFill>
                  <a:schemeClr val="bg1"/>
                </a:solidFill>
                <a:latin typeface="微软雅黑" panose="020B0503020204020204" pitchFamily="34" charset="-122"/>
                <a:ea typeface="微软雅黑" panose="020B0503020204020204" pitchFamily="34" charset="-122"/>
                <a:sym typeface="+mn-ea"/>
              </a:rPr>
              <a:t>按</a:t>
            </a:r>
            <a:r>
              <a:rPr kumimoji="1" lang="zh-CN" sz="2400" b="1" dirty="0">
                <a:solidFill>
                  <a:schemeClr val="bg1"/>
                </a:solidFill>
                <a:latin typeface="微软雅黑" panose="020B0503020204020204" pitchFamily="34" charset="-122"/>
                <a:ea typeface="微软雅黑" panose="020B0503020204020204" pitchFamily="34" charset="-122"/>
                <a:sym typeface="+mn-ea"/>
              </a:rPr>
              <a:t>权相加法</a:t>
            </a:r>
            <a:endParaRPr kumimoji="1" lang="zh-CN" sz="2400" b="1" dirty="0">
              <a:solidFill>
                <a:schemeClr val="bg1"/>
              </a:solidFill>
              <a:latin typeface="微软雅黑" panose="020B0503020204020204" pitchFamily="34" charset="-122"/>
              <a:ea typeface="微软雅黑" panose="020B0503020204020204" pitchFamily="34" charset="-122"/>
              <a:cs typeface="+mn-ea"/>
              <a:sym typeface="+mn-ea"/>
            </a:endParaRPr>
          </a:p>
        </p:txBody>
      </p:sp>
    </p:spTree>
  </p:cSld>
  <p:clrMapOvr>
    <a:masterClrMapping/>
  </p:clrMapOvr>
  <p:transition spd="slow">
    <p:push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85961" y="1281741"/>
            <a:ext cx="9179588" cy="4406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8"/>
          <p:cNvSpPr txBox="1">
            <a:spLocks noChangeArrowheads="1"/>
          </p:cNvSpPr>
          <p:nvPr/>
        </p:nvSpPr>
        <p:spPr bwMode="auto">
          <a:xfrm>
            <a:off x="4362170" y="233221"/>
            <a:ext cx="40271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二进制与数据转换</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 name="TextBox 1"/>
          <p:cNvSpPr txBox="1"/>
          <p:nvPr/>
        </p:nvSpPr>
        <p:spPr>
          <a:xfrm>
            <a:off x="3572539" y="5688419"/>
            <a:ext cx="4550735" cy="523220"/>
          </a:xfrm>
          <a:prstGeom prst="rect">
            <a:avLst/>
          </a:prstGeom>
          <a:noFill/>
        </p:spPr>
        <p:txBody>
          <a:bodyPr wrap="square" rtlCol="0">
            <a:spAutoFit/>
          </a:bodyPr>
          <a:lstStyle/>
          <a:p>
            <a:r>
              <a:rPr lang="en-US" altLang="zh-CN" sz="2800" b="1" dirty="0" smtClean="0"/>
              <a:t>(37.375)</a:t>
            </a:r>
            <a:r>
              <a:rPr lang="en-US" altLang="zh-CN" b="1" dirty="0" smtClean="0"/>
              <a:t>10</a:t>
            </a:r>
            <a:r>
              <a:rPr lang="en-US" altLang="zh-CN" sz="2800" b="1" dirty="0" smtClean="0"/>
              <a:t> </a:t>
            </a:r>
            <a:r>
              <a:rPr lang="en-US" altLang="zh-CN" b="1" dirty="0" smtClean="0"/>
              <a:t>=</a:t>
            </a:r>
            <a:r>
              <a:rPr lang="en-US" altLang="zh-CN" dirty="0" smtClean="0"/>
              <a:t> </a:t>
            </a:r>
            <a:r>
              <a:rPr lang="en-US" altLang="zh-CN" sz="2800" b="1" dirty="0" smtClean="0"/>
              <a:t>(100101.011)</a:t>
            </a:r>
            <a:r>
              <a:rPr lang="en-US" altLang="zh-CN" b="1" dirty="0" smtClean="0"/>
              <a:t>2</a:t>
            </a:r>
            <a:endParaRPr lang="zh-CN" altLang="en-US" b="1" dirty="0"/>
          </a:p>
        </p:txBody>
      </p:sp>
    </p:spTree>
  </p:cSld>
  <p:clrMapOvr>
    <a:masterClrMapping/>
  </p:clrMapOvr>
  <p:transition spd="slow">
    <p:push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33744" y="2222205"/>
            <a:ext cx="10432461" cy="3381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3732027" y="1329070"/>
            <a:ext cx="5890438" cy="523220"/>
          </a:xfrm>
          <a:prstGeom prst="rect">
            <a:avLst/>
          </a:prstGeom>
          <a:noFill/>
        </p:spPr>
        <p:txBody>
          <a:bodyPr wrap="square" rtlCol="0">
            <a:spAutoFit/>
          </a:bodyPr>
          <a:lstStyle/>
          <a:p>
            <a:r>
              <a:rPr lang="zh-CN" altLang="en-US" sz="2800" dirty="0" smtClean="0">
                <a:latin typeface="微软雅黑" panose="020B0503020204020204" pitchFamily="34" charset="-122"/>
                <a:ea typeface="微软雅黑" panose="020B0503020204020204" pitchFamily="34" charset="-122"/>
              </a:rPr>
              <a:t>十进制数和二进制数各位的权位</a:t>
            </a:r>
            <a:endParaRPr lang="zh-CN" altLang="en-US" sz="2800" dirty="0">
              <a:latin typeface="微软雅黑" panose="020B0503020204020204" pitchFamily="34" charset="-122"/>
              <a:ea typeface="微软雅黑" panose="020B0503020204020204" pitchFamily="34" charset="-122"/>
            </a:endParaRPr>
          </a:p>
        </p:txBody>
      </p:sp>
      <p:sp>
        <p:nvSpPr>
          <p:cNvPr id="4" name="TextBox 8"/>
          <p:cNvSpPr txBox="1">
            <a:spLocks noChangeArrowheads="1"/>
          </p:cNvSpPr>
          <p:nvPr/>
        </p:nvSpPr>
        <p:spPr bwMode="auto">
          <a:xfrm>
            <a:off x="4362170" y="285689"/>
            <a:ext cx="40271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二进制与数据转换</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spd="slow">
    <p:push dir="u"/>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5233" t="41382" r="5813" b="13635"/>
          <a:stretch>
            <a:fillRect/>
          </a:stretch>
        </p:blipFill>
        <p:spPr bwMode="auto">
          <a:xfrm>
            <a:off x="1190845" y="1318439"/>
            <a:ext cx="9987681" cy="3965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8"/>
          <p:cNvSpPr txBox="1">
            <a:spLocks noChangeArrowheads="1"/>
          </p:cNvSpPr>
          <p:nvPr/>
        </p:nvSpPr>
        <p:spPr bwMode="auto">
          <a:xfrm>
            <a:off x="4362170" y="307649"/>
            <a:ext cx="40271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二进制与数据转换</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5121" t="38056" r="6776"/>
          <a:stretch>
            <a:fillRect/>
          </a:stretch>
        </p:blipFill>
        <p:spPr bwMode="auto">
          <a:xfrm>
            <a:off x="1265274" y="1275907"/>
            <a:ext cx="10079666" cy="4742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8"/>
          <p:cNvSpPr txBox="1">
            <a:spLocks noChangeArrowheads="1"/>
          </p:cNvSpPr>
          <p:nvPr/>
        </p:nvSpPr>
        <p:spPr bwMode="auto">
          <a:xfrm>
            <a:off x="4362170" y="307649"/>
            <a:ext cx="40271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二进制与数据转换</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spd="slow">
    <p:push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Box 44"/>
          <p:cNvSpPr txBox="1"/>
          <p:nvPr/>
        </p:nvSpPr>
        <p:spPr>
          <a:xfrm>
            <a:off x="2843549" y="1475126"/>
            <a:ext cx="1938002" cy="830997"/>
          </a:xfrm>
          <a:prstGeom prst="rect">
            <a:avLst/>
          </a:prstGeom>
          <a:noFill/>
        </p:spPr>
        <p:txBody>
          <a:bodyPr wrap="square" rtlCol="0">
            <a:spAutoFit/>
          </a:bodyPr>
          <a:lstStyle/>
          <a:p>
            <a:pPr algn="ctr"/>
            <a:r>
              <a:rPr lang="zh-CN" altLang="en-US" sz="4800" b="1" dirty="0" smtClean="0">
                <a:solidFill>
                  <a:srgbClr val="2D9F7E"/>
                </a:solidFill>
                <a:latin typeface="微软雅黑" panose="020B0503020204020204" pitchFamily="34" charset="-122"/>
                <a:ea typeface="微软雅黑" panose="020B0503020204020204" pitchFamily="34" charset="-122"/>
              </a:rPr>
              <a:t>问</a:t>
            </a:r>
            <a:endParaRPr lang="en-US" altLang="zh-CN" sz="4800" b="1" dirty="0">
              <a:solidFill>
                <a:srgbClr val="2D9F7E"/>
              </a:solidFill>
              <a:latin typeface="微软雅黑" panose="020B0503020204020204" pitchFamily="34" charset="-122"/>
              <a:ea typeface="微软雅黑" panose="020B0503020204020204" pitchFamily="34" charset="-122"/>
            </a:endParaRPr>
          </a:p>
        </p:txBody>
      </p:sp>
      <p:sp>
        <p:nvSpPr>
          <p:cNvPr id="7" name="TextBox 44"/>
          <p:cNvSpPr txBox="1"/>
          <p:nvPr/>
        </p:nvSpPr>
        <p:spPr>
          <a:xfrm>
            <a:off x="5177174" y="1475126"/>
            <a:ext cx="1938002" cy="830997"/>
          </a:xfrm>
          <a:prstGeom prst="rect">
            <a:avLst/>
          </a:prstGeom>
          <a:noFill/>
        </p:spPr>
        <p:txBody>
          <a:bodyPr wrap="square" rtlCol="0">
            <a:spAutoFit/>
          </a:bodyPr>
          <a:lstStyle/>
          <a:p>
            <a:pPr algn="ctr"/>
            <a:r>
              <a:rPr lang="zh-CN" altLang="en-US" sz="4800" b="1" dirty="0" smtClean="0">
                <a:solidFill>
                  <a:srgbClr val="2D9F7E"/>
                </a:solidFill>
                <a:latin typeface="微软雅黑" panose="020B0503020204020204" pitchFamily="34" charset="-122"/>
                <a:ea typeface="微软雅黑" panose="020B0503020204020204" pitchFamily="34" charset="-122"/>
              </a:rPr>
              <a:t>题</a:t>
            </a:r>
            <a:endParaRPr lang="en-US" altLang="zh-CN" sz="4800" b="1" dirty="0">
              <a:solidFill>
                <a:srgbClr val="2D9F7E"/>
              </a:solidFill>
              <a:latin typeface="微软雅黑" panose="020B0503020204020204" pitchFamily="34" charset="-122"/>
              <a:ea typeface="微软雅黑" panose="020B0503020204020204" pitchFamily="34" charset="-122"/>
            </a:endParaRPr>
          </a:p>
        </p:txBody>
      </p:sp>
      <p:sp>
        <p:nvSpPr>
          <p:cNvPr id="8" name="TextBox 44"/>
          <p:cNvSpPr txBox="1"/>
          <p:nvPr/>
        </p:nvSpPr>
        <p:spPr>
          <a:xfrm>
            <a:off x="7510799" y="1475126"/>
            <a:ext cx="1938002" cy="830997"/>
          </a:xfrm>
          <a:prstGeom prst="rect">
            <a:avLst/>
          </a:prstGeom>
          <a:noFill/>
        </p:spPr>
        <p:txBody>
          <a:bodyPr wrap="square" rtlCol="0">
            <a:spAutoFit/>
          </a:bodyPr>
          <a:lstStyle/>
          <a:p>
            <a:pPr algn="ctr"/>
            <a:r>
              <a:rPr lang="zh-CN" altLang="en-US" sz="4800" b="1" dirty="0" smtClean="0">
                <a:solidFill>
                  <a:srgbClr val="2D9F7E"/>
                </a:solidFill>
                <a:latin typeface="微软雅黑" panose="020B0503020204020204" pitchFamily="34" charset="-122"/>
                <a:ea typeface="微软雅黑" panose="020B0503020204020204" pitchFamily="34" charset="-122"/>
              </a:rPr>
              <a:t>四</a:t>
            </a:r>
            <a:endParaRPr lang="en-US" altLang="zh-CN" sz="4800" b="1" dirty="0">
              <a:solidFill>
                <a:srgbClr val="2D9F7E"/>
              </a:solidFill>
              <a:latin typeface="微软雅黑" panose="020B0503020204020204" pitchFamily="34" charset="-122"/>
              <a:ea typeface="微软雅黑" panose="020B0503020204020204" pitchFamily="34" charset="-122"/>
            </a:endParaRPr>
          </a:p>
        </p:txBody>
      </p:sp>
      <p:sp>
        <p:nvSpPr>
          <p:cNvPr id="13" name="矩形 12"/>
          <p:cNvSpPr/>
          <p:nvPr/>
        </p:nvSpPr>
        <p:spPr>
          <a:xfrm>
            <a:off x="2381250" y="3632195"/>
            <a:ext cx="7824312" cy="1045210"/>
          </a:xfrm>
          <a:prstGeom prst="rect">
            <a:avLst/>
          </a:prstGeom>
        </p:spPr>
        <p:txBody>
          <a:bodyPr wrap="square">
            <a:spAutoFit/>
          </a:bodyPr>
          <a:lstStyle/>
          <a:p>
            <a:pPr algn="ctr"/>
            <a:r>
              <a:rPr lang="zh-CN" altLang="en-US" sz="6200" b="1" spc="2200">
                <a:solidFill>
                  <a:srgbClr val="2D9F7E"/>
                </a:solidFill>
                <a:latin typeface="微软雅黑" panose="020B0503020204020204" pitchFamily="34" charset="-122"/>
                <a:ea typeface="微软雅黑" panose="020B0503020204020204" pitchFamily="34" charset="-122"/>
              </a:rPr>
              <a:t>数据编码</a:t>
            </a:r>
            <a:endParaRPr lang="zh-CN" altLang="en-US" sz="6200" b="1" spc="2200">
              <a:solidFill>
                <a:srgbClr val="2D9F7E"/>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p:cNvSpPr txBox="1">
            <a:spLocks noChangeArrowheads="1"/>
          </p:cNvSpPr>
          <p:nvPr/>
        </p:nvSpPr>
        <p:spPr bwMode="auto">
          <a:xfrm>
            <a:off x="4468715" y="28654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cxnSp>
        <p:nvCxnSpPr>
          <p:cNvPr id="4" name="直接连接符 3"/>
          <p:cNvCxnSpPr/>
          <p:nvPr/>
        </p:nvCxnSpPr>
        <p:spPr>
          <a:xfrm>
            <a:off x="1501639" y="5365341"/>
            <a:ext cx="4696420" cy="0"/>
          </a:xfrm>
          <a:prstGeom prst="line">
            <a:avLst/>
          </a:prstGeom>
          <a:ln w="38100">
            <a:solidFill>
              <a:srgbClr val="7481A1"/>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506080" y="2074683"/>
            <a:ext cx="4691978" cy="3097523"/>
          </a:xfrm>
          <a:prstGeom prst="rect">
            <a:avLst/>
          </a:prstGeom>
          <a:blipFill dpi="0" rotWithShape="1">
            <a:blip r:embed="rId1">
              <a:extLst>
                <a:ext uri="{28A0092B-C50C-407E-A947-70E740481C1C}">
                  <a14:useLocalDpi xmlns:a14="http://schemas.microsoft.com/office/drawing/2010/main" val="0"/>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lumMod val="50000"/>
                </a:schemeClr>
              </a:solidFill>
            </a:endParaRPr>
          </a:p>
        </p:txBody>
      </p:sp>
      <p:grpSp>
        <p:nvGrpSpPr>
          <p:cNvPr id="7" name="组合 6"/>
          <p:cNvGrpSpPr/>
          <p:nvPr/>
        </p:nvGrpSpPr>
        <p:grpSpPr>
          <a:xfrm>
            <a:off x="6889115" y="2087880"/>
            <a:ext cx="4081780" cy="3277235"/>
            <a:chOff x="6459260" y="1628712"/>
            <a:chExt cx="5022149" cy="4695583"/>
          </a:xfrm>
        </p:grpSpPr>
        <p:sp>
          <p:nvSpPr>
            <p:cNvPr id="8" name="矩形 83"/>
            <p:cNvSpPr>
              <a:spLocks noChangeArrowheads="1"/>
            </p:cNvSpPr>
            <p:nvPr/>
          </p:nvSpPr>
          <p:spPr bwMode="auto">
            <a:xfrm>
              <a:off x="6520226" y="1720171"/>
              <a:ext cx="4863138" cy="4536836"/>
            </a:xfrm>
            <a:prstGeom prst="rect">
              <a:avLst/>
            </a:prstGeom>
            <a:noFill/>
            <a:ln w="9525" cmpd="sng">
              <a:solidFill>
                <a:srgbClr val="2D9F7E"/>
              </a:solidFill>
              <a:miter lim="800000"/>
            </a:ln>
          </p:spPr>
          <p:txBody>
            <a:bodyP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endParaRPr>
            </a:p>
          </p:txBody>
        </p:sp>
        <p:sp>
          <p:nvSpPr>
            <p:cNvPr id="9" name="TextBox 84"/>
            <p:cNvSpPr txBox="1">
              <a:spLocks noChangeArrowheads="1"/>
            </p:cNvSpPr>
            <p:nvPr/>
          </p:nvSpPr>
          <p:spPr bwMode="auto">
            <a:xfrm>
              <a:off x="6987899" y="2206858"/>
              <a:ext cx="4099907" cy="2513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50000"/>
                </a:lnSpc>
              </a:pPr>
              <a:r>
                <a:rPr kumimoji="1" lang="zh-CN" altLang="en-US" sz="2400" dirty="0">
                  <a:latin typeface="微软雅黑" panose="020B0503020204020204" pitchFamily="34" charset="-122"/>
                  <a:ea typeface="微软雅黑" panose="020B0503020204020204" pitchFamily="34" charset="-122"/>
                  <a:sym typeface="+mn-ea"/>
                </a:rPr>
                <a:t>通过数据编码，人们可以方便地存储、检索和使用数据。</a:t>
              </a:r>
              <a:endParaRPr kumimoji="1" lang="zh-CN" altLang="en-US" sz="2400" dirty="0">
                <a:solidFill>
                  <a:schemeClr val="bg1">
                    <a:lumMod val="50000"/>
                  </a:schemeClr>
                </a:solidFill>
                <a:latin typeface="微软雅黑" panose="020B0503020204020204" pitchFamily="34" charset="-122"/>
                <a:ea typeface="微软雅黑" panose="020B0503020204020204" pitchFamily="34" charset="-122"/>
                <a:sym typeface="+mn-ea"/>
              </a:endParaRPr>
            </a:p>
          </p:txBody>
        </p:sp>
        <p:sp>
          <p:nvSpPr>
            <p:cNvPr id="10" name="Freeform 12"/>
            <p:cNvSpPr/>
            <p:nvPr/>
          </p:nvSpPr>
          <p:spPr bwMode="auto">
            <a:xfrm>
              <a:off x="6459260" y="1628712"/>
              <a:ext cx="528638" cy="530225"/>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2D9F7E"/>
            </a:solidFill>
            <a:ln>
              <a:solidFill>
                <a:srgbClr val="2D9F7E"/>
              </a:solidFill>
            </a:ln>
          </p:spPr>
          <p:txBody>
            <a:bodyP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endParaRPr>
            </a:p>
          </p:txBody>
        </p:sp>
        <p:sp>
          <p:nvSpPr>
            <p:cNvPr id="11" name="Freeform 12"/>
            <p:cNvSpPr/>
            <p:nvPr/>
          </p:nvSpPr>
          <p:spPr bwMode="auto">
            <a:xfrm flipH="1" flipV="1">
              <a:off x="10952771" y="5794070"/>
              <a:ext cx="528638" cy="530225"/>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2D9F7E"/>
            </a:solidFill>
            <a:ln>
              <a:solidFill>
                <a:srgbClr val="2D9F7E"/>
              </a:solidFill>
            </a:ln>
          </p:spPr>
          <p:txBody>
            <a:bodyP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endParaRPr>
            </a:p>
          </p:txBody>
        </p:sp>
      </p:grpSp>
    </p:spTree>
  </p:cSld>
  <p:clrMapOvr>
    <a:masterClrMapping/>
  </p:clrMapOvr>
  <p:transition spd="slow">
    <p:push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p:cNvSpPr txBox="1">
            <a:spLocks noChangeArrowheads="1"/>
          </p:cNvSpPr>
          <p:nvPr/>
        </p:nvSpPr>
        <p:spPr bwMode="auto">
          <a:xfrm>
            <a:off x="4468715" y="28654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3" name="组合 2"/>
          <p:cNvGrpSpPr/>
          <p:nvPr/>
        </p:nvGrpSpPr>
        <p:grpSpPr>
          <a:xfrm>
            <a:off x="1038225" y="1224119"/>
            <a:ext cx="10184765" cy="3754281"/>
            <a:chOff x="2296235" y="851073"/>
            <a:chExt cx="9631253" cy="3431914"/>
          </a:xfrm>
        </p:grpSpPr>
        <p:grpSp>
          <p:nvGrpSpPr>
            <p:cNvPr id="4" name="组合 3"/>
            <p:cNvGrpSpPr>
              <a:grpSpLocks noChangeAspect="1"/>
            </p:cNvGrpSpPr>
            <p:nvPr/>
          </p:nvGrpSpPr>
          <p:grpSpPr>
            <a:xfrm>
              <a:off x="3596928" y="1625696"/>
              <a:ext cx="1511998" cy="1260000"/>
              <a:chOff x="1017666" y="1460660"/>
              <a:chExt cx="1241816" cy="1034848"/>
            </a:xfrm>
          </p:grpSpPr>
          <p:grpSp>
            <p:nvGrpSpPr>
              <p:cNvPr id="36" name="组合 35"/>
              <p:cNvGrpSpPr/>
              <p:nvPr/>
            </p:nvGrpSpPr>
            <p:grpSpPr>
              <a:xfrm>
                <a:off x="1017666" y="1460660"/>
                <a:ext cx="1241816" cy="1034848"/>
                <a:chOff x="1017666" y="1609725"/>
                <a:chExt cx="1241816" cy="1034848"/>
              </a:xfrm>
            </p:grpSpPr>
            <p:sp>
              <p:nvSpPr>
                <p:cNvPr id="38" name="六边形 37"/>
                <p:cNvSpPr>
                  <a:spLocks noChangeAspect="1"/>
                </p:cNvSpPr>
                <p:nvPr/>
              </p:nvSpPr>
              <p:spPr>
                <a:xfrm>
                  <a:off x="1017666" y="1609725"/>
                  <a:ext cx="1241816" cy="1034848"/>
                </a:xfrm>
                <a:prstGeom prst="hexagon">
                  <a:avLst/>
                </a:prstGeom>
                <a:solidFill>
                  <a:schemeClr val="bg1"/>
                </a:solid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sp>
              <p:nvSpPr>
                <p:cNvPr id="39" name="六边形 38"/>
                <p:cNvSpPr>
                  <a:spLocks noChangeAspect="1"/>
                </p:cNvSpPr>
                <p:nvPr/>
              </p:nvSpPr>
              <p:spPr>
                <a:xfrm>
                  <a:off x="1120174" y="1695149"/>
                  <a:ext cx="1036800" cy="864000"/>
                </a:xfrm>
                <a:prstGeom prst="hexagon">
                  <a:avLst/>
                </a:prstGeom>
                <a:solidFill>
                  <a:srgbClr val="7481A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37" name="TextBox 6"/>
              <p:cNvSpPr txBox="1"/>
              <p:nvPr/>
            </p:nvSpPr>
            <p:spPr>
              <a:xfrm>
                <a:off x="1206205" y="1808549"/>
                <a:ext cx="852251" cy="345643"/>
              </a:xfrm>
              <a:prstGeom prst="rect">
                <a:avLst/>
              </a:prstGeom>
              <a:noFill/>
            </p:spPr>
            <p:txBody>
              <a:bodyPr wrap="square" rtlCol="0">
                <a:spAutoFit/>
              </a:bodyPr>
              <a:lstStyle/>
              <a:p>
                <a:pPr algn="r"/>
                <a:r>
                  <a:rPr lang="zh-CN" altLang="en-US" sz="2400" dirty="0">
                    <a:solidFill>
                      <a:schemeClr val="bg1"/>
                    </a:solidFill>
                    <a:latin typeface="微软雅黑" panose="020B0503020204020204" pitchFamily="34" charset="-122"/>
                    <a:ea typeface="微软雅黑" panose="020B0503020204020204" pitchFamily="34" charset="-122"/>
                  </a:rPr>
                  <a:t>车牌号</a:t>
                </a:r>
                <a:endParaRPr lang="zh-CN" altLang="en-US" sz="2400" dirty="0">
                  <a:solidFill>
                    <a:schemeClr val="bg1"/>
                  </a:solidFill>
                  <a:latin typeface="微软雅黑" panose="020B0503020204020204" pitchFamily="34" charset="-122"/>
                  <a:ea typeface="微软雅黑" panose="020B0503020204020204" pitchFamily="34" charset="-122"/>
                </a:endParaRPr>
              </a:p>
            </p:txBody>
          </p:sp>
        </p:grpSp>
        <p:grpSp>
          <p:nvGrpSpPr>
            <p:cNvPr id="5" name="组合 4"/>
            <p:cNvGrpSpPr>
              <a:grpSpLocks noChangeAspect="1"/>
            </p:cNvGrpSpPr>
            <p:nvPr/>
          </p:nvGrpSpPr>
          <p:grpSpPr>
            <a:xfrm>
              <a:off x="2296235" y="2326418"/>
              <a:ext cx="1511998" cy="1260000"/>
              <a:chOff x="1017666" y="2695004"/>
              <a:chExt cx="1241816" cy="1034848"/>
            </a:xfrm>
          </p:grpSpPr>
          <p:grpSp>
            <p:nvGrpSpPr>
              <p:cNvPr id="32" name="组合 31"/>
              <p:cNvGrpSpPr/>
              <p:nvPr/>
            </p:nvGrpSpPr>
            <p:grpSpPr>
              <a:xfrm>
                <a:off x="1017666" y="2695004"/>
                <a:ext cx="1241816" cy="1034848"/>
                <a:chOff x="1017666" y="1609725"/>
                <a:chExt cx="1241816" cy="1034848"/>
              </a:xfrm>
            </p:grpSpPr>
            <p:sp>
              <p:nvSpPr>
                <p:cNvPr id="34" name="六边形 33"/>
                <p:cNvSpPr>
                  <a:spLocks noChangeAspect="1"/>
                </p:cNvSpPr>
                <p:nvPr/>
              </p:nvSpPr>
              <p:spPr>
                <a:xfrm>
                  <a:off x="1017666" y="1609725"/>
                  <a:ext cx="1241816" cy="1034848"/>
                </a:xfrm>
                <a:prstGeom prst="hexagon">
                  <a:avLst/>
                </a:prstGeom>
                <a:solidFill>
                  <a:schemeClr val="bg1"/>
                </a:solid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sp>
              <p:nvSpPr>
                <p:cNvPr id="35" name="六边形 34"/>
                <p:cNvSpPr>
                  <a:spLocks noChangeAspect="1"/>
                </p:cNvSpPr>
                <p:nvPr/>
              </p:nvSpPr>
              <p:spPr>
                <a:xfrm>
                  <a:off x="1120174" y="1695149"/>
                  <a:ext cx="1036800" cy="864000"/>
                </a:xfrm>
                <a:prstGeom prst="hexagon">
                  <a:avLst/>
                </a:prstGeom>
                <a:solidFill>
                  <a:srgbClr val="2D9F7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33" name="TextBox 11"/>
              <p:cNvSpPr txBox="1"/>
              <p:nvPr/>
            </p:nvSpPr>
            <p:spPr>
              <a:xfrm>
                <a:off x="1205576" y="3058089"/>
                <a:ext cx="852251" cy="345643"/>
              </a:xfrm>
              <a:prstGeom prst="rect">
                <a:avLst/>
              </a:prstGeom>
              <a:noFill/>
            </p:spPr>
            <p:txBody>
              <a:bodyPr wrap="square" rtlCol="0">
                <a:spAutoFit/>
              </a:bodyPr>
              <a:lstStyle/>
              <a:p>
                <a:pPr algn="r"/>
                <a:r>
                  <a:rPr lang="zh-CN" altLang="en-US" sz="2400">
                    <a:solidFill>
                      <a:schemeClr val="bg1"/>
                    </a:solidFill>
                    <a:latin typeface="微软雅黑" panose="020B0503020204020204" pitchFamily="34" charset="-122"/>
                    <a:ea typeface="微软雅黑" panose="020B0503020204020204" pitchFamily="34" charset="-122"/>
                  </a:rPr>
                  <a:t>身份证</a:t>
                </a:r>
                <a:endParaRPr lang="zh-CN" altLang="en-US" sz="2400">
                  <a:solidFill>
                    <a:schemeClr val="bg1"/>
                  </a:solidFill>
                  <a:latin typeface="微软雅黑" panose="020B0503020204020204" pitchFamily="34" charset="-122"/>
                  <a:ea typeface="微软雅黑" panose="020B0503020204020204" pitchFamily="34" charset="-122"/>
                </a:endParaRPr>
              </a:p>
            </p:txBody>
          </p:sp>
        </p:grpSp>
        <p:grpSp>
          <p:nvGrpSpPr>
            <p:cNvPr id="6" name="组合 5"/>
            <p:cNvGrpSpPr>
              <a:grpSpLocks noChangeAspect="1"/>
            </p:cNvGrpSpPr>
            <p:nvPr/>
          </p:nvGrpSpPr>
          <p:grpSpPr>
            <a:xfrm>
              <a:off x="3596928" y="3022987"/>
              <a:ext cx="1511998" cy="1260000"/>
              <a:chOff x="1017666" y="3929062"/>
              <a:chExt cx="1241816" cy="1034848"/>
            </a:xfrm>
          </p:grpSpPr>
          <p:grpSp>
            <p:nvGrpSpPr>
              <p:cNvPr id="28" name="组合 27"/>
              <p:cNvGrpSpPr/>
              <p:nvPr/>
            </p:nvGrpSpPr>
            <p:grpSpPr>
              <a:xfrm>
                <a:off x="1017666" y="3929062"/>
                <a:ext cx="1241816" cy="1034848"/>
                <a:chOff x="1017666" y="1609725"/>
                <a:chExt cx="1241816" cy="1034848"/>
              </a:xfrm>
            </p:grpSpPr>
            <p:sp>
              <p:nvSpPr>
                <p:cNvPr id="30" name="六边形 29"/>
                <p:cNvSpPr>
                  <a:spLocks noChangeAspect="1"/>
                </p:cNvSpPr>
                <p:nvPr/>
              </p:nvSpPr>
              <p:spPr>
                <a:xfrm>
                  <a:off x="1017666" y="1609725"/>
                  <a:ext cx="1241816" cy="1034848"/>
                </a:xfrm>
                <a:prstGeom prst="hexagon">
                  <a:avLst/>
                </a:prstGeom>
                <a:solidFill>
                  <a:schemeClr val="bg1"/>
                </a:solid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sp>
              <p:nvSpPr>
                <p:cNvPr id="31" name="六边形 30"/>
                <p:cNvSpPr>
                  <a:spLocks noChangeAspect="1"/>
                </p:cNvSpPr>
                <p:nvPr/>
              </p:nvSpPr>
              <p:spPr>
                <a:xfrm>
                  <a:off x="1120174" y="1695149"/>
                  <a:ext cx="1036800" cy="864000"/>
                </a:xfrm>
                <a:prstGeom prst="hexagon">
                  <a:avLst/>
                </a:prstGeom>
                <a:solidFill>
                  <a:srgbClr val="7481A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29" name="TextBox 16"/>
              <p:cNvSpPr txBox="1"/>
              <p:nvPr/>
            </p:nvSpPr>
            <p:spPr>
              <a:xfrm>
                <a:off x="1197472" y="4274220"/>
                <a:ext cx="852251" cy="345643"/>
              </a:xfrm>
              <a:prstGeom prst="rect">
                <a:avLst/>
              </a:prstGeom>
              <a:noFill/>
            </p:spPr>
            <p:txBody>
              <a:bodyPr wrap="square" rtlCol="0">
                <a:spAutoFit/>
              </a:bodyPr>
              <a:lstStyle/>
              <a:p>
                <a:pPr algn="r"/>
                <a:r>
                  <a:rPr lang="zh-CN" altLang="en-US" sz="2400">
                    <a:solidFill>
                      <a:schemeClr val="bg1"/>
                    </a:solidFill>
                    <a:latin typeface="微软雅黑" panose="020B0503020204020204" pitchFamily="34" charset="-122"/>
                    <a:ea typeface="微软雅黑" panose="020B0503020204020204" pitchFamily="34" charset="-122"/>
                  </a:rPr>
                  <a:t>门牌号</a:t>
                </a:r>
                <a:endParaRPr lang="zh-CN" altLang="en-US" sz="2400">
                  <a:solidFill>
                    <a:schemeClr val="bg1"/>
                  </a:solidFill>
                  <a:latin typeface="微软雅黑" panose="020B0503020204020204" pitchFamily="34" charset="-122"/>
                  <a:ea typeface="微软雅黑" panose="020B0503020204020204" pitchFamily="34" charset="-122"/>
                </a:endParaRPr>
              </a:p>
            </p:txBody>
          </p:sp>
        </p:grpSp>
        <p:grpSp>
          <p:nvGrpSpPr>
            <p:cNvPr id="7" name="组合 6"/>
            <p:cNvGrpSpPr>
              <a:grpSpLocks noChangeAspect="1"/>
            </p:cNvGrpSpPr>
            <p:nvPr/>
          </p:nvGrpSpPr>
          <p:grpSpPr>
            <a:xfrm>
              <a:off x="4896948" y="2326418"/>
              <a:ext cx="1511998" cy="1260000"/>
              <a:chOff x="1017666" y="2695004"/>
              <a:chExt cx="1241816" cy="1034848"/>
            </a:xfrm>
          </p:grpSpPr>
          <p:grpSp>
            <p:nvGrpSpPr>
              <p:cNvPr id="24" name="组合 23"/>
              <p:cNvGrpSpPr/>
              <p:nvPr/>
            </p:nvGrpSpPr>
            <p:grpSpPr>
              <a:xfrm>
                <a:off x="1017666" y="2695004"/>
                <a:ext cx="1241816" cy="1034848"/>
                <a:chOff x="1017666" y="1609725"/>
                <a:chExt cx="1241816" cy="1034848"/>
              </a:xfrm>
            </p:grpSpPr>
            <p:sp>
              <p:nvSpPr>
                <p:cNvPr id="26" name="六边形 25"/>
                <p:cNvSpPr>
                  <a:spLocks noChangeAspect="1"/>
                </p:cNvSpPr>
                <p:nvPr/>
              </p:nvSpPr>
              <p:spPr>
                <a:xfrm>
                  <a:off x="1017666" y="1609725"/>
                  <a:ext cx="1241816" cy="1034848"/>
                </a:xfrm>
                <a:prstGeom prst="hexagon">
                  <a:avLst/>
                </a:prstGeom>
                <a:solidFill>
                  <a:schemeClr val="bg1"/>
                </a:solid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sp>
              <p:nvSpPr>
                <p:cNvPr id="27" name="六边形 26"/>
                <p:cNvSpPr>
                  <a:spLocks noChangeAspect="1"/>
                </p:cNvSpPr>
                <p:nvPr/>
              </p:nvSpPr>
              <p:spPr>
                <a:xfrm>
                  <a:off x="1120174" y="1695149"/>
                  <a:ext cx="1036800" cy="864000"/>
                </a:xfrm>
                <a:prstGeom prst="hexagon">
                  <a:avLst/>
                </a:prstGeom>
                <a:solidFill>
                  <a:srgbClr val="2D9F7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25" name="TextBox 23"/>
              <p:cNvSpPr txBox="1"/>
              <p:nvPr/>
            </p:nvSpPr>
            <p:spPr>
              <a:xfrm>
                <a:off x="1205576" y="3058089"/>
                <a:ext cx="852251" cy="345643"/>
              </a:xfrm>
              <a:prstGeom prst="rect">
                <a:avLst/>
              </a:prstGeom>
              <a:noFill/>
            </p:spPr>
            <p:txBody>
              <a:bodyPr wrap="square" rtlCol="0">
                <a:spAutoFit/>
              </a:bodyPr>
              <a:lstStyle/>
              <a:p>
                <a:pPr algn="r"/>
                <a:r>
                  <a:rPr lang="zh-CN" altLang="en-US" sz="2400">
                    <a:solidFill>
                      <a:schemeClr val="bg1"/>
                    </a:solidFill>
                    <a:latin typeface="微软雅黑" panose="020B0503020204020204" pitchFamily="34" charset="-122"/>
                    <a:ea typeface="微软雅黑" panose="020B0503020204020204" pitchFamily="34" charset="-122"/>
                  </a:rPr>
                  <a:t>准考证</a:t>
                </a:r>
                <a:endParaRPr lang="zh-CN" altLang="en-US" sz="2400">
                  <a:solidFill>
                    <a:schemeClr val="bg1"/>
                  </a:solidFill>
                  <a:latin typeface="微软雅黑" panose="020B0503020204020204" pitchFamily="34" charset="-122"/>
                  <a:ea typeface="微软雅黑" panose="020B0503020204020204" pitchFamily="34" charset="-122"/>
                </a:endParaRPr>
              </a:p>
            </p:txBody>
          </p:sp>
        </p:grpSp>
        <p:sp>
          <p:nvSpPr>
            <p:cNvPr id="10" name="Rectangle 13" descr="FD1DDF730CE4456e89755B07FE1653D0# #Rectangle 13"/>
            <p:cNvSpPr>
              <a:spLocks noChangeArrowheads="1"/>
            </p:cNvSpPr>
            <p:nvPr/>
          </p:nvSpPr>
          <p:spPr bwMode="auto">
            <a:xfrm>
              <a:off x="8617982" y="851073"/>
              <a:ext cx="2024909" cy="47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None/>
                <a:defRPr/>
              </a:pPr>
              <a:r>
                <a:rPr lang="zh-CN" sz="2800" b="1" dirty="0" smtClean="0">
                  <a:solidFill>
                    <a:srgbClr val="7030A0"/>
                  </a:solidFill>
                  <a:latin typeface="微软雅黑" panose="020B0503020204020204" pitchFamily="34" charset="-122"/>
                  <a:ea typeface="微软雅黑" panose="020B0503020204020204" pitchFamily="34" charset="-122"/>
                </a:rPr>
                <a:t>身份证</a:t>
              </a:r>
              <a:r>
                <a:rPr lang="zh-CN" altLang="en-US" sz="2800" b="1" dirty="0" smtClean="0">
                  <a:solidFill>
                    <a:srgbClr val="7030A0"/>
                  </a:solidFill>
                  <a:latin typeface="微软雅黑" panose="020B0503020204020204" pitchFamily="34" charset="-122"/>
                  <a:ea typeface="微软雅黑" panose="020B0503020204020204" pitchFamily="34" charset="-122"/>
                </a:rPr>
                <a:t>号码</a:t>
              </a:r>
              <a:endParaRPr lang="zh-CN" sz="2800" b="1" dirty="0">
                <a:solidFill>
                  <a:srgbClr val="7030A0"/>
                </a:solidFill>
                <a:latin typeface="微软雅黑" panose="020B0503020204020204" pitchFamily="34" charset="-122"/>
                <a:ea typeface="微软雅黑" panose="020B0503020204020204" pitchFamily="34" charset="-122"/>
              </a:endParaRPr>
            </a:p>
          </p:txBody>
        </p:sp>
        <p:grpSp>
          <p:nvGrpSpPr>
            <p:cNvPr id="17" name="组合 16"/>
            <p:cNvGrpSpPr/>
            <p:nvPr/>
          </p:nvGrpSpPr>
          <p:grpSpPr>
            <a:xfrm flipH="1">
              <a:off x="2901822" y="1330958"/>
              <a:ext cx="9025666" cy="995630"/>
              <a:chOff x="-4064011" y="1330958"/>
              <a:chExt cx="9025666" cy="995630"/>
            </a:xfrm>
          </p:grpSpPr>
          <p:cxnSp>
            <p:nvCxnSpPr>
              <p:cNvPr id="20" name="直接连接符 19"/>
              <p:cNvCxnSpPr/>
              <p:nvPr/>
            </p:nvCxnSpPr>
            <p:spPr>
              <a:xfrm>
                <a:off x="-4064011" y="1330958"/>
                <a:ext cx="8234150" cy="37231"/>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4157569" y="1367967"/>
                <a:ext cx="804086" cy="958621"/>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sp>
        <p:nvSpPr>
          <p:cNvPr id="8" name="TextBox 7"/>
          <p:cNvSpPr txBox="1"/>
          <p:nvPr/>
        </p:nvSpPr>
        <p:spPr>
          <a:xfrm>
            <a:off x="5736590" y="1954243"/>
            <a:ext cx="5486400" cy="4524315"/>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身份证</a:t>
            </a:r>
            <a:r>
              <a:rPr lang="en-US" altLang="zh-CN" sz="2000" dirty="0">
                <a:latin typeface="微软雅黑" panose="020B0503020204020204" pitchFamily="34" charset="-122"/>
                <a:ea typeface="微软雅黑" panose="020B0503020204020204" pitchFamily="34" charset="-122"/>
              </a:rPr>
              <a:t>18</a:t>
            </a:r>
            <a:r>
              <a:rPr lang="zh-CN" altLang="en-US" sz="2000" dirty="0">
                <a:latin typeface="微软雅黑" panose="020B0503020204020204" pitchFamily="34" charset="-122"/>
                <a:ea typeface="微软雅黑" panose="020B0503020204020204" pitchFamily="34" charset="-122"/>
              </a:rPr>
              <a:t>位</a:t>
            </a:r>
            <a:r>
              <a:rPr lang="zh-CN" altLang="en-US" sz="2000" dirty="0" smtClean="0">
                <a:latin typeface="微软雅黑" panose="020B0503020204020204" pitchFamily="34" charset="-122"/>
                <a:ea typeface="微软雅黑" panose="020B0503020204020204" pitchFamily="34" charset="-122"/>
              </a:rPr>
              <a:t>，第</a:t>
            </a:r>
            <a:r>
              <a:rPr lang="en-US" altLang="zh-CN" sz="2000" dirty="0" smtClean="0">
                <a:latin typeface="微软雅黑" panose="020B0503020204020204" pitchFamily="34" charset="-122"/>
                <a:ea typeface="微软雅黑" panose="020B0503020204020204" pitchFamily="34" charset="-122"/>
              </a:rPr>
              <a:t>1-2</a:t>
            </a:r>
            <a:r>
              <a:rPr lang="zh-CN" altLang="en-US" sz="2000" dirty="0" smtClean="0">
                <a:latin typeface="微软雅黑" panose="020B0503020204020204" pitchFamily="34" charset="-122"/>
                <a:ea typeface="微软雅黑" panose="020B0503020204020204" pitchFamily="34" charset="-122"/>
              </a:rPr>
              <a:t>位是省</a:t>
            </a:r>
            <a:r>
              <a:rPr lang="zh-CN" altLang="en-US" sz="2000" dirty="0">
                <a:latin typeface="微软雅黑" panose="020B0503020204020204" pitchFamily="34" charset="-122"/>
                <a:ea typeface="微软雅黑" panose="020B0503020204020204" pitchFamily="34" charset="-122"/>
              </a:rPr>
              <a:t>、自治区、直辖市代码</a:t>
            </a:r>
            <a:r>
              <a:rPr lang="zh-CN" altLang="en-US"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第</a:t>
            </a:r>
            <a:r>
              <a:rPr lang="en-US" altLang="zh-CN" sz="2000" dirty="0" smtClean="0">
                <a:latin typeface="微软雅黑" panose="020B0503020204020204" pitchFamily="34" charset="-122"/>
                <a:ea typeface="微软雅黑" panose="020B0503020204020204" pitchFamily="34" charset="-122"/>
              </a:rPr>
              <a:t>3-4</a:t>
            </a:r>
            <a:r>
              <a:rPr lang="zh-CN" altLang="en-US" sz="2000" dirty="0" smtClean="0">
                <a:latin typeface="微软雅黑" panose="020B0503020204020204" pitchFamily="34" charset="-122"/>
                <a:ea typeface="微软雅黑" panose="020B0503020204020204" pitchFamily="34" charset="-122"/>
              </a:rPr>
              <a:t>位</a:t>
            </a:r>
            <a:r>
              <a:rPr lang="zh-CN" altLang="en-US" sz="2000" dirty="0">
                <a:latin typeface="微软雅黑" panose="020B0503020204020204" pitchFamily="34" charset="-122"/>
                <a:ea typeface="微软雅黑" panose="020B0503020204020204" pitchFamily="34" charset="-122"/>
              </a:rPr>
              <a:t>是</a:t>
            </a:r>
            <a:r>
              <a:rPr lang="zh-CN" altLang="en-US" sz="2000" dirty="0" smtClean="0">
                <a:latin typeface="微软雅黑" panose="020B0503020204020204" pitchFamily="34" charset="-122"/>
                <a:ea typeface="微软雅黑" panose="020B0503020204020204" pitchFamily="34" charset="-122"/>
              </a:rPr>
              <a:t>地级市</a:t>
            </a:r>
            <a:r>
              <a:rPr lang="zh-CN" altLang="en-US" sz="2000" dirty="0">
                <a:latin typeface="微软雅黑" panose="020B0503020204020204" pitchFamily="34" charset="-122"/>
                <a:ea typeface="微软雅黑" panose="020B0503020204020204" pitchFamily="34" charset="-122"/>
              </a:rPr>
              <a:t>、盟、自治州代码</a:t>
            </a:r>
            <a:r>
              <a:rPr lang="zh-CN" altLang="en-US"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第</a:t>
            </a:r>
            <a:r>
              <a:rPr lang="en-US" altLang="zh-CN" sz="2000" dirty="0" smtClean="0">
                <a:latin typeface="微软雅黑" panose="020B0503020204020204" pitchFamily="34" charset="-122"/>
                <a:ea typeface="微软雅黑" panose="020B0503020204020204" pitchFamily="34" charset="-122"/>
              </a:rPr>
              <a:t>5-6</a:t>
            </a:r>
            <a:r>
              <a:rPr lang="zh-CN" altLang="en-US" sz="2000" dirty="0" smtClean="0">
                <a:latin typeface="微软雅黑" panose="020B0503020204020204" pitchFamily="34" charset="-122"/>
                <a:ea typeface="微软雅黑" panose="020B0503020204020204" pitchFamily="34" charset="-122"/>
              </a:rPr>
              <a:t>位</a:t>
            </a:r>
            <a:r>
              <a:rPr lang="zh-CN" altLang="en-US" sz="2000" dirty="0">
                <a:latin typeface="微软雅黑" panose="020B0503020204020204" pitchFamily="34" charset="-122"/>
                <a:ea typeface="微软雅黑" panose="020B0503020204020204" pitchFamily="34" charset="-122"/>
              </a:rPr>
              <a:t>是</a:t>
            </a:r>
            <a:r>
              <a:rPr lang="zh-CN" altLang="en-US" sz="2000" dirty="0" smtClean="0">
                <a:latin typeface="微软雅黑" panose="020B0503020204020204" pitchFamily="34" charset="-122"/>
                <a:ea typeface="微软雅黑" panose="020B0503020204020204" pitchFamily="34" charset="-122"/>
              </a:rPr>
              <a:t>县</a:t>
            </a:r>
            <a:r>
              <a:rPr lang="zh-CN" altLang="en-US" sz="2000" dirty="0">
                <a:latin typeface="微软雅黑" panose="020B0503020204020204" pitchFamily="34" charset="-122"/>
                <a:ea typeface="微软雅黑" panose="020B0503020204020204" pitchFamily="34" charset="-122"/>
              </a:rPr>
              <a:t>、县级市、区代码</a:t>
            </a:r>
            <a:r>
              <a:rPr lang="zh-CN" altLang="en-US"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第</a:t>
            </a:r>
            <a:r>
              <a:rPr lang="en-US" altLang="zh-CN" sz="2000" dirty="0" smtClean="0">
                <a:latin typeface="微软雅黑" panose="020B0503020204020204" pitchFamily="34" charset="-122"/>
                <a:ea typeface="微软雅黑" panose="020B0503020204020204" pitchFamily="34" charset="-122"/>
              </a:rPr>
              <a:t>7-14</a:t>
            </a:r>
            <a:r>
              <a:rPr lang="zh-CN" altLang="en-US" sz="2000" dirty="0" smtClean="0">
                <a:latin typeface="微软雅黑" panose="020B0503020204020204" pitchFamily="34" charset="-122"/>
                <a:ea typeface="微软雅黑" panose="020B0503020204020204" pitchFamily="34" charset="-122"/>
              </a:rPr>
              <a:t>位</a:t>
            </a:r>
            <a:r>
              <a:rPr lang="zh-CN" altLang="en-US" sz="2000" dirty="0">
                <a:latin typeface="微软雅黑" panose="020B0503020204020204" pitchFamily="34" charset="-122"/>
                <a:ea typeface="微软雅黑" panose="020B0503020204020204" pitchFamily="34" charset="-122"/>
              </a:rPr>
              <a:t>是</a:t>
            </a:r>
            <a:r>
              <a:rPr lang="zh-CN" altLang="en-US" sz="2000" dirty="0" smtClean="0">
                <a:latin typeface="微软雅黑" panose="020B0503020204020204" pitchFamily="34" charset="-122"/>
                <a:ea typeface="微软雅黑" panose="020B0503020204020204" pitchFamily="34" charset="-122"/>
              </a:rPr>
              <a:t>出生</a:t>
            </a:r>
            <a:r>
              <a:rPr lang="zh-CN" altLang="en-US" sz="2000" dirty="0">
                <a:latin typeface="微软雅黑" panose="020B0503020204020204" pitchFamily="34" charset="-122"/>
                <a:ea typeface="微软雅黑" panose="020B0503020204020204" pitchFamily="34" charset="-122"/>
              </a:rPr>
              <a:t>年月日</a:t>
            </a:r>
            <a:r>
              <a:rPr lang="zh-CN" altLang="en-US"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第</a:t>
            </a:r>
            <a:r>
              <a:rPr lang="en-US" altLang="zh-CN" sz="2000" dirty="0" smtClean="0">
                <a:latin typeface="微软雅黑" panose="020B0503020204020204" pitchFamily="34" charset="-122"/>
                <a:ea typeface="微软雅黑" panose="020B0503020204020204" pitchFamily="34" charset="-122"/>
              </a:rPr>
              <a:t>15-17</a:t>
            </a:r>
            <a:r>
              <a:rPr lang="zh-CN" altLang="en-US" sz="2000" dirty="0" smtClean="0">
                <a:latin typeface="微软雅黑" panose="020B0503020204020204" pitchFamily="34" charset="-122"/>
                <a:ea typeface="微软雅黑" panose="020B0503020204020204" pitchFamily="34" charset="-122"/>
              </a:rPr>
              <a:t>位</a:t>
            </a:r>
            <a:r>
              <a:rPr lang="zh-CN" altLang="en-US" sz="2000" dirty="0">
                <a:latin typeface="微软雅黑" panose="020B0503020204020204" pitchFamily="34" charset="-122"/>
                <a:ea typeface="微软雅黑" panose="020B0503020204020204" pitchFamily="34" charset="-122"/>
              </a:rPr>
              <a:t>是</a:t>
            </a:r>
            <a:r>
              <a:rPr lang="zh-CN" altLang="en-US" sz="2000" dirty="0" smtClean="0">
                <a:latin typeface="微软雅黑" panose="020B0503020204020204" pitchFamily="34" charset="-122"/>
                <a:ea typeface="微软雅黑" panose="020B0503020204020204" pitchFamily="34" charset="-122"/>
              </a:rPr>
              <a:t>顺序</a:t>
            </a:r>
            <a:r>
              <a:rPr lang="zh-CN" altLang="en-US" sz="2000" dirty="0">
                <a:latin typeface="微软雅黑" panose="020B0503020204020204" pitchFamily="34" charset="-122"/>
                <a:ea typeface="微软雅黑" panose="020B0503020204020204" pitchFamily="34" charset="-122"/>
              </a:rPr>
              <a:t>号，顺序号就是表示在同一个地址码所标志的区域范围内，对同年同月同日生的人编定的顺序号</a:t>
            </a:r>
            <a:r>
              <a:rPr lang="zh-CN" altLang="en-US"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第</a:t>
            </a:r>
            <a:r>
              <a:rPr lang="en-US" altLang="zh-CN" sz="2000" dirty="0" smtClean="0">
                <a:latin typeface="微软雅黑" panose="020B0503020204020204" pitchFamily="34" charset="-122"/>
                <a:ea typeface="微软雅黑" panose="020B0503020204020204" pitchFamily="34" charset="-122"/>
              </a:rPr>
              <a:t>17</a:t>
            </a:r>
            <a:r>
              <a:rPr lang="zh-CN" altLang="en-US" sz="2000" dirty="0">
                <a:latin typeface="微软雅黑" panose="020B0503020204020204" pitchFamily="34" charset="-122"/>
                <a:ea typeface="微软雅黑" panose="020B0503020204020204" pitchFamily="34" charset="-122"/>
              </a:rPr>
              <a:t>位奇数代表男，偶数代表女</a:t>
            </a:r>
            <a:r>
              <a:rPr lang="zh-CN" altLang="en-US"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第</a:t>
            </a:r>
            <a:r>
              <a:rPr lang="en-US" altLang="zh-CN" sz="2000" dirty="0" smtClean="0">
                <a:latin typeface="微软雅黑" panose="020B0503020204020204" pitchFamily="34" charset="-122"/>
                <a:ea typeface="微软雅黑" panose="020B0503020204020204" pitchFamily="34" charset="-122"/>
              </a:rPr>
              <a:t>18</a:t>
            </a:r>
            <a:r>
              <a:rPr lang="zh-CN" altLang="en-US" sz="2000" dirty="0">
                <a:latin typeface="微软雅黑" panose="020B0503020204020204" pitchFamily="34" charset="-122"/>
                <a:ea typeface="微软雅黑" panose="020B0503020204020204" pitchFamily="34" charset="-122"/>
              </a:rPr>
              <a:t>位是校验位，</a:t>
            </a:r>
            <a:r>
              <a:rPr lang="zh-CN" altLang="en-US" sz="2000" b="1" dirty="0">
                <a:solidFill>
                  <a:srgbClr val="FF0000"/>
                </a:solidFill>
                <a:latin typeface="微软雅黑" panose="020B0503020204020204" pitchFamily="34" charset="-122"/>
                <a:ea typeface="微软雅黑" panose="020B0503020204020204" pitchFamily="34" charset="-122"/>
              </a:rPr>
              <a:t>校验位</a:t>
            </a:r>
            <a:r>
              <a:rPr lang="zh-CN" altLang="en-US" sz="2000" dirty="0">
                <a:latin typeface="微软雅黑" panose="020B0503020204020204" pitchFamily="34" charset="-122"/>
                <a:ea typeface="微软雅黑" panose="020B0503020204020204" pitchFamily="34" charset="-122"/>
              </a:rPr>
              <a:t>是将身份证的前</a:t>
            </a:r>
            <a:r>
              <a:rPr lang="en-US" altLang="zh-CN" sz="2000" dirty="0">
                <a:latin typeface="微软雅黑" panose="020B0503020204020204" pitchFamily="34" charset="-122"/>
                <a:ea typeface="微软雅黑" panose="020B0503020204020204" pitchFamily="34" charset="-122"/>
              </a:rPr>
              <a:t>17</a:t>
            </a:r>
            <a:r>
              <a:rPr lang="zh-CN" altLang="en-US" sz="2000" dirty="0">
                <a:latin typeface="微软雅黑" panose="020B0503020204020204" pitchFamily="34" charset="-122"/>
                <a:ea typeface="微软雅黑" panose="020B0503020204020204" pitchFamily="34" charset="-122"/>
              </a:rPr>
              <a:t>位代入一个公式计算出来</a:t>
            </a:r>
            <a:r>
              <a:rPr lang="zh-CN" altLang="en-US" sz="2000" dirty="0" smtClean="0">
                <a:latin typeface="微软雅黑" panose="020B0503020204020204" pitchFamily="34" charset="-122"/>
                <a:ea typeface="微软雅黑" panose="020B0503020204020204" pitchFamily="34" charset="-122"/>
              </a:rPr>
              <a:t>的结果，范围</a:t>
            </a:r>
            <a:r>
              <a:rPr lang="zh-CN" altLang="en-US" sz="2000" dirty="0">
                <a:latin typeface="微软雅黑" panose="020B0503020204020204" pitchFamily="34" charset="-122"/>
                <a:ea typeface="微软雅黑" panose="020B0503020204020204" pitchFamily="34" charset="-122"/>
              </a:rPr>
              <a:t>是</a:t>
            </a:r>
            <a:r>
              <a:rPr lang="en-US" altLang="zh-CN" sz="2000" dirty="0">
                <a:latin typeface="微软雅黑" panose="020B0503020204020204" pitchFamily="34" charset="-122"/>
                <a:ea typeface="微软雅黑" panose="020B0503020204020204" pitchFamily="34" charset="-122"/>
              </a:rPr>
              <a:t>0-10</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10</a:t>
            </a:r>
            <a:r>
              <a:rPr lang="zh-CN" altLang="en-US" sz="2000" dirty="0">
                <a:latin typeface="微软雅黑" panose="020B0503020204020204" pitchFamily="34" charset="-122"/>
                <a:ea typeface="微软雅黑" panose="020B0503020204020204" pitchFamily="34" charset="-122"/>
              </a:rPr>
              <a:t>用</a:t>
            </a:r>
            <a:r>
              <a:rPr lang="en-US" altLang="zh-CN" sz="2000" dirty="0">
                <a:latin typeface="微软雅黑" panose="020B0503020204020204" pitchFamily="34" charset="-122"/>
                <a:ea typeface="微软雅黑" panose="020B0503020204020204" pitchFamily="34" charset="-122"/>
              </a:rPr>
              <a:t>X</a:t>
            </a:r>
            <a:r>
              <a:rPr lang="zh-CN" altLang="en-US" sz="2000" dirty="0">
                <a:latin typeface="微软雅黑" panose="020B0503020204020204" pitchFamily="34" charset="-122"/>
                <a:ea typeface="微软雅黑" panose="020B0503020204020204" pitchFamily="34" charset="-122"/>
              </a:rPr>
              <a:t>代替。</a:t>
            </a:r>
            <a:endParaRPr lang="zh-CN" altLang="en-US" sz="2000" dirty="0">
              <a:latin typeface="微软雅黑" panose="020B0503020204020204" pitchFamily="34" charset="-122"/>
              <a:ea typeface="微软雅黑" panose="020B0503020204020204" pitchFamily="34" charset="-122"/>
            </a:endParaRPr>
          </a:p>
          <a:p>
            <a:endParaRPr lang="zh-CN" altLang="en-US" dirty="0"/>
          </a:p>
        </p:txBody>
      </p:sp>
    </p:spTree>
  </p:cSld>
  <p:clrMapOvr>
    <a:masterClrMapping/>
  </p:clrMapOvr>
  <p:transition spd="slow">
    <p:push di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p:cNvSpPr txBox="1">
            <a:spLocks noChangeArrowheads="1"/>
          </p:cNvSpPr>
          <p:nvPr>
            <p:custDataLst>
              <p:tags r:id="rId1"/>
            </p:custDataLst>
          </p:nvPr>
        </p:nvSpPr>
        <p:spPr bwMode="auto">
          <a:xfrm>
            <a:off x="4468715" y="28654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3" name="组合 2"/>
          <p:cNvGrpSpPr/>
          <p:nvPr>
            <p:custDataLst>
              <p:tags r:id="rId2"/>
            </p:custDataLst>
          </p:nvPr>
        </p:nvGrpSpPr>
        <p:grpSpPr>
          <a:xfrm>
            <a:off x="1028700" y="1209951"/>
            <a:ext cx="10184765" cy="3768450"/>
            <a:chOff x="2296235" y="838121"/>
            <a:chExt cx="9631253" cy="3444866"/>
          </a:xfrm>
        </p:grpSpPr>
        <p:grpSp>
          <p:nvGrpSpPr>
            <p:cNvPr id="4" name="组合 3"/>
            <p:cNvGrpSpPr>
              <a:grpSpLocks noChangeAspect="1"/>
            </p:cNvGrpSpPr>
            <p:nvPr>
              <p:custDataLst>
                <p:tags r:id="rId3"/>
              </p:custDataLst>
            </p:nvPr>
          </p:nvGrpSpPr>
          <p:grpSpPr>
            <a:xfrm>
              <a:off x="3596928" y="1625696"/>
              <a:ext cx="1511998" cy="1260000"/>
              <a:chOff x="1017666" y="1460660"/>
              <a:chExt cx="1241816" cy="1034848"/>
            </a:xfrm>
          </p:grpSpPr>
          <p:grpSp>
            <p:nvGrpSpPr>
              <p:cNvPr id="36" name="组合 35"/>
              <p:cNvGrpSpPr/>
              <p:nvPr>
                <p:custDataLst>
                  <p:tags r:id="rId4"/>
                </p:custDataLst>
              </p:nvPr>
            </p:nvGrpSpPr>
            <p:grpSpPr>
              <a:xfrm>
                <a:off x="1017666" y="1460660"/>
                <a:ext cx="1241816" cy="1034848"/>
                <a:chOff x="1017666" y="1609725"/>
                <a:chExt cx="1241816" cy="1034848"/>
              </a:xfrm>
            </p:grpSpPr>
            <p:sp>
              <p:nvSpPr>
                <p:cNvPr id="38" name="六边形 37"/>
                <p:cNvSpPr>
                  <a:spLocks noChangeAspect="1"/>
                </p:cNvSpPr>
                <p:nvPr>
                  <p:custDataLst>
                    <p:tags r:id="rId5"/>
                  </p:custDataLst>
                </p:nvPr>
              </p:nvSpPr>
              <p:spPr>
                <a:xfrm>
                  <a:off x="1017666" y="1609725"/>
                  <a:ext cx="1241816" cy="1034848"/>
                </a:xfrm>
                <a:prstGeom prst="hexagon">
                  <a:avLst/>
                </a:prstGeom>
                <a:solidFill>
                  <a:schemeClr val="bg1"/>
                </a:solid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sp>
              <p:nvSpPr>
                <p:cNvPr id="39" name="六边形 38"/>
                <p:cNvSpPr>
                  <a:spLocks noChangeAspect="1"/>
                </p:cNvSpPr>
                <p:nvPr>
                  <p:custDataLst>
                    <p:tags r:id="rId6"/>
                  </p:custDataLst>
                </p:nvPr>
              </p:nvSpPr>
              <p:spPr>
                <a:xfrm>
                  <a:off x="1120174" y="1695149"/>
                  <a:ext cx="1036800" cy="864000"/>
                </a:xfrm>
                <a:prstGeom prst="hexagon">
                  <a:avLst/>
                </a:prstGeom>
                <a:solidFill>
                  <a:srgbClr val="7481A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37" name="TextBox 6"/>
              <p:cNvSpPr txBox="1"/>
              <p:nvPr>
                <p:custDataLst>
                  <p:tags r:id="rId7"/>
                </p:custDataLst>
              </p:nvPr>
            </p:nvSpPr>
            <p:spPr>
              <a:xfrm>
                <a:off x="1206205" y="1808549"/>
                <a:ext cx="852251" cy="345643"/>
              </a:xfrm>
              <a:prstGeom prst="rect">
                <a:avLst/>
              </a:prstGeom>
              <a:noFill/>
            </p:spPr>
            <p:txBody>
              <a:bodyPr wrap="square" rtlCol="0">
                <a:spAutoFit/>
              </a:bodyPr>
              <a:lstStyle/>
              <a:p>
                <a:pPr algn="r"/>
                <a:r>
                  <a:rPr lang="zh-CN" altLang="en-US" sz="2400">
                    <a:solidFill>
                      <a:schemeClr val="bg1"/>
                    </a:solidFill>
                    <a:latin typeface="微软雅黑" panose="020B0503020204020204" pitchFamily="34" charset="-122"/>
                    <a:ea typeface="微软雅黑" panose="020B0503020204020204" pitchFamily="34" charset="-122"/>
                  </a:rPr>
                  <a:t>车牌号</a:t>
                </a:r>
                <a:endParaRPr lang="zh-CN" altLang="en-US" sz="2400">
                  <a:solidFill>
                    <a:schemeClr val="bg1"/>
                  </a:solidFill>
                  <a:latin typeface="微软雅黑" panose="020B0503020204020204" pitchFamily="34" charset="-122"/>
                  <a:ea typeface="微软雅黑" panose="020B0503020204020204" pitchFamily="34" charset="-122"/>
                </a:endParaRPr>
              </a:p>
            </p:txBody>
          </p:sp>
        </p:grpSp>
        <p:grpSp>
          <p:nvGrpSpPr>
            <p:cNvPr id="5" name="组合 4"/>
            <p:cNvGrpSpPr>
              <a:grpSpLocks noChangeAspect="1"/>
            </p:cNvGrpSpPr>
            <p:nvPr>
              <p:custDataLst>
                <p:tags r:id="rId8"/>
              </p:custDataLst>
            </p:nvPr>
          </p:nvGrpSpPr>
          <p:grpSpPr>
            <a:xfrm>
              <a:off x="2296235" y="2326418"/>
              <a:ext cx="1511998" cy="1260000"/>
              <a:chOff x="1017666" y="2695004"/>
              <a:chExt cx="1241816" cy="1034848"/>
            </a:xfrm>
          </p:grpSpPr>
          <p:grpSp>
            <p:nvGrpSpPr>
              <p:cNvPr id="32" name="组合 31"/>
              <p:cNvGrpSpPr/>
              <p:nvPr>
                <p:custDataLst>
                  <p:tags r:id="rId9"/>
                </p:custDataLst>
              </p:nvPr>
            </p:nvGrpSpPr>
            <p:grpSpPr>
              <a:xfrm>
                <a:off x="1017666" y="2695004"/>
                <a:ext cx="1241816" cy="1034848"/>
                <a:chOff x="1017666" y="1609725"/>
                <a:chExt cx="1241816" cy="1034848"/>
              </a:xfrm>
            </p:grpSpPr>
            <p:sp>
              <p:nvSpPr>
                <p:cNvPr id="34" name="六边形 33"/>
                <p:cNvSpPr>
                  <a:spLocks noChangeAspect="1"/>
                </p:cNvSpPr>
                <p:nvPr>
                  <p:custDataLst>
                    <p:tags r:id="rId10"/>
                  </p:custDataLst>
                </p:nvPr>
              </p:nvSpPr>
              <p:spPr>
                <a:xfrm>
                  <a:off x="1017666" y="1609725"/>
                  <a:ext cx="1241816" cy="1034848"/>
                </a:xfrm>
                <a:prstGeom prst="hexagon">
                  <a:avLst/>
                </a:prstGeom>
                <a:solidFill>
                  <a:schemeClr val="bg1"/>
                </a:solid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sp>
              <p:nvSpPr>
                <p:cNvPr id="35" name="六边形 34"/>
                <p:cNvSpPr>
                  <a:spLocks noChangeAspect="1"/>
                </p:cNvSpPr>
                <p:nvPr>
                  <p:custDataLst>
                    <p:tags r:id="rId11"/>
                  </p:custDataLst>
                </p:nvPr>
              </p:nvSpPr>
              <p:spPr>
                <a:xfrm>
                  <a:off x="1120174" y="1695149"/>
                  <a:ext cx="1036800" cy="864000"/>
                </a:xfrm>
                <a:prstGeom prst="hexagon">
                  <a:avLst/>
                </a:prstGeom>
                <a:solidFill>
                  <a:srgbClr val="2D9F7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33" name="TextBox 11"/>
              <p:cNvSpPr txBox="1"/>
              <p:nvPr>
                <p:custDataLst>
                  <p:tags r:id="rId12"/>
                </p:custDataLst>
              </p:nvPr>
            </p:nvSpPr>
            <p:spPr>
              <a:xfrm>
                <a:off x="1205576" y="3058089"/>
                <a:ext cx="852251" cy="345643"/>
              </a:xfrm>
              <a:prstGeom prst="rect">
                <a:avLst/>
              </a:prstGeom>
              <a:noFill/>
            </p:spPr>
            <p:txBody>
              <a:bodyPr wrap="square" rtlCol="0">
                <a:spAutoFit/>
              </a:bodyPr>
              <a:lstStyle/>
              <a:p>
                <a:pPr algn="r"/>
                <a:r>
                  <a:rPr lang="zh-CN" altLang="en-US" sz="2400">
                    <a:solidFill>
                      <a:schemeClr val="bg1"/>
                    </a:solidFill>
                    <a:latin typeface="微软雅黑" panose="020B0503020204020204" pitchFamily="34" charset="-122"/>
                    <a:ea typeface="微软雅黑" panose="020B0503020204020204" pitchFamily="34" charset="-122"/>
                  </a:rPr>
                  <a:t>身份证</a:t>
                </a:r>
                <a:endParaRPr lang="zh-CN" altLang="en-US" sz="2400">
                  <a:solidFill>
                    <a:schemeClr val="bg1"/>
                  </a:solidFill>
                  <a:latin typeface="微软雅黑" panose="020B0503020204020204" pitchFamily="34" charset="-122"/>
                  <a:ea typeface="微软雅黑" panose="020B0503020204020204" pitchFamily="34" charset="-122"/>
                </a:endParaRPr>
              </a:p>
            </p:txBody>
          </p:sp>
        </p:grpSp>
        <p:grpSp>
          <p:nvGrpSpPr>
            <p:cNvPr id="6" name="组合 5"/>
            <p:cNvGrpSpPr>
              <a:grpSpLocks noChangeAspect="1"/>
            </p:cNvGrpSpPr>
            <p:nvPr>
              <p:custDataLst>
                <p:tags r:id="rId13"/>
              </p:custDataLst>
            </p:nvPr>
          </p:nvGrpSpPr>
          <p:grpSpPr>
            <a:xfrm>
              <a:off x="3596928" y="3022987"/>
              <a:ext cx="1511998" cy="1260000"/>
              <a:chOff x="1017666" y="3929062"/>
              <a:chExt cx="1241816" cy="1034848"/>
            </a:xfrm>
          </p:grpSpPr>
          <p:grpSp>
            <p:nvGrpSpPr>
              <p:cNvPr id="28" name="组合 27"/>
              <p:cNvGrpSpPr/>
              <p:nvPr>
                <p:custDataLst>
                  <p:tags r:id="rId14"/>
                </p:custDataLst>
              </p:nvPr>
            </p:nvGrpSpPr>
            <p:grpSpPr>
              <a:xfrm>
                <a:off x="1017666" y="3929062"/>
                <a:ext cx="1241816" cy="1034848"/>
                <a:chOff x="1017666" y="1609725"/>
                <a:chExt cx="1241816" cy="1034848"/>
              </a:xfrm>
            </p:grpSpPr>
            <p:sp>
              <p:nvSpPr>
                <p:cNvPr id="30" name="六边形 29"/>
                <p:cNvSpPr>
                  <a:spLocks noChangeAspect="1"/>
                </p:cNvSpPr>
                <p:nvPr>
                  <p:custDataLst>
                    <p:tags r:id="rId15"/>
                  </p:custDataLst>
                </p:nvPr>
              </p:nvSpPr>
              <p:spPr>
                <a:xfrm>
                  <a:off x="1017666" y="1609725"/>
                  <a:ext cx="1241816" cy="1034848"/>
                </a:xfrm>
                <a:prstGeom prst="hexagon">
                  <a:avLst/>
                </a:prstGeom>
                <a:solidFill>
                  <a:schemeClr val="bg1"/>
                </a:solid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sp>
              <p:nvSpPr>
                <p:cNvPr id="31" name="六边形 30"/>
                <p:cNvSpPr>
                  <a:spLocks noChangeAspect="1"/>
                </p:cNvSpPr>
                <p:nvPr>
                  <p:custDataLst>
                    <p:tags r:id="rId16"/>
                  </p:custDataLst>
                </p:nvPr>
              </p:nvSpPr>
              <p:spPr>
                <a:xfrm>
                  <a:off x="1120174" y="1695149"/>
                  <a:ext cx="1036800" cy="864000"/>
                </a:xfrm>
                <a:prstGeom prst="hexagon">
                  <a:avLst/>
                </a:prstGeom>
                <a:solidFill>
                  <a:srgbClr val="7481A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29" name="TextBox 16"/>
              <p:cNvSpPr txBox="1"/>
              <p:nvPr>
                <p:custDataLst>
                  <p:tags r:id="rId17"/>
                </p:custDataLst>
              </p:nvPr>
            </p:nvSpPr>
            <p:spPr>
              <a:xfrm>
                <a:off x="1197472" y="4274220"/>
                <a:ext cx="852251" cy="345643"/>
              </a:xfrm>
              <a:prstGeom prst="rect">
                <a:avLst/>
              </a:prstGeom>
              <a:noFill/>
            </p:spPr>
            <p:txBody>
              <a:bodyPr wrap="square" rtlCol="0">
                <a:spAutoFit/>
              </a:bodyPr>
              <a:lstStyle/>
              <a:p>
                <a:pPr algn="r"/>
                <a:r>
                  <a:rPr lang="zh-CN" altLang="en-US" sz="2400">
                    <a:solidFill>
                      <a:schemeClr val="bg1"/>
                    </a:solidFill>
                    <a:latin typeface="微软雅黑" panose="020B0503020204020204" pitchFamily="34" charset="-122"/>
                    <a:ea typeface="微软雅黑" panose="020B0503020204020204" pitchFamily="34" charset="-122"/>
                  </a:rPr>
                  <a:t>门牌号</a:t>
                </a:r>
                <a:endParaRPr lang="zh-CN" altLang="en-US" sz="2400">
                  <a:solidFill>
                    <a:schemeClr val="bg1"/>
                  </a:solidFill>
                  <a:latin typeface="微软雅黑" panose="020B0503020204020204" pitchFamily="34" charset="-122"/>
                  <a:ea typeface="微软雅黑" panose="020B0503020204020204" pitchFamily="34" charset="-122"/>
                </a:endParaRPr>
              </a:p>
            </p:txBody>
          </p:sp>
        </p:grpSp>
        <p:grpSp>
          <p:nvGrpSpPr>
            <p:cNvPr id="7" name="组合 6"/>
            <p:cNvGrpSpPr>
              <a:grpSpLocks noChangeAspect="1"/>
            </p:cNvGrpSpPr>
            <p:nvPr>
              <p:custDataLst>
                <p:tags r:id="rId18"/>
              </p:custDataLst>
            </p:nvPr>
          </p:nvGrpSpPr>
          <p:grpSpPr>
            <a:xfrm>
              <a:off x="4896948" y="2326418"/>
              <a:ext cx="1511998" cy="1260000"/>
              <a:chOff x="1017666" y="2695004"/>
              <a:chExt cx="1241816" cy="1034848"/>
            </a:xfrm>
          </p:grpSpPr>
          <p:grpSp>
            <p:nvGrpSpPr>
              <p:cNvPr id="24" name="组合 23"/>
              <p:cNvGrpSpPr/>
              <p:nvPr>
                <p:custDataLst>
                  <p:tags r:id="rId19"/>
                </p:custDataLst>
              </p:nvPr>
            </p:nvGrpSpPr>
            <p:grpSpPr>
              <a:xfrm>
                <a:off x="1017666" y="2695004"/>
                <a:ext cx="1241816" cy="1034848"/>
                <a:chOff x="1017666" y="1609725"/>
                <a:chExt cx="1241816" cy="1034848"/>
              </a:xfrm>
            </p:grpSpPr>
            <p:sp>
              <p:nvSpPr>
                <p:cNvPr id="26" name="六边形 25"/>
                <p:cNvSpPr>
                  <a:spLocks noChangeAspect="1"/>
                </p:cNvSpPr>
                <p:nvPr>
                  <p:custDataLst>
                    <p:tags r:id="rId20"/>
                  </p:custDataLst>
                </p:nvPr>
              </p:nvSpPr>
              <p:spPr>
                <a:xfrm>
                  <a:off x="1017666" y="1609725"/>
                  <a:ext cx="1241816" cy="1034848"/>
                </a:xfrm>
                <a:prstGeom prst="hexagon">
                  <a:avLst/>
                </a:prstGeom>
                <a:solidFill>
                  <a:schemeClr val="bg1"/>
                </a:solid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sp>
              <p:nvSpPr>
                <p:cNvPr id="27" name="六边形 26"/>
                <p:cNvSpPr>
                  <a:spLocks noChangeAspect="1"/>
                </p:cNvSpPr>
                <p:nvPr>
                  <p:custDataLst>
                    <p:tags r:id="rId21"/>
                  </p:custDataLst>
                </p:nvPr>
              </p:nvSpPr>
              <p:spPr>
                <a:xfrm>
                  <a:off x="1120174" y="1695149"/>
                  <a:ext cx="1036800" cy="864000"/>
                </a:xfrm>
                <a:prstGeom prst="hexagon">
                  <a:avLst/>
                </a:prstGeom>
                <a:solidFill>
                  <a:srgbClr val="2D9F7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25" name="TextBox 23"/>
              <p:cNvSpPr txBox="1"/>
              <p:nvPr>
                <p:custDataLst>
                  <p:tags r:id="rId22"/>
                </p:custDataLst>
              </p:nvPr>
            </p:nvSpPr>
            <p:spPr>
              <a:xfrm>
                <a:off x="1205576" y="3058089"/>
                <a:ext cx="852251" cy="345643"/>
              </a:xfrm>
              <a:prstGeom prst="rect">
                <a:avLst/>
              </a:prstGeom>
              <a:noFill/>
            </p:spPr>
            <p:txBody>
              <a:bodyPr wrap="square" rtlCol="0">
                <a:spAutoFit/>
              </a:bodyPr>
              <a:lstStyle/>
              <a:p>
                <a:pPr algn="r"/>
                <a:r>
                  <a:rPr lang="zh-CN" altLang="en-US" sz="2400">
                    <a:solidFill>
                      <a:schemeClr val="bg1"/>
                    </a:solidFill>
                    <a:latin typeface="微软雅黑" panose="020B0503020204020204" pitchFamily="34" charset="-122"/>
                    <a:ea typeface="微软雅黑" panose="020B0503020204020204" pitchFamily="34" charset="-122"/>
                  </a:rPr>
                  <a:t>准考证</a:t>
                </a:r>
                <a:endParaRPr lang="zh-CN" altLang="en-US" sz="2400">
                  <a:solidFill>
                    <a:schemeClr val="bg1"/>
                  </a:solidFill>
                  <a:latin typeface="微软雅黑" panose="020B0503020204020204" pitchFamily="34" charset="-122"/>
                  <a:ea typeface="微软雅黑" panose="020B0503020204020204" pitchFamily="34" charset="-122"/>
                </a:endParaRPr>
              </a:p>
            </p:txBody>
          </p:sp>
        </p:grpSp>
        <p:sp>
          <p:nvSpPr>
            <p:cNvPr id="10" name="Rectangle 13" descr="FD1DDF730CE4456e89755B07FE1653D0# #Rectangle 13"/>
            <p:cNvSpPr>
              <a:spLocks noChangeArrowheads="1"/>
            </p:cNvSpPr>
            <p:nvPr>
              <p:custDataLst>
                <p:tags r:id="rId23"/>
              </p:custDataLst>
            </p:nvPr>
          </p:nvSpPr>
          <p:spPr bwMode="auto">
            <a:xfrm>
              <a:off x="8506333" y="838121"/>
              <a:ext cx="2024909" cy="47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None/>
                <a:defRPr/>
              </a:pPr>
              <a:r>
                <a:rPr lang="zh-CN" sz="2800" b="1" dirty="0">
                  <a:solidFill>
                    <a:srgbClr val="7030A0"/>
                  </a:solidFill>
                  <a:latin typeface="微软雅黑" panose="020B0503020204020204" pitchFamily="34" charset="-122"/>
                  <a:ea typeface="微软雅黑" panose="020B0503020204020204" pitchFamily="34" charset="-122"/>
                </a:rPr>
                <a:t>车牌</a:t>
              </a:r>
              <a:r>
                <a:rPr lang="zh-CN" sz="2800" b="1" dirty="0" smtClean="0">
                  <a:solidFill>
                    <a:srgbClr val="7030A0"/>
                  </a:solidFill>
                  <a:latin typeface="微软雅黑" panose="020B0503020204020204" pitchFamily="34" charset="-122"/>
                  <a:ea typeface="微软雅黑" panose="020B0503020204020204" pitchFamily="34" charset="-122"/>
                </a:rPr>
                <a:t>号</a:t>
              </a:r>
              <a:r>
                <a:rPr lang="zh-CN" altLang="en-US" sz="2800" b="1" dirty="0" smtClean="0">
                  <a:solidFill>
                    <a:srgbClr val="7030A0"/>
                  </a:solidFill>
                  <a:latin typeface="微软雅黑" panose="020B0503020204020204" pitchFamily="34" charset="-122"/>
                  <a:ea typeface="微软雅黑" panose="020B0503020204020204" pitchFamily="34" charset="-122"/>
                </a:rPr>
                <a:t>码</a:t>
              </a:r>
              <a:endParaRPr lang="zh-CN" sz="2800" b="1" dirty="0">
                <a:solidFill>
                  <a:srgbClr val="7030A0"/>
                </a:solidFill>
                <a:latin typeface="微软雅黑" panose="020B0503020204020204" pitchFamily="34" charset="-122"/>
                <a:ea typeface="微软雅黑" panose="020B0503020204020204" pitchFamily="34" charset="-122"/>
              </a:endParaRPr>
            </a:p>
          </p:txBody>
        </p:sp>
        <p:grpSp>
          <p:nvGrpSpPr>
            <p:cNvPr id="17" name="组合 16"/>
            <p:cNvGrpSpPr/>
            <p:nvPr>
              <p:custDataLst>
                <p:tags r:id="rId24"/>
              </p:custDataLst>
            </p:nvPr>
          </p:nvGrpSpPr>
          <p:grpSpPr>
            <a:xfrm flipH="1">
              <a:off x="4984627" y="1330692"/>
              <a:ext cx="6942861" cy="718679"/>
              <a:chOff x="-4064011" y="1330692"/>
              <a:chExt cx="6942861" cy="718679"/>
            </a:xfrm>
          </p:grpSpPr>
          <p:cxnSp>
            <p:nvCxnSpPr>
              <p:cNvPr id="20" name="直接连接符 19"/>
              <p:cNvCxnSpPr/>
              <p:nvPr>
                <p:custDataLst>
                  <p:tags r:id="rId25"/>
                </p:custDataLst>
              </p:nvPr>
            </p:nvCxnSpPr>
            <p:spPr>
              <a:xfrm>
                <a:off x="-4064011" y="1330692"/>
                <a:ext cx="6317751" cy="28443"/>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custDataLst>
                  <p:tags r:id="rId26"/>
                </p:custDataLst>
              </p:nvPr>
            </p:nvCxnSpPr>
            <p:spPr>
              <a:xfrm>
                <a:off x="2253740" y="1359138"/>
                <a:ext cx="625110" cy="690233"/>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pic>
        <p:nvPicPr>
          <p:cNvPr id="8" name="图片 7" descr="0"/>
          <p:cNvPicPr>
            <a:picLocks noChangeAspect="1"/>
          </p:cNvPicPr>
          <p:nvPr>
            <p:custDataLst>
              <p:tags r:id="rId27"/>
            </p:custDataLst>
          </p:nvPr>
        </p:nvPicPr>
        <p:blipFill>
          <a:blip r:embed="rId28"/>
          <a:stretch>
            <a:fillRect/>
          </a:stretch>
        </p:blipFill>
        <p:spPr>
          <a:xfrm>
            <a:off x="5868035" y="1921796"/>
            <a:ext cx="5059045" cy="3720465"/>
          </a:xfrm>
          <a:prstGeom prst="rect">
            <a:avLst/>
          </a:prstGeom>
        </p:spPr>
      </p:pic>
      <p:sp>
        <p:nvSpPr>
          <p:cNvPr id="9" name="TextBox 8"/>
          <p:cNvSpPr txBox="1"/>
          <p:nvPr/>
        </p:nvSpPr>
        <p:spPr>
          <a:xfrm>
            <a:off x="441675" y="4919008"/>
            <a:ext cx="5485263" cy="1938992"/>
          </a:xfrm>
          <a:prstGeom prst="rect">
            <a:avLst/>
          </a:prstGeom>
          <a:noFill/>
        </p:spPr>
        <p:txBody>
          <a:bodyPr wrap="square" rtlCol="0">
            <a:spAutoFit/>
          </a:bodyPr>
          <a:lstStyle/>
          <a:p>
            <a:pPr lvl="0">
              <a:lnSpc>
                <a:spcPct val="150000"/>
              </a:lnSpc>
            </a:pPr>
            <a:r>
              <a:rPr lang="zh-CN" altLang="en-US" sz="2000" dirty="0">
                <a:solidFill>
                  <a:prstClr val="black"/>
                </a:solidFill>
                <a:latin typeface="微软雅黑" panose="020B0503020204020204" pitchFamily="34" charset="-122"/>
                <a:ea typeface="微软雅黑" panose="020B0503020204020204" pitchFamily="34" charset="-122"/>
              </a:rPr>
              <a:t>车牌号的第一个汉字是车户主所在</a:t>
            </a:r>
            <a:r>
              <a:rPr lang="zh-CN" altLang="en-US" sz="2000" dirty="0" smtClean="0">
                <a:solidFill>
                  <a:prstClr val="black"/>
                </a:solidFill>
                <a:latin typeface="微软雅黑" panose="020B0503020204020204" pitchFamily="34" charset="-122"/>
                <a:ea typeface="微软雅黑" panose="020B0503020204020204" pitchFamily="34" charset="-122"/>
              </a:rPr>
              <a:t>省的简称</a:t>
            </a:r>
            <a:r>
              <a:rPr lang="zh-CN" altLang="en-US" sz="2000" dirty="0">
                <a:solidFill>
                  <a:prstClr val="black"/>
                </a:solidFill>
                <a:latin typeface="微软雅黑" panose="020B0503020204020204" pitchFamily="34" charset="-122"/>
                <a:ea typeface="微软雅黑" panose="020B0503020204020204" pitchFamily="34" charset="-122"/>
              </a:rPr>
              <a:t>，第二个英文字母代表车所在地市一级代码，后五位是号牌编码，由阿拉伯数字或阿拉伯数字和英文字母组成。</a:t>
            </a:r>
            <a:endParaRPr lang="zh-CN" altLang="en-US" sz="20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p:cNvSpPr txBox="1">
            <a:spLocks noChangeArrowheads="1"/>
          </p:cNvSpPr>
          <p:nvPr>
            <p:custDataLst>
              <p:tags r:id="rId1"/>
            </p:custDataLst>
          </p:nvPr>
        </p:nvSpPr>
        <p:spPr bwMode="auto">
          <a:xfrm>
            <a:off x="4468715" y="28654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3" name="组合 2"/>
          <p:cNvGrpSpPr/>
          <p:nvPr>
            <p:custDataLst>
              <p:tags r:id="rId2"/>
            </p:custDataLst>
          </p:nvPr>
        </p:nvGrpSpPr>
        <p:grpSpPr>
          <a:xfrm>
            <a:off x="1028700" y="1201060"/>
            <a:ext cx="10184765" cy="3777341"/>
            <a:chOff x="2296235" y="829994"/>
            <a:chExt cx="9631253" cy="3452993"/>
          </a:xfrm>
        </p:grpSpPr>
        <p:grpSp>
          <p:nvGrpSpPr>
            <p:cNvPr id="4" name="组合 3"/>
            <p:cNvGrpSpPr>
              <a:grpSpLocks noChangeAspect="1"/>
            </p:cNvGrpSpPr>
            <p:nvPr>
              <p:custDataLst>
                <p:tags r:id="rId3"/>
              </p:custDataLst>
            </p:nvPr>
          </p:nvGrpSpPr>
          <p:grpSpPr>
            <a:xfrm>
              <a:off x="3596928" y="1625696"/>
              <a:ext cx="1511998" cy="1260000"/>
              <a:chOff x="1017666" y="1460660"/>
              <a:chExt cx="1241816" cy="1034848"/>
            </a:xfrm>
          </p:grpSpPr>
          <p:grpSp>
            <p:nvGrpSpPr>
              <p:cNvPr id="36" name="组合 35"/>
              <p:cNvGrpSpPr/>
              <p:nvPr>
                <p:custDataLst>
                  <p:tags r:id="rId4"/>
                </p:custDataLst>
              </p:nvPr>
            </p:nvGrpSpPr>
            <p:grpSpPr>
              <a:xfrm>
                <a:off x="1017666" y="1460660"/>
                <a:ext cx="1241816" cy="1034848"/>
                <a:chOff x="1017666" y="1609725"/>
                <a:chExt cx="1241816" cy="1034848"/>
              </a:xfrm>
            </p:grpSpPr>
            <p:sp>
              <p:nvSpPr>
                <p:cNvPr id="38" name="六边形 37"/>
                <p:cNvSpPr>
                  <a:spLocks noChangeAspect="1"/>
                </p:cNvSpPr>
                <p:nvPr>
                  <p:custDataLst>
                    <p:tags r:id="rId5"/>
                  </p:custDataLst>
                </p:nvPr>
              </p:nvSpPr>
              <p:spPr>
                <a:xfrm>
                  <a:off x="1017666" y="1609725"/>
                  <a:ext cx="1241816" cy="1034848"/>
                </a:xfrm>
                <a:prstGeom prst="hexagon">
                  <a:avLst/>
                </a:prstGeom>
                <a:solidFill>
                  <a:schemeClr val="bg1"/>
                </a:solid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sp>
              <p:nvSpPr>
                <p:cNvPr id="39" name="六边形 38"/>
                <p:cNvSpPr>
                  <a:spLocks noChangeAspect="1"/>
                </p:cNvSpPr>
                <p:nvPr>
                  <p:custDataLst>
                    <p:tags r:id="rId6"/>
                  </p:custDataLst>
                </p:nvPr>
              </p:nvSpPr>
              <p:spPr>
                <a:xfrm>
                  <a:off x="1120174" y="1695149"/>
                  <a:ext cx="1036800" cy="864000"/>
                </a:xfrm>
                <a:prstGeom prst="hexagon">
                  <a:avLst/>
                </a:prstGeom>
                <a:solidFill>
                  <a:srgbClr val="7481A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37" name="TextBox 6"/>
              <p:cNvSpPr txBox="1"/>
              <p:nvPr>
                <p:custDataLst>
                  <p:tags r:id="rId7"/>
                </p:custDataLst>
              </p:nvPr>
            </p:nvSpPr>
            <p:spPr>
              <a:xfrm>
                <a:off x="1206205" y="1808549"/>
                <a:ext cx="852251" cy="345643"/>
              </a:xfrm>
              <a:prstGeom prst="rect">
                <a:avLst/>
              </a:prstGeom>
              <a:noFill/>
            </p:spPr>
            <p:txBody>
              <a:bodyPr wrap="square" rtlCol="0">
                <a:spAutoFit/>
              </a:bodyPr>
              <a:lstStyle/>
              <a:p>
                <a:pPr algn="r"/>
                <a:r>
                  <a:rPr lang="zh-CN" altLang="en-US" sz="2400">
                    <a:solidFill>
                      <a:schemeClr val="bg1"/>
                    </a:solidFill>
                    <a:latin typeface="微软雅黑" panose="020B0503020204020204" pitchFamily="34" charset="-122"/>
                    <a:ea typeface="微软雅黑" panose="020B0503020204020204" pitchFamily="34" charset="-122"/>
                  </a:rPr>
                  <a:t>车牌号</a:t>
                </a:r>
                <a:endParaRPr lang="zh-CN" altLang="en-US" sz="2400">
                  <a:solidFill>
                    <a:schemeClr val="bg1"/>
                  </a:solidFill>
                  <a:latin typeface="微软雅黑" panose="020B0503020204020204" pitchFamily="34" charset="-122"/>
                  <a:ea typeface="微软雅黑" panose="020B0503020204020204" pitchFamily="34" charset="-122"/>
                </a:endParaRPr>
              </a:p>
            </p:txBody>
          </p:sp>
        </p:grpSp>
        <p:grpSp>
          <p:nvGrpSpPr>
            <p:cNvPr id="5" name="组合 4"/>
            <p:cNvGrpSpPr>
              <a:grpSpLocks noChangeAspect="1"/>
            </p:cNvGrpSpPr>
            <p:nvPr>
              <p:custDataLst>
                <p:tags r:id="rId8"/>
              </p:custDataLst>
            </p:nvPr>
          </p:nvGrpSpPr>
          <p:grpSpPr>
            <a:xfrm>
              <a:off x="2296235" y="2326418"/>
              <a:ext cx="1511998" cy="1260000"/>
              <a:chOff x="1017666" y="2695004"/>
              <a:chExt cx="1241816" cy="1034848"/>
            </a:xfrm>
          </p:grpSpPr>
          <p:grpSp>
            <p:nvGrpSpPr>
              <p:cNvPr id="32" name="组合 31"/>
              <p:cNvGrpSpPr/>
              <p:nvPr>
                <p:custDataLst>
                  <p:tags r:id="rId9"/>
                </p:custDataLst>
              </p:nvPr>
            </p:nvGrpSpPr>
            <p:grpSpPr>
              <a:xfrm>
                <a:off x="1017666" y="2695004"/>
                <a:ext cx="1241816" cy="1034848"/>
                <a:chOff x="1017666" y="1609725"/>
                <a:chExt cx="1241816" cy="1034848"/>
              </a:xfrm>
            </p:grpSpPr>
            <p:sp>
              <p:nvSpPr>
                <p:cNvPr id="34" name="六边形 33"/>
                <p:cNvSpPr>
                  <a:spLocks noChangeAspect="1"/>
                </p:cNvSpPr>
                <p:nvPr>
                  <p:custDataLst>
                    <p:tags r:id="rId10"/>
                  </p:custDataLst>
                </p:nvPr>
              </p:nvSpPr>
              <p:spPr>
                <a:xfrm>
                  <a:off x="1017666" y="1609725"/>
                  <a:ext cx="1241816" cy="1034848"/>
                </a:xfrm>
                <a:prstGeom prst="hexagon">
                  <a:avLst/>
                </a:prstGeom>
                <a:solidFill>
                  <a:schemeClr val="bg1"/>
                </a:solid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sp>
              <p:nvSpPr>
                <p:cNvPr id="35" name="六边形 34"/>
                <p:cNvSpPr>
                  <a:spLocks noChangeAspect="1"/>
                </p:cNvSpPr>
                <p:nvPr>
                  <p:custDataLst>
                    <p:tags r:id="rId11"/>
                  </p:custDataLst>
                </p:nvPr>
              </p:nvSpPr>
              <p:spPr>
                <a:xfrm>
                  <a:off x="1120174" y="1695149"/>
                  <a:ext cx="1036800" cy="864000"/>
                </a:xfrm>
                <a:prstGeom prst="hexagon">
                  <a:avLst/>
                </a:prstGeom>
                <a:solidFill>
                  <a:srgbClr val="2D9F7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33" name="TextBox 11"/>
              <p:cNvSpPr txBox="1"/>
              <p:nvPr>
                <p:custDataLst>
                  <p:tags r:id="rId12"/>
                </p:custDataLst>
              </p:nvPr>
            </p:nvSpPr>
            <p:spPr>
              <a:xfrm>
                <a:off x="1205576" y="3058089"/>
                <a:ext cx="852251" cy="345643"/>
              </a:xfrm>
              <a:prstGeom prst="rect">
                <a:avLst/>
              </a:prstGeom>
              <a:noFill/>
            </p:spPr>
            <p:txBody>
              <a:bodyPr wrap="square" rtlCol="0">
                <a:spAutoFit/>
              </a:bodyPr>
              <a:lstStyle/>
              <a:p>
                <a:pPr algn="r"/>
                <a:r>
                  <a:rPr lang="zh-CN" altLang="en-US" sz="2400">
                    <a:solidFill>
                      <a:schemeClr val="bg1"/>
                    </a:solidFill>
                    <a:latin typeface="微软雅黑" panose="020B0503020204020204" pitchFamily="34" charset="-122"/>
                    <a:ea typeface="微软雅黑" panose="020B0503020204020204" pitchFamily="34" charset="-122"/>
                  </a:rPr>
                  <a:t>身份证</a:t>
                </a:r>
                <a:endParaRPr lang="zh-CN" altLang="en-US" sz="2400">
                  <a:solidFill>
                    <a:schemeClr val="bg1"/>
                  </a:solidFill>
                  <a:latin typeface="微软雅黑" panose="020B0503020204020204" pitchFamily="34" charset="-122"/>
                  <a:ea typeface="微软雅黑" panose="020B0503020204020204" pitchFamily="34" charset="-122"/>
                </a:endParaRPr>
              </a:p>
            </p:txBody>
          </p:sp>
        </p:grpSp>
        <p:grpSp>
          <p:nvGrpSpPr>
            <p:cNvPr id="6" name="组合 5"/>
            <p:cNvGrpSpPr>
              <a:grpSpLocks noChangeAspect="1"/>
            </p:cNvGrpSpPr>
            <p:nvPr>
              <p:custDataLst>
                <p:tags r:id="rId13"/>
              </p:custDataLst>
            </p:nvPr>
          </p:nvGrpSpPr>
          <p:grpSpPr>
            <a:xfrm>
              <a:off x="3596928" y="3022987"/>
              <a:ext cx="1511998" cy="1260000"/>
              <a:chOff x="1017666" y="3929062"/>
              <a:chExt cx="1241816" cy="1034848"/>
            </a:xfrm>
          </p:grpSpPr>
          <p:grpSp>
            <p:nvGrpSpPr>
              <p:cNvPr id="28" name="组合 27"/>
              <p:cNvGrpSpPr/>
              <p:nvPr>
                <p:custDataLst>
                  <p:tags r:id="rId14"/>
                </p:custDataLst>
              </p:nvPr>
            </p:nvGrpSpPr>
            <p:grpSpPr>
              <a:xfrm>
                <a:off x="1017666" y="3929062"/>
                <a:ext cx="1241816" cy="1034848"/>
                <a:chOff x="1017666" y="1609725"/>
                <a:chExt cx="1241816" cy="1034848"/>
              </a:xfrm>
            </p:grpSpPr>
            <p:sp>
              <p:nvSpPr>
                <p:cNvPr id="30" name="六边形 29"/>
                <p:cNvSpPr>
                  <a:spLocks noChangeAspect="1"/>
                </p:cNvSpPr>
                <p:nvPr>
                  <p:custDataLst>
                    <p:tags r:id="rId15"/>
                  </p:custDataLst>
                </p:nvPr>
              </p:nvSpPr>
              <p:spPr>
                <a:xfrm>
                  <a:off x="1017666" y="1609725"/>
                  <a:ext cx="1241816" cy="1034848"/>
                </a:xfrm>
                <a:prstGeom prst="hexagon">
                  <a:avLst/>
                </a:prstGeom>
                <a:solidFill>
                  <a:schemeClr val="bg1"/>
                </a:solid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sp>
              <p:nvSpPr>
                <p:cNvPr id="31" name="六边形 30"/>
                <p:cNvSpPr>
                  <a:spLocks noChangeAspect="1"/>
                </p:cNvSpPr>
                <p:nvPr>
                  <p:custDataLst>
                    <p:tags r:id="rId16"/>
                  </p:custDataLst>
                </p:nvPr>
              </p:nvSpPr>
              <p:spPr>
                <a:xfrm>
                  <a:off x="1120174" y="1695149"/>
                  <a:ext cx="1036800" cy="864000"/>
                </a:xfrm>
                <a:prstGeom prst="hexagon">
                  <a:avLst/>
                </a:prstGeom>
                <a:solidFill>
                  <a:srgbClr val="7481A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29" name="TextBox 16"/>
              <p:cNvSpPr txBox="1"/>
              <p:nvPr>
                <p:custDataLst>
                  <p:tags r:id="rId17"/>
                </p:custDataLst>
              </p:nvPr>
            </p:nvSpPr>
            <p:spPr>
              <a:xfrm>
                <a:off x="1197472" y="4274220"/>
                <a:ext cx="852251" cy="345643"/>
              </a:xfrm>
              <a:prstGeom prst="rect">
                <a:avLst/>
              </a:prstGeom>
              <a:noFill/>
            </p:spPr>
            <p:txBody>
              <a:bodyPr wrap="square" rtlCol="0">
                <a:spAutoFit/>
              </a:bodyPr>
              <a:lstStyle/>
              <a:p>
                <a:pPr algn="r"/>
                <a:r>
                  <a:rPr lang="zh-CN" altLang="en-US" sz="2400">
                    <a:solidFill>
                      <a:schemeClr val="bg1"/>
                    </a:solidFill>
                    <a:latin typeface="微软雅黑" panose="020B0503020204020204" pitchFamily="34" charset="-122"/>
                    <a:ea typeface="微软雅黑" panose="020B0503020204020204" pitchFamily="34" charset="-122"/>
                  </a:rPr>
                  <a:t>门牌号</a:t>
                </a:r>
                <a:endParaRPr lang="zh-CN" altLang="en-US" sz="2400">
                  <a:solidFill>
                    <a:schemeClr val="bg1"/>
                  </a:solidFill>
                  <a:latin typeface="微软雅黑" panose="020B0503020204020204" pitchFamily="34" charset="-122"/>
                  <a:ea typeface="微软雅黑" panose="020B0503020204020204" pitchFamily="34" charset="-122"/>
                </a:endParaRPr>
              </a:p>
            </p:txBody>
          </p:sp>
        </p:grpSp>
        <p:grpSp>
          <p:nvGrpSpPr>
            <p:cNvPr id="7" name="组合 6"/>
            <p:cNvGrpSpPr>
              <a:grpSpLocks noChangeAspect="1"/>
            </p:cNvGrpSpPr>
            <p:nvPr>
              <p:custDataLst>
                <p:tags r:id="rId18"/>
              </p:custDataLst>
            </p:nvPr>
          </p:nvGrpSpPr>
          <p:grpSpPr>
            <a:xfrm>
              <a:off x="4896948" y="2326418"/>
              <a:ext cx="1511998" cy="1260000"/>
              <a:chOff x="1017666" y="2695004"/>
              <a:chExt cx="1241816" cy="1034848"/>
            </a:xfrm>
          </p:grpSpPr>
          <p:grpSp>
            <p:nvGrpSpPr>
              <p:cNvPr id="24" name="组合 23"/>
              <p:cNvGrpSpPr/>
              <p:nvPr>
                <p:custDataLst>
                  <p:tags r:id="rId19"/>
                </p:custDataLst>
              </p:nvPr>
            </p:nvGrpSpPr>
            <p:grpSpPr>
              <a:xfrm>
                <a:off x="1017666" y="2695004"/>
                <a:ext cx="1241816" cy="1034848"/>
                <a:chOff x="1017666" y="1609725"/>
                <a:chExt cx="1241816" cy="1034848"/>
              </a:xfrm>
            </p:grpSpPr>
            <p:sp>
              <p:nvSpPr>
                <p:cNvPr id="26" name="六边形 25"/>
                <p:cNvSpPr>
                  <a:spLocks noChangeAspect="1"/>
                </p:cNvSpPr>
                <p:nvPr>
                  <p:custDataLst>
                    <p:tags r:id="rId20"/>
                  </p:custDataLst>
                </p:nvPr>
              </p:nvSpPr>
              <p:spPr>
                <a:xfrm>
                  <a:off x="1017666" y="1609725"/>
                  <a:ext cx="1241816" cy="1034848"/>
                </a:xfrm>
                <a:prstGeom prst="hexagon">
                  <a:avLst/>
                </a:prstGeom>
                <a:solidFill>
                  <a:schemeClr val="bg1"/>
                </a:solid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sp>
              <p:nvSpPr>
                <p:cNvPr id="27" name="六边形 26"/>
                <p:cNvSpPr>
                  <a:spLocks noChangeAspect="1"/>
                </p:cNvSpPr>
                <p:nvPr>
                  <p:custDataLst>
                    <p:tags r:id="rId21"/>
                  </p:custDataLst>
                </p:nvPr>
              </p:nvSpPr>
              <p:spPr>
                <a:xfrm>
                  <a:off x="1120174" y="1695149"/>
                  <a:ext cx="1036800" cy="864000"/>
                </a:xfrm>
                <a:prstGeom prst="hexagon">
                  <a:avLst/>
                </a:prstGeom>
                <a:solidFill>
                  <a:srgbClr val="2D9F7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25" name="TextBox 23"/>
              <p:cNvSpPr txBox="1"/>
              <p:nvPr>
                <p:custDataLst>
                  <p:tags r:id="rId22"/>
                </p:custDataLst>
              </p:nvPr>
            </p:nvSpPr>
            <p:spPr>
              <a:xfrm>
                <a:off x="1205576" y="3058089"/>
                <a:ext cx="852251" cy="345643"/>
              </a:xfrm>
              <a:prstGeom prst="rect">
                <a:avLst/>
              </a:prstGeom>
              <a:noFill/>
            </p:spPr>
            <p:txBody>
              <a:bodyPr wrap="square" rtlCol="0">
                <a:spAutoFit/>
              </a:bodyPr>
              <a:lstStyle/>
              <a:p>
                <a:pPr algn="r"/>
                <a:r>
                  <a:rPr lang="zh-CN" altLang="en-US" sz="2400">
                    <a:solidFill>
                      <a:schemeClr val="bg1"/>
                    </a:solidFill>
                    <a:latin typeface="微软雅黑" panose="020B0503020204020204" pitchFamily="34" charset="-122"/>
                    <a:ea typeface="微软雅黑" panose="020B0503020204020204" pitchFamily="34" charset="-122"/>
                  </a:rPr>
                  <a:t>准考证</a:t>
                </a:r>
                <a:endParaRPr lang="zh-CN" altLang="en-US" sz="2400">
                  <a:solidFill>
                    <a:schemeClr val="bg1"/>
                  </a:solidFill>
                  <a:latin typeface="微软雅黑" panose="020B0503020204020204" pitchFamily="34" charset="-122"/>
                  <a:ea typeface="微软雅黑" panose="020B0503020204020204" pitchFamily="34" charset="-122"/>
                </a:endParaRPr>
              </a:p>
            </p:txBody>
          </p:sp>
        </p:grpSp>
        <p:sp>
          <p:nvSpPr>
            <p:cNvPr id="10" name="Rectangle 13" descr="FD1DDF730CE4456e89755B07FE1653D0# #Rectangle 13"/>
            <p:cNvSpPr>
              <a:spLocks noChangeArrowheads="1"/>
            </p:cNvSpPr>
            <p:nvPr>
              <p:custDataLst>
                <p:tags r:id="rId23"/>
              </p:custDataLst>
            </p:nvPr>
          </p:nvSpPr>
          <p:spPr bwMode="auto">
            <a:xfrm>
              <a:off x="8029933" y="829994"/>
              <a:ext cx="2885702" cy="47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None/>
                <a:defRPr/>
              </a:pPr>
              <a:r>
                <a:rPr lang="zh-CN" altLang="en-US" sz="2800" b="1" dirty="0" smtClean="0">
                  <a:solidFill>
                    <a:srgbClr val="7030A0"/>
                  </a:solidFill>
                  <a:latin typeface="微软雅黑" panose="020B0503020204020204" pitchFamily="34" charset="-122"/>
                  <a:ea typeface="微软雅黑" panose="020B0503020204020204" pitchFamily="34" charset="-122"/>
                </a:rPr>
                <a:t>高考准考证号码</a:t>
              </a:r>
              <a:endParaRPr lang="zh-CN" sz="2800" b="1" dirty="0">
                <a:solidFill>
                  <a:srgbClr val="7030A0"/>
                </a:solidFill>
                <a:latin typeface="微软雅黑" panose="020B0503020204020204" pitchFamily="34" charset="-122"/>
                <a:ea typeface="微软雅黑" panose="020B0503020204020204" pitchFamily="34" charset="-122"/>
              </a:endParaRPr>
            </a:p>
          </p:txBody>
        </p:sp>
        <p:grpSp>
          <p:nvGrpSpPr>
            <p:cNvPr id="17" name="组合 16"/>
            <p:cNvGrpSpPr/>
            <p:nvPr>
              <p:custDataLst>
                <p:tags r:id="rId24"/>
              </p:custDataLst>
            </p:nvPr>
          </p:nvGrpSpPr>
          <p:grpSpPr>
            <a:xfrm flipH="1">
              <a:off x="5719026" y="1330692"/>
              <a:ext cx="6208462" cy="985017"/>
              <a:chOff x="-4064011" y="1330692"/>
              <a:chExt cx="6208462" cy="985017"/>
            </a:xfrm>
          </p:grpSpPr>
          <p:cxnSp>
            <p:nvCxnSpPr>
              <p:cNvPr id="20" name="直接连接符 19"/>
              <p:cNvCxnSpPr/>
              <p:nvPr>
                <p:custDataLst>
                  <p:tags r:id="rId25"/>
                </p:custDataLst>
              </p:nvPr>
            </p:nvCxnSpPr>
            <p:spPr>
              <a:xfrm>
                <a:off x="-4064011" y="1330692"/>
                <a:ext cx="5547323" cy="28443"/>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custDataLst>
                  <p:tags r:id="rId26"/>
                </p:custDataLst>
              </p:nvPr>
            </p:nvCxnSpPr>
            <p:spPr>
              <a:xfrm>
                <a:off x="1465297" y="1376548"/>
                <a:ext cx="679154" cy="939161"/>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sp>
        <p:nvSpPr>
          <p:cNvPr id="8" name="文本框 7"/>
          <p:cNvSpPr txBox="1"/>
          <p:nvPr>
            <p:custDataLst>
              <p:tags r:id="rId27"/>
            </p:custDataLst>
          </p:nvPr>
        </p:nvSpPr>
        <p:spPr>
          <a:xfrm>
            <a:off x="5837273" y="1889204"/>
            <a:ext cx="5376191" cy="3785652"/>
          </a:xfrm>
          <a:prstGeom prst="rect">
            <a:avLst/>
          </a:prstGeom>
          <a:noFill/>
        </p:spPr>
        <p:txBody>
          <a:bodyPr wrap="square" rtlCol="0" anchor="t">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准考证号为14位数字，其中前两位数字为年份代码，取该年份的后两位数字，如</a:t>
            </a:r>
            <a:r>
              <a:rPr lang="zh-CN" altLang="en-US" sz="2000" dirty="0" smtClean="0">
                <a:latin typeface="微软雅黑" panose="020B0503020204020204" pitchFamily="34" charset="-122"/>
                <a:ea typeface="微软雅黑" panose="020B0503020204020204" pitchFamily="34" charset="-122"/>
              </a:rPr>
              <a:t>20</a:t>
            </a:r>
            <a:r>
              <a:rPr lang="en-US" altLang="zh-CN" sz="2000" dirty="0" smtClean="0">
                <a:latin typeface="微软雅黑" panose="020B0503020204020204" pitchFamily="34" charset="-122"/>
                <a:ea typeface="微软雅黑" panose="020B0503020204020204" pitchFamily="34" charset="-122"/>
              </a:rPr>
              <a:t>21</a:t>
            </a:r>
            <a:r>
              <a:rPr lang="zh-CN" altLang="en-US" sz="2000" dirty="0" smtClean="0">
                <a:latin typeface="微软雅黑" panose="020B0503020204020204" pitchFamily="34" charset="-122"/>
                <a:ea typeface="微软雅黑" panose="020B0503020204020204" pitchFamily="34" charset="-122"/>
              </a:rPr>
              <a:t>年</a:t>
            </a:r>
            <a:r>
              <a:rPr lang="zh-CN" altLang="en-US" sz="2000" dirty="0">
                <a:latin typeface="微软雅黑" panose="020B0503020204020204" pitchFamily="34" charset="-122"/>
                <a:ea typeface="微软雅黑" panose="020B0503020204020204" pitchFamily="34" charset="-122"/>
              </a:rPr>
              <a:t>的年份代码为</a:t>
            </a:r>
            <a:r>
              <a:rPr lang="zh-CN" altLang="en-US"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21</a:t>
            </a:r>
            <a:r>
              <a:rPr lang="zh-CN" altLang="en-US"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第3</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位数字为省份代码</a:t>
            </a:r>
            <a:r>
              <a:rPr lang="zh-CN" altLang="en-US" sz="2000" dirty="0" smtClean="0">
                <a:latin typeface="微软雅黑" panose="020B0503020204020204" pitchFamily="34" charset="-122"/>
                <a:ea typeface="微软雅黑" panose="020B0503020204020204" pitchFamily="34" charset="-122"/>
              </a:rPr>
              <a:t>，河南省份</a:t>
            </a:r>
            <a:r>
              <a:rPr lang="zh-CN" altLang="en-US" sz="2000" dirty="0">
                <a:latin typeface="微软雅黑" panose="020B0503020204020204" pitchFamily="34" charset="-122"/>
                <a:ea typeface="微软雅黑" panose="020B0503020204020204" pitchFamily="34" charset="-122"/>
              </a:rPr>
              <a:t>代码为</a:t>
            </a:r>
            <a:r>
              <a:rPr lang="zh-CN" altLang="en-US"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61</a:t>
            </a:r>
            <a:r>
              <a:rPr lang="zh-CN" altLang="en-US"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。我省高考准考证号省略前4位数字，只取后10位，用10位阿拉伯数字编排。前两位为市(区)代码，</a:t>
            </a:r>
            <a:r>
              <a:rPr lang="zh-CN" altLang="en-US" sz="2000" dirty="0" smtClean="0">
                <a:latin typeface="微软雅黑" panose="020B0503020204020204" pitchFamily="34" charset="-122"/>
                <a:ea typeface="微软雅黑" panose="020B0503020204020204" pitchFamily="34" charset="-122"/>
              </a:rPr>
              <a:t>第3</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位为县(区)代码，第5位为考试类型代码，第6位为科类代码，最后4位为顺序号。</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p:cNvSpPr txBox="1">
            <a:spLocks noChangeArrowheads="1"/>
          </p:cNvSpPr>
          <p:nvPr>
            <p:custDataLst>
              <p:tags r:id="rId1"/>
            </p:custDataLst>
          </p:nvPr>
        </p:nvSpPr>
        <p:spPr bwMode="auto">
          <a:xfrm>
            <a:off x="4468715" y="28654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3" name="组合 2"/>
          <p:cNvGrpSpPr/>
          <p:nvPr>
            <p:custDataLst>
              <p:tags r:id="rId2"/>
            </p:custDataLst>
          </p:nvPr>
        </p:nvGrpSpPr>
        <p:grpSpPr>
          <a:xfrm>
            <a:off x="1028700" y="1225570"/>
            <a:ext cx="10184765" cy="3752829"/>
            <a:chOff x="2296235" y="852400"/>
            <a:chExt cx="9631253" cy="3430587"/>
          </a:xfrm>
        </p:grpSpPr>
        <p:grpSp>
          <p:nvGrpSpPr>
            <p:cNvPr id="4" name="组合 3"/>
            <p:cNvGrpSpPr>
              <a:grpSpLocks noChangeAspect="1"/>
            </p:cNvGrpSpPr>
            <p:nvPr>
              <p:custDataLst>
                <p:tags r:id="rId3"/>
              </p:custDataLst>
            </p:nvPr>
          </p:nvGrpSpPr>
          <p:grpSpPr>
            <a:xfrm>
              <a:off x="3596928" y="1625696"/>
              <a:ext cx="1511998" cy="1260000"/>
              <a:chOff x="1017666" y="1460660"/>
              <a:chExt cx="1241816" cy="1034848"/>
            </a:xfrm>
          </p:grpSpPr>
          <p:grpSp>
            <p:nvGrpSpPr>
              <p:cNvPr id="36" name="组合 35"/>
              <p:cNvGrpSpPr/>
              <p:nvPr>
                <p:custDataLst>
                  <p:tags r:id="rId4"/>
                </p:custDataLst>
              </p:nvPr>
            </p:nvGrpSpPr>
            <p:grpSpPr>
              <a:xfrm>
                <a:off x="1017666" y="1460660"/>
                <a:ext cx="1241816" cy="1034848"/>
                <a:chOff x="1017666" y="1609725"/>
                <a:chExt cx="1241816" cy="1034848"/>
              </a:xfrm>
            </p:grpSpPr>
            <p:sp>
              <p:nvSpPr>
                <p:cNvPr id="38" name="六边形 37"/>
                <p:cNvSpPr>
                  <a:spLocks noChangeAspect="1"/>
                </p:cNvSpPr>
                <p:nvPr>
                  <p:custDataLst>
                    <p:tags r:id="rId5"/>
                  </p:custDataLst>
                </p:nvPr>
              </p:nvSpPr>
              <p:spPr>
                <a:xfrm>
                  <a:off x="1017666" y="1609725"/>
                  <a:ext cx="1241816" cy="1034848"/>
                </a:xfrm>
                <a:prstGeom prst="hexagon">
                  <a:avLst/>
                </a:prstGeom>
                <a:solidFill>
                  <a:schemeClr val="bg1"/>
                </a:solid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sp>
              <p:nvSpPr>
                <p:cNvPr id="39" name="六边形 38"/>
                <p:cNvSpPr>
                  <a:spLocks noChangeAspect="1"/>
                </p:cNvSpPr>
                <p:nvPr>
                  <p:custDataLst>
                    <p:tags r:id="rId6"/>
                  </p:custDataLst>
                </p:nvPr>
              </p:nvSpPr>
              <p:spPr>
                <a:xfrm>
                  <a:off x="1120174" y="1695149"/>
                  <a:ext cx="1036800" cy="864000"/>
                </a:xfrm>
                <a:prstGeom prst="hexagon">
                  <a:avLst/>
                </a:prstGeom>
                <a:solidFill>
                  <a:srgbClr val="7481A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37" name="TextBox 6"/>
              <p:cNvSpPr txBox="1"/>
              <p:nvPr>
                <p:custDataLst>
                  <p:tags r:id="rId7"/>
                </p:custDataLst>
              </p:nvPr>
            </p:nvSpPr>
            <p:spPr>
              <a:xfrm>
                <a:off x="1206205" y="1808549"/>
                <a:ext cx="852251" cy="345643"/>
              </a:xfrm>
              <a:prstGeom prst="rect">
                <a:avLst/>
              </a:prstGeom>
              <a:noFill/>
            </p:spPr>
            <p:txBody>
              <a:bodyPr wrap="square" rtlCol="0">
                <a:spAutoFit/>
              </a:bodyPr>
              <a:lstStyle/>
              <a:p>
                <a:pPr algn="r"/>
                <a:r>
                  <a:rPr lang="zh-CN" altLang="en-US" sz="2400">
                    <a:solidFill>
                      <a:schemeClr val="bg1"/>
                    </a:solidFill>
                    <a:latin typeface="微软雅黑" panose="020B0503020204020204" pitchFamily="34" charset="-122"/>
                    <a:ea typeface="微软雅黑" panose="020B0503020204020204" pitchFamily="34" charset="-122"/>
                  </a:rPr>
                  <a:t>车牌号</a:t>
                </a:r>
                <a:endParaRPr lang="zh-CN" altLang="en-US" sz="2400">
                  <a:solidFill>
                    <a:schemeClr val="bg1"/>
                  </a:solidFill>
                  <a:latin typeface="微软雅黑" panose="020B0503020204020204" pitchFamily="34" charset="-122"/>
                  <a:ea typeface="微软雅黑" panose="020B0503020204020204" pitchFamily="34" charset="-122"/>
                </a:endParaRPr>
              </a:p>
            </p:txBody>
          </p:sp>
        </p:grpSp>
        <p:grpSp>
          <p:nvGrpSpPr>
            <p:cNvPr id="5" name="组合 4"/>
            <p:cNvGrpSpPr>
              <a:grpSpLocks noChangeAspect="1"/>
            </p:cNvGrpSpPr>
            <p:nvPr>
              <p:custDataLst>
                <p:tags r:id="rId8"/>
              </p:custDataLst>
            </p:nvPr>
          </p:nvGrpSpPr>
          <p:grpSpPr>
            <a:xfrm>
              <a:off x="2296235" y="2326418"/>
              <a:ext cx="1511998" cy="1260000"/>
              <a:chOff x="1017666" y="2695004"/>
              <a:chExt cx="1241816" cy="1034848"/>
            </a:xfrm>
          </p:grpSpPr>
          <p:grpSp>
            <p:nvGrpSpPr>
              <p:cNvPr id="32" name="组合 31"/>
              <p:cNvGrpSpPr/>
              <p:nvPr>
                <p:custDataLst>
                  <p:tags r:id="rId9"/>
                </p:custDataLst>
              </p:nvPr>
            </p:nvGrpSpPr>
            <p:grpSpPr>
              <a:xfrm>
                <a:off x="1017666" y="2695004"/>
                <a:ext cx="1241816" cy="1034848"/>
                <a:chOff x="1017666" y="1609725"/>
                <a:chExt cx="1241816" cy="1034848"/>
              </a:xfrm>
            </p:grpSpPr>
            <p:sp>
              <p:nvSpPr>
                <p:cNvPr id="34" name="六边形 33"/>
                <p:cNvSpPr>
                  <a:spLocks noChangeAspect="1"/>
                </p:cNvSpPr>
                <p:nvPr>
                  <p:custDataLst>
                    <p:tags r:id="rId10"/>
                  </p:custDataLst>
                </p:nvPr>
              </p:nvSpPr>
              <p:spPr>
                <a:xfrm>
                  <a:off x="1017666" y="1609725"/>
                  <a:ext cx="1241816" cy="1034848"/>
                </a:xfrm>
                <a:prstGeom prst="hexagon">
                  <a:avLst/>
                </a:prstGeom>
                <a:solidFill>
                  <a:schemeClr val="bg1"/>
                </a:solid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sp>
              <p:nvSpPr>
                <p:cNvPr id="35" name="六边形 34"/>
                <p:cNvSpPr>
                  <a:spLocks noChangeAspect="1"/>
                </p:cNvSpPr>
                <p:nvPr>
                  <p:custDataLst>
                    <p:tags r:id="rId11"/>
                  </p:custDataLst>
                </p:nvPr>
              </p:nvSpPr>
              <p:spPr>
                <a:xfrm>
                  <a:off x="1120174" y="1695149"/>
                  <a:ext cx="1036800" cy="864000"/>
                </a:xfrm>
                <a:prstGeom prst="hexagon">
                  <a:avLst/>
                </a:prstGeom>
                <a:solidFill>
                  <a:srgbClr val="2D9F7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33" name="TextBox 11"/>
              <p:cNvSpPr txBox="1"/>
              <p:nvPr>
                <p:custDataLst>
                  <p:tags r:id="rId12"/>
                </p:custDataLst>
              </p:nvPr>
            </p:nvSpPr>
            <p:spPr>
              <a:xfrm>
                <a:off x="1205576" y="3058089"/>
                <a:ext cx="852251" cy="345643"/>
              </a:xfrm>
              <a:prstGeom prst="rect">
                <a:avLst/>
              </a:prstGeom>
              <a:noFill/>
            </p:spPr>
            <p:txBody>
              <a:bodyPr wrap="square" rtlCol="0">
                <a:spAutoFit/>
              </a:bodyPr>
              <a:lstStyle/>
              <a:p>
                <a:pPr algn="r"/>
                <a:r>
                  <a:rPr lang="zh-CN" altLang="en-US" sz="2400">
                    <a:solidFill>
                      <a:schemeClr val="bg1"/>
                    </a:solidFill>
                    <a:latin typeface="微软雅黑" panose="020B0503020204020204" pitchFamily="34" charset="-122"/>
                    <a:ea typeface="微软雅黑" panose="020B0503020204020204" pitchFamily="34" charset="-122"/>
                  </a:rPr>
                  <a:t>身份证</a:t>
                </a:r>
                <a:endParaRPr lang="zh-CN" altLang="en-US" sz="2400">
                  <a:solidFill>
                    <a:schemeClr val="bg1"/>
                  </a:solidFill>
                  <a:latin typeface="微软雅黑" panose="020B0503020204020204" pitchFamily="34" charset="-122"/>
                  <a:ea typeface="微软雅黑" panose="020B0503020204020204" pitchFamily="34" charset="-122"/>
                </a:endParaRPr>
              </a:p>
            </p:txBody>
          </p:sp>
        </p:grpSp>
        <p:grpSp>
          <p:nvGrpSpPr>
            <p:cNvPr id="6" name="组合 5"/>
            <p:cNvGrpSpPr>
              <a:grpSpLocks noChangeAspect="1"/>
            </p:cNvGrpSpPr>
            <p:nvPr>
              <p:custDataLst>
                <p:tags r:id="rId13"/>
              </p:custDataLst>
            </p:nvPr>
          </p:nvGrpSpPr>
          <p:grpSpPr>
            <a:xfrm>
              <a:off x="3596928" y="3022987"/>
              <a:ext cx="1511998" cy="1260000"/>
              <a:chOff x="1017666" y="3929062"/>
              <a:chExt cx="1241816" cy="1034848"/>
            </a:xfrm>
          </p:grpSpPr>
          <p:grpSp>
            <p:nvGrpSpPr>
              <p:cNvPr id="28" name="组合 27"/>
              <p:cNvGrpSpPr/>
              <p:nvPr>
                <p:custDataLst>
                  <p:tags r:id="rId14"/>
                </p:custDataLst>
              </p:nvPr>
            </p:nvGrpSpPr>
            <p:grpSpPr>
              <a:xfrm>
                <a:off x="1017666" y="3929062"/>
                <a:ext cx="1241816" cy="1034848"/>
                <a:chOff x="1017666" y="1609725"/>
                <a:chExt cx="1241816" cy="1034848"/>
              </a:xfrm>
            </p:grpSpPr>
            <p:sp>
              <p:nvSpPr>
                <p:cNvPr id="30" name="六边形 29"/>
                <p:cNvSpPr>
                  <a:spLocks noChangeAspect="1"/>
                </p:cNvSpPr>
                <p:nvPr>
                  <p:custDataLst>
                    <p:tags r:id="rId15"/>
                  </p:custDataLst>
                </p:nvPr>
              </p:nvSpPr>
              <p:spPr>
                <a:xfrm>
                  <a:off x="1017666" y="1609725"/>
                  <a:ext cx="1241816" cy="1034848"/>
                </a:xfrm>
                <a:prstGeom prst="hexagon">
                  <a:avLst/>
                </a:prstGeom>
                <a:solidFill>
                  <a:schemeClr val="bg1"/>
                </a:solid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sp>
              <p:nvSpPr>
                <p:cNvPr id="31" name="六边形 30"/>
                <p:cNvSpPr>
                  <a:spLocks noChangeAspect="1"/>
                </p:cNvSpPr>
                <p:nvPr>
                  <p:custDataLst>
                    <p:tags r:id="rId16"/>
                  </p:custDataLst>
                </p:nvPr>
              </p:nvSpPr>
              <p:spPr>
                <a:xfrm>
                  <a:off x="1120174" y="1695149"/>
                  <a:ext cx="1036800" cy="864000"/>
                </a:xfrm>
                <a:prstGeom prst="hexagon">
                  <a:avLst/>
                </a:prstGeom>
                <a:solidFill>
                  <a:srgbClr val="7481A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29" name="TextBox 16"/>
              <p:cNvSpPr txBox="1"/>
              <p:nvPr>
                <p:custDataLst>
                  <p:tags r:id="rId17"/>
                </p:custDataLst>
              </p:nvPr>
            </p:nvSpPr>
            <p:spPr>
              <a:xfrm>
                <a:off x="1197472" y="4274220"/>
                <a:ext cx="852251" cy="345643"/>
              </a:xfrm>
              <a:prstGeom prst="rect">
                <a:avLst/>
              </a:prstGeom>
              <a:noFill/>
            </p:spPr>
            <p:txBody>
              <a:bodyPr wrap="square" rtlCol="0">
                <a:spAutoFit/>
              </a:bodyPr>
              <a:lstStyle/>
              <a:p>
                <a:pPr algn="r"/>
                <a:r>
                  <a:rPr lang="zh-CN" altLang="en-US" sz="2400">
                    <a:solidFill>
                      <a:schemeClr val="bg1"/>
                    </a:solidFill>
                    <a:latin typeface="微软雅黑" panose="020B0503020204020204" pitchFamily="34" charset="-122"/>
                    <a:ea typeface="微软雅黑" panose="020B0503020204020204" pitchFamily="34" charset="-122"/>
                  </a:rPr>
                  <a:t>门牌号</a:t>
                </a:r>
                <a:endParaRPr lang="zh-CN" altLang="en-US" sz="2400">
                  <a:solidFill>
                    <a:schemeClr val="bg1"/>
                  </a:solidFill>
                  <a:latin typeface="微软雅黑" panose="020B0503020204020204" pitchFamily="34" charset="-122"/>
                  <a:ea typeface="微软雅黑" panose="020B0503020204020204" pitchFamily="34" charset="-122"/>
                </a:endParaRPr>
              </a:p>
            </p:txBody>
          </p:sp>
        </p:grpSp>
        <p:grpSp>
          <p:nvGrpSpPr>
            <p:cNvPr id="7" name="组合 6"/>
            <p:cNvGrpSpPr>
              <a:grpSpLocks noChangeAspect="1"/>
            </p:cNvGrpSpPr>
            <p:nvPr>
              <p:custDataLst>
                <p:tags r:id="rId18"/>
              </p:custDataLst>
            </p:nvPr>
          </p:nvGrpSpPr>
          <p:grpSpPr>
            <a:xfrm>
              <a:off x="4896948" y="2326418"/>
              <a:ext cx="1511998" cy="1260000"/>
              <a:chOff x="1017666" y="2695004"/>
              <a:chExt cx="1241816" cy="1034848"/>
            </a:xfrm>
          </p:grpSpPr>
          <p:grpSp>
            <p:nvGrpSpPr>
              <p:cNvPr id="24" name="组合 23"/>
              <p:cNvGrpSpPr/>
              <p:nvPr>
                <p:custDataLst>
                  <p:tags r:id="rId19"/>
                </p:custDataLst>
              </p:nvPr>
            </p:nvGrpSpPr>
            <p:grpSpPr>
              <a:xfrm>
                <a:off x="1017666" y="2695004"/>
                <a:ext cx="1241816" cy="1034848"/>
                <a:chOff x="1017666" y="1609725"/>
                <a:chExt cx="1241816" cy="1034848"/>
              </a:xfrm>
            </p:grpSpPr>
            <p:sp>
              <p:nvSpPr>
                <p:cNvPr id="26" name="六边形 25"/>
                <p:cNvSpPr>
                  <a:spLocks noChangeAspect="1"/>
                </p:cNvSpPr>
                <p:nvPr>
                  <p:custDataLst>
                    <p:tags r:id="rId20"/>
                  </p:custDataLst>
                </p:nvPr>
              </p:nvSpPr>
              <p:spPr>
                <a:xfrm>
                  <a:off x="1017666" y="1609725"/>
                  <a:ext cx="1241816" cy="1034848"/>
                </a:xfrm>
                <a:prstGeom prst="hexagon">
                  <a:avLst/>
                </a:prstGeom>
                <a:solidFill>
                  <a:schemeClr val="bg1"/>
                </a:solid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sp>
              <p:nvSpPr>
                <p:cNvPr id="27" name="六边形 26"/>
                <p:cNvSpPr>
                  <a:spLocks noChangeAspect="1"/>
                </p:cNvSpPr>
                <p:nvPr>
                  <p:custDataLst>
                    <p:tags r:id="rId21"/>
                  </p:custDataLst>
                </p:nvPr>
              </p:nvSpPr>
              <p:spPr>
                <a:xfrm>
                  <a:off x="1120174" y="1695149"/>
                  <a:ext cx="1036800" cy="864000"/>
                </a:xfrm>
                <a:prstGeom prst="hexagon">
                  <a:avLst/>
                </a:prstGeom>
                <a:solidFill>
                  <a:srgbClr val="2D9F7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25" name="TextBox 23"/>
              <p:cNvSpPr txBox="1"/>
              <p:nvPr>
                <p:custDataLst>
                  <p:tags r:id="rId22"/>
                </p:custDataLst>
              </p:nvPr>
            </p:nvSpPr>
            <p:spPr>
              <a:xfrm>
                <a:off x="1205576" y="3058089"/>
                <a:ext cx="852251" cy="345643"/>
              </a:xfrm>
              <a:prstGeom prst="rect">
                <a:avLst/>
              </a:prstGeom>
              <a:noFill/>
            </p:spPr>
            <p:txBody>
              <a:bodyPr wrap="square" rtlCol="0">
                <a:spAutoFit/>
              </a:bodyPr>
              <a:lstStyle/>
              <a:p>
                <a:pPr algn="r"/>
                <a:r>
                  <a:rPr lang="zh-CN" altLang="en-US" sz="2400">
                    <a:solidFill>
                      <a:schemeClr val="bg1"/>
                    </a:solidFill>
                    <a:latin typeface="微软雅黑" panose="020B0503020204020204" pitchFamily="34" charset="-122"/>
                    <a:ea typeface="微软雅黑" panose="020B0503020204020204" pitchFamily="34" charset="-122"/>
                  </a:rPr>
                  <a:t>准考证</a:t>
                </a:r>
                <a:endParaRPr lang="zh-CN" altLang="en-US" sz="2400">
                  <a:solidFill>
                    <a:schemeClr val="bg1"/>
                  </a:solidFill>
                  <a:latin typeface="微软雅黑" panose="020B0503020204020204" pitchFamily="34" charset="-122"/>
                  <a:ea typeface="微软雅黑" panose="020B0503020204020204" pitchFamily="34" charset="-122"/>
                </a:endParaRPr>
              </a:p>
            </p:txBody>
          </p:sp>
        </p:grpSp>
        <p:sp>
          <p:nvSpPr>
            <p:cNvPr id="10" name="Rectangle 13" descr="FD1DDF730CE4456e89755B07FE1653D0# #Rectangle 13"/>
            <p:cNvSpPr>
              <a:spLocks noChangeArrowheads="1"/>
            </p:cNvSpPr>
            <p:nvPr>
              <p:custDataLst>
                <p:tags r:id="rId23"/>
              </p:custDataLst>
            </p:nvPr>
          </p:nvSpPr>
          <p:spPr bwMode="auto">
            <a:xfrm>
              <a:off x="7986591" y="852400"/>
              <a:ext cx="2024909" cy="47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None/>
                <a:defRPr/>
              </a:pPr>
              <a:r>
                <a:rPr lang="zh-CN" sz="2800" b="1" dirty="0">
                  <a:solidFill>
                    <a:srgbClr val="7030A0"/>
                  </a:solidFill>
                  <a:latin typeface="微软雅黑" panose="020B0503020204020204" pitchFamily="34" charset="-122"/>
                  <a:ea typeface="微软雅黑" panose="020B0503020204020204" pitchFamily="34" charset="-122"/>
                </a:rPr>
                <a:t>门牌</a:t>
              </a:r>
              <a:r>
                <a:rPr lang="zh-CN" sz="2800" b="1" dirty="0" smtClean="0">
                  <a:solidFill>
                    <a:srgbClr val="7030A0"/>
                  </a:solidFill>
                  <a:latin typeface="微软雅黑" panose="020B0503020204020204" pitchFamily="34" charset="-122"/>
                  <a:ea typeface="微软雅黑" panose="020B0503020204020204" pitchFamily="34" charset="-122"/>
                </a:rPr>
                <a:t>号</a:t>
              </a:r>
              <a:r>
                <a:rPr lang="zh-CN" altLang="en-US" sz="2800" b="1" dirty="0" smtClean="0">
                  <a:solidFill>
                    <a:srgbClr val="7030A0"/>
                  </a:solidFill>
                  <a:latin typeface="微软雅黑" panose="020B0503020204020204" pitchFamily="34" charset="-122"/>
                  <a:ea typeface="微软雅黑" panose="020B0503020204020204" pitchFamily="34" charset="-122"/>
                </a:rPr>
                <a:t>码</a:t>
              </a:r>
              <a:endParaRPr lang="zh-CN" sz="2800" b="1" dirty="0">
                <a:solidFill>
                  <a:srgbClr val="7030A0"/>
                </a:solidFill>
                <a:latin typeface="微软雅黑" panose="020B0503020204020204" pitchFamily="34" charset="-122"/>
                <a:ea typeface="微软雅黑" panose="020B0503020204020204" pitchFamily="34" charset="-122"/>
              </a:endParaRPr>
            </a:p>
          </p:txBody>
        </p:sp>
        <p:grpSp>
          <p:nvGrpSpPr>
            <p:cNvPr id="17" name="组合 16"/>
            <p:cNvGrpSpPr/>
            <p:nvPr>
              <p:custDataLst>
                <p:tags r:id="rId24"/>
              </p:custDataLst>
            </p:nvPr>
          </p:nvGrpSpPr>
          <p:grpSpPr>
            <a:xfrm flipH="1">
              <a:off x="4767250" y="1330692"/>
              <a:ext cx="7160238" cy="1691922"/>
              <a:chOff x="-4064011" y="1330692"/>
              <a:chExt cx="7160238" cy="1691922"/>
            </a:xfrm>
          </p:grpSpPr>
          <p:cxnSp>
            <p:nvCxnSpPr>
              <p:cNvPr id="20" name="直接连接符 19"/>
              <p:cNvCxnSpPr/>
              <p:nvPr>
                <p:custDataLst>
                  <p:tags r:id="rId25"/>
                </p:custDataLst>
              </p:nvPr>
            </p:nvCxnSpPr>
            <p:spPr>
              <a:xfrm>
                <a:off x="-4064011" y="1330692"/>
                <a:ext cx="6272114" cy="19736"/>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custDataLst>
                  <p:tags r:id="rId26"/>
                </p:custDataLst>
              </p:nvPr>
            </p:nvCxnSpPr>
            <p:spPr>
              <a:xfrm>
                <a:off x="2208103" y="1371310"/>
                <a:ext cx="888124" cy="1651304"/>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sp>
        <p:nvSpPr>
          <p:cNvPr id="8" name="文本框 7"/>
          <p:cNvSpPr txBox="1"/>
          <p:nvPr>
            <p:custDataLst>
              <p:tags r:id="rId27"/>
            </p:custDataLst>
          </p:nvPr>
        </p:nvSpPr>
        <p:spPr>
          <a:xfrm>
            <a:off x="5377770" y="1770379"/>
            <a:ext cx="5488704" cy="1338828"/>
          </a:xfrm>
          <a:prstGeom prst="rect">
            <a:avLst/>
          </a:prstGeom>
          <a:noFill/>
        </p:spPr>
        <p:txBody>
          <a:bodyPr wrap="square" rtlCol="0" anchor="t">
            <a:spAutoFit/>
          </a:bodyPr>
          <a:lstStyle/>
          <a:p>
            <a:pPr>
              <a:lnSpc>
                <a:spcPct val="150000"/>
              </a:lnSpc>
            </a:pPr>
            <a:r>
              <a:rPr lang="zh-CN" altLang="en-US" dirty="0">
                <a:latin typeface="微软雅黑" panose="020B0503020204020204" pitchFamily="34" charset="-122"/>
                <a:ea typeface="微软雅黑" panose="020B0503020204020204" pitchFamily="34" charset="-122"/>
              </a:rPr>
              <a:t>门牌号</a:t>
            </a:r>
            <a:r>
              <a:rPr lang="zh-CN" altLang="en-US" dirty="0" smtClean="0">
                <a:latin typeface="微软雅黑" panose="020B0503020204020204" pitchFamily="34" charset="-122"/>
                <a:ea typeface="微软雅黑" panose="020B0503020204020204" pitchFamily="34" charset="-122"/>
              </a:rPr>
              <a:t>指固定在</a:t>
            </a:r>
            <a:r>
              <a:rPr lang="zh-CN" altLang="en-US" dirty="0">
                <a:latin typeface="微软雅黑" panose="020B0503020204020204" pitchFamily="34" charset="-122"/>
                <a:ea typeface="微软雅黑" panose="020B0503020204020204" pitchFamily="34" charset="-122"/>
              </a:rPr>
              <a:t>门上标明街道名称和房子号码的牌子。门牌号代表着家家户户具体地址的门牌</a:t>
            </a:r>
            <a:r>
              <a:rPr lang="zh-CN" altLang="en-US" dirty="0" smtClean="0">
                <a:latin typeface="微软雅黑" panose="020B0503020204020204" pitchFamily="34" charset="-122"/>
                <a:ea typeface="微软雅黑" panose="020B0503020204020204" pitchFamily="34" charset="-122"/>
              </a:rPr>
              <a:t>号码，</a:t>
            </a:r>
            <a:r>
              <a:rPr lang="zh-CN" altLang="en-US" dirty="0">
                <a:latin typeface="微软雅黑" panose="020B0503020204020204" pitchFamily="34" charset="-122"/>
                <a:ea typeface="微软雅黑" panose="020B0503020204020204" pitchFamily="34" charset="-122"/>
              </a:rPr>
              <a:t>对于本地人来说是</a:t>
            </a:r>
            <a:r>
              <a:rPr lang="zh-CN" altLang="en-US" dirty="0" smtClean="0">
                <a:latin typeface="微软雅黑" panose="020B0503020204020204" pitchFamily="34" charset="-122"/>
                <a:ea typeface="微软雅黑" panose="020B0503020204020204" pitchFamily="34" charset="-122"/>
              </a:rPr>
              <a:t>“脸”，对于</a:t>
            </a:r>
            <a:r>
              <a:rPr lang="zh-CN" altLang="en-US" dirty="0">
                <a:latin typeface="微软雅黑" panose="020B0503020204020204" pitchFamily="34" charset="-122"/>
                <a:ea typeface="微软雅黑" panose="020B0503020204020204" pitchFamily="34" charset="-122"/>
              </a:rPr>
              <a:t>外地人来说是“眼”。</a:t>
            </a:r>
            <a:endParaRPr lang="zh-CN" altLang="en-US" dirty="0">
              <a:latin typeface="微软雅黑" panose="020B0503020204020204" pitchFamily="34" charset="-122"/>
              <a:ea typeface="微软雅黑" panose="020B0503020204020204" pitchFamily="34" charset="-122"/>
            </a:endParaRPr>
          </a:p>
        </p:txBody>
      </p:sp>
      <p:pic>
        <p:nvPicPr>
          <p:cNvPr id="9" name="图片 8" descr="u=305552997,2504473149&amp;fm=26&amp;gp=0"/>
          <p:cNvPicPr>
            <a:picLocks noChangeAspect="1"/>
          </p:cNvPicPr>
          <p:nvPr>
            <p:custDataLst>
              <p:tags r:id="rId28"/>
            </p:custDataLst>
          </p:nvPr>
        </p:nvPicPr>
        <p:blipFill>
          <a:blip r:embed="rId29"/>
          <a:srcRect l="9759" t="8672" r="6517" b="11121"/>
          <a:stretch>
            <a:fillRect/>
          </a:stretch>
        </p:blipFill>
        <p:spPr>
          <a:xfrm>
            <a:off x="6651625" y="3109207"/>
            <a:ext cx="3534366" cy="3385888"/>
          </a:xfrm>
          <a:prstGeom prst="rect">
            <a:avLst/>
          </a:prstGeom>
        </p:spPr>
      </p:pic>
    </p:spTree>
  </p:cSld>
  <p:clrMapOvr>
    <a:masterClrMapping/>
  </p:clrMapOvr>
  <p:transition spd="slow">
    <p:push dir="u"/>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p:cNvSpPr txBox="1">
            <a:spLocks noChangeArrowheads="1"/>
          </p:cNvSpPr>
          <p:nvPr>
            <p:custDataLst>
              <p:tags r:id="rId1"/>
            </p:custDataLst>
          </p:nvPr>
        </p:nvSpPr>
        <p:spPr bwMode="auto">
          <a:xfrm>
            <a:off x="4468715" y="28654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7" name="组合 6"/>
          <p:cNvGrpSpPr/>
          <p:nvPr>
            <p:custDataLst>
              <p:tags r:id="rId2"/>
            </p:custDataLst>
          </p:nvPr>
        </p:nvGrpSpPr>
        <p:grpSpPr>
          <a:xfrm>
            <a:off x="2305685" y="2027555"/>
            <a:ext cx="7835265" cy="3277235"/>
            <a:chOff x="6459260" y="1628712"/>
            <a:chExt cx="5022149" cy="4695583"/>
          </a:xfrm>
        </p:grpSpPr>
        <p:sp>
          <p:nvSpPr>
            <p:cNvPr id="8" name="矩形 83"/>
            <p:cNvSpPr>
              <a:spLocks noChangeArrowheads="1"/>
            </p:cNvSpPr>
            <p:nvPr>
              <p:custDataLst>
                <p:tags r:id="rId3"/>
              </p:custDataLst>
            </p:nvPr>
          </p:nvSpPr>
          <p:spPr bwMode="auto">
            <a:xfrm>
              <a:off x="6520226" y="1720171"/>
              <a:ext cx="4863138" cy="4536836"/>
            </a:xfrm>
            <a:prstGeom prst="rect">
              <a:avLst/>
            </a:prstGeom>
            <a:noFill/>
            <a:ln w="9525" cmpd="sng">
              <a:solidFill>
                <a:srgbClr val="2D9F7E"/>
              </a:solidFill>
              <a:miter lim="800000"/>
            </a:ln>
          </p:spPr>
          <p:txBody>
            <a:bodyP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endParaRPr>
            </a:p>
          </p:txBody>
        </p:sp>
        <p:sp>
          <p:nvSpPr>
            <p:cNvPr id="9" name="TextBox 84"/>
            <p:cNvSpPr txBox="1">
              <a:spLocks noChangeArrowheads="1"/>
            </p:cNvSpPr>
            <p:nvPr>
              <p:custDataLst>
                <p:tags r:id="rId4"/>
              </p:custDataLst>
            </p:nvPr>
          </p:nvSpPr>
          <p:spPr bwMode="auto">
            <a:xfrm>
              <a:off x="6745167" y="2158937"/>
              <a:ext cx="4413256" cy="350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kumimoji="1" lang="zh-CN" altLang="en-US" sz="2800" b="1" dirty="0">
                  <a:latin typeface="微软雅黑" panose="020B0503020204020204" pitchFamily="34" charset="-122"/>
                  <a:ea typeface="微软雅黑" panose="020B0503020204020204" pitchFamily="34" charset="-122"/>
                  <a:sym typeface="+mn-ea"/>
                </a:rPr>
                <a:t>字符编码</a:t>
              </a:r>
              <a:endParaRPr kumimoji="1" lang="en-US" altLang="zh-CN" sz="2800" b="1" dirty="0">
                <a:latin typeface="微软雅黑" panose="020B0503020204020204" pitchFamily="34" charset="-122"/>
                <a:ea typeface="微软雅黑" panose="020B0503020204020204" pitchFamily="34" charset="-122"/>
              </a:endParaRPr>
            </a:p>
            <a:p>
              <a:pPr algn="just">
                <a:lnSpc>
                  <a:spcPct val="150000"/>
                </a:lnSpc>
                <a:spcBef>
                  <a:spcPts val="600"/>
                </a:spcBef>
              </a:pPr>
              <a:r>
                <a:rPr kumimoji="1" lang="zh-CN" altLang="en-US" sz="2000" dirty="0" smtClean="0">
                  <a:latin typeface="微软雅黑" panose="020B0503020204020204" pitchFamily="34" charset="-122"/>
                  <a:ea typeface="微软雅黑" panose="020B0503020204020204" pitchFamily="34" charset="-122"/>
                  <a:sym typeface="+mn-ea"/>
                </a:rPr>
                <a:t>字符</a:t>
              </a:r>
              <a:r>
                <a:rPr kumimoji="1" lang="zh-CN" altLang="en-US" sz="2000" dirty="0">
                  <a:latin typeface="微软雅黑" panose="020B0503020204020204" pitchFamily="34" charset="-122"/>
                  <a:ea typeface="微软雅黑" panose="020B0503020204020204" pitchFamily="34" charset="-122"/>
                  <a:sym typeface="+mn-ea"/>
                </a:rPr>
                <a:t>是人与计算机交互过程中不可或缺的重要内容，它是多种文字和符号的总称，由于计算机只识别</a:t>
              </a:r>
              <a:r>
                <a:rPr kumimoji="1" lang="en-US" altLang="zh-CN" sz="2000" dirty="0">
                  <a:latin typeface="微软雅黑" panose="020B0503020204020204" pitchFamily="34" charset="-122"/>
                  <a:ea typeface="微软雅黑" panose="020B0503020204020204" pitchFamily="34" charset="-122"/>
                  <a:sym typeface="+mn-ea"/>
                </a:rPr>
                <a:t>0</a:t>
              </a:r>
              <a:r>
                <a:rPr kumimoji="1" lang="zh-CN" altLang="en-US" sz="2000" dirty="0">
                  <a:latin typeface="微软雅黑" panose="020B0503020204020204" pitchFamily="34" charset="-122"/>
                  <a:ea typeface="微软雅黑" panose="020B0503020204020204" pitchFamily="34" charset="-122"/>
                  <a:sym typeface="+mn-ea"/>
                </a:rPr>
                <a:t>和</a:t>
              </a:r>
              <a:r>
                <a:rPr kumimoji="1" lang="en-US" altLang="zh-CN" sz="2000" dirty="0">
                  <a:latin typeface="微软雅黑" panose="020B0503020204020204" pitchFamily="34" charset="-122"/>
                  <a:ea typeface="微软雅黑" panose="020B0503020204020204" pitchFamily="34" charset="-122"/>
                  <a:sym typeface="+mn-ea"/>
                </a:rPr>
                <a:t>1</a:t>
              </a:r>
              <a:r>
                <a:rPr kumimoji="1" lang="zh-CN" altLang="en-US" sz="2000" dirty="0">
                  <a:latin typeface="微软雅黑" panose="020B0503020204020204" pitchFamily="34" charset="-122"/>
                  <a:ea typeface="微软雅黑" panose="020B0503020204020204" pitchFamily="34" charset="-122"/>
                  <a:sym typeface="+mn-ea"/>
                </a:rPr>
                <a:t>，因此在处理各种字符时，就需要将字符转换为计算机可以识别的二进制数据。</a:t>
              </a:r>
              <a:endParaRPr kumimoji="1" lang="zh-CN" altLang="en-US" sz="2000" b="1" dirty="0">
                <a:solidFill>
                  <a:schemeClr val="bg1">
                    <a:lumMod val="50000"/>
                  </a:schemeClr>
                </a:solidFill>
                <a:latin typeface="微软雅黑" panose="020B0503020204020204" pitchFamily="34" charset="-122"/>
                <a:ea typeface="微软雅黑" panose="020B0503020204020204" pitchFamily="34" charset="-122"/>
                <a:sym typeface="+mn-ea"/>
              </a:endParaRPr>
            </a:p>
          </p:txBody>
        </p:sp>
        <p:sp>
          <p:nvSpPr>
            <p:cNvPr id="10" name="Freeform 12"/>
            <p:cNvSpPr/>
            <p:nvPr>
              <p:custDataLst>
                <p:tags r:id="rId5"/>
              </p:custDataLst>
            </p:nvPr>
          </p:nvSpPr>
          <p:spPr bwMode="auto">
            <a:xfrm>
              <a:off x="6459260" y="1628712"/>
              <a:ext cx="528638" cy="530225"/>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2D9F7E"/>
            </a:solidFill>
            <a:ln>
              <a:solidFill>
                <a:srgbClr val="2D9F7E"/>
              </a:solidFill>
            </a:ln>
          </p:spPr>
          <p:txBody>
            <a:bodyP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endParaRPr>
            </a:p>
          </p:txBody>
        </p:sp>
        <p:sp>
          <p:nvSpPr>
            <p:cNvPr id="11" name="Freeform 12"/>
            <p:cNvSpPr/>
            <p:nvPr>
              <p:custDataLst>
                <p:tags r:id="rId6"/>
              </p:custDataLst>
            </p:nvPr>
          </p:nvSpPr>
          <p:spPr bwMode="auto">
            <a:xfrm flipH="1" flipV="1">
              <a:off x="10952771" y="5794070"/>
              <a:ext cx="528638" cy="530225"/>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2D9F7E"/>
            </a:solidFill>
            <a:ln>
              <a:solidFill>
                <a:srgbClr val="2D9F7E"/>
              </a:solidFill>
            </a:ln>
          </p:spPr>
          <p:txBody>
            <a:bodyP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endParaRPr>
            </a:p>
          </p:txBody>
        </p:sp>
      </p:grpSp>
    </p:spTree>
  </p:cSld>
  <p:clrMapOvr>
    <a:masterClrMapping/>
  </p:clrMapOvr>
  <p:transition spd="slow">
    <p:push dir="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p:cNvSpPr txBox="1">
            <a:spLocks noChangeArrowheads="1"/>
          </p:cNvSpPr>
          <p:nvPr>
            <p:custDataLst>
              <p:tags r:id="rId1"/>
            </p:custDataLst>
          </p:nvPr>
        </p:nvSpPr>
        <p:spPr bwMode="auto">
          <a:xfrm>
            <a:off x="4468715" y="28654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7" name="组合 6"/>
          <p:cNvGrpSpPr/>
          <p:nvPr>
            <p:custDataLst>
              <p:tags r:id="rId2"/>
            </p:custDataLst>
          </p:nvPr>
        </p:nvGrpSpPr>
        <p:grpSpPr>
          <a:xfrm>
            <a:off x="6476256" y="1505704"/>
            <a:ext cx="4911238" cy="3429859"/>
            <a:chOff x="6723579" y="1628712"/>
            <a:chExt cx="4504339" cy="4801948"/>
          </a:xfrm>
        </p:grpSpPr>
        <p:sp>
          <p:nvSpPr>
            <p:cNvPr id="8" name="矩形 83"/>
            <p:cNvSpPr>
              <a:spLocks noChangeArrowheads="1"/>
            </p:cNvSpPr>
            <p:nvPr>
              <p:custDataLst>
                <p:tags r:id="rId3"/>
              </p:custDataLst>
            </p:nvPr>
          </p:nvSpPr>
          <p:spPr bwMode="auto">
            <a:xfrm>
              <a:off x="6723579" y="1628712"/>
              <a:ext cx="4504339" cy="4801948"/>
            </a:xfrm>
            <a:prstGeom prst="rect">
              <a:avLst/>
            </a:prstGeom>
            <a:noFill/>
            <a:ln w="9525" cmpd="sng">
              <a:solidFill>
                <a:srgbClr val="2D9F7E"/>
              </a:solidFill>
              <a:miter lim="800000"/>
            </a:ln>
          </p:spPr>
          <p:txBody>
            <a:bodyP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endParaRPr>
            </a:p>
          </p:txBody>
        </p:sp>
        <p:sp>
          <p:nvSpPr>
            <p:cNvPr id="9" name="TextBox 84"/>
            <p:cNvSpPr txBox="1">
              <a:spLocks noChangeArrowheads="1"/>
            </p:cNvSpPr>
            <p:nvPr>
              <p:custDataLst>
                <p:tags r:id="rId4"/>
              </p:custDataLst>
            </p:nvPr>
          </p:nvSpPr>
          <p:spPr bwMode="auto">
            <a:xfrm>
              <a:off x="6797182" y="1983551"/>
              <a:ext cx="4430736" cy="4007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50000"/>
                </a:lnSpc>
              </a:pPr>
              <a:r>
                <a:rPr kumimoji="1" lang="zh-CN" altLang="en-US" sz="2000" dirty="0">
                  <a:solidFill>
                    <a:srgbClr val="FF0000"/>
                  </a:solidFill>
                  <a:latin typeface="微软雅黑" panose="020B0503020204020204" pitchFamily="34" charset="-122"/>
                  <a:ea typeface="微软雅黑" panose="020B0503020204020204" pitchFamily="34" charset="-122"/>
                  <a:sym typeface="+mn-ea"/>
                </a:rPr>
                <a:t>计算机中存储一个“ </a:t>
              </a:r>
              <a:r>
                <a:rPr kumimoji="1" lang="en-US" altLang="zh-CN" sz="2000" dirty="0" smtClean="0">
                  <a:solidFill>
                    <a:srgbClr val="FF0000"/>
                  </a:solidFill>
                  <a:latin typeface="微软雅黑" panose="020B0503020204020204" pitchFamily="34" charset="-122"/>
                  <a:ea typeface="微软雅黑" panose="020B0503020204020204" pitchFamily="34" charset="-122"/>
                  <a:sym typeface="+mn-ea"/>
                </a:rPr>
                <a:t>0</a:t>
              </a:r>
              <a:r>
                <a:rPr kumimoji="1" lang="en-US" altLang="zh-CN" sz="2000" dirty="0">
                  <a:solidFill>
                    <a:srgbClr val="FF0000"/>
                  </a:solidFill>
                  <a:latin typeface="微软雅黑" panose="020B0503020204020204" pitchFamily="34" charset="-122"/>
                  <a:ea typeface="微软雅黑" panose="020B0503020204020204" pitchFamily="34" charset="-122"/>
                  <a:sym typeface="+mn-ea"/>
                </a:rPr>
                <a:t>”</a:t>
              </a:r>
              <a:r>
                <a:rPr kumimoji="1" lang="zh-CN" altLang="en-US" sz="2000" dirty="0">
                  <a:solidFill>
                    <a:srgbClr val="FF0000"/>
                  </a:solidFill>
                  <a:latin typeface="微软雅黑" panose="020B0503020204020204" pitchFamily="34" charset="-122"/>
                  <a:ea typeface="微软雅黑" panose="020B0503020204020204" pitchFamily="34" charset="-122"/>
                  <a:sym typeface="+mn-ea"/>
                </a:rPr>
                <a:t>或“</a:t>
              </a:r>
              <a:r>
                <a:rPr kumimoji="1" lang="en-US" altLang="zh-CN" sz="2000" dirty="0">
                  <a:solidFill>
                    <a:srgbClr val="FF0000"/>
                  </a:solidFill>
                  <a:latin typeface="微软雅黑" panose="020B0503020204020204" pitchFamily="34" charset="-122"/>
                  <a:ea typeface="微软雅黑" panose="020B0503020204020204" pitchFamily="34" charset="-122"/>
                  <a:sym typeface="+mn-ea"/>
                </a:rPr>
                <a:t>1</a:t>
              </a:r>
              <a:r>
                <a:rPr kumimoji="1" lang="zh-CN" altLang="en-US" sz="2000" dirty="0">
                  <a:solidFill>
                    <a:srgbClr val="FF0000"/>
                  </a:solidFill>
                  <a:latin typeface="微软雅黑" panose="020B0503020204020204" pitchFamily="34" charset="-122"/>
                  <a:ea typeface="微软雅黑" panose="020B0503020204020204" pitchFamily="34" charset="-122"/>
                  <a:sym typeface="+mn-ea"/>
                </a:rPr>
                <a:t>”占用</a:t>
              </a:r>
              <a:r>
                <a:rPr kumimoji="1" lang="en-US" altLang="zh-CN" sz="2000" dirty="0">
                  <a:solidFill>
                    <a:srgbClr val="FF0000"/>
                  </a:solidFill>
                  <a:latin typeface="微软雅黑" panose="020B0503020204020204" pitchFamily="34" charset="-122"/>
                  <a:ea typeface="微软雅黑" panose="020B0503020204020204" pitchFamily="34" charset="-122"/>
                  <a:sym typeface="+mn-ea"/>
                </a:rPr>
                <a:t>1</a:t>
              </a:r>
              <a:r>
                <a:rPr kumimoji="1" lang="zh-CN" altLang="en-US" sz="2000" dirty="0">
                  <a:solidFill>
                    <a:srgbClr val="FF0000"/>
                  </a:solidFill>
                  <a:latin typeface="微软雅黑" panose="020B0503020204020204" pitchFamily="34" charset="-122"/>
                  <a:ea typeface="微软雅黑" panose="020B0503020204020204" pitchFamily="34" charset="-122"/>
                  <a:sym typeface="+mn-ea"/>
                </a:rPr>
                <a:t>个</a:t>
              </a:r>
              <a:r>
                <a:rPr kumimoji="1" lang="zh-CN" altLang="en-US" sz="2000" dirty="0" smtClean="0">
                  <a:solidFill>
                    <a:srgbClr val="FF0000"/>
                  </a:solidFill>
                  <a:latin typeface="微软雅黑" panose="020B0503020204020204" pitchFamily="34" charset="-122"/>
                  <a:ea typeface="微软雅黑" panose="020B0503020204020204" pitchFamily="34" charset="-122"/>
                  <a:sym typeface="+mn-ea"/>
                </a:rPr>
                <a:t>二进制位</a:t>
              </a:r>
              <a:r>
                <a:rPr kumimoji="1" lang="en-US" altLang="zh-CN" sz="2000" dirty="0" smtClean="0">
                  <a:solidFill>
                    <a:srgbClr val="FF0000"/>
                  </a:solidFill>
                  <a:latin typeface="微软雅黑" panose="020B0503020204020204" pitchFamily="34" charset="-122"/>
                  <a:ea typeface="微软雅黑" panose="020B0503020204020204" pitchFamily="34" charset="-122"/>
                  <a:sym typeface="+mn-ea"/>
                </a:rPr>
                <a:t>(bit)</a:t>
              </a:r>
              <a:r>
                <a:rPr kumimoji="1" lang="zh-CN" altLang="en-US" sz="2000" dirty="0" smtClean="0">
                  <a:solidFill>
                    <a:srgbClr val="FF0000"/>
                  </a:solidFill>
                  <a:latin typeface="微软雅黑" panose="020B0503020204020204" pitchFamily="34" charset="-122"/>
                  <a:ea typeface="微软雅黑" panose="020B0503020204020204" pitchFamily="34" charset="-122"/>
                  <a:sym typeface="+mn-ea"/>
                </a:rPr>
                <a:t>，</a:t>
              </a:r>
              <a:r>
                <a:rPr kumimoji="1" lang="en-US" altLang="zh-CN" sz="2000" dirty="0">
                  <a:solidFill>
                    <a:srgbClr val="FF0000"/>
                  </a:solidFill>
                  <a:latin typeface="微软雅黑" panose="020B0503020204020204" pitchFamily="34" charset="-122"/>
                  <a:ea typeface="微软雅黑" panose="020B0503020204020204" pitchFamily="34" charset="-122"/>
                  <a:sym typeface="+mn-ea"/>
                </a:rPr>
                <a:t>8</a:t>
              </a:r>
              <a:r>
                <a:rPr kumimoji="1" lang="zh-CN" altLang="en-US" sz="2000" dirty="0">
                  <a:solidFill>
                    <a:srgbClr val="FF0000"/>
                  </a:solidFill>
                  <a:latin typeface="微软雅黑" panose="020B0503020204020204" pitchFamily="34" charset="-122"/>
                  <a:ea typeface="微软雅黑" panose="020B0503020204020204" pitchFamily="34" charset="-122"/>
                  <a:sym typeface="+mn-ea"/>
                </a:rPr>
                <a:t>个二进制位组成</a:t>
              </a:r>
              <a:r>
                <a:rPr kumimoji="1" lang="en-US" altLang="zh-CN" sz="2000" dirty="0">
                  <a:solidFill>
                    <a:srgbClr val="FF0000"/>
                  </a:solidFill>
                  <a:latin typeface="微软雅黑" panose="020B0503020204020204" pitchFamily="34" charset="-122"/>
                  <a:ea typeface="微软雅黑" panose="020B0503020204020204" pitchFamily="34" charset="-122"/>
                  <a:sym typeface="+mn-ea"/>
                </a:rPr>
                <a:t>1</a:t>
              </a:r>
              <a:r>
                <a:rPr kumimoji="1" lang="zh-CN" altLang="en-US" sz="2000" dirty="0" smtClean="0">
                  <a:solidFill>
                    <a:srgbClr val="FF0000"/>
                  </a:solidFill>
                  <a:latin typeface="微软雅黑" panose="020B0503020204020204" pitchFamily="34" charset="-122"/>
                  <a:ea typeface="微软雅黑" panose="020B0503020204020204" pitchFamily="34" charset="-122"/>
                  <a:sym typeface="+mn-ea"/>
                </a:rPr>
                <a:t>字节</a:t>
              </a:r>
              <a:r>
                <a:rPr kumimoji="1" lang="en-US" altLang="zh-CN" sz="2000" dirty="0" smtClean="0">
                  <a:solidFill>
                    <a:srgbClr val="FF0000"/>
                  </a:solidFill>
                  <a:latin typeface="微软雅黑" panose="020B0503020204020204" pitchFamily="34" charset="-122"/>
                  <a:ea typeface="微软雅黑" panose="020B0503020204020204" pitchFamily="34" charset="-122"/>
                  <a:sym typeface="+mn-ea"/>
                </a:rPr>
                <a:t>(byte)</a:t>
              </a:r>
              <a:r>
                <a:rPr kumimoji="1" lang="zh-CN" altLang="en-US" sz="2000" dirty="0" smtClean="0">
                  <a:latin typeface="微软雅黑" panose="020B0503020204020204" pitchFamily="34" charset="-122"/>
                  <a:ea typeface="微软雅黑" panose="020B0503020204020204" pitchFamily="34" charset="-122"/>
                  <a:sym typeface="+mn-ea"/>
                </a:rPr>
                <a:t>，</a:t>
              </a:r>
              <a:r>
                <a:rPr kumimoji="1" lang="en-US" altLang="zh-CN" sz="2000" dirty="0" smtClean="0">
                  <a:latin typeface="微软雅黑" panose="020B0503020204020204" pitchFamily="34" charset="-122"/>
                  <a:ea typeface="微软雅黑" panose="020B0503020204020204" pitchFamily="34" charset="-122"/>
                  <a:sym typeface="+mn-ea"/>
                </a:rPr>
                <a:t>ASCII(</a:t>
              </a:r>
              <a:r>
                <a:rPr kumimoji="1" lang="zh-CN" altLang="en-US" sz="2000" dirty="0" smtClean="0">
                  <a:latin typeface="微软雅黑" panose="020B0503020204020204" pitchFamily="34" charset="-122"/>
                  <a:ea typeface="微软雅黑" panose="020B0503020204020204" pitchFamily="34" charset="-122"/>
                  <a:sym typeface="+mn-ea"/>
                </a:rPr>
                <a:t>美国信息交换标准代码</a:t>
              </a:r>
              <a:r>
                <a:rPr kumimoji="1" lang="en-US" altLang="zh-CN" sz="2000" dirty="0" smtClean="0">
                  <a:latin typeface="微软雅黑" panose="020B0503020204020204" pitchFamily="34" charset="-122"/>
                  <a:ea typeface="微软雅黑" panose="020B0503020204020204" pitchFamily="34" charset="-122"/>
                  <a:sym typeface="+mn-ea"/>
                </a:rPr>
                <a:t>)</a:t>
              </a:r>
              <a:r>
                <a:rPr kumimoji="1" lang="zh-CN" altLang="en-US" sz="2000" dirty="0" smtClean="0">
                  <a:latin typeface="微软雅黑" panose="020B0503020204020204" pitchFamily="34" charset="-122"/>
                  <a:ea typeface="微软雅黑" panose="020B0503020204020204" pitchFamily="34" charset="-122"/>
                  <a:sym typeface="+mn-ea"/>
                </a:rPr>
                <a:t>编码</a:t>
              </a:r>
              <a:r>
                <a:rPr kumimoji="1" lang="zh-CN" altLang="en-US" sz="2000" dirty="0">
                  <a:latin typeface="微软雅黑" panose="020B0503020204020204" pitchFamily="34" charset="-122"/>
                  <a:ea typeface="微软雅黑" panose="020B0503020204020204" pitchFamily="34" charset="-122"/>
                  <a:sym typeface="+mn-ea"/>
                </a:rPr>
                <a:t>用</a:t>
              </a:r>
              <a:r>
                <a:rPr kumimoji="1" lang="en-US" altLang="zh-CN" sz="2000" dirty="0">
                  <a:latin typeface="微软雅黑" panose="020B0503020204020204" pitchFamily="34" charset="-122"/>
                  <a:ea typeface="微软雅黑" panose="020B0503020204020204" pitchFamily="34" charset="-122"/>
                  <a:sym typeface="+mn-ea"/>
                </a:rPr>
                <a:t>1</a:t>
              </a:r>
              <a:r>
                <a:rPr kumimoji="1" lang="zh-CN" altLang="en-US" sz="2000" dirty="0">
                  <a:latin typeface="微软雅黑" panose="020B0503020204020204" pitchFamily="34" charset="-122"/>
                  <a:ea typeface="微软雅黑" panose="020B0503020204020204" pitchFamily="34" charset="-122"/>
                  <a:sym typeface="+mn-ea"/>
                </a:rPr>
                <a:t>字节表示英文字母、数字和常见字符。在</a:t>
              </a:r>
              <a:r>
                <a:rPr kumimoji="1" lang="en-US" altLang="zh-CN" sz="2000" dirty="0" smtClean="0">
                  <a:latin typeface="微软雅黑" panose="020B0503020204020204" pitchFamily="34" charset="-122"/>
                  <a:ea typeface="微软雅黑" panose="020B0503020204020204" pitchFamily="34" charset="-122"/>
                  <a:sym typeface="+mn-ea"/>
                </a:rPr>
                <a:t>GB18030-2005</a:t>
              </a:r>
              <a:r>
                <a:rPr kumimoji="1" lang="zh-CN" altLang="en-US" sz="2000" dirty="0">
                  <a:latin typeface="微软雅黑" panose="020B0503020204020204" pitchFamily="34" charset="-122"/>
                  <a:ea typeface="微软雅黑" panose="020B0503020204020204" pitchFamily="34" charset="-122"/>
                  <a:sym typeface="+mn-ea"/>
                </a:rPr>
                <a:t>中，</a:t>
              </a:r>
              <a:r>
                <a:rPr kumimoji="1" lang="zh-CN" altLang="en-US" sz="2000" dirty="0">
                  <a:solidFill>
                    <a:srgbClr val="FF0000"/>
                  </a:solidFill>
                  <a:latin typeface="微软雅黑" panose="020B0503020204020204" pitchFamily="34" charset="-122"/>
                  <a:ea typeface="微软雅黑" panose="020B0503020204020204" pitchFamily="34" charset="-122"/>
                  <a:sym typeface="+mn-ea"/>
                </a:rPr>
                <a:t>大部分常用汉字采用</a:t>
              </a:r>
              <a:r>
                <a:rPr kumimoji="1" lang="en-US" altLang="zh-CN" sz="2000" dirty="0">
                  <a:solidFill>
                    <a:srgbClr val="FF0000"/>
                  </a:solidFill>
                  <a:latin typeface="微软雅黑" panose="020B0503020204020204" pitchFamily="34" charset="-122"/>
                  <a:ea typeface="微软雅黑" panose="020B0503020204020204" pitchFamily="34" charset="-122"/>
                  <a:sym typeface="+mn-ea"/>
                </a:rPr>
                <a:t>2</a:t>
              </a:r>
              <a:r>
                <a:rPr kumimoji="1" lang="zh-CN" altLang="en-US" sz="2000" dirty="0">
                  <a:solidFill>
                    <a:srgbClr val="FF0000"/>
                  </a:solidFill>
                  <a:latin typeface="微软雅黑" panose="020B0503020204020204" pitchFamily="34" charset="-122"/>
                  <a:ea typeface="微软雅黑" panose="020B0503020204020204" pitchFamily="34" charset="-122"/>
                  <a:sym typeface="+mn-ea"/>
                </a:rPr>
                <a:t>字节编码。</a:t>
              </a:r>
              <a:endParaRPr kumimoji="1" lang="zh-CN" altLang="en-US" sz="2000" b="1" dirty="0">
                <a:solidFill>
                  <a:srgbClr val="FF0000"/>
                </a:solidFill>
                <a:latin typeface="微软雅黑" panose="020B0503020204020204" pitchFamily="34" charset="-122"/>
                <a:ea typeface="微软雅黑" panose="020B0503020204020204" pitchFamily="34" charset="-122"/>
                <a:sym typeface="+mn-ea"/>
              </a:endParaRPr>
            </a:p>
          </p:txBody>
        </p:sp>
        <p:sp>
          <p:nvSpPr>
            <p:cNvPr id="10" name="Freeform 12"/>
            <p:cNvSpPr/>
            <p:nvPr>
              <p:custDataLst>
                <p:tags r:id="rId5"/>
              </p:custDataLst>
            </p:nvPr>
          </p:nvSpPr>
          <p:spPr bwMode="auto">
            <a:xfrm>
              <a:off x="6738590" y="1628712"/>
              <a:ext cx="528638" cy="530225"/>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2D9F7E"/>
            </a:solidFill>
            <a:ln>
              <a:solidFill>
                <a:srgbClr val="2D9F7E"/>
              </a:solidFill>
            </a:ln>
          </p:spPr>
          <p:txBody>
            <a:bodyP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endParaRPr>
            </a:p>
          </p:txBody>
        </p:sp>
        <p:sp>
          <p:nvSpPr>
            <p:cNvPr id="11" name="Freeform 12"/>
            <p:cNvSpPr/>
            <p:nvPr>
              <p:custDataLst>
                <p:tags r:id="rId6"/>
              </p:custDataLst>
            </p:nvPr>
          </p:nvSpPr>
          <p:spPr bwMode="auto">
            <a:xfrm flipH="1" flipV="1">
              <a:off x="10699280" y="5900435"/>
              <a:ext cx="528638" cy="530225"/>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2D9F7E"/>
            </a:solidFill>
            <a:ln>
              <a:solidFill>
                <a:srgbClr val="2D9F7E"/>
              </a:solidFill>
            </a:ln>
          </p:spPr>
          <p:txBody>
            <a:bodyP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endParaRPr>
            </a:p>
          </p:txBody>
        </p:sp>
      </p:grpSp>
      <p:pic>
        <p:nvPicPr>
          <p:cNvPr id="1028" name="Picture 4" descr="http://www.51wendang.com/pic/ad3f043f8502a102e03fa6b5/1-488-png_6_0_0_135_629_604_549_892.979_1262.879-537-0-1726-537.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9688" y="900950"/>
            <a:ext cx="5986684" cy="5957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6046" t="38096" r="5350"/>
          <a:stretch>
            <a:fillRect/>
          </a:stretch>
        </p:blipFill>
        <p:spPr bwMode="auto">
          <a:xfrm>
            <a:off x="813592" y="1244009"/>
            <a:ext cx="10860956" cy="4933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8"/>
          <p:cNvSpPr txBox="1">
            <a:spLocks noChangeArrowheads="1"/>
          </p:cNvSpPr>
          <p:nvPr>
            <p:custDataLst>
              <p:tags r:id="rId2"/>
            </p:custDataLst>
          </p:nvPr>
        </p:nvSpPr>
        <p:spPr bwMode="auto">
          <a:xfrm>
            <a:off x="4468715" y="37160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spd="slow">
    <p:push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descr="C:/Users/lenovo/AppData/Local/Temp/kaimatting/20200907152510/output_aiMatting_20200907152556.pngoutput_aiMatting_20200907152556"/>
          <p:cNvPicPr>
            <a:picLocks noChangeAspect="1"/>
          </p:cNvPicPr>
          <p:nvPr>
            <p:custDataLst>
              <p:tags r:id="rId1"/>
            </p:custDataLst>
          </p:nvPr>
        </p:nvPicPr>
        <p:blipFill>
          <a:blip r:embed="rId2"/>
          <a:stretch>
            <a:fillRect/>
          </a:stretch>
        </p:blipFill>
        <p:spPr>
          <a:xfrm>
            <a:off x="510363" y="1232360"/>
            <a:ext cx="10840395" cy="4743138"/>
          </a:xfrm>
          <a:prstGeom prst="rect">
            <a:avLst/>
          </a:prstGeom>
        </p:spPr>
      </p:pic>
      <p:pic>
        <p:nvPicPr>
          <p:cNvPr id="13" name="图片 12"/>
          <p:cNvPicPr>
            <a:picLocks noChangeAspect="1"/>
          </p:cNvPicPr>
          <p:nvPr>
            <p:custDataLst>
              <p:tags r:id="rId3"/>
            </p:custDataLst>
          </p:nvPr>
        </p:nvPicPr>
        <p:blipFill>
          <a:blip r:embed="rId4"/>
          <a:stretch>
            <a:fillRect/>
          </a:stretch>
        </p:blipFill>
        <p:spPr>
          <a:xfrm>
            <a:off x="1386222" y="1929345"/>
            <a:ext cx="9258797" cy="3349168"/>
          </a:xfrm>
          <a:prstGeom prst="rect">
            <a:avLst/>
          </a:prstGeom>
        </p:spPr>
      </p:pic>
      <p:sp>
        <p:nvSpPr>
          <p:cNvPr id="14" name="TextBox 8"/>
          <p:cNvSpPr txBox="1">
            <a:spLocks noChangeArrowheads="1"/>
          </p:cNvSpPr>
          <p:nvPr>
            <p:custDataLst>
              <p:tags r:id="rId5"/>
            </p:custDataLst>
          </p:nvPr>
        </p:nvSpPr>
        <p:spPr bwMode="auto">
          <a:xfrm>
            <a:off x="4468715" y="28654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spd="slow">
    <p:push di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p:cNvSpPr txBox="1">
            <a:spLocks noChangeArrowheads="1"/>
          </p:cNvSpPr>
          <p:nvPr>
            <p:custDataLst>
              <p:tags r:id="rId1"/>
            </p:custDataLst>
          </p:nvPr>
        </p:nvSpPr>
        <p:spPr bwMode="auto">
          <a:xfrm>
            <a:off x="4468715" y="28654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4" name="组合 3"/>
          <p:cNvGrpSpPr/>
          <p:nvPr>
            <p:custDataLst>
              <p:tags r:id="rId2"/>
            </p:custDataLst>
          </p:nvPr>
        </p:nvGrpSpPr>
        <p:grpSpPr>
          <a:xfrm>
            <a:off x="1058968" y="1175644"/>
            <a:ext cx="10328501" cy="5552746"/>
            <a:chOff x="6062" y="3698"/>
            <a:chExt cx="7572" cy="3868"/>
          </a:xfrm>
        </p:grpSpPr>
        <p:sp>
          <p:nvSpPr>
            <p:cNvPr id="5" name="任意多边形: 形状 4"/>
            <p:cNvSpPr/>
            <p:nvPr>
              <p:custDataLst>
                <p:tags r:id="rId3"/>
              </p:custDataLst>
            </p:nvPr>
          </p:nvSpPr>
          <p:spPr>
            <a:xfrm>
              <a:off x="6062" y="3698"/>
              <a:ext cx="7572" cy="3828"/>
            </a:xfrm>
            <a:custGeom>
              <a:avLst/>
              <a:gdLst>
                <a:gd name="connsiteX0" fmla="*/ 0 w 4265631"/>
                <a:gd name="connsiteY0" fmla="*/ 0 h 2078043"/>
                <a:gd name="connsiteX1" fmla="*/ 4265631 w 4265631"/>
                <a:gd name="connsiteY1" fmla="*/ 0 h 2078043"/>
                <a:gd name="connsiteX2" fmla="*/ 4265631 w 4265631"/>
                <a:gd name="connsiteY2" fmla="*/ 2078044 h 2078043"/>
                <a:gd name="connsiteX3" fmla="*/ 0 w 4265631"/>
                <a:gd name="connsiteY3" fmla="*/ 2078044 h 2078043"/>
              </a:gdLst>
              <a:ahLst/>
              <a:cxnLst>
                <a:cxn ang="0">
                  <a:pos x="connsiteX0" y="connsiteY0"/>
                </a:cxn>
                <a:cxn ang="0">
                  <a:pos x="connsiteX1" y="connsiteY1"/>
                </a:cxn>
                <a:cxn ang="0">
                  <a:pos x="connsiteX2" y="connsiteY2"/>
                </a:cxn>
                <a:cxn ang="0">
                  <a:pos x="connsiteX3" y="connsiteY3"/>
                </a:cxn>
              </a:cxnLst>
              <a:rect l="l" t="t" r="r" b="b"/>
              <a:pathLst>
                <a:path w="4265631" h="2078043">
                  <a:moveTo>
                    <a:pt x="0" y="0"/>
                  </a:moveTo>
                  <a:lnTo>
                    <a:pt x="4265631" y="0"/>
                  </a:lnTo>
                  <a:lnTo>
                    <a:pt x="4265631" y="2078044"/>
                  </a:lnTo>
                  <a:lnTo>
                    <a:pt x="0" y="2078044"/>
                  </a:lnTo>
                  <a:close/>
                </a:path>
              </a:pathLst>
            </a:custGeom>
            <a:solidFill>
              <a:schemeClr val="accent5">
                <a:lumMod val="75000"/>
              </a:schemeClr>
            </a:solidFill>
            <a:ln w="16349" cap="flat">
              <a:solidFill>
                <a:schemeClr val="accent6">
                  <a:lumMod val="75000"/>
                </a:schemeClr>
              </a:solidFill>
              <a:prstDash val="solid"/>
              <a:miter/>
            </a:ln>
            <a:effectLst>
              <a:outerShdw blurRad="50800" dist="38100" dir="2700000" algn="tl" rotWithShape="0">
                <a:prstClr val="black">
                  <a:alpha val="40000"/>
                </a:prst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baseline="-25000"/>
            </a:p>
          </p:txBody>
        </p:sp>
        <p:sp>
          <p:nvSpPr>
            <p:cNvPr id="6" name="任意多边形: 形状 5"/>
            <p:cNvSpPr/>
            <p:nvPr>
              <p:custDataLst>
                <p:tags r:id="rId4"/>
              </p:custDataLst>
            </p:nvPr>
          </p:nvSpPr>
          <p:spPr>
            <a:xfrm>
              <a:off x="6303" y="3910"/>
              <a:ext cx="7127" cy="3389"/>
            </a:xfrm>
            <a:custGeom>
              <a:avLst/>
              <a:gdLst>
                <a:gd name="connsiteX0" fmla="*/ 0 w 3696662"/>
                <a:gd name="connsiteY0" fmla="*/ 0 h 1625157"/>
                <a:gd name="connsiteX1" fmla="*/ 3696662 w 3696662"/>
                <a:gd name="connsiteY1" fmla="*/ 0 h 1625157"/>
                <a:gd name="connsiteX2" fmla="*/ 3696662 w 3696662"/>
                <a:gd name="connsiteY2" fmla="*/ 1625158 h 1625157"/>
                <a:gd name="connsiteX3" fmla="*/ 0 w 3696662"/>
                <a:gd name="connsiteY3" fmla="*/ 1625158 h 1625157"/>
              </a:gdLst>
              <a:ahLst/>
              <a:cxnLst>
                <a:cxn ang="0">
                  <a:pos x="connsiteX0" y="connsiteY0"/>
                </a:cxn>
                <a:cxn ang="0">
                  <a:pos x="connsiteX1" y="connsiteY1"/>
                </a:cxn>
                <a:cxn ang="0">
                  <a:pos x="connsiteX2" y="connsiteY2"/>
                </a:cxn>
                <a:cxn ang="0">
                  <a:pos x="connsiteX3" y="connsiteY3"/>
                </a:cxn>
              </a:cxnLst>
              <a:rect l="l" t="t" r="r" b="b"/>
              <a:pathLst>
                <a:path w="3696662" h="1625157">
                  <a:moveTo>
                    <a:pt x="0" y="0"/>
                  </a:moveTo>
                  <a:lnTo>
                    <a:pt x="3696662" y="0"/>
                  </a:lnTo>
                  <a:lnTo>
                    <a:pt x="3696662" y="1625158"/>
                  </a:lnTo>
                  <a:lnTo>
                    <a:pt x="0" y="1625158"/>
                  </a:lnTo>
                  <a:close/>
                </a:path>
              </a:pathLst>
            </a:custGeom>
            <a:solidFill>
              <a:schemeClr val="bg1"/>
            </a:solidFill>
            <a:ln w="16349" cap="flat">
              <a:noFill/>
              <a:prstDash val="solid"/>
              <a:miter/>
            </a:ln>
            <a:effectLst>
              <a:innerShdw blurRad="63500" dist="50800" dir="13500000">
                <a:prstClr val="black">
                  <a:alpha val="44000"/>
                </a:prstClr>
              </a:inn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baseline="-25000"/>
            </a:p>
          </p:txBody>
        </p:sp>
        <p:grpSp>
          <p:nvGrpSpPr>
            <p:cNvPr id="36" name="组合 35"/>
            <p:cNvGrpSpPr/>
            <p:nvPr>
              <p:custDataLst>
                <p:tags r:id="rId5"/>
              </p:custDataLst>
            </p:nvPr>
          </p:nvGrpSpPr>
          <p:grpSpPr>
            <a:xfrm rot="11700000">
              <a:off x="6192" y="5662"/>
              <a:ext cx="1972" cy="1904"/>
              <a:chOff x="7549941" y="2084199"/>
              <a:chExt cx="870191" cy="841092"/>
            </a:xfrm>
          </p:grpSpPr>
          <p:grpSp>
            <p:nvGrpSpPr>
              <p:cNvPr id="32" name="组合 31"/>
              <p:cNvGrpSpPr/>
              <p:nvPr>
                <p:custDataLst>
                  <p:tags r:id="rId6"/>
                </p:custDataLst>
              </p:nvPr>
            </p:nvGrpSpPr>
            <p:grpSpPr>
              <a:xfrm rot="18408092">
                <a:off x="7795062" y="2089831"/>
                <a:ext cx="630702" cy="619438"/>
                <a:chOff x="7815485" y="2075571"/>
                <a:chExt cx="630702" cy="619438"/>
              </a:xfrm>
            </p:grpSpPr>
            <p:sp>
              <p:nvSpPr>
                <p:cNvPr id="31" name="空心弧 30"/>
                <p:cNvSpPr/>
                <p:nvPr>
                  <p:custDataLst>
                    <p:tags r:id="rId7"/>
                  </p:custDataLst>
                </p:nvPr>
              </p:nvSpPr>
              <p:spPr>
                <a:xfrm rot="10231932">
                  <a:off x="7967896" y="2281759"/>
                  <a:ext cx="413250" cy="413250"/>
                </a:xfrm>
                <a:prstGeom prst="blockArc">
                  <a:avLst>
                    <a:gd name="adj1" fmla="val 10800000"/>
                    <a:gd name="adj2" fmla="val 21390970"/>
                    <a:gd name="adj3" fmla="val 11371"/>
                  </a:avLst>
                </a:prstGeom>
                <a:solidFill>
                  <a:srgbClr val="E9452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nvGrpSpPr>
                <p:cNvPr id="30" name="组合 29"/>
                <p:cNvGrpSpPr/>
                <p:nvPr>
                  <p:custDataLst>
                    <p:tags r:id="rId8"/>
                  </p:custDataLst>
                </p:nvPr>
              </p:nvGrpSpPr>
              <p:grpSpPr>
                <a:xfrm rot="2700000">
                  <a:off x="7829210" y="2061846"/>
                  <a:ext cx="603252" cy="630702"/>
                  <a:chOff x="7764345" y="2075862"/>
                  <a:chExt cx="603252" cy="630702"/>
                </a:xfrm>
              </p:grpSpPr>
              <p:sp>
                <p:nvSpPr>
                  <p:cNvPr id="28" name="梯形 27"/>
                  <p:cNvSpPr/>
                  <p:nvPr>
                    <p:custDataLst>
                      <p:tags r:id="rId9"/>
                    </p:custDataLst>
                  </p:nvPr>
                </p:nvSpPr>
                <p:spPr>
                  <a:xfrm rot="13500000">
                    <a:off x="7723979" y="2500588"/>
                    <a:ext cx="230652" cy="144785"/>
                  </a:xfrm>
                  <a:prstGeom prst="trapezoid">
                    <a:avLst/>
                  </a:prstGeom>
                  <a:solidFill>
                    <a:srgbClr val="E9452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27" name="组合 26"/>
                  <p:cNvGrpSpPr/>
                  <p:nvPr>
                    <p:custDataLst>
                      <p:tags r:id="rId10"/>
                    </p:custDataLst>
                  </p:nvPr>
                </p:nvGrpSpPr>
                <p:grpSpPr>
                  <a:xfrm rot="2781650">
                    <a:off x="7750620" y="2089587"/>
                    <a:ext cx="630702" cy="603252"/>
                    <a:chOff x="6252952" y="1137079"/>
                    <a:chExt cx="3907611" cy="3737554"/>
                  </a:xfrm>
                </p:grpSpPr>
                <p:sp>
                  <p:nvSpPr>
                    <p:cNvPr id="25" name="任意多边形: 形状 24"/>
                    <p:cNvSpPr/>
                    <p:nvPr>
                      <p:custDataLst>
                        <p:tags r:id="rId11"/>
                      </p:custDataLst>
                    </p:nvPr>
                  </p:nvSpPr>
                  <p:spPr>
                    <a:xfrm>
                      <a:off x="7557762" y="1137079"/>
                      <a:ext cx="1293709" cy="648305"/>
                    </a:xfrm>
                    <a:custGeom>
                      <a:avLst/>
                      <a:gdLst>
                        <a:gd name="connsiteX0" fmla="*/ 249877 w 1499230"/>
                        <a:gd name="connsiteY0" fmla="*/ 0 h 751296"/>
                        <a:gd name="connsiteX1" fmla="*/ 1249353 w 1499230"/>
                        <a:gd name="connsiteY1" fmla="*/ 0 h 751296"/>
                        <a:gd name="connsiteX2" fmla="*/ 1499230 w 1499230"/>
                        <a:gd name="connsiteY2" fmla="*/ 249877 h 751296"/>
                        <a:gd name="connsiteX3" fmla="*/ 1499230 w 1499230"/>
                        <a:gd name="connsiteY3" fmla="*/ 751296 h 751296"/>
                        <a:gd name="connsiteX4" fmla="*/ 0 w 1499230"/>
                        <a:gd name="connsiteY4" fmla="*/ 751296 h 751296"/>
                        <a:gd name="connsiteX5" fmla="*/ 0 w 1499230"/>
                        <a:gd name="connsiteY5" fmla="*/ 249877 h 751296"/>
                        <a:gd name="connsiteX6" fmla="*/ 249877 w 1499230"/>
                        <a:gd name="connsiteY6" fmla="*/ 0 h 751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230" h="751296">
                          <a:moveTo>
                            <a:pt x="249877" y="0"/>
                          </a:moveTo>
                          <a:lnTo>
                            <a:pt x="1249353" y="0"/>
                          </a:lnTo>
                          <a:cubicBezTo>
                            <a:pt x="1387356" y="0"/>
                            <a:pt x="1499230" y="111874"/>
                            <a:pt x="1499230" y="249877"/>
                          </a:cubicBezTo>
                          <a:lnTo>
                            <a:pt x="1499230" y="751296"/>
                          </a:lnTo>
                          <a:lnTo>
                            <a:pt x="0" y="751296"/>
                          </a:lnTo>
                          <a:lnTo>
                            <a:pt x="0" y="249877"/>
                          </a:lnTo>
                          <a:cubicBezTo>
                            <a:pt x="0" y="111874"/>
                            <a:pt x="111874" y="0"/>
                            <a:pt x="249877" y="0"/>
                          </a:cubicBezTo>
                          <a:close/>
                        </a:path>
                      </a:pathLst>
                    </a:cu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9" name="梯形 18"/>
                    <p:cNvSpPr/>
                    <p:nvPr>
                      <p:custDataLst>
                        <p:tags r:id="rId12"/>
                      </p:custDataLst>
                    </p:nvPr>
                  </p:nvSpPr>
                  <p:spPr>
                    <a:xfrm>
                      <a:off x="6326416" y="2103595"/>
                      <a:ext cx="3769323" cy="2671086"/>
                    </a:xfrm>
                    <a:prstGeom prst="trapezoid">
                      <a:avLst>
                        <a:gd name="adj" fmla="val 43230"/>
                      </a:avLst>
                    </a:prstGeom>
                    <a:solidFill>
                      <a:srgbClr val="F7B8A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3" name="任意多边形: 形状 22"/>
                    <p:cNvSpPr/>
                    <p:nvPr>
                      <p:custDataLst>
                        <p:tags r:id="rId13"/>
                      </p:custDataLst>
                    </p:nvPr>
                  </p:nvSpPr>
                  <p:spPr>
                    <a:xfrm>
                      <a:off x="7404097" y="1296401"/>
                      <a:ext cx="1500462" cy="751335"/>
                    </a:xfrm>
                    <a:custGeom>
                      <a:avLst/>
                      <a:gdLst>
                        <a:gd name="connsiteX0" fmla="*/ 249877 w 1499230"/>
                        <a:gd name="connsiteY0" fmla="*/ 0 h 751296"/>
                        <a:gd name="connsiteX1" fmla="*/ 1249353 w 1499230"/>
                        <a:gd name="connsiteY1" fmla="*/ 0 h 751296"/>
                        <a:gd name="connsiteX2" fmla="*/ 1499230 w 1499230"/>
                        <a:gd name="connsiteY2" fmla="*/ 249877 h 751296"/>
                        <a:gd name="connsiteX3" fmla="*/ 1499230 w 1499230"/>
                        <a:gd name="connsiteY3" fmla="*/ 751296 h 751296"/>
                        <a:gd name="connsiteX4" fmla="*/ 0 w 1499230"/>
                        <a:gd name="connsiteY4" fmla="*/ 751296 h 751296"/>
                        <a:gd name="connsiteX5" fmla="*/ 0 w 1499230"/>
                        <a:gd name="connsiteY5" fmla="*/ 249877 h 751296"/>
                        <a:gd name="connsiteX6" fmla="*/ 249877 w 1499230"/>
                        <a:gd name="connsiteY6" fmla="*/ 0 h 751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230" h="751296">
                          <a:moveTo>
                            <a:pt x="249877" y="0"/>
                          </a:moveTo>
                          <a:lnTo>
                            <a:pt x="1249353" y="0"/>
                          </a:lnTo>
                          <a:cubicBezTo>
                            <a:pt x="1387356" y="0"/>
                            <a:pt x="1499230" y="111874"/>
                            <a:pt x="1499230" y="249877"/>
                          </a:cubicBezTo>
                          <a:lnTo>
                            <a:pt x="1499230" y="751296"/>
                          </a:lnTo>
                          <a:lnTo>
                            <a:pt x="0" y="751296"/>
                          </a:lnTo>
                          <a:lnTo>
                            <a:pt x="0" y="249877"/>
                          </a:lnTo>
                          <a:cubicBezTo>
                            <a:pt x="0" y="111874"/>
                            <a:pt x="111874" y="0"/>
                            <a:pt x="249877" y="0"/>
                          </a:cubicBez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6" name="矩形: 圆角 25"/>
                    <p:cNvSpPr/>
                    <p:nvPr>
                      <p:custDataLst>
                        <p:tags r:id="rId14"/>
                      </p:custDataLst>
                    </p:nvPr>
                  </p:nvSpPr>
                  <p:spPr>
                    <a:xfrm>
                      <a:off x="6252952" y="4755287"/>
                      <a:ext cx="3907611" cy="119346"/>
                    </a:xfrm>
                    <a:prstGeom prst="round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grpSp>
          <p:sp>
            <p:nvSpPr>
              <p:cNvPr id="33" name="矩形 32"/>
              <p:cNvSpPr/>
              <p:nvPr>
                <p:custDataLst>
                  <p:tags r:id="rId15"/>
                </p:custDataLst>
              </p:nvPr>
            </p:nvSpPr>
            <p:spPr>
              <a:xfrm rot="4016906">
                <a:off x="7654327" y="2578653"/>
                <a:ext cx="7202" cy="215974"/>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4" name="矩形 33"/>
              <p:cNvSpPr/>
              <p:nvPr>
                <p:custDataLst>
                  <p:tags r:id="rId16"/>
                </p:custDataLst>
              </p:nvPr>
            </p:nvSpPr>
            <p:spPr>
              <a:xfrm rot="3150472">
                <a:off x="7728413" y="2643833"/>
                <a:ext cx="7202" cy="216025"/>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5" name="矩形 34"/>
              <p:cNvSpPr/>
              <p:nvPr>
                <p:custDataLst>
                  <p:tags r:id="rId17"/>
                </p:custDataLst>
              </p:nvPr>
            </p:nvSpPr>
            <p:spPr>
              <a:xfrm rot="1241463">
                <a:off x="7824649" y="2709247"/>
                <a:ext cx="7201" cy="216044"/>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21" name="文本框 20"/>
            <p:cNvSpPr txBox="1"/>
            <p:nvPr>
              <p:custDataLst>
                <p:tags r:id="rId18"/>
              </p:custDataLst>
            </p:nvPr>
          </p:nvSpPr>
          <p:spPr>
            <a:xfrm>
              <a:off x="7259" y="3916"/>
              <a:ext cx="5243" cy="33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chemeClr val="tx1"/>
                  </a:solidFill>
                  <a:latin typeface="微软雅黑" panose="020B0503020204020204" pitchFamily="34" charset="-122"/>
                  <a:ea typeface="微软雅黑" panose="020B0503020204020204" pitchFamily="34" charset="-122"/>
                </a:rPr>
                <a:t>声音的编码</a:t>
              </a:r>
              <a:endParaRPr lang="zh-CN" altLang="en-US" sz="2400" b="1" dirty="0">
                <a:solidFill>
                  <a:srgbClr val="416FC3"/>
                </a:solidFill>
                <a:latin typeface="微软雅黑" panose="020B0503020204020204" pitchFamily="34" charset="-122"/>
                <a:ea typeface="微软雅黑" panose="020B0503020204020204" pitchFamily="34" charset="-122"/>
              </a:endParaRPr>
            </a:p>
          </p:txBody>
        </p:sp>
      </p:grpSp>
      <p:sp>
        <p:nvSpPr>
          <p:cNvPr id="3" name="文本框 2"/>
          <p:cNvSpPr txBox="1"/>
          <p:nvPr>
            <p:custDataLst>
              <p:tags r:id="rId19"/>
            </p:custDataLst>
          </p:nvPr>
        </p:nvSpPr>
        <p:spPr>
          <a:xfrm>
            <a:off x="2210513" y="1883103"/>
            <a:ext cx="8475611" cy="2611683"/>
          </a:xfrm>
          <a:prstGeom prst="rect">
            <a:avLst/>
          </a:prstGeom>
        </p:spPr>
        <p:txBody>
          <a:bodyPr vert="horz" wrap="square" lIns="90000" tIns="46800" rIns="90000" bIns="46800" rtlCol="0" anchor="ctr" anchorCtr="0"/>
          <a:lstStyle>
            <a:defPPr>
              <a:defRPr lang="zh-CN"/>
            </a:defPPr>
            <a:lvl1pPr indent="0">
              <a:lnSpc>
                <a:spcPct val="120000"/>
              </a:lnSpc>
              <a:spcBef>
                <a:spcPct val="0"/>
              </a:spcBef>
              <a:buFont typeface="Arial" panose="020B0604020202020204" pitchFamily="34" charset="0"/>
              <a:buNone/>
              <a:defRPr spc="150">
                <a:solidFill>
                  <a:srgbClr val="000000">
                    <a:lumMod val="75000"/>
                    <a:lumOff val="25000"/>
                  </a:srgbClr>
                </a:solidFill>
                <a:latin typeface="Arial" panose="020B0604020202020204" pitchFamily="34" charset="0"/>
                <a:ea typeface="微软雅黑" panose="020B0503020204020204" pitchFamily="34" charset="-122"/>
              </a:defRPr>
            </a:lvl1pPr>
            <a:lvl2pPr marL="685800" indent="-228600">
              <a:lnSpc>
                <a:spcPct val="130000"/>
              </a:lnSpc>
              <a:spcBef>
                <a:spcPts val="500"/>
              </a:spcBef>
              <a:buFont typeface="Arial" panose="020B0604020202020204" pitchFamily="34" charset="0"/>
              <a:buChar char="•"/>
              <a:defRPr>
                <a:solidFill>
                  <a:srgbClr val="00BC68"/>
                </a:solidFill>
              </a:defRPr>
            </a:lvl2pPr>
            <a:lvl3pPr marL="1143000" indent="-228600">
              <a:lnSpc>
                <a:spcPct val="130000"/>
              </a:lnSpc>
              <a:spcBef>
                <a:spcPts val="500"/>
              </a:spcBef>
              <a:buFont typeface="Arial" panose="020B0604020202020204" pitchFamily="34" charset="0"/>
              <a:buChar char="•"/>
              <a:defRPr>
                <a:solidFill>
                  <a:srgbClr val="00BC68"/>
                </a:solidFill>
              </a:defRPr>
            </a:lvl3pPr>
            <a:lvl4pPr marL="1600200" indent="-228600">
              <a:lnSpc>
                <a:spcPct val="130000"/>
              </a:lnSpc>
              <a:spcBef>
                <a:spcPts val="500"/>
              </a:spcBef>
              <a:buFont typeface="Arial" panose="020B0604020202020204" pitchFamily="34" charset="0"/>
              <a:buChar char="•"/>
              <a:defRPr>
                <a:solidFill>
                  <a:srgbClr val="00BC68"/>
                </a:solidFill>
              </a:defRPr>
            </a:lvl4pPr>
            <a:lvl5pPr marL="2057400" indent="-228600">
              <a:lnSpc>
                <a:spcPct val="130000"/>
              </a:lnSpc>
              <a:spcBef>
                <a:spcPts val="500"/>
              </a:spcBef>
              <a:buFont typeface="Arial" panose="020B0604020202020204" pitchFamily="34" charset="0"/>
              <a:buChar char="•"/>
              <a:defRPr>
                <a:solidFill>
                  <a:srgbClr val="00BC68"/>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50000"/>
              </a:lnSpc>
            </a:pPr>
            <a:r>
              <a:rPr kumimoji="1" lang="zh-CN" altLang="en-US" dirty="0">
                <a:solidFill>
                  <a:schemeClr val="tx1"/>
                </a:solidFill>
                <a:latin typeface="微软雅黑" panose="020B0503020204020204" pitchFamily="34" charset="-122"/>
                <a:sym typeface="+mn-ea"/>
              </a:rPr>
              <a:t>声波的振幅反映了声音响度的强弱，声波的频率反映了声音音调的高低。应用计算机处理声音时，需要将声波的模拟信号转换为数字信号，也就是声音的</a:t>
            </a:r>
            <a:r>
              <a:rPr kumimoji="1" lang="zh-CN" altLang="en-US" dirty="0" smtClean="0">
                <a:solidFill>
                  <a:schemeClr val="tx1"/>
                </a:solidFill>
                <a:latin typeface="微软雅黑" panose="020B0503020204020204" pitchFamily="34" charset="-122"/>
                <a:sym typeface="+mn-ea"/>
              </a:rPr>
              <a:t>数字化。声音</a:t>
            </a:r>
            <a:r>
              <a:rPr kumimoji="1" lang="zh-CN" altLang="en-US" dirty="0">
                <a:solidFill>
                  <a:schemeClr val="tx1"/>
                </a:solidFill>
                <a:latin typeface="微软雅黑" panose="020B0503020204020204" pitchFamily="34" charset="-122"/>
                <a:sym typeface="+mn-ea"/>
              </a:rPr>
              <a:t>数字化的基本方法是按照一定的</a:t>
            </a:r>
            <a:r>
              <a:rPr kumimoji="1" lang="zh-CN" altLang="en-US" b="1" dirty="0">
                <a:solidFill>
                  <a:srgbClr val="FF0000"/>
                </a:solidFill>
                <a:latin typeface="微软雅黑" panose="020B0503020204020204" pitchFamily="34" charset="-122"/>
                <a:sym typeface="+mn-ea"/>
              </a:rPr>
              <a:t>时间</a:t>
            </a:r>
            <a:r>
              <a:rPr kumimoji="1" lang="zh-CN" altLang="en-US" dirty="0">
                <a:solidFill>
                  <a:schemeClr val="tx1"/>
                </a:solidFill>
                <a:latin typeface="微软雅黑" panose="020B0503020204020204" pitchFamily="34" charset="-122"/>
                <a:sym typeface="+mn-ea"/>
              </a:rPr>
              <a:t>间隔采集声波的振幅</a:t>
            </a:r>
            <a:r>
              <a:rPr kumimoji="1" lang="zh-CN" altLang="en-US" dirty="0" smtClean="0">
                <a:solidFill>
                  <a:schemeClr val="tx1"/>
                </a:solidFill>
                <a:latin typeface="微软雅黑" panose="020B0503020204020204" pitchFamily="34" charset="-122"/>
                <a:sym typeface="+mn-ea"/>
              </a:rPr>
              <a:t>，</a:t>
            </a:r>
            <a:r>
              <a:rPr kumimoji="1" lang="zh-CN" altLang="en-US" dirty="0">
                <a:latin typeface="微软雅黑" panose="020B0503020204020204" pitchFamily="34" charset="-122"/>
                <a:sym typeface="+mn-ea"/>
              </a:rPr>
              <a:t>对于采样所获得的量值，要进行分级量化，就是将采样值变换到最接近的数字值，即用有限个数的数值近似地表示原来连续变化的值。</a:t>
            </a:r>
            <a:endParaRPr kumimoji="1" lang="zh-CN" altLang="en-US" dirty="0">
              <a:latin typeface="微软雅黑" panose="020B0503020204020204" pitchFamily="34" charset="-122"/>
              <a:sym typeface="+mn-ea"/>
            </a:endParaRPr>
          </a:p>
          <a:p>
            <a:pPr>
              <a:lnSpc>
                <a:spcPct val="150000"/>
              </a:lnSpc>
            </a:pPr>
            <a:r>
              <a:rPr kumimoji="1" lang="zh-CN" altLang="en-US" dirty="0">
                <a:solidFill>
                  <a:schemeClr val="tx1"/>
                </a:solidFill>
                <a:latin typeface="微软雅黑" panose="020B0503020204020204" pitchFamily="34" charset="-122"/>
                <a:sym typeface="+mn-ea"/>
              </a:rPr>
              <a:t>声音的</a:t>
            </a:r>
            <a:r>
              <a:rPr kumimoji="1" lang="zh-CN" altLang="en-US" dirty="0" smtClean="0">
                <a:solidFill>
                  <a:schemeClr val="tx1"/>
                </a:solidFill>
                <a:latin typeface="微软雅黑" panose="020B0503020204020204" pitchFamily="34" charset="-122"/>
                <a:sym typeface="+mn-ea"/>
              </a:rPr>
              <a:t>数字化</a:t>
            </a:r>
            <a:r>
              <a:rPr kumimoji="1" lang="zh-CN" altLang="en-US" dirty="0">
                <a:solidFill>
                  <a:schemeClr val="tx1"/>
                </a:solidFill>
                <a:latin typeface="微软雅黑" panose="020B0503020204020204" pitchFamily="34" charset="-122"/>
                <a:sym typeface="+mn-ea"/>
              </a:rPr>
              <a:t>是</a:t>
            </a:r>
            <a:r>
              <a:rPr kumimoji="1" lang="zh-CN" altLang="en-US" dirty="0" smtClean="0">
                <a:solidFill>
                  <a:schemeClr val="tx1"/>
                </a:solidFill>
                <a:latin typeface="微软雅黑" panose="020B0503020204020204" pitchFamily="34" charset="-122"/>
                <a:sym typeface="+mn-ea"/>
              </a:rPr>
              <a:t>将</a:t>
            </a:r>
            <a:r>
              <a:rPr kumimoji="1" lang="zh-CN" altLang="en-US" dirty="0">
                <a:solidFill>
                  <a:schemeClr val="tx1"/>
                </a:solidFill>
                <a:latin typeface="微软雅黑" panose="020B0503020204020204" pitchFamily="34" charset="-122"/>
                <a:sym typeface="+mn-ea"/>
              </a:rPr>
              <a:t>其转换为二进制数序列，即通过</a:t>
            </a:r>
            <a:r>
              <a:rPr kumimoji="1" lang="zh-CN" altLang="en-US" b="1" dirty="0">
                <a:solidFill>
                  <a:srgbClr val="FF0000"/>
                </a:solidFill>
                <a:latin typeface="微软雅黑" panose="020B0503020204020204" pitchFamily="34" charset="-122"/>
                <a:sym typeface="+mn-ea"/>
              </a:rPr>
              <a:t>采样、量化和编码</a:t>
            </a:r>
            <a:r>
              <a:rPr kumimoji="1" lang="zh-CN" altLang="en-US" dirty="0">
                <a:solidFill>
                  <a:schemeClr val="tx1"/>
                </a:solidFill>
                <a:latin typeface="微软雅黑" panose="020B0503020204020204" pitchFamily="34" charset="-122"/>
                <a:sym typeface="+mn-ea"/>
              </a:rPr>
              <a:t>来实现。</a:t>
            </a:r>
            <a:endParaRPr kumimoji="1" lang="zh-CN" altLang="en-US" dirty="0">
              <a:solidFill>
                <a:schemeClr val="tx1"/>
              </a:solidFill>
              <a:latin typeface="微软雅黑" panose="020B0503020204020204" pitchFamily="34" charset="-122"/>
              <a:sym typeface="+mn-ea"/>
            </a:endParaRPr>
          </a:p>
        </p:txBody>
      </p:sp>
    </p:spTree>
  </p:cSld>
  <p:clrMapOvr>
    <a:masterClrMapping/>
  </p:clrMapOvr>
  <p:transition spd="slow">
    <p:push dir="u"/>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p:cNvSpPr txBox="1">
            <a:spLocks noChangeArrowheads="1"/>
          </p:cNvSpPr>
          <p:nvPr>
            <p:custDataLst>
              <p:tags r:id="rId1"/>
            </p:custDataLst>
          </p:nvPr>
        </p:nvSpPr>
        <p:spPr bwMode="auto">
          <a:xfrm>
            <a:off x="4468715" y="28654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29"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21122" r="3847" b="4068"/>
          <a:stretch>
            <a:fillRect/>
          </a:stretch>
        </p:blipFill>
        <p:spPr bwMode="auto">
          <a:xfrm>
            <a:off x="1063255" y="1233377"/>
            <a:ext cx="10232677"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4298" t="20980" r="5926" b="1676"/>
          <a:stretch>
            <a:fillRect/>
          </a:stretch>
        </p:blipFill>
        <p:spPr bwMode="auto">
          <a:xfrm>
            <a:off x="1180131" y="1233378"/>
            <a:ext cx="10159252" cy="4954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8"/>
          <p:cNvSpPr txBox="1">
            <a:spLocks noChangeArrowheads="1"/>
          </p:cNvSpPr>
          <p:nvPr>
            <p:custDataLst>
              <p:tags r:id="rId2"/>
            </p:custDataLst>
          </p:nvPr>
        </p:nvSpPr>
        <p:spPr bwMode="auto">
          <a:xfrm>
            <a:off x="4468715" y="37160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cxnSp>
        <p:nvCxnSpPr>
          <p:cNvPr id="4" name="直接连接符 3"/>
          <p:cNvCxnSpPr/>
          <p:nvPr>
            <p:custDataLst>
              <p:tags r:id="rId3"/>
            </p:custDataLst>
          </p:nvPr>
        </p:nvCxnSpPr>
        <p:spPr>
          <a:xfrm>
            <a:off x="2743835" y="2575560"/>
            <a:ext cx="5527675" cy="5715"/>
          </a:xfrm>
          <a:prstGeom prst="line">
            <a:avLst/>
          </a:prstGeom>
          <a:ln>
            <a:solidFill>
              <a:srgbClr val="008651"/>
            </a:solidFill>
          </a:ln>
        </p:spPr>
        <p:style>
          <a:lnRef idx="1">
            <a:schemeClr val="accent1"/>
          </a:lnRef>
          <a:fillRef idx="0">
            <a:schemeClr val="accent1"/>
          </a:fillRef>
          <a:effectRef idx="0">
            <a:schemeClr val="accent1"/>
          </a:effectRef>
          <a:fontRef idx="minor">
            <a:schemeClr val="tx1"/>
          </a:fontRef>
        </p:style>
      </p:cxnSp>
      <p:pic>
        <p:nvPicPr>
          <p:cNvPr id="5"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69339" t="55918" r="5684" b="16246"/>
          <a:stretch>
            <a:fillRect/>
          </a:stretch>
        </p:blipFill>
        <p:spPr bwMode="auto">
          <a:xfrm>
            <a:off x="2094613" y="3151407"/>
            <a:ext cx="3859619" cy="2494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组合 1"/>
          <p:cNvGrpSpPr/>
          <p:nvPr/>
        </p:nvGrpSpPr>
        <p:grpSpPr>
          <a:xfrm>
            <a:off x="4333420" y="2427648"/>
            <a:ext cx="5319447" cy="2948046"/>
            <a:chOff x="2414270" y="1477645"/>
            <a:chExt cx="7190740" cy="3603440"/>
          </a:xfrm>
          <a:solidFill>
            <a:schemeClr val="accent6">
              <a:lumMod val="60000"/>
              <a:lumOff val="40000"/>
              <a:alpha val="42000"/>
            </a:schemeClr>
          </a:solidFill>
        </p:grpSpPr>
        <p:cxnSp>
          <p:nvCxnSpPr>
            <p:cNvPr id="3" name="直接箭头连接符 2"/>
            <p:cNvCxnSpPr/>
            <p:nvPr>
              <p:custDataLst>
                <p:tags r:id="rId1"/>
              </p:custDataLst>
            </p:nvPr>
          </p:nvCxnSpPr>
          <p:spPr>
            <a:xfrm>
              <a:off x="2734310" y="4791710"/>
              <a:ext cx="5951220" cy="9525"/>
            </a:xfrm>
            <a:prstGeom prst="straightConnector1">
              <a:avLst/>
            </a:prstGeom>
            <a:grpFill/>
            <a:ln w="31750">
              <a:solidFill>
                <a:srgbClr val="202E4A"/>
              </a:solidFill>
              <a:tailEnd type="arrow"/>
            </a:ln>
          </p:spPr>
          <p:style>
            <a:lnRef idx="1">
              <a:schemeClr val="accent1"/>
            </a:lnRef>
            <a:fillRef idx="0">
              <a:schemeClr val="accent1"/>
            </a:fillRef>
            <a:effectRef idx="0">
              <a:schemeClr val="accent1"/>
            </a:effectRef>
            <a:fontRef idx="minor">
              <a:schemeClr val="tx1"/>
            </a:fontRef>
          </p:style>
        </p:cxnSp>
        <p:cxnSp>
          <p:nvCxnSpPr>
            <p:cNvPr id="4" name="直接箭头连接符 3"/>
            <p:cNvCxnSpPr/>
            <p:nvPr>
              <p:custDataLst>
                <p:tags r:id="rId2"/>
              </p:custDataLst>
            </p:nvPr>
          </p:nvCxnSpPr>
          <p:spPr>
            <a:xfrm flipH="1" flipV="1">
              <a:off x="2734310" y="1845945"/>
              <a:ext cx="0" cy="2945765"/>
            </a:xfrm>
            <a:prstGeom prst="straightConnector1">
              <a:avLst/>
            </a:prstGeom>
            <a:grpFill/>
            <a:ln w="25400">
              <a:solidFill>
                <a:srgbClr val="202E4A"/>
              </a:solidFill>
              <a:tailEnd type="arrow"/>
            </a:ln>
          </p:spPr>
          <p:style>
            <a:lnRef idx="1">
              <a:schemeClr val="accent1"/>
            </a:lnRef>
            <a:fillRef idx="0">
              <a:schemeClr val="accent1"/>
            </a:fillRef>
            <a:effectRef idx="0">
              <a:schemeClr val="accent1"/>
            </a:effectRef>
            <a:fontRef idx="minor">
              <a:schemeClr val="tx1"/>
            </a:fontRef>
          </p:style>
        </p:cxnSp>
        <p:sp>
          <p:nvSpPr>
            <p:cNvPr id="5" name="文本框 5"/>
            <p:cNvSpPr txBox="1"/>
            <p:nvPr>
              <p:custDataLst>
                <p:tags r:id="rId3"/>
              </p:custDataLst>
            </p:nvPr>
          </p:nvSpPr>
          <p:spPr>
            <a:xfrm>
              <a:off x="2414270" y="1477645"/>
              <a:ext cx="642620" cy="368300"/>
            </a:xfrm>
            <a:prstGeom prst="rect">
              <a:avLst/>
            </a:prstGeom>
            <a:grpFill/>
          </p:spPr>
          <p:txBody>
            <a:bodyPr wrap="none" rtlCol="0">
              <a:spAutoFit/>
            </a:bodyPr>
            <a:lstStyle/>
            <a:p>
              <a:r>
                <a:rPr lang="zh-CN" altLang="en-US" b="1"/>
                <a:t>幅度</a:t>
              </a:r>
              <a:endParaRPr lang="zh-CN" altLang="en-US" b="1"/>
            </a:p>
          </p:txBody>
        </p:sp>
        <p:sp>
          <p:nvSpPr>
            <p:cNvPr id="6" name="文本框 6"/>
            <p:cNvSpPr txBox="1"/>
            <p:nvPr>
              <p:custDataLst>
                <p:tags r:id="rId4"/>
              </p:custDataLst>
            </p:nvPr>
          </p:nvSpPr>
          <p:spPr>
            <a:xfrm>
              <a:off x="8962390" y="4612005"/>
              <a:ext cx="642620" cy="368300"/>
            </a:xfrm>
            <a:prstGeom prst="rect">
              <a:avLst/>
            </a:prstGeom>
            <a:grpFill/>
          </p:spPr>
          <p:txBody>
            <a:bodyPr wrap="none" rtlCol="0">
              <a:spAutoFit/>
            </a:bodyPr>
            <a:lstStyle/>
            <a:p>
              <a:r>
                <a:rPr lang="zh-CN" altLang="en-US" b="1"/>
                <a:t>时间</a:t>
              </a:r>
              <a:endParaRPr lang="zh-CN" altLang="en-US" b="1"/>
            </a:p>
          </p:txBody>
        </p:sp>
        <p:cxnSp>
          <p:nvCxnSpPr>
            <p:cNvPr id="7" name="直接连接符 6"/>
            <p:cNvCxnSpPr/>
            <p:nvPr>
              <p:custDataLst>
                <p:tags r:id="rId5"/>
              </p:custDataLst>
            </p:nvPr>
          </p:nvCxnSpPr>
          <p:spPr>
            <a:xfrm flipH="1">
              <a:off x="2957195" y="480187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6"/>
              </p:custDataLst>
            </p:nvPr>
          </p:nvCxnSpPr>
          <p:spPr>
            <a:xfrm flipH="1">
              <a:off x="3169285" y="480187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7"/>
              </p:custDataLst>
            </p:nvPr>
          </p:nvCxnSpPr>
          <p:spPr>
            <a:xfrm flipH="1">
              <a:off x="3379470" y="480187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8"/>
              </p:custDataLst>
            </p:nvPr>
          </p:nvCxnSpPr>
          <p:spPr>
            <a:xfrm flipH="1">
              <a:off x="3591560" y="480187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9"/>
              </p:custDataLst>
            </p:nvPr>
          </p:nvCxnSpPr>
          <p:spPr>
            <a:xfrm flipH="1">
              <a:off x="3803015" y="480187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0"/>
              </p:custDataLst>
            </p:nvPr>
          </p:nvCxnSpPr>
          <p:spPr>
            <a:xfrm flipH="1">
              <a:off x="4015105" y="480187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1"/>
              </p:custDataLst>
            </p:nvPr>
          </p:nvCxnSpPr>
          <p:spPr>
            <a:xfrm flipH="1">
              <a:off x="4225290" y="480187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12"/>
              </p:custDataLst>
            </p:nvPr>
          </p:nvCxnSpPr>
          <p:spPr>
            <a:xfrm flipH="1">
              <a:off x="4443730" y="480187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13"/>
              </p:custDataLst>
            </p:nvPr>
          </p:nvCxnSpPr>
          <p:spPr>
            <a:xfrm flipH="1">
              <a:off x="4651375" y="480187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14"/>
              </p:custDataLst>
            </p:nvPr>
          </p:nvCxnSpPr>
          <p:spPr>
            <a:xfrm flipH="1">
              <a:off x="4863465" y="480187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5"/>
              </p:custDataLst>
            </p:nvPr>
          </p:nvCxnSpPr>
          <p:spPr>
            <a:xfrm flipH="1">
              <a:off x="5073650" y="480187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custDataLst>
                <p:tags r:id="rId16"/>
              </p:custDataLst>
            </p:nvPr>
          </p:nvCxnSpPr>
          <p:spPr>
            <a:xfrm flipH="1">
              <a:off x="5285740" y="480187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17"/>
              </p:custDataLst>
            </p:nvPr>
          </p:nvCxnSpPr>
          <p:spPr>
            <a:xfrm flipH="1">
              <a:off x="5497195" y="480187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18"/>
              </p:custDataLst>
            </p:nvPr>
          </p:nvCxnSpPr>
          <p:spPr>
            <a:xfrm flipH="1">
              <a:off x="5709285" y="480187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custDataLst>
                <p:tags r:id="rId19"/>
              </p:custDataLst>
            </p:nvPr>
          </p:nvCxnSpPr>
          <p:spPr>
            <a:xfrm flipH="1">
              <a:off x="5919470" y="480187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custDataLst>
                <p:tags r:id="rId20"/>
              </p:custDataLst>
            </p:nvPr>
          </p:nvCxnSpPr>
          <p:spPr>
            <a:xfrm flipH="1">
              <a:off x="6131560" y="480187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custDataLst>
                <p:tags r:id="rId21"/>
              </p:custDataLst>
            </p:nvPr>
          </p:nvCxnSpPr>
          <p:spPr>
            <a:xfrm flipH="1">
              <a:off x="6341745" y="480187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custDataLst>
                <p:tags r:id="rId22"/>
              </p:custDataLst>
            </p:nvPr>
          </p:nvCxnSpPr>
          <p:spPr>
            <a:xfrm flipH="1">
              <a:off x="6553835" y="480187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23"/>
              </p:custDataLst>
            </p:nvPr>
          </p:nvCxnSpPr>
          <p:spPr>
            <a:xfrm flipH="1">
              <a:off x="6764020" y="480187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custDataLst>
                <p:tags r:id="rId24"/>
              </p:custDataLst>
            </p:nvPr>
          </p:nvCxnSpPr>
          <p:spPr>
            <a:xfrm flipH="1">
              <a:off x="6976110" y="480187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custDataLst>
                <p:tags r:id="rId25"/>
              </p:custDataLst>
            </p:nvPr>
          </p:nvCxnSpPr>
          <p:spPr>
            <a:xfrm flipH="1">
              <a:off x="7187565" y="480187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custDataLst>
                <p:tags r:id="rId26"/>
              </p:custDataLst>
            </p:nvPr>
          </p:nvCxnSpPr>
          <p:spPr>
            <a:xfrm flipH="1">
              <a:off x="7405370" y="480187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custDataLst>
                <p:tags r:id="rId27"/>
              </p:custDataLst>
            </p:nvPr>
          </p:nvCxnSpPr>
          <p:spPr>
            <a:xfrm flipH="1">
              <a:off x="7609840" y="480187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custDataLst>
                <p:tags r:id="rId28"/>
              </p:custDataLst>
            </p:nvPr>
          </p:nvCxnSpPr>
          <p:spPr>
            <a:xfrm flipH="1">
              <a:off x="7821930" y="480187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custDataLst>
                <p:tags r:id="rId29"/>
              </p:custDataLst>
            </p:nvPr>
          </p:nvCxnSpPr>
          <p:spPr>
            <a:xfrm flipH="1">
              <a:off x="8034020" y="479171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custDataLst>
                <p:tags r:id="rId30"/>
              </p:custDataLst>
            </p:nvPr>
          </p:nvCxnSpPr>
          <p:spPr>
            <a:xfrm flipH="1">
              <a:off x="8246110" y="4791710"/>
              <a:ext cx="4445" cy="78105"/>
            </a:xfrm>
            <a:prstGeom prst="line">
              <a:avLst/>
            </a:prstGeom>
            <a:grpFill/>
            <a:ln w="22225">
              <a:solidFill>
                <a:srgbClr val="008651"/>
              </a:solidFill>
            </a:ln>
          </p:spPr>
          <p:style>
            <a:lnRef idx="1">
              <a:schemeClr val="accent1"/>
            </a:lnRef>
            <a:fillRef idx="0">
              <a:schemeClr val="accent1"/>
            </a:fillRef>
            <a:effectRef idx="0">
              <a:schemeClr val="accent1"/>
            </a:effectRef>
            <a:fontRef idx="minor">
              <a:schemeClr val="tx1"/>
            </a:fontRef>
          </p:style>
        </p:cxnSp>
        <p:sp>
          <p:nvSpPr>
            <p:cNvPr id="33" name="文本框 58"/>
            <p:cNvSpPr txBox="1"/>
            <p:nvPr>
              <p:custDataLst>
                <p:tags r:id="rId31"/>
              </p:custDataLst>
            </p:nvPr>
          </p:nvSpPr>
          <p:spPr>
            <a:xfrm>
              <a:off x="2599690" y="4817745"/>
              <a:ext cx="5796924" cy="263340"/>
            </a:xfrm>
            <a:prstGeom prst="rect">
              <a:avLst/>
            </a:prstGeom>
            <a:grpFill/>
          </p:spPr>
          <p:txBody>
            <a:bodyPr wrap="none" rtlCol="0">
              <a:spAutoFit/>
            </a:bodyPr>
            <a:lstStyle/>
            <a:p>
              <a:r>
                <a:rPr lang="en-US" altLang="zh-CN" sz="800" spc="-150" dirty="0"/>
                <a:t>0    1    2    3    4    5    6    7    8    9   10 11  12  13 14  15 16  17  18 19  20  21 22  23  24 25 </a:t>
              </a:r>
              <a:r>
                <a:rPr lang="en-US" altLang="zh-CN" sz="800" spc="-150" dirty="0" smtClean="0"/>
                <a:t>26 27 28 29 30 31 32 33</a:t>
              </a:r>
              <a:endParaRPr lang="en-US" altLang="zh-CN" sz="800" spc="-150" dirty="0"/>
            </a:p>
          </p:txBody>
        </p:sp>
        <p:cxnSp>
          <p:nvCxnSpPr>
            <p:cNvPr id="34" name="直接连接符 33"/>
            <p:cNvCxnSpPr/>
            <p:nvPr>
              <p:custDataLst>
                <p:tags r:id="rId32"/>
              </p:custDataLst>
            </p:nvPr>
          </p:nvCxnSpPr>
          <p:spPr>
            <a:xfrm flipV="1">
              <a:off x="3176270" y="207772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custDataLst>
                <p:tags r:id="rId33"/>
              </p:custDataLst>
            </p:nvPr>
          </p:nvCxnSpPr>
          <p:spPr>
            <a:xfrm flipV="1">
              <a:off x="3383915" y="207391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custDataLst>
                <p:tags r:id="rId34"/>
              </p:custDataLst>
            </p:nvPr>
          </p:nvCxnSpPr>
          <p:spPr>
            <a:xfrm flipV="1">
              <a:off x="3591560" y="207391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custDataLst>
                <p:tags r:id="rId35"/>
              </p:custDataLst>
            </p:nvPr>
          </p:nvCxnSpPr>
          <p:spPr>
            <a:xfrm flipV="1">
              <a:off x="3807460" y="207391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custDataLst>
                <p:tags r:id="rId36"/>
              </p:custDataLst>
            </p:nvPr>
          </p:nvCxnSpPr>
          <p:spPr>
            <a:xfrm flipV="1">
              <a:off x="4019550" y="207391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custDataLst>
                <p:tags r:id="rId37"/>
              </p:custDataLst>
            </p:nvPr>
          </p:nvCxnSpPr>
          <p:spPr>
            <a:xfrm flipV="1">
              <a:off x="4229735" y="207391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custDataLst>
                <p:tags r:id="rId38"/>
              </p:custDataLst>
            </p:nvPr>
          </p:nvCxnSpPr>
          <p:spPr>
            <a:xfrm flipV="1">
              <a:off x="2964180" y="207391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custDataLst>
                <p:tags r:id="rId39"/>
              </p:custDataLst>
            </p:nvPr>
          </p:nvCxnSpPr>
          <p:spPr>
            <a:xfrm flipV="1">
              <a:off x="4660265" y="207772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custDataLst>
                <p:tags r:id="rId40"/>
              </p:custDataLst>
            </p:nvPr>
          </p:nvCxnSpPr>
          <p:spPr>
            <a:xfrm flipV="1">
              <a:off x="4867910" y="207391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custDataLst>
                <p:tags r:id="rId41"/>
              </p:custDataLst>
            </p:nvPr>
          </p:nvCxnSpPr>
          <p:spPr>
            <a:xfrm flipV="1">
              <a:off x="5075555" y="207391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custDataLst>
                <p:tags r:id="rId42"/>
              </p:custDataLst>
            </p:nvPr>
          </p:nvCxnSpPr>
          <p:spPr>
            <a:xfrm flipV="1">
              <a:off x="5291455" y="207391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custDataLst>
                <p:tags r:id="rId43"/>
              </p:custDataLst>
            </p:nvPr>
          </p:nvCxnSpPr>
          <p:spPr>
            <a:xfrm flipV="1">
              <a:off x="5503545" y="207391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custDataLst>
                <p:tags r:id="rId44"/>
              </p:custDataLst>
            </p:nvPr>
          </p:nvCxnSpPr>
          <p:spPr>
            <a:xfrm flipV="1">
              <a:off x="5713730" y="207391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custDataLst>
                <p:tags r:id="rId45"/>
              </p:custDataLst>
            </p:nvPr>
          </p:nvCxnSpPr>
          <p:spPr>
            <a:xfrm flipV="1">
              <a:off x="4448175" y="207391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custDataLst>
                <p:tags r:id="rId46"/>
              </p:custDataLst>
            </p:nvPr>
          </p:nvCxnSpPr>
          <p:spPr>
            <a:xfrm flipV="1">
              <a:off x="6138545" y="207772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custDataLst>
                <p:tags r:id="rId47"/>
              </p:custDataLst>
            </p:nvPr>
          </p:nvCxnSpPr>
          <p:spPr>
            <a:xfrm flipV="1">
              <a:off x="6346190" y="207391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custDataLst>
                <p:tags r:id="rId48"/>
              </p:custDataLst>
            </p:nvPr>
          </p:nvCxnSpPr>
          <p:spPr>
            <a:xfrm flipV="1">
              <a:off x="6553835" y="207391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custDataLst>
                <p:tags r:id="rId49"/>
              </p:custDataLst>
            </p:nvPr>
          </p:nvCxnSpPr>
          <p:spPr>
            <a:xfrm flipV="1">
              <a:off x="6769735" y="207391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custDataLst>
                <p:tags r:id="rId50"/>
              </p:custDataLst>
            </p:nvPr>
          </p:nvCxnSpPr>
          <p:spPr>
            <a:xfrm flipV="1">
              <a:off x="6981825" y="207391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custDataLst>
                <p:tags r:id="rId51"/>
              </p:custDataLst>
            </p:nvPr>
          </p:nvCxnSpPr>
          <p:spPr>
            <a:xfrm flipV="1">
              <a:off x="7192010" y="207391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custDataLst>
                <p:tags r:id="rId52"/>
              </p:custDataLst>
            </p:nvPr>
          </p:nvCxnSpPr>
          <p:spPr>
            <a:xfrm flipV="1">
              <a:off x="5926455" y="207391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custDataLst>
                <p:tags r:id="rId53"/>
              </p:custDataLst>
            </p:nvPr>
          </p:nvCxnSpPr>
          <p:spPr>
            <a:xfrm flipV="1">
              <a:off x="7409815" y="208153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custDataLst>
                <p:tags r:id="rId54"/>
              </p:custDataLst>
            </p:nvPr>
          </p:nvCxnSpPr>
          <p:spPr>
            <a:xfrm flipV="1">
              <a:off x="7617460" y="207391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custDataLst>
                <p:tags r:id="rId55"/>
              </p:custDataLst>
            </p:nvPr>
          </p:nvCxnSpPr>
          <p:spPr>
            <a:xfrm flipV="1">
              <a:off x="7825105" y="207391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custDataLst>
                <p:tags r:id="rId56"/>
              </p:custDataLst>
            </p:nvPr>
          </p:nvCxnSpPr>
          <p:spPr>
            <a:xfrm flipV="1">
              <a:off x="8041005" y="207391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custDataLst>
                <p:tags r:id="rId57"/>
              </p:custDataLst>
            </p:nvPr>
          </p:nvCxnSpPr>
          <p:spPr>
            <a:xfrm flipV="1">
              <a:off x="8253095" y="2073910"/>
              <a:ext cx="3175" cy="2710180"/>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custDataLst>
                <p:tags r:id="rId58"/>
              </p:custDataLst>
            </p:nvPr>
          </p:nvCxnSpPr>
          <p:spPr>
            <a:xfrm>
              <a:off x="2727325" y="2067560"/>
              <a:ext cx="5527675" cy="5715"/>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custDataLst>
                <p:tags r:id="rId59"/>
              </p:custDataLst>
            </p:nvPr>
          </p:nvCxnSpPr>
          <p:spPr>
            <a:xfrm>
              <a:off x="2734310" y="2194560"/>
              <a:ext cx="5527675" cy="5715"/>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custDataLst>
                <p:tags r:id="rId60"/>
              </p:custDataLst>
            </p:nvPr>
          </p:nvCxnSpPr>
          <p:spPr>
            <a:xfrm>
              <a:off x="2734945" y="4647565"/>
              <a:ext cx="5527675" cy="5715"/>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custDataLst>
                <p:tags r:id="rId61"/>
              </p:custDataLst>
            </p:nvPr>
          </p:nvCxnSpPr>
          <p:spPr>
            <a:xfrm>
              <a:off x="2727960" y="2321560"/>
              <a:ext cx="5527675" cy="5715"/>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custDataLst>
                <p:tags r:id="rId62"/>
              </p:custDataLst>
            </p:nvPr>
          </p:nvCxnSpPr>
          <p:spPr>
            <a:xfrm>
              <a:off x="2740660" y="2448560"/>
              <a:ext cx="5527675" cy="5715"/>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custDataLst>
                <p:tags r:id="rId63"/>
              </p:custDataLst>
            </p:nvPr>
          </p:nvCxnSpPr>
          <p:spPr>
            <a:xfrm>
              <a:off x="2743835" y="2575560"/>
              <a:ext cx="5527675" cy="5715"/>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custDataLst>
                <p:tags r:id="rId64"/>
              </p:custDataLst>
            </p:nvPr>
          </p:nvCxnSpPr>
          <p:spPr>
            <a:xfrm>
              <a:off x="2727960" y="2702560"/>
              <a:ext cx="5527675" cy="5715"/>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custDataLst>
                <p:tags r:id="rId65"/>
              </p:custDataLst>
            </p:nvPr>
          </p:nvCxnSpPr>
          <p:spPr>
            <a:xfrm>
              <a:off x="2731135" y="2829560"/>
              <a:ext cx="5527675" cy="5715"/>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custDataLst>
                <p:tags r:id="rId66"/>
              </p:custDataLst>
            </p:nvPr>
          </p:nvCxnSpPr>
          <p:spPr>
            <a:xfrm>
              <a:off x="2734310" y="2956560"/>
              <a:ext cx="5527675" cy="5715"/>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custDataLst>
                <p:tags r:id="rId67"/>
              </p:custDataLst>
            </p:nvPr>
          </p:nvCxnSpPr>
          <p:spPr>
            <a:xfrm>
              <a:off x="2727960" y="3083560"/>
              <a:ext cx="5527675" cy="5715"/>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custDataLst>
                <p:tags r:id="rId68"/>
              </p:custDataLst>
            </p:nvPr>
          </p:nvCxnSpPr>
          <p:spPr>
            <a:xfrm>
              <a:off x="2721610" y="3210560"/>
              <a:ext cx="5527675" cy="5715"/>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custDataLst>
                <p:tags r:id="rId69"/>
              </p:custDataLst>
            </p:nvPr>
          </p:nvCxnSpPr>
          <p:spPr>
            <a:xfrm>
              <a:off x="2724785" y="3337560"/>
              <a:ext cx="5527675" cy="5715"/>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custDataLst>
                <p:tags r:id="rId70"/>
              </p:custDataLst>
            </p:nvPr>
          </p:nvCxnSpPr>
          <p:spPr>
            <a:xfrm>
              <a:off x="2727960" y="3464560"/>
              <a:ext cx="5527675" cy="5715"/>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custDataLst>
                <p:tags r:id="rId71"/>
              </p:custDataLst>
            </p:nvPr>
          </p:nvCxnSpPr>
          <p:spPr>
            <a:xfrm>
              <a:off x="2731135" y="3591560"/>
              <a:ext cx="5527675" cy="5715"/>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custDataLst>
                <p:tags r:id="rId72"/>
              </p:custDataLst>
            </p:nvPr>
          </p:nvCxnSpPr>
          <p:spPr>
            <a:xfrm>
              <a:off x="2734310" y="3718560"/>
              <a:ext cx="5527675" cy="5715"/>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custDataLst>
                <p:tags r:id="rId73"/>
              </p:custDataLst>
            </p:nvPr>
          </p:nvCxnSpPr>
          <p:spPr>
            <a:xfrm>
              <a:off x="2718435" y="3845560"/>
              <a:ext cx="5527675" cy="5715"/>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custDataLst>
                <p:tags r:id="rId74"/>
              </p:custDataLst>
            </p:nvPr>
          </p:nvCxnSpPr>
          <p:spPr>
            <a:xfrm>
              <a:off x="2731135" y="3972560"/>
              <a:ext cx="5527675" cy="5715"/>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custDataLst>
                <p:tags r:id="rId75"/>
              </p:custDataLst>
            </p:nvPr>
          </p:nvCxnSpPr>
          <p:spPr>
            <a:xfrm>
              <a:off x="2724785" y="4099560"/>
              <a:ext cx="5527675" cy="5715"/>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custDataLst>
                <p:tags r:id="rId76"/>
              </p:custDataLst>
            </p:nvPr>
          </p:nvCxnSpPr>
          <p:spPr>
            <a:xfrm>
              <a:off x="2727960" y="4226560"/>
              <a:ext cx="5527675" cy="5715"/>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custDataLst>
                <p:tags r:id="rId77"/>
              </p:custDataLst>
            </p:nvPr>
          </p:nvCxnSpPr>
          <p:spPr>
            <a:xfrm>
              <a:off x="2721610" y="4353560"/>
              <a:ext cx="5527675" cy="5715"/>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custDataLst>
                <p:tags r:id="rId78"/>
              </p:custDataLst>
            </p:nvPr>
          </p:nvCxnSpPr>
          <p:spPr>
            <a:xfrm>
              <a:off x="2743835" y="4480560"/>
              <a:ext cx="5527675" cy="5715"/>
            </a:xfrm>
            <a:prstGeom prst="line">
              <a:avLst/>
            </a:prstGeom>
            <a:grpFill/>
            <a:ln>
              <a:solidFill>
                <a:srgbClr val="008651"/>
              </a:solidFill>
            </a:ln>
          </p:spPr>
          <p:style>
            <a:lnRef idx="1">
              <a:schemeClr val="accent1"/>
            </a:lnRef>
            <a:fillRef idx="0">
              <a:schemeClr val="accent1"/>
            </a:fillRef>
            <a:effectRef idx="0">
              <a:schemeClr val="accent1"/>
            </a:effectRef>
            <a:fontRef idx="minor">
              <a:schemeClr val="tx1"/>
            </a:fontRef>
          </p:style>
        </p:cxnSp>
        <p:sp>
          <p:nvSpPr>
            <p:cNvPr id="81" name="文本框 105"/>
            <p:cNvSpPr txBox="1"/>
            <p:nvPr>
              <p:custDataLst>
                <p:tags r:id="rId79"/>
              </p:custDataLst>
            </p:nvPr>
          </p:nvSpPr>
          <p:spPr>
            <a:xfrm rot="16200000">
              <a:off x="2442845" y="4725670"/>
              <a:ext cx="321310" cy="149225"/>
            </a:xfrm>
            <a:prstGeom prst="rect">
              <a:avLst/>
            </a:prstGeom>
            <a:grpFill/>
          </p:spPr>
          <p:txBody>
            <a:bodyPr vert="eaVert" wrap="square" rtlCol="0">
              <a:spAutoFit/>
            </a:bodyPr>
            <a:lstStyle/>
            <a:p>
              <a:r>
                <a:rPr lang="en-US" altLang="zh-CN" sz="900"/>
                <a:t>0</a:t>
              </a:r>
              <a:endParaRPr lang="en-US" altLang="zh-CN" sz="900"/>
            </a:p>
          </p:txBody>
        </p:sp>
        <p:sp>
          <p:nvSpPr>
            <p:cNvPr id="82" name="文本框 106"/>
            <p:cNvSpPr txBox="1"/>
            <p:nvPr>
              <p:custDataLst>
                <p:tags r:id="rId80"/>
              </p:custDataLst>
            </p:nvPr>
          </p:nvSpPr>
          <p:spPr>
            <a:xfrm rot="16200000">
              <a:off x="2442845" y="4582160"/>
              <a:ext cx="321310" cy="149225"/>
            </a:xfrm>
            <a:prstGeom prst="rect">
              <a:avLst/>
            </a:prstGeom>
            <a:grpFill/>
          </p:spPr>
          <p:txBody>
            <a:bodyPr vert="eaVert" wrap="square" rtlCol="0">
              <a:spAutoFit/>
            </a:bodyPr>
            <a:lstStyle/>
            <a:p>
              <a:r>
                <a:rPr lang="en-US" altLang="zh-CN" sz="900"/>
                <a:t>1</a:t>
              </a:r>
              <a:endParaRPr lang="en-US" altLang="zh-CN" sz="900"/>
            </a:p>
          </p:txBody>
        </p:sp>
        <p:sp>
          <p:nvSpPr>
            <p:cNvPr id="83" name="文本框 107"/>
            <p:cNvSpPr txBox="1"/>
            <p:nvPr>
              <p:custDataLst>
                <p:tags r:id="rId81"/>
              </p:custDataLst>
            </p:nvPr>
          </p:nvSpPr>
          <p:spPr>
            <a:xfrm rot="16200000">
              <a:off x="2442845" y="4422775"/>
              <a:ext cx="321310" cy="149225"/>
            </a:xfrm>
            <a:prstGeom prst="rect">
              <a:avLst/>
            </a:prstGeom>
            <a:grpFill/>
          </p:spPr>
          <p:txBody>
            <a:bodyPr vert="eaVert" wrap="square" rtlCol="0">
              <a:spAutoFit/>
            </a:bodyPr>
            <a:lstStyle/>
            <a:p>
              <a:r>
                <a:rPr lang="en-US" altLang="zh-CN" sz="900"/>
                <a:t>2</a:t>
              </a:r>
              <a:endParaRPr lang="en-US" altLang="zh-CN" sz="900"/>
            </a:p>
          </p:txBody>
        </p:sp>
        <p:sp>
          <p:nvSpPr>
            <p:cNvPr id="84" name="文本框 108"/>
            <p:cNvSpPr txBox="1"/>
            <p:nvPr>
              <p:custDataLst>
                <p:tags r:id="rId82"/>
              </p:custDataLst>
            </p:nvPr>
          </p:nvSpPr>
          <p:spPr>
            <a:xfrm rot="16200000">
              <a:off x="2442845" y="4281805"/>
              <a:ext cx="321310" cy="149225"/>
            </a:xfrm>
            <a:prstGeom prst="rect">
              <a:avLst/>
            </a:prstGeom>
            <a:grpFill/>
          </p:spPr>
          <p:txBody>
            <a:bodyPr vert="eaVert" wrap="square" rtlCol="0">
              <a:spAutoFit/>
            </a:bodyPr>
            <a:lstStyle/>
            <a:p>
              <a:r>
                <a:rPr lang="en-US" altLang="zh-CN" sz="900"/>
                <a:t>3</a:t>
              </a:r>
              <a:endParaRPr lang="en-US" altLang="zh-CN" sz="900"/>
            </a:p>
          </p:txBody>
        </p:sp>
        <p:sp>
          <p:nvSpPr>
            <p:cNvPr id="85" name="文本框 109"/>
            <p:cNvSpPr txBox="1"/>
            <p:nvPr>
              <p:custDataLst>
                <p:tags r:id="rId83"/>
              </p:custDataLst>
            </p:nvPr>
          </p:nvSpPr>
          <p:spPr>
            <a:xfrm rot="16200000">
              <a:off x="2442845" y="4145280"/>
              <a:ext cx="321310" cy="149225"/>
            </a:xfrm>
            <a:prstGeom prst="rect">
              <a:avLst/>
            </a:prstGeom>
            <a:grpFill/>
          </p:spPr>
          <p:txBody>
            <a:bodyPr vert="eaVert" wrap="square" rtlCol="0">
              <a:spAutoFit/>
            </a:bodyPr>
            <a:lstStyle/>
            <a:p>
              <a:r>
                <a:rPr lang="en-US" altLang="zh-CN" sz="900"/>
                <a:t>4</a:t>
              </a:r>
              <a:endParaRPr lang="en-US" altLang="zh-CN" sz="900"/>
            </a:p>
          </p:txBody>
        </p:sp>
        <p:sp>
          <p:nvSpPr>
            <p:cNvPr id="86" name="文本框 110"/>
            <p:cNvSpPr txBox="1"/>
            <p:nvPr>
              <p:custDataLst>
                <p:tags r:id="rId84"/>
              </p:custDataLst>
            </p:nvPr>
          </p:nvSpPr>
          <p:spPr>
            <a:xfrm rot="16200000">
              <a:off x="2442845" y="4024630"/>
              <a:ext cx="321310" cy="149225"/>
            </a:xfrm>
            <a:prstGeom prst="rect">
              <a:avLst/>
            </a:prstGeom>
            <a:grpFill/>
          </p:spPr>
          <p:txBody>
            <a:bodyPr vert="eaVert" wrap="square" rtlCol="0">
              <a:spAutoFit/>
            </a:bodyPr>
            <a:lstStyle/>
            <a:p>
              <a:r>
                <a:rPr lang="en-US" altLang="zh-CN" sz="900"/>
                <a:t>5</a:t>
              </a:r>
              <a:endParaRPr lang="en-US" altLang="zh-CN" sz="900"/>
            </a:p>
          </p:txBody>
        </p:sp>
        <p:sp>
          <p:nvSpPr>
            <p:cNvPr id="87" name="文本框 111"/>
            <p:cNvSpPr txBox="1"/>
            <p:nvPr>
              <p:custDataLst>
                <p:tags r:id="rId85"/>
              </p:custDataLst>
            </p:nvPr>
          </p:nvSpPr>
          <p:spPr>
            <a:xfrm rot="16200000">
              <a:off x="2442845" y="3912235"/>
              <a:ext cx="321310" cy="149225"/>
            </a:xfrm>
            <a:prstGeom prst="rect">
              <a:avLst/>
            </a:prstGeom>
            <a:grpFill/>
          </p:spPr>
          <p:txBody>
            <a:bodyPr vert="eaVert" wrap="square" rtlCol="0">
              <a:spAutoFit/>
            </a:bodyPr>
            <a:lstStyle/>
            <a:p>
              <a:r>
                <a:rPr lang="en-US" altLang="zh-CN" sz="900"/>
                <a:t>6</a:t>
              </a:r>
              <a:endParaRPr lang="en-US" altLang="zh-CN" sz="900"/>
            </a:p>
          </p:txBody>
        </p:sp>
        <p:sp>
          <p:nvSpPr>
            <p:cNvPr id="88" name="文本框 112"/>
            <p:cNvSpPr txBox="1"/>
            <p:nvPr>
              <p:custDataLst>
                <p:tags r:id="rId86"/>
              </p:custDataLst>
            </p:nvPr>
          </p:nvSpPr>
          <p:spPr>
            <a:xfrm rot="16200000">
              <a:off x="2442845" y="3783330"/>
              <a:ext cx="321310" cy="149225"/>
            </a:xfrm>
            <a:prstGeom prst="rect">
              <a:avLst/>
            </a:prstGeom>
            <a:grpFill/>
          </p:spPr>
          <p:txBody>
            <a:bodyPr vert="eaVert" wrap="square" rtlCol="0">
              <a:spAutoFit/>
            </a:bodyPr>
            <a:lstStyle/>
            <a:p>
              <a:r>
                <a:rPr lang="en-US" altLang="zh-CN" sz="900"/>
                <a:t>7</a:t>
              </a:r>
              <a:endParaRPr lang="en-US" altLang="zh-CN" sz="900"/>
            </a:p>
          </p:txBody>
        </p:sp>
        <p:sp>
          <p:nvSpPr>
            <p:cNvPr id="89" name="文本框 113"/>
            <p:cNvSpPr txBox="1"/>
            <p:nvPr>
              <p:custDataLst>
                <p:tags r:id="rId87"/>
              </p:custDataLst>
            </p:nvPr>
          </p:nvSpPr>
          <p:spPr>
            <a:xfrm rot="16200000">
              <a:off x="2442845" y="3651885"/>
              <a:ext cx="321310" cy="149225"/>
            </a:xfrm>
            <a:prstGeom prst="rect">
              <a:avLst/>
            </a:prstGeom>
            <a:grpFill/>
          </p:spPr>
          <p:txBody>
            <a:bodyPr vert="eaVert" wrap="square" rtlCol="0">
              <a:spAutoFit/>
            </a:bodyPr>
            <a:lstStyle/>
            <a:p>
              <a:r>
                <a:rPr lang="en-US" altLang="zh-CN" sz="900"/>
                <a:t>8</a:t>
              </a:r>
              <a:endParaRPr lang="en-US" altLang="zh-CN" sz="900"/>
            </a:p>
          </p:txBody>
        </p:sp>
        <p:sp>
          <p:nvSpPr>
            <p:cNvPr id="90" name="文本框 114"/>
            <p:cNvSpPr txBox="1"/>
            <p:nvPr>
              <p:custDataLst>
                <p:tags r:id="rId88"/>
              </p:custDataLst>
            </p:nvPr>
          </p:nvSpPr>
          <p:spPr>
            <a:xfrm rot="16200000">
              <a:off x="2442845" y="3519805"/>
              <a:ext cx="321310" cy="149225"/>
            </a:xfrm>
            <a:prstGeom prst="rect">
              <a:avLst/>
            </a:prstGeom>
            <a:grpFill/>
          </p:spPr>
          <p:txBody>
            <a:bodyPr vert="eaVert" wrap="square" rtlCol="0">
              <a:spAutoFit/>
            </a:bodyPr>
            <a:lstStyle/>
            <a:p>
              <a:r>
                <a:rPr lang="en-US" altLang="zh-CN" sz="900"/>
                <a:t>9</a:t>
              </a:r>
              <a:endParaRPr lang="en-US" altLang="zh-CN" sz="900"/>
            </a:p>
          </p:txBody>
        </p:sp>
        <p:sp>
          <p:nvSpPr>
            <p:cNvPr id="91" name="文本框 115"/>
            <p:cNvSpPr txBox="1"/>
            <p:nvPr>
              <p:custDataLst>
                <p:tags r:id="rId89"/>
              </p:custDataLst>
            </p:nvPr>
          </p:nvSpPr>
          <p:spPr>
            <a:xfrm rot="16200000">
              <a:off x="2442210" y="3355340"/>
              <a:ext cx="321310" cy="221615"/>
            </a:xfrm>
            <a:prstGeom prst="rect">
              <a:avLst/>
            </a:prstGeom>
            <a:grpFill/>
          </p:spPr>
          <p:txBody>
            <a:bodyPr vert="eaVert" wrap="square" rtlCol="0">
              <a:spAutoFit/>
            </a:bodyPr>
            <a:lstStyle/>
            <a:p>
              <a:r>
                <a:rPr lang="en-US" altLang="zh-CN" sz="900"/>
                <a:t>10</a:t>
              </a:r>
              <a:endParaRPr lang="en-US" altLang="zh-CN" sz="900"/>
            </a:p>
          </p:txBody>
        </p:sp>
        <p:sp>
          <p:nvSpPr>
            <p:cNvPr id="92" name="文本框 116"/>
            <p:cNvSpPr txBox="1"/>
            <p:nvPr>
              <p:custDataLst>
                <p:tags r:id="rId90"/>
              </p:custDataLst>
            </p:nvPr>
          </p:nvSpPr>
          <p:spPr>
            <a:xfrm rot="16200000">
              <a:off x="2442210" y="3226435"/>
              <a:ext cx="321310" cy="221615"/>
            </a:xfrm>
            <a:prstGeom prst="rect">
              <a:avLst/>
            </a:prstGeom>
            <a:grpFill/>
          </p:spPr>
          <p:txBody>
            <a:bodyPr vert="eaVert" wrap="square" rtlCol="0">
              <a:spAutoFit/>
            </a:bodyPr>
            <a:lstStyle/>
            <a:p>
              <a:r>
                <a:rPr lang="en-US" altLang="zh-CN" sz="900"/>
                <a:t>11</a:t>
              </a:r>
              <a:endParaRPr lang="en-US" altLang="zh-CN" sz="900"/>
            </a:p>
          </p:txBody>
        </p:sp>
        <p:sp>
          <p:nvSpPr>
            <p:cNvPr id="93" name="文本框 117"/>
            <p:cNvSpPr txBox="1"/>
            <p:nvPr>
              <p:custDataLst>
                <p:tags r:id="rId91"/>
              </p:custDataLst>
            </p:nvPr>
          </p:nvSpPr>
          <p:spPr>
            <a:xfrm rot="16200000">
              <a:off x="2442210" y="3099435"/>
              <a:ext cx="321310" cy="221615"/>
            </a:xfrm>
            <a:prstGeom prst="rect">
              <a:avLst/>
            </a:prstGeom>
            <a:grpFill/>
          </p:spPr>
          <p:txBody>
            <a:bodyPr vert="eaVert" wrap="square" rtlCol="0">
              <a:spAutoFit/>
            </a:bodyPr>
            <a:lstStyle/>
            <a:p>
              <a:r>
                <a:rPr lang="en-US" altLang="zh-CN" sz="900"/>
                <a:t>12</a:t>
              </a:r>
              <a:endParaRPr lang="en-US" altLang="zh-CN" sz="900"/>
            </a:p>
          </p:txBody>
        </p:sp>
        <p:sp>
          <p:nvSpPr>
            <p:cNvPr id="94" name="文本框 118"/>
            <p:cNvSpPr txBox="1"/>
            <p:nvPr>
              <p:custDataLst>
                <p:tags r:id="rId92"/>
              </p:custDataLst>
            </p:nvPr>
          </p:nvSpPr>
          <p:spPr>
            <a:xfrm rot="16200000">
              <a:off x="2444750" y="2974975"/>
              <a:ext cx="321310" cy="221615"/>
            </a:xfrm>
            <a:prstGeom prst="rect">
              <a:avLst/>
            </a:prstGeom>
            <a:grpFill/>
          </p:spPr>
          <p:txBody>
            <a:bodyPr vert="eaVert" wrap="square" rtlCol="0">
              <a:spAutoFit/>
            </a:bodyPr>
            <a:lstStyle/>
            <a:p>
              <a:r>
                <a:rPr lang="en-US" altLang="zh-CN" sz="900"/>
                <a:t>13</a:t>
              </a:r>
              <a:endParaRPr lang="en-US" altLang="zh-CN" sz="900"/>
            </a:p>
          </p:txBody>
        </p:sp>
        <p:sp>
          <p:nvSpPr>
            <p:cNvPr id="95" name="文本框 119"/>
            <p:cNvSpPr txBox="1"/>
            <p:nvPr>
              <p:custDataLst>
                <p:tags r:id="rId93"/>
              </p:custDataLst>
            </p:nvPr>
          </p:nvSpPr>
          <p:spPr>
            <a:xfrm rot="16200000">
              <a:off x="2442210" y="2838450"/>
              <a:ext cx="321310" cy="221615"/>
            </a:xfrm>
            <a:prstGeom prst="rect">
              <a:avLst/>
            </a:prstGeom>
            <a:grpFill/>
          </p:spPr>
          <p:txBody>
            <a:bodyPr vert="eaVert" wrap="square" rtlCol="0">
              <a:spAutoFit/>
            </a:bodyPr>
            <a:lstStyle/>
            <a:p>
              <a:r>
                <a:rPr lang="en-US" altLang="zh-CN" sz="900"/>
                <a:t>14</a:t>
              </a:r>
              <a:endParaRPr lang="en-US" altLang="zh-CN" sz="900"/>
            </a:p>
          </p:txBody>
        </p:sp>
        <p:sp>
          <p:nvSpPr>
            <p:cNvPr id="96" name="文本框 120"/>
            <p:cNvSpPr txBox="1"/>
            <p:nvPr>
              <p:custDataLst>
                <p:tags r:id="rId94"/>
              </p:custDataLst>
            </p:nvPr>
          </p:nvSpPr>
          <p:spPr>
            <a:xfrm rot="16200000">
              <a:off x="2442210" y="2713355"/>
              <a:ext cx="321310" cy="221615"/>
            </a:xfrm>
            <a:prstGeom prst="rect">
              <a:avLst/>
            </a:prstGeom>
            <a:grpFill/>
          </p:spPr>
          <p:txBody>
            <a:bodyPr vert="eaVert" wrap="square" rtlCol="0">
              <a:spAutoFit/>
            </a:bodyPr>
            <a:lstStyle/>
            <a:p>
              <a:r>
                <a:rPr lang="en-US" altLang="zh-CN" sz="900"/>
                <a:t>15</a:t>
              </a:r>
              <a:endParaRPr lang="en-US" altLang="zh-CN" sz="900"/>
            </a:p>
          </p:txBody>
        </p:sp>
        <p:sp>
          <p:nvSpPr>
            <p:cNvPr id="97" name="文本框 121"/>
            <p:cNvSpPr txBox="1"/>
            <p:nvPr>
              <p:custDataLst>
                <p:tags r:id="rId95"/>
              </p:custDataLst>
            </p:nvPr>
          </p:nvSpPr>
          <p:spPr>
            <a:xfrm rot="16200000">
              <a:off x="2442210" y="2583815"/>
              <a:ext cx="321310" cy="221615"/>
            </a:xfrm>
            <a:prstGeom prst="rect">
              <a:avLst/>
            </a:prstGeom>
            <a:grpFill/>
          </p:spPr>
          <p:txBody>
            <a:bodyPr vert="eaVert" wrap="square" rtlCol="0">
              <a:spAutoFit/>
            </a:bodyPr>
            <a:lstStyle/>
            <a:p>
              <a:r>
                <a:rPr lang="en-US" altLang="zh-CN" sz="900"/>
                <a:t>16</a:t>
              </a:r>
              <a:endParaRPr lang="en-US" altLang="zh-CN" sz="900"/>
            </a:p>
          </p:txBody>
        </p:sp>
        <p:sp>
          <p:nvSpPr>
            <p:cNvPr id="98" name="文本框 122"/>
            <p:cNvSpPr txBox="1"/>
            <p:nvPr>
              <p:custDataLst>
                <p:tags r:id="rId96"/>
              </p:custDataLst>
            </p:nvPr>
          </p:nvSpPr>
          <p:spPr>
            <a:xfrm rot="16200000">
              <a:off x="2446020" y="2458720"/>
              <a:ext cx="321310" cy="221615"/>
            </a:xfrm>
            <a:prstGeom prst="rect">
              <a:avLst/>
            </a:prstGeom>
            <a:grpFill/>
          </p:spPr>
          <p:txBody>
            <a:bodyPr vert="eaVert" wrap="square" rtlCol="0">
              <a:spAutoFit/>
            </a:bodyPr>
            <a:lstStyle/>
            <a:p>
              <a:r>
                <a:rPr lang="en-US" altLang="zh-CN" sz="900"/>
                <a:t>17</a:t>
              </a:r>
              <a:endParaRPr lang="en-US" altLang="zh-CN" sz="900"/>
            </a:p>
          </p:txBody>
        </p:sp>
        <p:sp>
          <p:nvSpPr>
            <p:cNvPr id="99" name="文本框 123"/>
            <p:cNvSpPr txBox="1"/>
            <p:nvPr>
              <p:custDataLst>
                <p:tags r:id="rId97"/>
              </p:custDataLst>
            </p:nvPr>
          </p:nvSpPr>
          <p:spPr>
            <a:xfrm rot="16200000">
              <a:off x="2447925" y="2335530"/>
              <a:ext cx="321310" cy="221615"/>
            </a:xfrm>
            <a:prstGeom prst="rect">
              <a:avLst/>
            </a:prstGeom>
            <a:grpFill/>
          </p:spPr>
          <p:txBody>
            <a:bodyPr vert="eaVert" wrap="square" rtlCol="0">
              <a:spAutoFit/>
            </a:bodyPr>
            <a:lstStyle/>
            <a:p>
              <a:r>
                <a:rPr lang="en-US" altLang="zh-CN" sz="900"/>
                <a:t>18</a:t>
              </a:r>
              <a:endParaRPr lang="en-US" altLang="zh-CN" sz="900"/>
            </a:p>
          </p:txBody>
        </p:sp>
        <p:sp>
          <p:nvSpPr>
            <p:cNvPr id="100" name="文本框 124"/>
            <p:cNvSpPr txBox="1"/>
            <p:nvPr>
              <p:custDataLst>
                <p:tags r:id="rId98"/>
              </p:custDataLst>
            </p:nvPr>
          </p:nvSpPr>
          <p:spPr>
            <a:xfrm rot="16200000">
              <a:off x="2447925" y="2213610"/>
              <a:ext cx="321310" cy="221615"/>
            </a:xfrm>
            <a:prstGeom prst="rect">
              <a:avLst/>
            </a:prstGeom>
            <a:grpFill/>
          </p:spPr>
          <p:txBody>
            <a:bodyPr vert="eaVert" wrap="square" rtlCol="0">
              <a:spAutoFit/>
            </a:bodyPr>
            <a:lstStyle/>
            <a:p>
              <a:r>
                <a:rPr lang="en-US" altLang="zh-CN" sz="900"/>
                <a:t>19</a:t>
              </a:r>
              <a:endParaRPr lang="en-US" altLang="zh-CN" sz="900"/>
            </a:p>
          </p:txBody>
        </p:sp>
        <p:sp>
          <p:nvSpPr>
            <p:cNvPr id="101" name="文本框 125"/>
            <p:cNvSpPr txBox="1"/>
            <p:nvPr>
              <p:custDataLst>
                <p:tags r:id="rId99"/>
              </p:custDataLst>
            </p:nvPr>
          </p:nvSpPr>
          <p:spPr>
            <a:xfrm rot="16200000">
              <a:off x="2450465" y="2084070"/>
              <a:ext cx="321310" cy="221615"/>
            </a:xfrm>
            <a:prstGeom prst="rect">
              <a:avLst/>
            </a:prstGeom>
            <a:grpFill/>
          </p:spPr>
          <p:txBody>
            <a:bodyPr vert="eaVert" wrap="square" rtlCol="0">
              <a:spAutoFit/>
            </a:bodyPr>
            <a:lstStyle/>
            <a:p>
              <a:r>
                <a:rPr lang="en-US" altLang="zh-CN" sz="900"/>
                <a:t>20</a:t>
              </a:r>
              <a:endParaRPr lang="en-US" altLang="zh-CN" sz="900"/>
            </a:p>
          </p:txBody>
        </p:sp>
        <p:sp>
          <p:nvSpPr>
            <p:cNvPr id="102" name="文本框 126"/>
            <p:cNvSpPr txBox="1"/>
            <p:nvPr>
              <p:custDataLst>
                <p:tags r:id="rId100"/>
              </p:custDataLst>
            </p:nvPr>
          </p:nvSpPr>
          <p:spPr>
            <a:xfrm rot="16200000">
              <a:off x="2456180" y="1957070"/>
              <a:ext cx="321310" cy="221615"/>
            </a:xfrm>
            <a:prstGeom prst="rect">
              <a:avLst/>
            </a:prstGeom>
            <a:grpFill/>
          </p:spPr>
          <p:txBody>
            <a:bodyPr vert="eaVert" wrap="square" rtlCol="0">
              <a:spAutoFit/>
            </a:bodyPr>
            <a:lstStyle/>
            <a:p>
              <a:r>
                <a:rPr lang="en-US" altLang="zh-CN" sz="900"/>
                <a:t>21</a:t>
              </a:r>
              <a:endParaRPr lang="en-US" altLang="zh-CN" sz="900"/>
            </a:p>
          </p:txBody>
        </p:sp>
        <p:sp>
          <p:nvSpPr>
            <p:cNvPr id="103" name="矩形 102"/>
            <p:cNvSpPr/>
            <p:nvPr>
              <p:custDataLst>
                <p:tags r:id="rId101"/>
              </p:custDataLst>
            </p:nvPr>
          </p:nvSpPr>
          <p:spPr>
            <a:xfrm>
              <a:off x="3133090" y="3983355"/>
              <a:ext cx="76200" cy="76200"/>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103"/>
            <p:cNvSpPr/>
            <p:nvPr>
              <p:custDataLst>
                <p:tags r:id="rId102"/>
              </p:custDataLst>
            </p:nvPr>
          </p:nvSpPr>
          <p:spPr>
            <a:xfrm>
              <a:off x="3347720" y="4440555"/>
              <a:ext cx="76200" cy="76200"/>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矩形 104"/>
            <p:cNvSpPr/>
            <p:nvPr>
              <p:custDataLst>
                <p:tags r:id="rId103"/>
              </p:custDataLst>
            </p:nvPr>
          </p:nvSpPr>
          <p:spPr>
            <a:xfrm>
              <a:off x="3766820" y="4059555"/>
              <a:ext cx="76200" cy="76200"/>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custDataLst>
                <p:tags r:id="rId104"/>
              </p:custDataLst>
            </p:nvPr>
          </p:nvSpPr>
          <p:spPr>
            <a:xfrm>
              <a:off x="3556000" y="4364355"/>
              <a:ext cx="76200" cy="76200"/>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custDataLst>
                <p:tags r:id="rId105"/>
              </p:custDataLst>
            </p:nvPr>
          </p:nvSpPr>
          <p:spPr>
            <a:xfrm>
              <a:off x="3978910" y="3647440"/>
              <a:ext cx="76200" cy="76200"/>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107"/>
            <p:cNvSpPr/>
            <p:nvPr>
              <p:custDataLst>
                <p:tags r:id="rId106"/>
              </p:custDataLst>
            </p:nvPr>
          </p:nvSpPr>
          <p:spPr>
            <a:xfrm>
              <a:off x="4411980" y="2927985"/>
              <a:ext cx="76200" cy="76200"/>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矩形 108"/>
            <p:cNvSpPr/>
            <p:nvPr>
              <p:custDataLst>
                <p:tags r:id="rId107"/>
              </p:custDataLst>
            </p:nvPr>
          </p:nvSpPr>
          <p:spPr>
            <a:xfrm>
              <a:off x="5039360" y="4155440"/>
              <a:ext cx="76200" cy="76200"/>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矩形 109"/>
            <p:cNvSpPr/>
            <p:nvPr>
              <p:custDataLst>
                <p:tags r:id="rId108"/>
              </p:custDataLst>
            </p:nvPr>
          </p:nvSpPr>
          <p:spPr>
            <a:xfrm>
              <a:off x="4189095" y="3247390"/>
              <a:ext cx="76200" cy="76200"/>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矩形 110"/>
            <p:cNvSpPr/>
            <p:nvPr>
              <p:custDataLst>
                <p:tags r:id="rId109"/>
              </p:custDataLst>
            </p:nvPr>
          </p:nvSpPr>
          <p:spPr>
            <a:xfrm>
              <a:off x="4827270" y="3983355"/>
              <a:ext cx="76200" cy="76200"/>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矩形 111"/>
            <p:cNvSpPr/>
            <p:nvPr>
              <p:custDataLst>
                <p:tags r:id="rId110"/>
              </p:custDataLst>
            </p:nvPr>
          </p:nvSpPr>
          <p:spPr>
            <a:xfrm>
              <a:off x="4624070" y="2831465"/>
              <a:ext cx="76200" cy="76200"/>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矩形 112"/>
            <p:cNvSpPr/>
            <p:nvPr>
              <p:custDataLst>
                <p:tags r:id="rId111"/>
              </p:custDataLst>
            </p:nvPr>
          </p:nvSpPr>
          <p:spPr>
            <a:xfrm>
              <a:off x="5250180" y="3875405"/>
              <a:ext cx="76200" cy="76200"/>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custDataLst>
                <p:tags r:id="rId112"/>
              </p:custDataLst>
            </p:nvPr>
          </p:nvSpPr>
          <p:spPr>
            <a:xfrm>
              <a:off x="5461000" y="3480435"/>
              <a:ext cx="76200" cy="76200"/>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矩形 114"/>
            <p:cNvSpPr/>
            <p:nvPr>
              <p:custDataLst>
                <p:tags r:id="rId113"/>
              </p:custDataLst>
            </p:nvPr>
          </p:nvSpPr>
          <p:spPr>
            <a:xfrm>
              <a:off x="5671820" y="3028950"/>
              <a:ext cx="76200" cy="76200"/>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矩形 115"/>
            <p:cNvSpPr/>
            <p:nvPr>
              <p:custDataLst>
                <p:tags r:id="rId114"/>
              </p:custDataLst>
            </p:nvPr>
          </p:nvSpPr>
          <p:spPr>
            <a:xfrm>
              <a:off x="5883275" y="2588260"/>
              <a:ext cx="76200" cy="76200"/>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矩形 116"/>
            <p:cNvSpPr/>
            <p:nvPr>
              <p:custDataLst>
                <p:tags r:id="rId115"/>
              </p:custDataLst>
            </p:nvPr>
          </p:nvSpPr>
          <p:spPr>
            <a:xfrm>
              <a:off x="6103620" y="2261870"/>
              <a:ext cx="76200" cy="76200"/>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矩形 117"/>
            <p:cNvSpPr/>
            <p:nvPr>
              <p:custDataLst>
                <p:tags r:id="rId116"/>
              </p:custDataLst>
            </p:nvPr>
          </p:nvSpPr>
          <p:spPr>
            <a:xfrm>
              <a:off x="6309360" y="2152015"/>
              <a:ext cx="76200" cy="76200"/>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矩形 118"/>
            <p:cNvSpPr/>
            <p:nvPr>
              <p:custDataLst>
                <p:tags r:id="rId117"/>
              </p:custDataLst>
            </p:nvPr>
          </p:nvSpPr>
          <p:spPr>
            <a:xfrm>
              <a:off x="6518275" y="2479675"/>
              <a:ext cx="76200" cy="76200"/>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矩形 119"/>
            <p:cNvSpPr/>
            <p:nvPr>
              <p:custDataLst>
                <p:tags r:id="rId118"/>
              </p:custDataLst>
            </p:nvPr>
          </p:nvSpPr>
          <p:spPr>
            <a:xfrm>
              <a:off x="6727825" y="3512820"/>
              <a:ext cx="76200" cy="76200"/>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矩形 120"/>
            <p:cNvSpPr/>
            <p:nvPr>
              <p:custDataLst>
                <p:tags r:id="rId119"/>
              </p:custDataLst>
            </p:nvPr>
          </p:nvSpPr>
          <p:spPr>
            <a:xfrm>
              <a:off x="7159625" y="3404235"/>
              <a:ext cx="76200" cy="76200"/>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矩形 121"/>
            <p:cNvSpPr/>
            <p:nvPr>
              <p:custDataLst>
                <p:tags r:id="rId120"/>
              </p:custDataLst>
            </p:nvPr>
          </p:nvSpPr>
          <p:spPr>
            <a:xfrm>
              <a:off x="6939915" y="3694430"/>
              <a:ext cx="76200" cy="76200"/>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矩形 122"/>
            <p:cNvSpPr/>
            <p:nvPr>
              <p:custDataLst>
                <p:tags r:id="rId121"/>
              </p:custDataLst>
            </p:nvPr>
          </p:nvSpPr>
          <p:spPr>
            <a:xfrm>
              <a:off x="7581265" y="2790190"/>
              <a:ext cx="76200" cy="76200"/>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矩形 123"/>
            <p:cNvSpPr/>
            <p:nvPr>
              <p:custDataLst>
                <p:tags r:id="rId122"/>
              </p:custDataLst>
            </p:nvPr>
          </p:nvSpPr>
          <p:spPr>
            <a:xfrm>
              <a:off x="7373620" y="2952750"/>
              <a:ext cx="76200" cy="76200"/>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矩形 124"/>
            <p:cNvSpPr/>
            <p:nvPr>
              <p:custDataLst>
                <p:tags r:id="rId123"/>
              </p:custDataLst>
            </p:nvPr>
          </p:nvSpPr>
          <p:spPr>
            <a:xfrm>
              <a:off x="7785735" y="3133090"/>
              <a:ext cx="76200" cy="76200"/>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spd="slow">
    <p:push dir="u"/>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4651" t="21212" r="1279" b="1926"/>
          <a:stretch>
            <a:fillRect/>
          </a:stretch>
        </p:blipFill>
        <p:spPr bwMode="auto">
          <a:xfrm>
            <a:off x="1087036" y="1190847"/>
            <a:ext cx="10226005" cy="47527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8"/>
          <p:cNvSpPr txBox="1">
            <a:spLocks noChangeArrowheads="1"/>
          </p:cNvSpPr>
          <p:nvPr>
            <p:custDataLst>
              <p:tags r:id="rId2"/>
            </p:custDataLst>
          </p:nvPr>
        </p:nvSpPr>
        <p:spPr bwMode="auto">
          <a:xfrm>
            <a:off x="4468715" y="37160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spd="slow">
    <p:push dir="u"/>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p:cNvSpPr txBox="1">
            <a:spLocks noChangeArrowheads="1"/>
          </p:cNvSpPr>
          <p:nvPr>
            <p:custDataLst>
              <p:tags r:id="rId1"/>
            </p:custDataLst>
          </p:nvPr>
        </p:nvSpPr>
        <p:spPr bwMode="auto">
          <a:xfrm>
            <a:off x="4468715" y="28654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19" name="图片 18"/>
          <p:cNvPicPr>
            <a:picLocks noChangeAspect="1"/>
          </p:cNvPicPr>
          <p:nvPr>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748665" y="3292475"/>
            <a:ext cx="2959100" cy="998855"/>
          </a:xfrm>
          <a:prstGeom prst="rect">
            <a:avLst/>
          </a:prstGeom>
        </p:spPr>
      </p:pic>
      <p:sp>
        <p:nvSpPr>
          <p:cNvPr id="12" name="椭圆 11"/>
          <p:cNvSpPr/>
          <p:nvPr>
            <p:custDataLst>
              <p:tags r:id="rId4"/>
            </p:custDataLst>
          </p:nvPr>
        </p:nvSpPr>
        <p:spPr>
          <a:xfrm>
            <a:off x="2684780" y="2933700"/>
            <a:ext cx="1592580" cy="1701165"/>
          </a:xfrm>
          <a:prstGeom prst="ellipse">
            <a:avLst/>
          </a:prstGeom>
          <a:ln w="5715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endParaRPr>
              <a:latin typeface="微软雅黑" panose="020B0503020204020204" pitchFamily="34" charset="-122"/>
              <a:ea typeface="微软雅黑" panose="020B0503020204020204" pitchFamily="34" charset="-122"/>
              <a:cs typeface="Impact" panose="020B0806030902050204" pitchFamily="34" charset="0"/>
            </a:endParaRPr>
          </a:p>
        </p:txBody>
      </p:sp>
      <p:sp>
        <p:nvSpPr>
          <p:cNvPr id="13" name="弧形 12"/>
          <p:cNvSpPr/>
          <p:nvPr>
            <p:custDataLst>
              <p:tags r:id="rId5"/>
            </p:custDataLst>
          </p:nvPr>
        </p:nvSpPr>
        <p:spPr>
          <a:xfrm>
            <a:off x="2494280" y="2729865"/>
            <a:ext cx="1974215" cy="2108835"/>
          </a:xfrm>
          <a:prstGeom prst="arc">
            <a:avLst>
              <a:gd name="adj1" fmla="val 16200000"/>
              <a:gd name="adj2" fmla="val 5400000"/>
            </a:avLst>
          </a:prstGeom>
          <a:ln w="38100">
            <a:solidFill>
              <a:srgbClr val="000000">
                <a:lumMod val="60000"/>
                <a:lumOff val="40000"/>
              </a:srgbClr>
            </a:solidFill>
            <a:tailEnd type="stealth" w="lg" len="lg"/>
          </a:ln>
        </p:spPr>
        <p:style>
          <a:lnRef idx="1">
            <a:srgbClr val="1F74AD"/>
          </a:lnRef>
          <a:fillRef idx="0">
            <a:srgbClr val="1F74AD"/>
          </a:fillRef>
          <a:effectRef idx="0">
            <a:srgbClr val="1F74AD"/>
          </a:effectRef>
          <a:fontRef idx="minor">
            <a:srgbClr val="000000"/>
          </a:fontRef>
        </p:style>
        <p:txBody>
          <a:bodyPr anchor="ctr"/>
          <a:lstStyle/>
          <a:p>
            <a:pPr algn="ctr">
              <a:lnSpc>
                <a:spcPct val="130000"/>
              </a:lnSpc>
            </a:pPr>
            <a:endParaRPr>
              <a:latin typeface="微软雅黑" panose="020B0503020204020204" pitchFamily="34" charset="-122"/>
              <a:ea typeface="微软雅黑" panose="020B0503020204020204" pitchFamily="34" charset="-122"/>
              <a:cs typeface="Impact" panose="020B0806030902050204" pitchFamily="34" charset="0"/>
            </a:endParaRPr>
          </a:p>
        </p:txBody>
      </p:sp>
      <p:sp>
        <p:nvSpPr>
          <p:cNvPr id="17" name="椭圆 16"/>
          <p:cNvSpPr/>
          <p:nvPr>
            <p:custDataLst>
              <p:tags r:id="rId6"/>
            </p:custDataLst>
          </p:nvPr>
        </p:nvSpPr>
        <p:spPr>
          <a:xfrm>
            <a:off x="4116705" y="4312920"/>
            <a:ext cx="256540" cy="273685"/>
          </a:xfrm>
          <a:prstGeom prst="ellipse">
            <a:avLst/>
          </a:prstGeom>
          <a:solidFill>
            <a:srgbClr val="3498DB"/>
          </a:solidFill>
          <a:ln w="3810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endParaRPr>
              <a:latin typeface="微软雅黑" panose="020B0503020204020204" pitchFamily="34" charset="-122"/>
              <a:ea typeface="微软雅黑" panose="020B0503020204020204" pitchFamily="34" charset="-122"/>
              <a:cs typeface="Impact" panose="020B0806030902050204" pitchFamily="34" charset="0"/>
            </a:endParaRPr>
          </a:p>
        </p:txBody>
      </p:sp>
      <p:sp>
        <p:nvSpPr>
          <p:cNvPr id="18" name="任意多边形 17"/>
          <p:cNvSpPr/>
          <p:nvPr>
            <p:custDataLst>
              <p:tags r:id="rId7"/>
            </p:custDataLst>
          </p:nvPr>
        </p:nvSpPr>
        <p:spPr bwMode="auto">
          <a:xfrm>
            <a:off x="4169410" y="4372610"/>
            <a:ext cx="150495" cy="154940"/>
          </a:xfrm>
          <a:custGeom>
            <a:avLst/>
            <a:gdLst>
              <a:gd name="T0" fmla="*/ 4096 w 6827"/>
              <a:gd name="T1" fmla="*/ 4551 h 6827"/>
              <a:gd name="T2" fmla="*/ 6258 w 6827"/>
              <a:gd name="T3" fmla="*/ 4096 h 6827"/>
              <a:gd name="T4" fmla="*/ 2348 w 6827"/>
              <a:gd name="T5" fmla="*/ 4911 h 6827"/>
              <a:gd name="T6" fmla="*/ 569 w 6827"/>
              <a:gd name="T7" fmla="*/ 4551 h 6827"/>
              <a:gd name="T8" fmla="*/ 569 w 6827"/>
              <a:gd name="T9" fmla="*/ 3982 h 6827"/>
              <a:gd name="T10" fmla="*/ 1707 w 6827"/>
              <a:gd name="T11" fmla="*/ 2503 h 6827"/>
              <a:gd name="T12" fmla="*/ 3868 w 6827"/>
              <a:gd name="T13" fmla="*/ 2731 h 6827"/>
              <a:gd name="T14" fmla="*/ 5827 w 6827"/>
              <a:gd name="T15" fmla="*/ 2004 h 6827"/>
              <a:gd name="T16" fmla="*/ 6258 w 6827"/>
              <a:gd name="T17" fmla="*/ 1820 h 6827"/>
              <a:gd name="T18" fmla="*/ 4779 w 6827"/>
              <a:gd name="T19" fmla="*/ 0 h 6827"/>
              <a:gd name="T20" fmla="*/ 2854 w 6827"/>
              <a:gd name="T21" fmla="*/ 2381 h 6827"/>
              <a:gd name="T22" fmla="*/ 1239 w 6827"/>
              <a:gd name="T23" fmla="*/ 2257 h 6827"/>
              <a:gd name="T24" fmla="*/ 569 w 6827"/>
              <a:gd name="T25" fmla="*/ 2844 h 6827"/>
              <a:gd name="T26" fmla="*/ 569 w 6827"/>
              <a:gd name="T27" fmla="*/ 2276 h 6827"/>
              <a:gd name="T28" fmla="*/ 569 w 6827"/>
              <a:gd name="T29" fmla="*/ 1707 h 6827"/>
              <a:gd name="T30" fmla="*/ 569 w 6827"/>
              <a:gd name="T31" fmla="*/ 1138 h 6827"/>
              <a:gd name="T32" fmla="*/ 569 w 6827"/>
              <a:gd name="T33" fmla="*/ 569 h 6827"/>
              <a:gd name="T34" fmla="*/ 341 w 6827"/>
              <a:gd name="T35" fmla="*/ 0 h 6827"/>
              <a:gd name="T36" fmla="*/ 114 w 6827"/>
              <a:gd name="T37" fmla="*/ 569 h 6827"/>
              <a:gd name="T38" fmla="*/ 114 w 6827"/>
              <a:gd name="T39" fmla="*/ 1138 h 6827"/>
              <a:gd name="T40" fmla="*/ 114 w 6827"/>
              <a:gd name="T41" fmla="*/ 1707 h 6827"/>
              <a:gd name="T42" fmla="*/ 114 w 6827"/>
              <a:gd name="T43" fmla="*/ 2276 h 6827"/>
              <a:gd name="T44" fmla="*/ 114 w 6827"/>
              <a:gd name="T45" fmla="*/ 2844 h 6827"/>
              <a:gd name="T46" fmla="*/ 114 w 6827"/>
              <a:gd name="T47" fmla="*/ 3413 h 6827"/>
              <a:gd name="T48" fmla="*/ 114 w 6827"/>
              <a:gd name="T49" fmla="*/ 3982 h 6827"/>
              <a:gd name="T50" fmla="*/ 114 w 6827"/>
              <a:gd name="T51" fmla="*/ 4551 h 6827"/>
              <a:gd name="T52" fmla="*/ 114 w 6827"/>
              <a:gd name="T53" fmla="*/ 5120 h 6827"/>
              <a:gd name="T54" fmla="*/ 114 w 6827"/>
              <a:gd name="T55" fmla="*/ 5689 h 6827"/>
              <a:gd name="T56" fmla="*/ 114 w 6827"/>
              <a:gd name="T57" fmla="*/ 6258 h 6827"/>
              <a:gd name="T58" fmla="*/ 683 w 6827"/>
              <a:gd name="T59" fmla="*/ 6713 h 6827"/>
              <a:gd name="T60" fmla="*/ 1252 w 6827"/>
              <a:gd name="T61" fmla="*/ 6713 h 6827"/>
              <a:gd name="T62" fmla="*/ 1820 w 6827"/>
              <a:gd name="T63" fmla="*/ 6713 h 6827"/>
              <a:gd name="T64" fmla="*/ 2389 w 6827"/>
              <a:gd name="T65" fmla="*/ 6713 h 6827"/>
              <a:gd name="T66" fmla="*/ 2958 w 6827"/>
              <a:gd name="T67" fmla="*/ 6713 h 6827"/>
              <a:gd name="T68" fmla="*/ 3527 w 6827"/>
              <a:gd name="T69" fmla="*/ 6713 h 6827"/>
              <a:gd name="T70" fmla="*/ 4096 w 6827"/>
              <a:gd name="T71" fmla="*/ 6713 h 6827"/>
              <a:gd name="T72" fmla="*/ 4665 w 6827"/>
              <a:gd name="T73" fmla="*/ 6713 h 6827"/>
              <a:gd name="T74" fmla="*/ 5234 w 6827"/>
              <a:gd name="T75" fmla="*/ 6713 h 6827"/>
              <a:gd name="T76" fmla="*/ 5803 w 6827"/>
              <a:gd name="T77" fmla="*/ 6713 h 6827"/>
              <a:gd name="T78" fmla="*/ 6371 w 6827"/>
              <a:gd name="T79" fmla="*/ 6713 h 6827"/>
              <a:gd name="T80" fmla="*/ 6827 w 6827"/>
              <a:gd name="T81" fmla="*/ 6485 h 6827"/>
              <a:gd name="T82" fmla="*/ 6371 w 6827"/>
              <a:gd name="T83" fmla="*/ 6258 h 6827"/>
              <a:gd name="T84" fmla="*/ 5803 w 6827"/>
              <a:gd name="T85" fmla="*/ 6258 h 6827"/>
              <a:gd name="T86" fmla="*/ 5234 w 6827"/>
              <a:gd name="T87" fmla="*/ 6258 h 6827"/>
              <a:gd name="T88" fmla="*/ 4665 w 6827"/>
              <a:gd name="T89" fmla="*/ 6258 h 6827"/>
              <a:gd name="T90" fmla="*/ 4096 w 6827"/>
              <a:gd name="T91" fmla="*/ 6258 h 6827"/>
              <a:gd name="T92" fmla="*/ 3527 w 6827"/>
              <a:gd name="T93" fmla="*/ 6258 h 6827"/>
              <a:gd name="T94" fmla="*/ 2958 w 6827"/>
              <a:gd name="T95" fmla="*/ 6258 h 6827"/>
              <a:gd name="T96" fmla="*/ 2389 w 6827"/>
              <a:gd name="T97" fmla="*/ 6258 h 6827"/>
              <a:gd name="T98" fmla="*/ 1820 w 6827"/>
              <a:gd name="T99" fmla="*/ 6258 h 6827"/>
              <a:gd name="T100" fmla="*/ 1252 w 6827"/>
              <a:gd name="T101" fmla="*/ 6258 h 6827"/>
              <a:gd name="T102" fmla="*/ 683 w 6827"/>
              <a:gd name="T103" fmla="*/ 6258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826" h="6826">
                <a:moveTo>
                  <a:pt x="1263" y="5234"/>
                </a:moveTo>
                <a:cubicBezTo>
                  <a:pt x="1316" y="5493"/>
                  <a:pt x="1546" y="5689"/>
                  <a:pt x="1820" y="5689"/>
                </a:cubicBezTo>
                <a:cubicBezTo>
                  <a:pt x="2114" y="5689"/>
                  <a:pt x="2354" y="5464"/>
                  <a:pt x="2383" y="5178"/>
                </a:cubicBezTo>
                <a:lnTo>
                  <a:pt x="3568" y="4191"/>
                </a:lnTo>
                <a:cubicBezTo>
                  <a:pt x="3652" y="4401"/>
                  <a:pt x="3856" y="4551"/>
                  <a:pt x="4096" y="4551"/>
                </a:cubicBezTo>
                <a:cubicBezTo>
                  <a:pt x="4348" y="4551"/>
                  <a:pt x="4560" y="4385"/>
                  <a:pt x="4635" y="4157"/>
                </a:cubicBezTo>
                <a:lnTo>
                  <a:pt x="5696" y="4736"/>
                </a:lnTo>
                <a:cubicBezTo>
                  <a:pt x="5732" y="5016"/>
                  <a:pt x="5969" y="5234"/>
                  <a:pt x="6258" y="5234"/>
                </a:cubicBezTo>
                <a:cubicBezTo>
                  <a:pt x="6571" y="5234"/>
                  <a:pt x="6827" y="4979"/>
                  <a:pt x="6827" y="4665"/>
                </a:cubicBezTo>
                <a:cubicBezTo>
                  <a:pt x="6827" y="4351"/>
                  <a:pt x="6571" y="4096"/>
                  <a:pt x="6258" y="4096"/>
                </a:cubicBezTo>
                <a:cubicBezTo>
                  <a:pt x="6006" y="4096"/>
                  <a:pt x="5794" y="4262"/>
                  <a:pt x="5719" y="4490"/>
                </a:cubicBezTo>
                <a:lnTo>
                  <a:pt x="4658" y="3911"/>
                </a:lnTo>
                <a:cubicBezTo>
                  <a:pt x="4622" y="3631"/>
                  <a:pt x="4385" y="3413"/>
                  <a:pt x="4096" y="3413"/>
                </a:cubicBezTo>
                <a:cubicBezTo>
                  <a:pt x="3802" y="3413"/>
                  <a:pt x="3563" y="3638"/>
                  <a:pt x="3533" y="3924"/>
                </a:cubicBezTo>
                <a:lnTo>
                  <a:pt x="2348" y="4911"/>
                </a:lnTo>
                <a:cubicBezTo>
                  <a:pt x="2265" y="4701"/>
                  <a:pt x="2060" y="4551"/>
                  <a:pt x="1820" y="4551"/>
                </a:cubicBezTo>
                <a:cubicBezTo>
                  <a:pt x="1546" y="4551"/>
                  <a:pt x="1316" y="4747"/>
                  <a:pt x="1263" y="5006"/>
                </a:cubicBezTo>
                <a:lnTo>
                  <a:pt x="455" y="5006"/>
                </a:lnTo>
                <a:lnTo>
                  <a:pt x="455" y="4551"/>
                </a:lnTo>
                <a:lnTo>
                  <a:pt x="569" y="4551"/>
                </a:lnTo>
                <a:cubicBezTo>
                  <a:pt x="632" y="4551"/>
                  <a:pt x="683" y="4500"/>
                  <a:pt x="683" y="4437"/>
                </a:cubicBezTo>
                <a:cubicBezTo>
                  <a:pt x="683" y="4374"/>
                  <a:pt x="632" y="4324"/>
                  <a:pt x="569" y="4324"/>
                </a:cubicBezTo>
                <a:lnTo>
                  <a:pt x="455" y="4324"/>
                </a:lnTo>
                <a:lnTo>
                  <a:pt x="455" y="3982"/>
                </a:lnTo>
                <a:lnTo>
                  <a:pt x="569" y="3982"/>
                </a:lnTo>
                <a:cubicBezTo>
                  <a:pt x="632" y="3982"/>
                  <a:pt x="683" y="3931"/>
                  <a:pt x="683" y="3868"/>
                </a:cubicBezTo>
                <a:cubicBezTo>
                  <a:pt x="683" y="3806"/>
                  <a:pt x="632" y="3755"/>
                  <a:pt x="569" y="3755"/>
                </a:cubicBezTo>
                <a:lnTo>
                  <a:pt x="480" y="3755"/>
                </a:lnTo>
                <a:lnTo>
                  <a:pt x="1407" y="2416"/>
                </a:lnTo>
                <a:cubicBezTo>
                  <a:pt x="1494" y="2470"/>
                  <a:pt x="1596" y="2503"/>
                  <a:pt x="1707" y="2503"/>
                </a:cubicBezTo>
                <a:cubicBezTo>
                  <a:pt x="1888" y="2503"/>
                  <a:pt x="2048" y="2416"/>
                  <a:pt x="2152" y="2284"/>
                </a:cubicBezTo>
                <a:lnTo>
                  <a:pt x="2752" y="2584"/>
                </a:lnTo>
                <a:cubicBezTo>
                  <a:pt x="2740" y="2631"/>
                  <a:pt x="2731" y="2680"/>
                  <a:pt x="2731" y="2731"/>
                </a:cubicBezTo>
                <a:cubicBezTo>
                  <a:pt x="2731" y="3044"/>
                  <a:pt x="2986" y="3300"/>
                  <a:pt x="3300" y="3300"/>
                </a:cubicBezTo>
                <a:cubicBezTo>
                  <a:pt x="3613" y="3300"/>
                  <a:pt x="3868" y="3044"/>
                  <a:pt x="3868" y="2731"/>
                </a:cubicBezTo>
                <a:cubicBezTo>
                  <a:pt x="3868" y="2608"/>
                  <a:pt x="3829" y="2496"/>
                  <a:pt x="3763" y="2403"/>
                </a:cubicBezTo>
                <a:lnTo>
                  <a:pt x="4488" y="1055"/>
                </a:lnTo>
                <a:cubicBezTo>
                  <a:pt x="4574" y="1107"/>
                  <a:pt x="4672" y="1138"/>
                  <a:pt x="4779" y="1138"/>
                </a:cubicBezTo>
                <a:cubicBezTo>
                  <a:pt x="4891" y="1138"/>
                  <a:pt x="4995" y="1104"/>
                  <a:pt x="5083" y="1048"/>
                </a:cubicBezTo>
                <a:lnTo>
                  <a:pt x="5827" y="2004"/>
                </a:lnTo>
                <a:cubicBezTo>
                  <a:pt x="5829" y="2007"/>
                  <a:pt x="5833" y="2009"/>
                  <a:pt x="5836" y="2011"/>
                </a:cubicBezTo>
                <a:cubicBezTo>
                  <a:pt x="5745" y="2112"/>
                  <a:pt x="5689" y="2244"/>
                  <a:pt x="5689" y="2389"/>
                </a:cubicBezTo>
                <a:cubicBezTo>
                  <a:pt x="5689" y="2703"/>
                  <a:pt x="5944" y="2958"/>
                  <a:pt x="6258" y="2958"/>
                </a:cubicBezTo>
                <a:cubicBezTo>
                  <a:pt x="6571" y="2958"/>
                  <a:pt x="6827" y="2703"/>
                  <a:pt x="6827" y="2389"/>
                </a:cubicBezTo>
                <a:cubicBezTo>
                  <a:pt x="6827" y="2076"/>
                  <a:pt x="6571" y="1820"/>
                  <a:pt x="6258" y="1820"/>
                </a:cubicBezTo>
                <a:cubicBezTo>
                  <a:pt x="6170" y="1820"/>
                  <a:pt x="6087" y="1842"/>
                  <a:pt x="6013" y="1878"/>
                </a:cubicBezTo>
                <a:cubicBezTo>
                  <a:pt x="6010" y="1874"/>
                  <a:pt x="6010" y="1869"/>
                  <a:pt x="6006" y="1864"/>
                </a:cubicBezTo>
                <a:lnTo>
                  <a:pt x="5248" y="890"/>
                </a:lnTo>
                <a:cubicBezTo>
                  <a:pt x="5311" y="798"/>
                  <a:pt x="5348" y="688"/>
                  <a:pt x="5348" y="569"/>
                </a:cubicBezTo>
                <a:cubicBezTo>
                  <a:pt x="5348" y="255"/>
                  <a:pt x="5092" y="0"/>
                  <a:pt x="4779" y="0"/>
                </a:cubicBezTo>
                <a:cubicBezTo>
                  <a:pt x="4465" y="0"/>
                  <a:pt x="4210" y="255"/>
                  <a:pt x="4210" y="569"/>
                </a:cubicBezTo>
                <a:cubicBezTo>
                  <a:pt x="4210" y="691"/>
                  <a:pt x="4249" y="804"/>
                  <a:pt x="4315" y="897"/>
                </a:cubicBezTo>
                <a:lnTo>
                  <a:pt x="3590" y="2244"/>
                </a:lnTo>
                <a:cubicBezTo>
                  <a:pt x="3505" y="2193"/>
                  <a:pt x="3406" y="2162"/>
                  <a:pt x="3300" y="2162"/>
                </a:cubicBezTo>
                <a:cubicBezTo>
                  <a:pt x="3118" y="2162"/>
                  <a:pt x="2959" y="2248"/>
                  <a:pt x="2854" y="2381"/>
                </a:cubicBezTo>
                <a:lnTo>
                  <a:pt x="2254" y="2081"/>
                </a:lnTo>
                <a:cubicBezTo>
                  <a:pt x="2267" y="2034"/>
                  <a:pt x="2276" y="1985"/>
                  <a:pt x="2276" y="1934"/>
                </a:cubicBezTo>
                <a:cubicBezTo>
                  <a:pt x="2276" y="1621"/>
                  <a:pt x="2020" y="1365"/>
                  <a:pt x="1707" y="1365"/>
                </a:cubicBezTo>
                <a:cubicBezTo>
                  <a:pt x="1393" y="1365"/>
                  <a:pt x="1138" y="1621"/>
                  <a:pt x="1138" y="1934"/>
                </a:cubicBezTo>
                <a:cubicBezTo>
                  <a:pt x="1138" y="2054"/>
                  <a:pt x="1176" y="2166"/>
                  <a:pt x="1239" y="2257"/>
                </a:cubicBezTo>
                <a:lnTo>
                  <a:pt x="593" y="3191"/>
                </a:lnTo>
                <a:cubicBezTo>
                  <a:pt x="585" y="3189"/>
                  <a:pt x="578" y="3186"/>
                  <a:pt x="569" y="3186"/>
                </a:cubicBezTo>
                <a:lnTo>
                  <a:pt x="455" y="3186"/>
                </a:lnTo>
                <a:lnTo>
                  <a:pt x="455" y="2844"/>
                </a:lnTo>
                <a:lnTo>
                  <a:pt x="569" y="2844"/>
                </a:lnTo>
                <a:cubicBezTo>
                  <a:pt x="632" y="2844"/>
                  <a:pt x="683" y="2794"/>
                  <a:pt x="683" y="2731"/>
                </a:cubicBezTo>
                <a:cubicBezTo>
                  <a:pt x="683" y="2668"/>
                  <a:pt x="632" y="2617"/>
                  <a:pt x="569" y="2617"/>
                </a:cubicBezTo>
                <a:lnTo>
                  <a:pt x="455" y="2617"/>
                </a:lnTo>
                <a:lnTo>
                  <a:pt x="455" y="2276"/>
                </a:lnTo>
                <a:lnTo>
                  <a:pt x="569" y="2276"/>
                </a:lnTo>
                <a:cubicBezTo>
                  <a:pt x="632" y="2276"/>
                  <a:pt x="683" y="2225"/>
                  <a:pt x="683" y="2162"/>
                </a:cubicBezTo>
                <a:cubicBezTo>
                  <a:pt x="683" y="2099"/>
                  <a:pt x="632" y="2048"/>
                  <a:pt x="569" y="2048"/>
                </a:cubicBezTo>
                <a:lnTo>
                  <a:pt x="455" y="2048"/>
                </a:lnTo>
                <a:lnTo>
                  <a:pt x="455" y="1707"/>
                </a:lnTo>
                <a:lnTo>
                  <a:pt x="569" y="1707"/>
                </a:lnTo>
                <a:cubicBezTo>
                  <a:pt x="632" y="1707"/>
                  <a:pt x="683" y="1656"/>
                  <a:pt x="683" y="1593"/>
                </a:cubicBezTo>
                <a:cubicBezTo>
                  <a:pt x="683" y="1530"/>
                  <a:pt x="632" y="1479"/>
                  <a:pt x="569" y="1479"/>
                </a:cubicBezTo>
                <a:lnTo>
                  <a:pt x="455" y="1479"/>
                </a:lnTo>
                <a:lnTo>
                  <a:pt x="455" y="1138"/>
                </a:lnTo>
                <a:lnTo>
                  <a:pt x="569" y="1138"/>
                </a:lnTo>
                <a:cubicBezTo>
                  <a:pt x="632" y="1138"/>
                  <a:pt x="683" y="1087"/>
                  <a:pt x="683" y="1024"/>
                </a:cubicBezTo>
                <a:cubicBezTo>
                  <a:pt x="683" y="961"/>
                  <a:pt x="632" y="910"/>
                  <a:pt x="569" y="910"/>
                </a:cubicBezTo>
                <a:lnTo>
                  <a:pt x="455" y="910"/>
                </a:lnTo>
                <a:lnTo>
                  <a:pt x="455" y="569"/>
                </a:lnTo>
                <a:lnTo>
                  <a:pt x="569" y="569"/>
                </a:lnTo>
                <a:cubicBezTo>
                  <a:pt x="632" y="569"/>
                  <a:pt x="683" y="518"/>
                  <a:pt x="683" y="455"/>
                </a:cubicBezTo>
                <a:cubicBezTo>
                  <a:pt x="683" y="392"/>
                  <a:pt x="632" y="341"/>
                  <a:pt x="569" y="341"/>
                </a:cubicBezTo>
                <a:lnTo>
                  <a:pt x="455" y="341"/>
                </a:lnTo>
                <a:lnTo>
                  <a:pt x="455" y="114"/>
                </a:lnTo>
                <a:cubicBezTo>
                  <a:pt x="455" y="51"/>
                  <a:pt x="404" y="0"/>
                  <a:pt x="341" y="0"/>
                </a:cubicBezTo>
                <a:cubicBezTo>
                  <a:pt x="278" y="0"/>
                  <a:pt x="228" y="51"/>
                  <a:pt x="228" y="114"/>
                </a:cubicBezTo>
                <a:lnTo>
                  <a:pt x="228" y="341"/>
                </a:lnTo>
                <a:lnTo>
                  <a:pt x="114" y="341"/>
                </a:lnTo>
                <a:cubicBezTo>
                  <a:pt x="51" y="341"/>
                  <a:pt x="0" y="392"/>
                  <a:pt x="0" y="455"/>
                </a:cubicBezTo>
                <a:cubicBezTo>
                  <a:pt x="0" y="518"/>
                  <a:pt x="51" y="569"/>
                  <a:pt x="114" y="569"/>
                </a:cubicBezTo>
                <a:lnTo>
                  <a:pt x="228" y="569"/>
                </a:lnTo>
                <a:lnTo>
                  <a:pt x="228" y="910"/>
                </a:lnTo>
                <a:lnTo>
                  <a:pt x="114" y="910"/>
                </a:lnTo>
                <a:cubicBezTo>
                  <a:pt x="51" y="910"/>
                  <a:pt x="0" y="961"/>
                  <a:pt x="0" y="1024"/>
                </a:cubicBezTo>
                <a:cubicBezTo>
                  <a:pt x="0" y="1087"/>
                  <a:pt x="51" y="1138"/>
                  <a:pt x="114" y="1138"/>
                </a:cubicBezTo>
                <a:lnTo>
                  <a:pt x="228" y="1138"/>
                </a:lnTo>
                <a:lnTo>
                  <a:pt x="228" y="1479"/>
                </a:lnTo>
                <a:lnTo>
                  <a:pt x="114" y="1479"/>
                </a:lnTo>
                <a:cubicBezTo>
                  <a:pt x="51" y="1479"/>
                  <a:pt x="0" y="1530"/>
                  <a:pt x="0" y="1593"/>
                </a:cubicBezTo>
                <a:cubicBezTo>
                  <a:pt x="0" y="1656"/>
                  <a:pt x="51" y="1707"/>
                  <a:pt x="114" y="1707"/>
                </a:cubicBezTo>
                <a:lnTo>
                  <a:pt x="228" y="1707"/>
                </a:lnTo>
                <a:lnTo>
                  <a:pt x="228" y="2048"/>
                </a:lnTo>
                <a:lnTo>
                  <a:pt x="114" y="2048"/>
                </a:lnTo>
                <a:cubicBezTo>
                  <a:pt x="51" y="2048"/>
                  <a:pt x="0" y="2099"/>
                  <a:pt x="0" y="2162"/>
                </a:cubicBezTo>
                <a:cubicBezTo>
                  <a:pt x="0" y="2225"/>
                  <a:pt x="51" y="2276"/>
                  <a:pt x="114" y="2276"/>
                </a:cubicBezTo>
                <a:lnTo>
                  <a:pt x="228" y="2276"/>
                </a:lnTo>
                <a:lnTo>
                  <a:pt x="228" y="2617"/>
                </a:lnTo>
                <a:lnTo>
                  <a:pt x="114" y="2617"/>
                </a:lnTo>
                <a:cubicBezTo>
                  <a:pt x="51" y="2617"/>
                  <a:pt x="0" y="2668"/>
                  <a:pt x="0" y="2731"/>
                </a:cubicBezTo>
                <a:cubicBezTo>
                  <a:pt x="0" y="2794"/>
                  <a:pt x="51" y="2844"/>
                  <a:pt x="114" y="2844"/>
                </a:cubicBezTo>
                <a:lnTo>
                  <a:pt x="228" y="2844"/>
                </a:lnTo>
                <a:lnTo>
                  <a:pt x="228" y="3186"/>
                </a:lnTo>
                <a:lnTo>
                  <a:pt x="114" y="3186"/>
                </a:lnTo>
                <a:cubicBezTo>
                  <a:pt x="51" y="3186"/>
                  <a:pt x="0" y="3237"/>
                  <a:pt x="0" y="3300"/>
                </a:cubicBezTo>
                <a:cubicBezTo>
                  <a:pt x="0" y="3362"/>
                  <a:pt x="51" y="3413"/>
                  <a:pt x="114" y="3413"/>
                </a:cubicBezTo>
                <a:lnTo>
                  <a:pt x="228" y="3413"/>
                </a:lnTo>
                <a:lnTo>
                  <a:pt x="228" y="3755"/>
                </a:lnTo>
                <a:lnTo>
                  <a:pt x="114" y="3755"/>
                </a:lnTo>
                <a:cubicBezTo>
                  <a:pt x="51" y="3755"/>
                  <a:pt x="0" y="3806"/>
                  <a:pt x="0" y="3868"/>
                </a:cubicBezTo>
                <a:cubicBezTo>
                  <a:pt x="0" y="3931"/>
                  <a:pt x="51" y="3982"/>
                  <a:pt x="114" y="3982"/>
                </a:cubicBezTo>
                <a:lnTo>
                  <a:pt x="228" y="3982"/>
                </a:lnTo>
                <a:lnTo>
                  <a:pt x="228" y="4324"/>
                </a:lnTo>
                <a:lnTo>
                  <a:pt x="114" y="4324"/>
                </a:lnTo>
                <a:cubicBezTo>
                  <a:pt x="51" y="4324"/>
                  <a:pt x="0" y="4374"/>
                  <a:pt x="0" y="4437"/>
                </a:cubicBezTo>
                <a:cubicBezTo>
                  <a:pt x="0" y="4500"/>
                  <a:pt x="51" y="4551"/>
                  <a:pt x="114" y="4551"/>
                </a:cubicBezTo>
                <a:lnTo>
                  <a:pt x="228" y="4551"/>
                </a:lnTo>
                <a:lnTo>
                  <a:pt x="228" y="4892"/>
                </a:lnTo>
                <a:lnTo>
                  <a:pt x="114" y="4892"/>
                </a:lnTo>
                <a:cubicBezTo>
                  <a:pt x="51" y="4892"/>
                  <a:pt x="0" y="4943"/>
                  <a:pt x="0" y="5006"/>
                </a:cubicBezTo>
                <a:cubicBezTo>
                  <a:pt x="0" y="5069"/>
                  <a:pt x="51" y="5120"/>
                  <a:pt x="114" y="5120"/>
                </a:cubicBezTo>
                <a:lnTo>
                  <a:pt x="228" y="5120"/>
                </a:lnTo>
                <a:lnTo>
                  <a:pt x="228" y="5461"/>
                </a:lnTo>
                <a:lnTo>
                  <a:pt x="114" y="5461"/>
                </a:lnTo>
                <a:cubicBezTo>
                  <a:pt x="51" y="5461"/>
                  <a:pt x="0" y="5512"/>
                  <a:pt x="0" y="5575"/>
                </a:cubicBezTo>
                <a:cubicBezTo>
                  <a:pt x="0" y="5638"/>
                  <a:pt x="51" y="5689"/>
                  <a:pt x="114" y="5689"/>
                </a:cubicBezTo>
                <a:lnTo>
                  <a:pt x="228" y="5689"/>
                </a:lnTo>
                <a:lnTo>
                  <a:pt x="228" y="6030"/>
                </a:lnTo>
                <a:lnTo>
                  <a:pt x="114" y="6030"/>
                </a:lnTo>
                <a:cubicBezTo>
                  <a:pt x="51" y="6030"/>
                  <a:pt x="0" y="6081"/>
                  <a:pt x="0" y="6144"/>
                </a:cubicBezTo>
                <a:cubicBezTo>
                  <a:pt x="0" y="6207"/>
                  <a:pt x="51" y="6258"/>
                  <a:pt x="114" y="6258"/>
                </a:cubicBezTo>
                <a:lnTo>
                  <a:pt x="228" y="6258"/>
                </a:lnTo>
                <a:lnTo>
                  <a:pt x="228" y="6485"/>
                </a:lnTo>
                <a:cubicBezTo>
                  <a:pt x="228" y="6548"/>
                  <a:pt x="278" y="6599"/>
                  <a:pt x="341" y="6599"/>
                </a:cubicBezTo>
                <a:lnTo>
                  <a:pt x="683" y="6599"/>
                </a:lnTo>
                <a:lnTo>
                  <a:pt x="683" y="6713"/>
                </a:lnTo>
                <a:cubicBezTo>
                  <a:pt x="683" y="6776"/>
                  <a:pt x="734" y="6827"/>
                  <a:pt x="796" y="6827"/>
                </a:cubicBezTo>
                <a:cubicBezTo>
                  <a:pt x="859" y="6827"/>
                  <a:pt x="910" y="6776"/>
                  <a:pt x="910" y="6713"/>
                </a:cubicBezTo>
                <a:lnTo>
                  <a:pt x="910" y="6599"/>
                </a:lnTo>
                <a:lnTo>
                  <a:pt x="1252" y="6599"/>
                </a:lnTo>
                <a:lnTo>
                  <a:pt x="1252" y="6713"/>
                </a:lnTo>
                <a:cubicBezTo>
                  <a:pt x="1252" y="6776"/>
                  <a:pt x="1302" y="6827"/>
                  <a:pt x="1365" y="6827"/>
                </a:cubicBezTo>
                <a:cubicBezTo>
                  <a:pt x="1428" y="6827"/>
                  <a:pt x="1479" y="6776"/>
                  <a:pt x="1479" y="6713"/>
                </a:cubicBezTo>
                <a:lnTo>
                  <a:pt x="1479" y="6599"/>
                </a:lnTo>
                <a:lnTo>
                  <a:pt x="1820" y="6599"/>
                </a:lnTo>
                <a:lnTo>
                  <a:pt x="1820" y="6713"/>
                </a:lnTo>
                <a:cubicBezTo>
                  <a:pt x="1820" y="6776"/>
                  <a:pt x="1871" y="6827"/>
                  <a:pt x="1934" y="6827"/>
                </a:cubicBezTo>
                <a:cubicBezTo>
                  <a:pt x="1997" y="6827"/>
                  <a:pt x="2048" y="6776"/>
                  <a:pt x="2048" y="6713"/>
                </a:cubicBezTo>
                <a:lnTo>
                  <a:pt x="2048" y="6599"/>
                </a:lnTo>
                <a:lnTo>
                  <a:pt x="2389" y="6599"/>
                </a:lnTo>
                <a:lnTo>
                  <a:pt x="2389" y="6713"/>
                </a:lnTo>
                <a:cubicBezTo>
                  <a:pt x="2389" y="6776"/>
                  <a:pt x="2440" y="6827"/>
                  <a:pt x="2503" y="6827"/>
                </a:cubicBezTo>
                <a:cubicBezTo>
                  <a:pt x="2566" y="6827"/>
                  <a:pt x="2617" y="6776"/>
                  <a:pt x="2617" y="6713"/>
                </a:cubicBezTo>
                <a:lnTo>
                  <a:pt x="2617" y="6599"/>
                </a:lnTo>
                <a:lnTo>
                  <a:pt x="2958" y="6599"/>
                </a:lnTo>
                <a:lnTo>
                  <a:pt x="2958" y="6713"/>
                </a:lnTo>
                <a:cubicBezTo>
                  <a:pt x="2958" y="6776"/>
                  <a:pt x="3009" y="6827"/>
                  <a:pt x="3072" y="6827"/>
                </a:cubicBezTo>
                <a:cubicBezTo>
                  <a:pt x="3135" y="6827"/>
                  <a:pt x="3186" y="6776"/>
                  <a:pt x="3186" y="6713"/>
                </a:cubicBezTo>
                <a:lnTo>
                  <a:pt x="3186" y="6599"/>
                </a:lnTo>
                <a:lnTo>
                  <a:pt x="3527" y="6599"/>
                </a:lnTo>
                <a:lnTo>
                  <a:pt x="3527" y="6713"/>
                </a:lnTo>
                <a:cubicBezTo>
                  <a:pt x="3527" y="6776"/>
                  <a:pt x="3578" y="6827"/>
                  <a:pt x="3641" y="6827"/>
                </a:cubicBezTo>
                <a:cubicBezTo>
                  <a:pt x="3704" y="6827"/>
                  <a:pt x="3755" y="6776"/>
                  <a:pt x="3755" y="6713"/>
                </a:cubicBezTo>
                <a:lnTo>
                  <a:pt x="3755" y="6599"/>
                </a:lnTo>
                <a:lnTo>
                  <a:pt x="4096" y="6599"/>
                </a:lnTo>
                <a:lnTo>
                  <a:pt x="4096" y="6713"/>
                </a:lnTo>
                <a:cubicBezTo>
                  <a:pt x="4096" y="6776"/>
                  <a:pt x="4147" y="6827"/>
                  <a:pt x="4210" y="6827"/>
                </a:cubicBezTo>
                <a:cubicBezTo>
                  <a:pt x="4273" y="6827"/>
                  <a:pt x="4323" y="6776"/>
                  <a:pt x="4323" y="6713"/>
                </a:cubicBezTo>
                <a:lnTo>
                  <a:pt x="4323" y="6599"/>
                </a:lnTo>
                <a:lnTo>
                  <a:pt x="4665" y="6599"/>
                </a:lnTo>
                <a:lnTo>
                  <a:pt x="4665" y="6713"/>
                </a:lnTo>
                <a:cubicBezTo>
                  <a:pt x="4665" y="6776"/>
                  <a:pt x="4716" y="6827"/>
                  <a:pt x="4779" y="6827"/>
                </a:cubicBezTo>
                <a:cubicBezTo>
                  <a:pt x="4842" y="6827"/>
                  <a:pt x="4892" y="6776"/>
                  <a:pt x="4892" y="6713"/>
                </a:cubicBezTo>
                <a:lnTo>
                  <a:pt x="4892" y="6599"/>
                </a:lnTo>
                <a:lnTo>
                  <a:pt x="5234" y="6599"/>
                </a:lnTo>
                <a:lnTo>
                  <a:pt x="5234" y="6713"/>
                </a:lnTo>
                <a:cubicBezTo>
                  <a:pt x="5234" y="6776"/>
                  <a:pt x="5285" y="6827"/>
                  <a:pt x="5347" y="6827"/>
                </a:cubicBezTo>
                <a:cubicBezTo>
                  <a:pt x="5410" y="6827"/>
                  <a:pt x="5461" y="6776"/>
                  <a:pt x="5461" y="6713"/>
                </a:cubicBezTo>
                <a:lnTo>
                  <a:pt x="5461" y="6599"/>
                </a:lnTo>
                <a:lnTo>
                  <a:pt x="5803" y="6599"/>
                </a:lnTo>
                <a:lnTo>
                  <a:pt x="5803" y="6713"/>
                </a:lnTo>
                <a:cubicBezTo>
                  <a:pt x="5803" y="6776"/>
                  <a:pt x="5853" y="6827"/>
                  <a:pt x="5916" y="6827"/>
                </a:cubicBezTo>
                <a:cubicBezTo>
                  <a:pt x="5979" y="6827"/>
                  <a:pt x="6030" y="6776"/>
                  <a:pt x="6030" y="6713"/>
                </a:cubicBezTo>
                <a:lnTo>
                  <a:pt x="6030" y="6599"/>
                </a:lnTo>
                <a:lnTo>
                  <a:pt x="6371" y="6599"/>
                </a:lnTo>
                <a:lnTo>
                  <a:pt x="6371" y="6713"/>
                </a:lnTo>
                <a:cubicBezTo>
                  <a:pt x="6371" y="6776"/>
                  <a:pt x="6422" y="6827"/>
                  <a:pt x="6485" y="6827"/>
                </a:cubicBezTo>
                <a:cubicBezTo>
                  <a:pt x="6548" y="6827"/>
                  <a:pt x="6599" y="6776"/>
                  <a:pt x="6599" y="6713"/>
                </a:cubicBezTo>
                <a:lnTo>
                  <a:pt x="6599" y="6599"/>
                </a:lnTo>
                <a:lnTo>
                  <a:pt x="6713" y="6599"/>
                </a:lnTo>
                <a:cubicBezTo>
                  <a:pt x="6776" y="6599"/>
                  <a:pt x="6827" y="6548"/>
                  <a:pt x="6827" y="6485"/>
                </a:cubicBezTo>
                <a:cubicBezTo>
                  <a:pt x="6827" y="6422"/>
                  <a:pt x="6776" y="6372"/>
                  <a:pt x="6713" y="6372"/>
                </a:cubicBezTo>
                <a:lnTo>
                  <a:pt x="6599" y="6372"/>
                </a:lnTo>
                <a:lnTo>
                  <a:pt x="6599" y="6258"/>
                </a:lnTo>
                <a:cubicBezTo>
                  <a:pt x="6599" y="6195"/>
                  <a:pt x="6548" y="6144"/>
                  <a:pt x="6485" y="6144"/>
                </a:cubicBezTo>
                <a:cubicBezTo>
                  <a:pt x="6422" y="6144"/>
                  <a:pt x="6371" y="6195"/>
                  <a:pt x="6371" y="6258"/>
                </a:cubicBezTo>
                <a:lnTo>
                  <a:pt x="6371" y="6372"/>
                </a:lnTo>
                <a:lnTo>
                  <a:pt x="6030" y="6372"/>
                </a:lnTo>
                <a:lnTo>
                  <a:pt x="6030" y="6258"/>
                </a:lnTo>
                <a:cubicBezTo>
                  <a:pt x="6030" y="6195"/>
                  <a:pt x="5979" y="6144"/>
                  <a:pt x="5916" y="6144"/>
                </a:cubicBezTo>
                <a:cubicBezTo>
                  <a:pt x="5853" y="6144"/>
                  <a:pt x="5803" y="6195"/>
                  <a:pt x="5803" y="6258"/>
                </a:cubicBezTo>
                <a:lnTo>
                  <a:pt x="5803" y="6372"/>
                </a:lnTo>
                <a:lnTo>
                  <a:pt x="5461" y="6372"/>
                </a:lnTo>
                <a:lnTo>
                  <a:pt x="5461" y="6258"/>
                </a:lnTo>
                <a:cubicBezTo>
                  <a:pt x="5461" y="6195"/>
                  <a:pt x="5410" y="6144"/>
                  <a:pt x="5347" y="6144"/>
                </a:cubicBezTo>
                <a:cubicBezTo>
                  <a:pt x="5285" y="6144"/>
                  <a:pt x="5234" y="6195"/>
                  <a:pt x="5234" y="6258"/>
                </a:cubicBezTo>
                <a:lnTo>
                  <a:pt x="5234" y="6372"/>
                </a:lnTo>
                <a:lnTo>
                  <a:pt x="4892" y="6372"/>
                </a:lnTo>
                <a:lnTo>
                  <a:pt x="4892" y="6258"/>
                </a:lnTo>
                <a:cubicBezTo>
                  <a:pt x="4892" y="6195"/>
                  <a:pt x="4842" y="6144"/>
                  <a:pt x="4779" y="6144"/>
                </a:cubicBezTo>
                <a:cubicBezTo>
                  <a:pt x="4716" y="6144"/>
                  <a:pt x="4665" y="6195"/>
                  <a:pt x="4665" y="6258"/>
                </a:cubicBezTo>
                <a:lnTo>
                  <a:pt x="4665" y="6372"/>
                </a:lnTo>
                <a:lnTo>
                  <a:pt x="4323" y="6372"/>
                </a:lnTo>
                <a:lnTo>
                  <a:pt x="4323" y="6258"/>
                </a:lnTo>
                <a:cubicBezTo>
                  <a:pt x="4323" y="6195"/>
                  <a:pt x="4273" y="6144"/>
                  <a:pt x="4210" y="6144"/>
                </a:cubicBezTo>
                <a:cubicBezTo>
                  <a:pt x="4147" y="6144"/>
                  <a:pt x="4096" y="6195"/>
                  <a:pt x="4096" y="6258"/>
                </a:cubicBezTo>
                <a:lnTo>
                  <a:pt x="4096" y="6372"/>
                </a:lnTo>
                <a:lnTo>
                  <a:pt x="3755" y="6372"/>
                </a:lnTo>
                <a:lnTo>
                  <a:pt x="3755" y="6258"/>
                </a:lnTo>
                <a:cubicBezTo>
                  <a:pt x="3755" y="6195"/>
                  <a:pt x="3704" y="6144"/>
                  <a:pt x="3641" y="6144"/>
                </a:cubicBezTo>
                <a:cubicBezTo>
                  <a:pt x="3578" y="6144"/>
                  <a:pt x="3527" y="6195"/>
                  <a:pt x="3527" y="6258"/>
                </a:cubicBezTo>
                <a:lnTo>
                  <a:pt x="3527" y="6372"/>
                </a:lnTo>
                <a:lnTo>
                  <a:pt x="3186" y="6372"/>
                </a:lnTo>
                <a:lnTo>
                  <a:pt x="3186" y="6258"/>
                </a:lnTo>
                <a:cubicBezTo>
                  <a:pt x="3186" y="6195"/>
                  <a:pt x="3135" y="6144"/>
                  <a:pt x="3072" y="6144"/>
                </a:cubicBezTo>
                <a:cubicBezTo>
                  <a:pt x="3009" y="6144"/>
                  <a:pt x="2958" y="6195"/>
                  <a:pt x="2958" y="6258"/>
                </a:cubicBezTo>
                <a:lnTo>
                  <a:pt x="2958" y="6372"/>
                </a:lnTo>
                <a:lnTo>
                  <a:pt x="2617" y="6372"/>
                </a:lnTo>
                <a:lnTo>
                  <a:pt x="2617" y="6258"/>
                </a:lnTo>
                <a:cubicBezTo>
                  <a:pt x="2617" y="6195"/>
                  <a:pt x="2566" y="6144"/>
                  <a:pt x="2503" y="6144"/>
                </a:cubicBezTo>
                <a:cubicBezTo>
                  <a:pt x="2440" y="6144"/>
                  <a:pt x="2389" y="6195"/>
                  <a:pt x="2389" y="6258"/>
                </a:cubicBezTo>
                <a:lnTo>
                  <a:pt x="2389" y="6372"/>
                </a:lnTo>
                <a:lnTo>
                  <a:pt x="2048" y="6372"/>
                </a:lnTo>
                <a:lnTo>
                  <a:pt x="2048" y="6258"/>
                </a:lnTo>
                <a:cubicBezTo>
                  <a:pt x="2048" y="6195"/>
                  <a:pt x="1997" y="6144"/>
                  <a:pt x="1934" y="6144"/>
                </a:cubicBezTo>
                <a:cubicBezTo>
                  <a:pt x="1871" y="6144"/>
                  <a:pt x="1820" y="6195"/>
                  <a:pt x="1820" y="6258"/>
                </a:cubicBezTo>
                <a:lnTo>
                  <a:pt x="1820" y="6372"/>
                </a:lnTo>
                <a:lnTo>
                  <a:pt x="1479" y="6372"/>
                </a:lnTo>
                <a:lnTo>
                  <a:pt x="1479" y="6258"/>
                </a:lnTo>
                <a:cubicBezTo>
                  <a:pt x="1479" y="6195"/>
                  <a:pt x="1428" y="6144"/>
                  <a:pt x="1365" y="6144"/>
                </a:cubicBezTo>
                <a:cubicBezTo>
                  <a:pt x="1302" y="6144"/>
                  <a:pt x="1252" y="6195"/>
                  <a:pt x="1252" y="6258"/>
                </a:cubicBezTo>
                <a:lnTo>
                  <a:pt x="1252" y="6372"/>
                </a:lnTo>
                <a:lnTo>
                  <a:pt x="910" y="6372"/>
                </a:lnTo>
                <a:lnTo>
                  <a:pt x="910" y="6258"/>
                </a:lnTo>
                <a:cubicBezTo>
                  <a:pt x="910" y="6195"/>
                  <a:pt x="859" y="6144"/>
                  <a:pt x="796" y="6144"/>
                </a:cubicBezTo>
                <a:cubicBezTo>
                  <a:pt x="734" y="6144"/>
                  <a:pt x="683" y="6195"/>
                  <a:pt x="683" y="6258"/>
                </a:cubicBezTo>
                <a:lnTo>
                  <a:pt x="683" y="6372"/>
                </a:lnTo>
                <a:lnTo>
                  <a:pt x="455" y="6372"/>
                </a:lnTo>
                <a:lnTo>
                  <a:pt x="455" y="5234"/>
                </a:lnTo>
                <a:lnTo>
                  <a:pt x="1263" y="5234"/>
                </a:lnTo>
                <a:close/>
              </a:path>
            </a:pathLst>
          </a:custGeom>
          <a:solidFill>
            <a:sysClr val="window" lastClr="FFFFFF"/>
          </a:solidFill>
          <a:ln>
            <a:noFill/>
          </a:ln>
        </p:spPr>
        <p:txBody>
          <a:bodyPr anchor="ctr"/>
          <a:lstStyle/>
          <a:p>
            <a:pPr algn="ctr">
              <a:lnSpc>
                <a:spcPct val="130000"/>
              </a:lnSpc>
            </a:pPr>
            <a:endParaRPr>
              <a:latin typeface="微软雅黑" panose="020B0503020204020204" pitchFamily="34" charset="-122"/>
              <a:ea typeface="微软雅黑" panose="020B0503020204020204" pitchFamily="34" charset="-122"/>
              <a:cs typeface="Impact" panose="020B0806030902050204" pitchFamily="34" charset="0"/>
            </a:endParaRPr>
          </a:p>
        </p:txBody>
      </p:sp>
      <p:sp>
        <p:nvSpPr>
          <p:cNvPr id="15" name="椭圆 14"/>
          <p:cNvSpPr/>
          <p:nvPr>
            <p:custDataLst>
              <p:tags r:id="rId8"/>
            </p:custDataLst>
          </p:nvPr>
        </p:nvSpPr>
        <p:spPr>
          <a:xfrm>
            <a:off x="4116705" y="2973070"/>
            <a:ext cx="256540" cy="273685"/>
          </a:xfrm>
          <a:prstGeom prst="ellipse">
            <a:avLst/>
          </a:prstGeom>
          <a:solidFill>
            <a:srgbClr val="1F74AD"/>
          </a:solidFill>
          <a:ln w="3810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endParaRPr>
              <a:latin typeface="微软雅黑" panose="020B0503020204020204" pitchFamily="34" charset="-122"/>
              <a:ea typeface="微软雅黑" panose="020B0503020204020204" pitchFamily="34" charset="-122"/>
              <a:cs typeface="Impact" panose="020B0806030902050204" pitchFamily="34" charset="0"/>
            </a:endParaRPr>
          </a:p>
        </p:txBody>
      </p:sp>
      <p:sp>
        <p:nvSpPr>
          <p:cNvPr id="16" name="任意多边形 15"/>
          <p:cNvSpPr/>
          <p:nvPr>
            <p:custDataLst>
              <p:tags r:id="rId9"/>
            </p:custDataLst>
          </p:nvPr>
        </p:nvSpPr>
        <p:spPr bwMode="auto">
          <a:xfrm>
            <a:off x="4169410" y="3032760"/>
            <a:ext cx="150495" cy="154940"/>
          </a:xfrm>
          <a:custGeom>
            <a:avLst/>
            <a:gdLst>
              <a:gd name="T0" fmla="*/ 3413 w 6827"/>
              <a:gd name="T1" fmla="*/ 0 h 5912"/>
              <a:gd name="T2" fmla="*/ 0 w 6827"/>
              <a:gd name="T3" fmla="*/ 5912 h 5912"/>
              <a:gd name="T4" fmla="*/ 6827 w 6827"/>
              <a:gd name="T5" fmla="*/ 5912 h 5912"/>
              <a:gd name="T6" fmla="*/ 3413 w 6827"/>
              <a:gd name="T7" fmla="*/ 0 h 5912"/>
              <a:gd name="T8" fmla="*/ 3413 w 6827"/>
              <a:gd name="T9" fmla="*/ 972 h 5912"/>
              <a:gd name="T10" fmla="*/ 4489 w 6827"/>
              <a:gd name="T11" fmla="*/ 2835 h 5912"/>
              <a:gd name="T12" fmla="*/ 2338 w 6827"/>
              <a:gd name="T13" fmla="*/ 2835 h 5912"/>
              <a:gd name="T14" fmla="*/ 3413 w 6827"/>
              <a:gd name="T15" fmla="*/ 972 h 5912"/>
              <a:gd name="T16" fmla="*/ 842 w 6827"/>
              <a:gd name="T17" fmla="*/ 5426 h 5912"/>
              <a:gd name="T18" fmla="*/ 1917 w 6827"/>
              <a:gd name="T19" fmla="*/ 3564 h 5912"/>
              <a:gd name="T20" fmla="*/ 2993 w 6827"/>
              <a:gd name="T21" fmla="*/ 5426 h 5912"/>
              <a:gd name="T22" fmla="*/ 842 w 6827"/>
              <a:gd name="T23" fmla="*/ 5426 h 5912"/>
              <a:gd name="T24" fmla="*/ 2338 w 6827"/>
              <a:gd name="T25" fmla="*/ 3321 h 5912"/>
              <a:gd name="T26" fmla="*/ 4489 w 6827"/>
              <a:gd name="T27" fmla="*/ 3321 h 5912"/>
              <a:gd name="T28" fmla="*/ 3413 w 6827"/>
              <a:gd name="T29" fmla="*/ 5183 h 5912"/>
              <a:gd name="T30" fmla="*/ 2338 w 6827"/>
              <a:gd name="T31" fmla="*/ 3321 h 5912"/>
              <a:gd name="T32" fmla="*/ 4910 w 6827"/>
              <a:gd name="T33" fmla="*/ 3564 h 5912"/>
              <a:gd name="T34" fmla="*/ 5985 w 6827"/>
              <a:gd name="T35" fmla="*/ 5426 h 5912"/>
              <a:gd name="T36" fmla="*/ 3834 w 6827"/>
              <a:gd name="T37" fmla="*/ 5426 h 5912"/>
              <a:gd name="T38" fmla="*/ 4910 w 6827"/>
              <a:gd name="T39" fmla="*/ 3564 h 5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826" h="5912">
                <a:moveTo>
                  <a:pt x="3413" y="0"/>
                </a:moveTo>
                <a:lnTo>
                  <a:pt x="0" y="5912"/>
                </a:lnTo>
                <a:lnTo>
                  <a:pt x="6827" y="5912"/>
                </a:lnTo>
                <a:lnTo>
                  <a:pt x="3413" y="0"/>
                </a:lnTo>
                <a:close/>
                <a:moveTo>
                  <a:pt x="3413" y="972"/>
                </a:moveTo>
                <a:lnTo>
                  <a:pt x="4489" y="2835"/>
                </a:lnTo>
                <a:lnTo>
                  <a:pt x="2338" y="2835"/>
                </a:lnTo>
                <a:lnTo>
                  <a:pt x="3413" y="972"/>
                </a:lnTo>
                <a:close/>
                <a:moveTo>
                  <a:pt x="842" y="5426"/>
                </a:moveTo>
                <a:lnTo>
                  <a:pt x="1917" y="3564"/>
                </a:lnTo>
                <a:lnTo>
                  <a:pt x="2993" y="5426"/>
                </a:lnTo>
                <a:lnTo>
                  <a:pt x="842" y="5426"/>
                </a:lnTo>
                <a:close/>
                <a:moveTo>
                  <a:pt x="2338" y="3321"/>
                </a:moveTo>
                <a:lnTo>
                  <a:pt x="4489" y="3321"/>
                </a:lnTo>
                <a:lnTo>
                  <a:pt x="3413" y="5183"/>
                </a:lnTo>
                <a:lnTo>
                  <a:pt x="2338" y="3321"/>
                </a:lnTo>
                <a:close/>
                <a:moveTo>
                  <a:pt x="4910" y="3564"/>
                </a:moveTo>
                <a:lnTo>
                  <a:pt x="5985" y="5426"/>
                </a:lnTo>
                <a:lnTo>
                  <a:pt x="3834" y="5426"/>
                </a:lnTo>
                <a:lnTo>
                  <a:pt x="4910" y="3564"/>
                </a:lnTo>
                <a:close/>
              </a:path>
            </a:pathLst>
          </a:custGeom>
          <a:solidFill>
            <a:sysClr val="window" lastClr="FFFFFF"/>
          </a:solidFill>
          <a:ln>
            <a:noFill/>
          </a:ln>
        </p:spPr>
        <p:txBody>
          <a:bodyPr anchor="ctr"/>
          <a:lstStyle/>
          <a:p>
            <a:pPr algn="ctr">
              <a:lnSpc>
                <a:spcPct val="130000"/>
              </a:lnSpc>
            </a:pPr>
            <a:endParaRPr>
              <a:latin typeface="微软雅黑" panose="020B0503020204020204" pitchFamily="34" charset="-122"/>
              <a:ea typeface="微软雅黑" panose="020B0503020204020204" pitchFamily="34" charset="-122"/>
              <a:cs typeface="Impact" panose="020B0806030902050204" pitchFamily="34" charset="0"/>
            </a:endParaRPr>
          </a:p>
        </p:txBody>
      </p:sp>
      <p:sp>
        <p:nvSpPr>
          <p:cNvPr id="22" name="文本框 21"/>
          <p:cNvSpPr txBox="1"/>
          <p:nvPr>
            <p:custDataLst>
              <p:tags r:id="rId10"/>
            </p:custDataLst>
          </p:nvPr>
        </p:nvSpPr>
        <p:spPr>
          <a:xfrm>
            <a:off x="2807970" y="3247390"/>
            <a:ext cx="1346200" cy="940435"/>
          </a:xfrm>
          <a:prstGeom prst="rect">
            <a:avLst/>
          </a:prstGeom>
          <a:noFill/>
        </p:spPr>
        <p:txBody>
          <a:bodyPr wrap="square" lIns="90000" tIns="46800" rIns="90000" bIns="0" anchor="ctr" anchorCtr="0"/>
          <a:lstStyle/>
          <a:p>
            <a:pPr algn="ctr">
              <a:lnSpc>
                <a:spcPct val="130000"/>
              </a:lnSpc>
            </a:pPr>
            <a:r>
              <a:rPr lang="zh-CN" altLang="en-US" sz="2800" b="1" spc="300">
                <a:solidFill>
                  <a:sysClr val="window" lastClr="FFFFFF"/>
                </a:solidFill>
                <a:latin typeface="微软雅黑" panose="020B0503020204020204" pitchFamily="34" charset="-122"/>
                <a:ea typeface="微软雅黑" panose="020B0503020204020204" pitchFamily="34" charset="-122"/>
                <a:cs typeface="+mn-ea"/>
              </a:rPr>
              <a:t>编码计算</a:t>
            </a:r>
            <a:endParaRPr lang="zh-CN" altLang="en-US" sz="2800" b="1" spc="300">
              <a:solidFill>
                <a:sysClr val="window" lastClr="FFFFFF"/>
              </a:solidFill>
              <a:latin typeface="微软雅黑" panose="020B0503020204020204" pitchFamily="34" charset="-122"/>
              <a:ea typeface="微软雅黑" panose="020B0503020204020204" pitchFamily="34" charset="-122"/>
              <a:cs typeface="+mn-ea"/>
            </a:endParaRPr>
          </a:p>
        </p:txBody>
      </p:sp>
      <p:cxnSp>
        <p:nvCxnSpPr>
          <p:cNvPr id="24" name="直接连接符 23"/>
          <p:cNvCxnSpPr/>
          <p:nvPr>
            <p:custDataLst>
              <p:tags r:id="rId11"/>
            </p:custDataLst>
          </p:nvPr>
        </p:nvCxnSpPr>
        <p:spPr>
          <a:xfrm>
            <a:off x="6388972" y="2236067"/>
            <a:ext cx="1585447" cy="0"/>
          </a:xfrm>
          <a:prstGeom prst="line">
            <a:avLst/>
          </a:prstGeom>
          <a:ln>
            <a:solidFill>
              <a:srgbClr val="000000">
                <a:lumMod val="40000"/>
                <a:lumOff val="60000"/>
              </a:srgbClr>
            </a:solidFill>
          </a:ln>
        </p:spPr>
        <p:style>
          <a:lnRef idx="1">
            <a:srgbClr val="1F74AD"/>
          </a:lnRef>
          <a:fillRef idx="0">
            <a:srgbClr val="1F74AD"/>
          </a:fillRef>
          <a:effectRef idx="0">
            <a:srgbClr val="1F74AD"/>
          </a:effectRef>
          <a:fontRef idx="minor">
            <a:srgbClr val="000000"/>
          </a:fontRef>
        </p:style>
      </p:cxnSp>
      <p:sp>
        <p:nvSpPr>
          <p:cNvPr id="27" name="文本框 26"/>
          <p:cNvSpPr txBox="1"/>
          <p:nvPr>
            <p:custDataLst>
              <p:tags r:id="rId12"/>
            </p:custDataLst>
          </p:nvPr>
        </p:nvSpPr>
        <p:spPr>
          <a:xfrm>
            <a:off x="4468494" y="2562343"/>
            <a:ext cx="6100269" cy="1805305"/>
          </a:xfrm>
          <a:prstGeom prst="rect">
            <a:avLst/>
          </a:prstGeom>
          <a:noFill/>
        </p:spPr>
        <p:txBody>
          <a:bodyPr wrap="square" lIns="90000" tIns="0" rIns="90000" bIns="46800" anchor="t"/>
          <a:lstStyle/>
          <a:p>
            <a:pPr defTabSz="913765">
              <a:lnSpc>
                <a:spcPct val="150000"/>
              </a:lnSpc>
              <a:spcBef>
                <a:spcPct val="0"/>
              </a:spcBef>
              <a:defRPr/>
            </a:pPr>
            <a:r>
              <a:rPr kumimoji="1" lang="zh-CN" altLang="en-US" sz="2000" b="1" dirty="0" smtClean="0">
                <a:latin typeface="微软雅黑" panose="020B0503020204020204" pitchFamily="34" charset="-122"/>
                <a:ea typeface="微软雅黑" panose="020B0503020204020204" pitchFamily="34" charset="-122"/>
                <a:sym typeface="+mn-ea"/>
              </a:rPr>
              <a:t>音频</a:t>
            </a:r>
            <a:r>
              <a:rPr kumimoji="1" lang="zh-CN" altLang="en-US" sz="2000" b="1" dirty="0">
                <a:latin typeface="微软雅黑" panose="020B0503020204020204" pitchFamily="34" charset="-122"/>
                <a:ea typeface="微软雅黑" panose="020B0503020204020204" pitchFamily="34" charset="-122"/>
                <a:sym typeface="+mn-ea"/>
              </a:rPr>
              <a:t>所占的存储容量取决于采样频率、量化位数、声道数和时长，其计算公式为</a:t>
            </a:r>
            <a:r>
              <a:rPr kumimoji="1" lang="zh-CN" altLang="en-US" sz="2000" b="1" dirty="0" smtClean="0">
                <a:latin typeface="微软雅黑" panose="020B0503020204020204" pitchFamily="34" charset="-122"/>
                <a:ea typeface="微软雅黑" panose="020B0503020204020204" pitchFamily="34" charset="-122"/>
                <a:sym typeface="+mn-ea"/>
              </a:rPr>
              <a:t>：</a:t>
            </a:r>
            <a:endParaRPr kumimoji="1" lang="en-US" altLang="zh-CN" sz="2000" b="1" dirty="0" smtClean="0">
              <a:latin typeface="微软雅黑" panose="020B0503020204020204" pitchFamily="34" charset="-122"/>
              <a:ea typeface="微软雅黑" panose="020B0503020204020204" pitchFamily="34" charset="-122"/>
              <a:sym typeface="+mn-ea"/>
            </a:endParaRPr>
          </a:p>
        </p:txBody>
      </p:sp>
      <p:sp>
        <p:nvSpPr>
          <p:cNvPr id="28" name="文本框 27"/>
          <p:cNvSpPr txBox="1"/>
          <p:nvPr>
            <p:custDataLst>
              <p:tags r:id="rId13"/>
            </p:custDataLst>
          </p:nvPr>
        </p:nvSpPr>
        <p:spPr>
          <a:xfrm>
            <a:off x="6388972" y="1831097"/>
            <a:ext cx="1825004" cy="404970"/>
          </a:xfrm>
          <a:prstGeom prst="rect">
            <a:avLst/>
          </a:prstGeom>
          <a:noFill/>
        </p:spPr>
        <p:txBody>
          <a:bodyPr wrap="square" lIns="90000" tIns="46800" rIns="90000" bIns="0" anchor="b" anchorCtr="0">
            <a:noAutofit/>
          </a:bodyPr>
          <a:lstStyle/>
          <a:p>
            <a:pPr defTabSz="913765">
              <a:lnSpc>
                <a:spcPct val="120000"/>
              </a:lnSpc>
              <a:spcBef>
                <a:spcPct val="0"/>
              </a:spcBef>
              <a:defRPr/>
            </a:pPr>
            <a:r>
              <a:rPr lang="zh-CN" altLang="en-US" sz="2800" b="1" spc="300" dirty="0">
                <a:solidFill>
                  <a:srgbClr val="1F74AD"/>
                </a:solidFill>
                <a:latin typeface="微软雅黑" panose="020B0503020204020204" pitchFamily="34" charset="-122"/>
                <a:ea typeface="微软雅黑" panose="020B0503020204020204" pitchFamily="34" charset="-122"/>
              </a:rPr>
              <a:t>声音编码</a:t>
            </a:r>
            <a:endParaRPr lang="zh-CN" altLang="en-US" sz="2800" b="1" spc="300" dirty="0">
              <a:solidFill>
                <a:srgbClr val="1F74AD"/>
              </a:solidFill>
              <a:latin typeface="微软雅黑" panose="020B0503020204020204" pitchFamily="34" charset="-122"/>
              <a:ea typeface="微软雅黑" panose="020B0503020204020204" pitchFamily="34" charset="-122"/>
            </a:endParaRPr>
          </a:p>
        </p:txBody>
      </p:sp>
      <p:sp>
        <p:nvSpPr>
          <p:cNvPr id="3" name="矩形 2"/>
          <p:cNvSpPr/>
          <p:nvPr/>
        </p:nvSpPr>
        <p:spPr>
          <a:xfrm>
            <a:off x="5599914" y="3633946"/>
            <a:ext cx="3403120" cy="738664"/>
          </a:xfrm>
          <a:prstGeom prst="rect">
            <a:avLst/>
          </a:prstGeom>
        </p:spPr>
        <p:txBody>
          <a:bodyPr wrap="square">
            <a:spAutoFit/>
          </a:bodyPr>
          <a:lstStyle/>
          <a:p>
            <a:pPr lvl="0" defTabSz="913765">
              <a:lnSpc>
                <a:spcPct val="150000"/>
              </a:lnSpc>
              <a:spcBef>
                <a:spcPts val="1800"/>
              </a:spcBef>
              <a:defRPr/>
            </a:pPr>
            <a:r>
              <a:rPr kumimoji="1" lang="zh-CN" altLang="en-US" sz="2800" b="1" spc="150" dirty="0">
                <a:solidFill>
                  <a:srgbClr val="FF0000"/>
                </a:solidFill>
                <a:latin typeface="微软雅黑" panose="020B0503020204020204" pitchFamily="34" charset="-122"/>
                <a:ea typeface="微软雅黑" panose="020B0503020204020204" pitchFamily="34" charset="-122"/>
                <a:sym typeface="+mn-ea"/>
              </a:rPr>
              <a:t>注意：单位的统一</a:t>
            </a:r>
            <a:endParaRPr kumimoji="1" lang="en-US" altLang="zh-CN" sz="2800" b="1" spc="15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3"/>
          <p:cNvSpPr txBox="1"/>
          <p:nvPr/>
        </p:nvSpPr>
        <p:spPr>
          <a:xfrm>
            <a:off x="2111257" y="4997392"/>
            <a:ext cx="9070768" cy="1200329"/>
          </a:xfrm>
          <a:prstGeom prst="rect">
            <a:avLst/>
          </a:prstGeom>
          <a:noFill/>
        </p:spPr>
        <p:txBody>
          <a:bodyPr wrap="square" rtlCol="0">
            <a:spAutoFit/>
          </a:bodyPr>
          <a:lstStyle/>
          <a:p>
            <a:pPr>
              <a:lnSpc>
                <a:spcPct val="150000"/>
              </a:lnSpc>
            </a:pPr>
            <a:r>
              <a:rPr kumimoji="1" lang="zh-CN" altLang="en-US" b="1" dirty="0">
                <a:latin typeface="微软雅黑" panose="020B0503020204020204" pitchFamily="34" charset="-122"/>
                <a:ea typeface="微软雅黑" panose="020B0503020204020204" pitchFamily="34" charset="-122"/>
                <a:sym typeface="+mn-ea"/>
              </a:rPr>
              <a:t>音频所占的存储容量</a:t>
            </a:r>
            <a:r>
              <a:rPr kumimoji="1" lang="en-US" altLang="zh-CN" b="1" dirty="0" smtClean="0">
                <a:latin typeface="微软雅黑" panose="020B0503020204020204" pitchFamily="34" charset="-122"/>
                <a:ea typeface="微软雅黑" panose="020B0503020204020204" pitchFamily="34" charset="-122"/>
                <a:sym typeface="+mn-ea"/>
              </a:rPr>
              <a:t>(MB)=</a:t>
            </a:r>
            <a:endParaRPr kumimoji="1" lang="en-US" altLang="zh-CN" b="1" dirty="0" smtClean="0">
              <a:latin typeface="微软雅黑" panose="020B0503020204020204" pitchFamily="34" charset="-122"/>
              <a:ea typeface="微软雅黑" panose="020B0503020204020204" pitchFamily="34" charset="-122"/>
              <a:sym typeface="+mn-ea"/>
            </a:endParaRPr>
          </a:p>
          <a:p>
            <a:pPr>
              <a:lnSpc>
                <a:spcPct val="150000"/>
              </a:lnSpc>
            </a:pPr>
            <a:r>
              <a:rPr kumimoji="1" lang="zh-CN" altLang="en-US" b="1" dirty="0" smtClean="0">
                <a:latin typeface="微软雅黑" panose="020B0503020204020204" pitchFamily="34" charset="-122"/>
                <a:ea typeface="微软雅黑" panose="020B0503020204020204" pitchFamily="34" charset="-122"/>
                <a:sym typeface="+mn-ea"/>
              </a:rPr>
              <a:t>采样频率</a:t>
            </a:r>
            <a:r>
              <a:rPr kumimoji="1" lang="en-US" altLang="zh-CN" b="1" dirty="0" smtClean="0">
                <a:latin typeface="微软雅黑" panose="020B0503020204020204" pitchFamily="34" charset="-122"/>
                <a:ea typeface="微软雅黑" panose="020B0503020204020204" pitchFamily="34" charset="-122"/>
                <a:sym typeface="+mn-ea"/>
              </a:rPr>
              <a:t>(Hz)×</a:t>
            </a:r>
            <a:r>
              <a:rPr kumimoji="1" lang="zh-CN" altLang="en-US" b="1" dirty="0">
                <a:latin typeface="微软雅黑" panose="020B0503020204020204" pitchFamily="34" charset="-122"/>
                <a:ea typeface="微软雅黑" panose="020B0503020204020204" pitchFamily="34" charset="-122"/>
                <a:sym typeface="+mn-ea"/>
              </a:rPr>
              <a:t>量化位数</a:t>
            </a:r>
            <a:r>
              <a:rPr kumimoji="1" lang="en-US" altLang="zh-CN" b="1" dirty="0">
                <a:latin typeface="微软雅黑" panose="020B0503020204020204" pitchFamily="34" charset="-122"/>
                <a:ea typeface="微软雅黑" panose="020B0503020204020204" pitchFamily="34" charset="-122"/>
                <a:sym typeface="+mn-ea"/>
              </a:rPr>
              <a:t>×</a:t>
            </a:r>
            <a:r>
              <a:rPr kumimoji="1" lang="zh-CN" altLang="en-US" b="1" dirty="0">
                <a:latin typeface="微软雅黑" panose="020B0503020204020204" pitchFamily="34" charset="-122"/>
                <a:ea typeface="微软雅黑" panose="020B0503020204020204" pitchFamily="34" charset="-122"/>
                <a:sym typeface="+mn-ea"/>
              </a:rPr>
              <a:t>声道数</a:t>
            </a:r>
            <a:r>
              <a:rPr kumimoji="1" lang="en-US" altLang="zh-CN" b="1" dirty="0">
                <a:latin typeface="微软雅黑" panose="020B0503020204020204" pitchFamily="34" charset="-122"/>
                <a:ea typeface="微软雅黑" panose="020B0503020204020204" pitchFamily="34" charset="-122"/>
                <a:sym typeface="+mn-ea"/>
              </a:rPr>
              <a:t>×</a:t>
            </a:r>
            <a:r>
              <a:rPr kumimoji="1" lang="zh-CN" altLang="en-US" b="1" dirty="0">
                <a:latin typeface="微软雅黑" panose="020B0503020204020204" pitchFamily="34" charset="-122"/>
                <a:ea typeface="微软雅黑" panose="020B0503020204020204" pitchFamily="34" charset="-122"/>
                <a:sym typeface="+mn-ea"/>
              </a:rPr>
              <a:t>时长</a:t>
            </a:r>
            <a:r>
              <a:rPr kumimoji="1" lang="en-US" altLang="zh-CN" b="1" dirty="0">
                <a:latin typeface="微软雅黑" panose="020B0503020204020204" pitchFamily="34" charset="-122"/>
                <a:ea typeface="微软雅黑" panose="020B0503020204020204" pitchFamily="34" charset="-122"/>
                <a:sym typeface="+mn-ea"/>
              </a:rPr>
              <a:t>(s)/</a:t>
            </a:r>
            <a:r>
              <a:rPr kumimoji="1" lang="en-US" altLang="zh-CN" b="1" dirty="0" smtClean="0">
                <a:latin typeface="微软雅黑" panose="020B0503020204020204" pitchFamily="34" charset="-122"/>
                <a:ea typeface="微软雅黑" panose="020B0503020204020204" pitchFamily="34" charset="-122"/>
                <a:sym typeface="+mn-ea"/>
              </a:rPr>
              <a:t>8</a:t>
            </a:r>
            <a:r>
              <a:rPr lang="en-US" altLang="zh-CN" b="1" dirty="0" smtClean="0">
                <a:latin typeface="微软雅黑" panose="020B0503020204020204" pitchFamily="34" charset="-122"/>
                <a:ea typeface="微软雅黑" panose="020B0503020204020204" pitchFamily="34" charset="-122"/>
              </a:rPr>
              <a:t>/1024/1024</a:t>
            </a:r>
            <a:endParaRPr lang="zh-CN" altLang="en-US" b="1" dirty="0">
              <a:latin typeface="微软雅黑" panose="020B0503020204020204" pitchFamily="34" charset="-122"/>
              <a:ea typeface="微软雅黑" panose="020B0503020204020204" pitchFamily="34" charset="-122"/>
            </a:endParaRPr>
          </a:p>
          <a:p>
            <a:endParaRPr kumimoji="1" lang="en-US" altLang="zh-CN" b="1" dirty="0">
              <a:latin typeface="微软雅黑" panose="020B0503020204020204" pitchFamily="34" charset="-122"/>
              <a:ea typeface="微软雅黑" panose="020B0503020204020204" pitchFamily="34" charset="-122"/>
              <a:sym typeface="+mn-ea"/>
            </a:endParaRPr>
          </a:p>
        </p:txBody>
      </p:sp>
      <p:sp>
        <p:nvSpPr>
          <p:cNvPr id="5" name="TextBox 4"/>
          <p:cNvSpPr txBox="1"/>
          <p:nvPr/>
        </p:nvSpPr>
        <p:spPr>
          <a:xfrm>
            <a:off x="6513712" y="5098210"/>
            <a:ext cx="396361" cy="369332"/>
          </a:xfrm>
          <a:prstGeom prst="rect">
            <a:avLst/>
          </a:prstGeom>
          <a:noFill/>
        </p:spPr>
        <p:txBody>
          <a:bodyPr wrap="square" rtlCol="0">
            <a:spAutoFit/>
          </a:bodyPr>
          <a:lstStyle/>
          <a:p>
            <a:r>
              <a:rPr lang="en-US" altLang="zh-CN" b="1" dirty="0" smtClean="0">
                <a:solidFill>
                  <a:srgbClr val="FF0000"/>
                </a:solidFill>
              </a:rPr>
              <a:t>B</a:t>
            </a:r>
            <a:endParaRPr lang="zh-CN" altLang="en-US" b="1" dirty="0">
              <a:solidFill>
                <a:srgbClr val="FF0000"/>
              </a:solidFill>
            </a:endParaRPr>
          </a:p>
        </p:txBody>
      </p:sp>
      <p:sp>
        <p:nvSpPr>
          <p:cNvPr id="20" name="TextBox 19"/>
          <p:cNvSpPr txBox="1"/>
          <p:nvPr/>
        </p:nvSpPr>
        <p:spPr>
          <a:xfrm>
            <a:off x="6810679" y="5828160"/>
            <a:ext cx="542641" cy="369332"/>
          </a:xfrm>
          <a:prstGeom prst="rect">
            <a:avLst/>
          </a:prstGeom>
          <a:noFill/>
        </p:spPr>
        <p:txBody>
          <a:bodyPr wrap="square" rtlCol="0">
            <a:spAutoFit/>
          </a:bodyPr>
          <a:lstStyle/>
          <a:p>
            <a:r>
              <a:rPr lang="en-US" altLang="zh-CN" b="1" dirty="0" smtClean="0">
                <a:solidFill>
                  <a:srgbClr val="FF0000"/>
                </a:solidFill>
              </a:rPr>
              <a:t>KB</a:t>
            </a:r>
            <a:endParaRPr lang="zh-CN" altLang="en-US" b="1" dirty="0">
              <a:solidFill>
                <a:srgbClr val="FF0000"/>
              </a:solidFill>
            </a:endParaRPr>
          </a:p>
        </p:txBody>
      </p:sp>
      <p:sp>
        <p:nvSpPr>
          <p:cNvPr id="21" name="TextBox 20"/>
          <p:cNvSpPr txBox="1"/>
          <p:nvPr/>
        </p:nvSpPr>
        <p:spPr>
          <a:xfrm>
            <a:off x="7619293" y="5098683"/>
            <a:ext cx="472932" cy="369332"/>
          </a:xfrm>
          <a:prstGeom prst="rect">
            <a:avLst/>
          </a:prstGeom>
          <a:noFill/>
        </p:spPr>
        <p:txBody>
          <a:bodyPr wrap="square" rtlCol="0">
            <a:spAutoFit/>
          </a:bodyPr>
          <a:lstStyle/>
          <a:p>
            <a:r>
              <a:rPr lang="en-US" altLang="zh-CN" b="1" dirty="0" smtClean="0">
                <a:solidFill>
                  <a:srgbClr val="FF0000"/>
                </a:solidFill>
              </a:rPr>
              <a:t>MB</a:t>
            </a:r>
            <a:endParaRPr lang="zh-CN" altLang="en-US" b="1" dirty="0">
              <a:solidFill>
                <a:srgbClr val="FF0000"/>
              </a:solidFill>
            </a:endParaRPr>
          </a:p>
        </p:txBody>
      </p:sp>
    </p:spTree>
  </p:cSld>
  <p:clrMapOvr>
    <a:masterClrMapping/>
  </p:clrMapOvr>
  <p:transition spd="slow">
    <p:push dir="u"/>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t="18667" b="5249"/>
          <a:stretch>
            <a:fillRect/>
          </a:stretch>
        </p:blipFill>
        <p:spPr bwMode="auto">
          <a:xfrm>
            <a:off x="1509822" y="1616149"/>
            <a:ext cx="9537405" cy="431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8"/>
          <p:cNvSpPr txBox="1">
            <a:spLocks noChangeArrowheads="1"/>
          </p:cNvSpPr>
          <p:nvPr>
            <p:custDataLst>
              <p:tags r:id="rId2"/>
            </p:custDataLst>
          </p:nvPr>
        </p:nvSpPr>
        <p:spPr bwMode="auto">
          <a:xfrm>
            <a:off x="4468715" y="28654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spd="slow">
    <p:push dir="u"/>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custDataLst>
              <p:tags r:id="rId1"/>
            </p:custDataLst>
          </p:nvPr>
        </p:nvSpPr>
        <p:spPr>
          <a:xfrm>
            <a:off x="3359347" y="1416337"/>
            <a:ext cx="5556738" cy="553998"/>
          </a:xfrm>
          <a:prstGeom prst="rect">
            <a:avLst/>
          </a:prstGeom>
          <a:noFill/>
        </p:spPr>
        <p:txBody>
          <a:bodyPr wrap="square" rtlCol="0">
            <a:spAutoFit/>
          </a:bodyPr>
          <a:lstStyle/>
          <a:p>
            <a:pPr algn="ctr"/>
            <a:r>
              <a:rPr lang="en-US" altLang="zh-CN" sz="3000" dirty="0">
                <a:solidFill>
                  <a:prstClr val="black"/>
                </a:solidFill>
                <a:latin typeface="黑体" panose="02010609060101010101" charset="-122"/>
                <a:ea typeface="黑体" panose="02010609060101010101" charset="-122"/>
              </a:rPr>
              <a:t>1. </a:t>
            </a:r>
            <a:r>
              <a:rPr lang="zh-CN" altLang="en-US" sz="3000" dirty="0">
                <a:solidFill>
                  <a:prstClr val="black"/>
                </a:solidFill>
                <a:latin typeface="黑体" panose="02010609060101010101" charset="-122"/>
                <a:ea typeface="黑体" panose="02010609060101010101" charset="-122"/>
              </a:rPr>
              <a:t>图像采样</a:t>
            </a:r>
            <a:endParaRPr lang="zh-CN" altLang="en-US" sz="3000" dirty="0">
              <a:solidFill>
                <a:prstClr val="black"/>
              </a:solidFill>
              <a:latin typeface="黑体" panose="02010609060101010101" charset="-122"/>
              <a:ea typeface="黑体" panose="02010609060101010101" charset="-122"/>
            </a:endParaRPr>
          </a:p>
        </p:txBody>
      </p:sp>
      <p:cxnSp>
        <p:nvCxnSpPr>
          <p:cNvPr id="29" name="直接连接符 28"/>
          <p:cNvCxnSpPr/>
          <p:nvPr>
            <p:custDataLst>
              <p:tags r:id="rId2"/>
            </p:custDataLst>
          </p:nvPr>
        </p:nvCxnSpPr>
        <p:spPr>
          <a:xfrm flipV="1">
            <a:off x="3359346" y="2060503"/>
            <a:ext cx="5556738" cy="23447"/>
          </a:xfrm>
          <a:prstGeom prst="line">
            <a:avLst/>
          </a:prstGeom>
          <a:ln w="12700">
            <a:solidFill>
              <a:srgbClr val="01431D"/>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p:custDataLst>
              <p:tags r:id="rId3"/>
            </p:custDataLst>
          </p:nvPr>
        </p:nvGrpSpPr>
        <p:grpSpPr>
          <a:xfrm>
            <a:off x="2796635" y="1801906"/>
            <a:ext cx="445481" cy="469613"/>
            <a:chOff x="2121873" y="1511588"/>
            <a:chExt cx="445481" cy="469613"/>
          </a:xfrm>
        </p:grpSpPr>
        <p:sp>
          <p:nvSpPr>
            <p:cNvPr id="39" name="矩形 38"/>
            <p:cNvSpPr/>
            <p:nvPr>
              <p:custDataLst>
                <p:tags r:id="rId4"/>
              </p:custDataLst>
            </p:nvPr>
          </p:nvSpPr>
          <p:spPr>
            <a:xfrm>
              <a:off x="2121873" y="1511588"/>
              <a:ext cx="363415" cy="363415"/>
            </a:xfrm>
            <a:prstGeom prst="rect">
              <a:avLst/>
            </a:prstGeom>
            <a:solidFill>
              <a:srgbClr val="0143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矩形 39"/>
            <p:cNvSpPr/>
            <p:nvPr>
              <p:custDataLst>
                <p:tags r:id="rId5"/>
              </p:custDataLst>
            </p:nvPr>
          </p:nvSpPr>
          <p:spPr>
            <a:xfrm>
              <a:off x="2321171" y="1735018"/>
              <a:ext cx="246183" cy="246183"/>
            </a:xfrm>
            <a:prstGeom prst="rect">
              <a:avLst/>
            </a:prstGeom>
            <a:solidFill>
              <a:srgbClr val="0162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pic>
        <p:nvPicPr>
          <p:cNvPr id="7" name="图片 6" descr="1211809811"/>
          <p:cNvPicPr>
            <a:picLocks noChangeAspect="1"/>
          </p:cNvPicPr>
          <p:nvPr>
            <p:custDataLst>
              <p:tags r:id="rId6"/>
            </p:custDataLst>
          </p:nvPr>
        </p:nvPicPr>
        <p:blipFill>
          <a:blip r:embed="rId7"/>
          <a:stretch>
            <a:fillRect/>
          </a:stretch>
        </p:blipFill>
        <p:spPr>
          <a:xfrm>
            <a:off x="4183741" y="2792073"/>
            <a:ext cx="2578735" cy="2553970"/>
          </a:xfrm>
          <a:prstGeom prst="rect">
            <a:avLst/>
          </a:prstGeom>
        </p:spPr>
      </p:pic>
      <p:sp>
        <p:nvSpPr>
          <p:cNvPr id="8" name="圆角矩形 7"/>
          <p:cNvSpPr/>
          <p:nvPr>
            <p:custDataLst>
              <p:tags r:id="rId8"/>
            </p:custDataLst>
          </p:nvPr>
        </p:nvSpPr>
        <p:spPr>
          <a:xfrm>
            <a:off x="7635819" y="2554583"/>
            <a:ext cx="1861820" cy="576580"/>
          </a:xfrm>
          <a:prstGeom prst="roundRect">
            <a:avLst/>
          </a:prstGeom>
          <a:solidFill>
            <a:srgbClr val="669473"/>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zh-CN" altLang="en-US" sz="2800" b="1">
                <a:solidFill>
                  <a:schemeClr val="bg1"/>
                </a:solidFill>
                <a:latin typeface="华文楷体" panose="02010600040101010101" pitchFamily="2" charset="-122"/>
                <a:ea typeface="华文楷体" panose="02010600040101010101" pitchFamily="2" charset="-122"/>
              </a:rPr>
              <a:t>图像采样</a:t>
            </a:r>
            <a:endParaRPr lang="zh-CN" altLang="en-US" sz="2800" b="1">
              <a:solidFill>
                <a:schemeClr val="bg1"/>
              </a:solidFill>
              <a:latin typeface="华文楷体" panose="02010600040101010101" pitchFamily="2" charset="-122"/>
              <a:ea typeface="华文楷体" panose="02010600040101010101" pitchFamily="2" charset="-122"/>
            </a:endParaRPr>
          </a:p>
        </p:txBody>
      </p:sp>
      <p:grpSp>
        <p:nvGrpSpPr>
          <p:cNvPr id="9" name="组合 8"/>
          <p:cNvGrpSpPr/>
          <p:nvPr>
            <p:custDataLst>
              <p:tags r:id="rId9"/>
            </p:custDataLst>
          </p:nvPr>
        </p:nvGrpSpPr>
        <p:grpSpPr>
          <a:xfrm>
            <a:off x="4398371" y="2853668"/>
            <a:ext cx="1943100" cy="2430780"/>
            <a:chOff x="2081" y="3777"/>
            <a:chExt cx="5235" cy="5475"/>
          </a:xfrm>
        </p:grpSpPr>
        <p:cxnSp>
          <p:nvCxnSpPr>
            <p:cNvPr id="10" name="直接连接符 9"/>
            <p:cNvCxnSpPr/>
            <p:nvPr>
              <p:custDataLst>
                <p:tags r:id="rId10"/>
              </p:custDataLst>
            </p:nvPr>
          </p:nvCxnSpPr>
          <p:spPr>
            <a:xfrm>
              <a:off x="2081" y="3777"/>
              <a:ext cx="5235"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1" name="直接连接符 10"/>
            <p:cNvCxnSpPr/>
            <p:nvPr>
              <p:custDataLst>
                <p:tags r:id="rId11"/>
              </p:custDataLst>
            </p:nvPr>
          </p:nvCxnSpPr>
          <p:spPr>
            <a:xfrm>
              <a:off x="2081" y="5146"/>
              <a:ext cx="5235"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2" name="直接连接符 11"/>
            <p:cNvCxnSpPr/>
            <p:nvPr>
              <p:custDataLst>
                <p:tags r:id="rId12"/>
              </p:custDataLst>
            </p:nvPr>
          </p:nvCxnSpPr>
          <p:spPr>
            <a:xfrm>
              <a:off x="2081" y="6514"/>
              <a:ext cx="5235"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3" name="直接连接符 12"/>
            <p:cNvCxnSpPr/>
            <p:nvPr>
              <p:custDataLst>
                <p:tags r:id="rId13"/>
              </p:custDataLst>
            </p:nvPr>
          </p:nvCxnSpPr>
          <p:spPr>
            <a:xfrm>
              <a:off x="2081" y="7883"/>
              <a:ext cx="5235"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4" name="直接连接符 13"/>
            <p:cNvCxnSpPr/>
            <p:nvPr>
              <p:custDataLst>
                <p:tags r:id="rId14"/>
              </p:custDataLst>
            </p:nvPr>
          </p:nvCxnSpPr>
          <p:spPr>
            <a:xfrm>
              <a:off x="2081" y="9252"/>
              <a:ext cx="5235" cy="0"/>
            </a:xfrm>
            <a:prstGeom prst="line">
              <a:avLst/>
            </a:prstGeom>
            <a:ln w="28575"/>
          </p:spPr>
          <p:style>
            <a:lnRef idx="3">
              <a:schemeClr val="dk1"/>
            </a:lnRef>
            <a:fillRef idx="0">
              <a:schemeClr val="dk1"/>
            </a:fillRef>
            <a:effectRef idx="2">
              <a:schemeClr val="dk1"/>
            </a:effectRef>
            <a:fontRef idx="minor">
              <a:schemeClr val="tx1"/>
            </a:fontRef>
          </p:style>
        </p:cxnSp>
      </p:grpSp>
      <p:grpSp>
        <p:nvGrpSpPr>
          <p:cNvPr id="15" name="组合 14"/>
          <p:cNvGrpSpPr/>
          <p:nvPr>
            <p:custDataLst>
              <p:tags r:id="rId15"/>
            </p:custDataLst>
          </p:nvPr>
        </p:nvGrpSpPr>
        <p:grpSpPr>
          <a:xfrm rot="5400000">
            <a:off x="4140182" y="3056123"/>
            <a:ext cx="2442293" cy="1945972"/>
            <a:chOff x="2079" y="5118"/>
            <a:chExt cx="6805" cy="4146"/>
          </a:xfrm>
        </p:grpSpPr>
        <p:cxnSp>
          <p:nvCxnSpPr>
            <p:cNvPr id="17" name="直接连接符 16"/>
            <p:cNvCxnSpPr/>
            <p:nvPr>
              <p:custDataLst>
                <p:tags r:id="rId16"/>
              </p:custDataLst>
            </p:nvPr>
          </p:nvCxnSpPr>
          <p:spPr>
            <a:xfrm>
              <a:off x="2084" y="5118"/>
              <a:ext cx="6798" cy="0"/>
            </a:xfrm>
            <a:prstGeom prst="line">
              <a:avLst/>
            </a:prstGeom>
            <a:ln w="38100">
              <a:solidFill>
                <a:schemeClr val="tx1">
                  <a:lumMod val="75000"/>
                  <a:lumOff val="25000"/>
                </a:schemeClr>
              </a:solidFill>
            </a:ln>
          </p:spPr>
          <p:style>
            <a:lnRef idx="3">
              <a:schemeClr val="dk1"/>
            </a:lnRef>
            <a:fillRef idx="0">
              <a:schemeClr val="dk1"/>
            </a:fillRef>
            <a:effectRef idx="2">
              <a:schemeClr val="dk1"/>
            </a:effectRef>
            <a:fontRef idx="minor">
              <a:schemeClr val="tx1"/>
            </a:fontRef>
          </p:style>
        </p:cxnSp>
        <p:cxnSp>
          <p:nvCxnSpPr>
            <p:cNvPr id="18" name="直接连接符 17"/>
            <p:cNvCxnSpPr/>
            <p:nvPr>
              <p:custDataLst>
                <p:tags r:id="rId17"/>
              </p:custDataLst>
            </p:nvPr>
          </p:nvCxnSpPr>
          <p:spPr>
            <a:xfrm>
              <a:off x="2083" y="6477"/>
              <a:ext cx="6799" cy="0"/>
            </a:xfrm>
            <a:prstGeom prst="line">
              <a:avLst/>
            </a:prstGeom>
            <a:ln w="28575">
              <a:solidFill>
                <a:schemeClr val="tx1">
                  <a:lumMod val="75000"/>
                  <a:lumOff val="25000"/>
                </a:schemeClr>
              </a:solidFill>
            </a:ln>
          </p:spPr>
          <p:style>
            <a:lnRef idx="3">
              <a:schemeClr val="dk1"/>
            </a:lnRef>
            <a:fillRef idx="0">
              <a:schemeClr val="dk1"/>
            </a:fillRef>
            <a:effectRef idx="2">
              <a:schemeClr val="dk1"/>
            </a:effectRef>
            <a:fontRef idx="minor">
              <a:schemeClr val="tx1"/>
            </a:fontRef>
          </p:style>
        </p:cxnSp>
        <p:cxnSp>
          <p:nvCxnSpPr>
            <p:cNvPr id="19" name="直接连接符 18"/>
            <p:cNvCxnSpPr/>
            <p:nvPr>
              <p:custDataLst>
                <p:tags r:id="rId18"/>
              </p:custDataLst>
            </p:nvPr>
          </p:nvCxnSpPr>
          <p:spPr>
            <a:xfrm>
              <a:off x="2083" y="7873"/>
              <a:ext cx="6799" cy="0"/>
            </a:xfrm>
            <a:prstGeom prst="line">
              <a:avLst/>
            </a:prstGeom>
            <a:ln w="28575">
              <a:solidFill>
                <a:schemeClr val="tx1">
                  <a:lumMod val="75000"/>
                  <a:lumOff val="25000"/>
                </a:schemeClr>
              </a:solidFill>
            </a:ln>
          </p:spPr>
          <p:style>
            <a:lnRef idx="3">
              <a:schemeClr val="dk1"/>
            </a:lnRef>
            <a:fillRef idx="0">
              <a:schemeClr val="dk1"/>
            </a:fillRef>
            <a:effectRef idx="2">
              <a:schemeClr val="dk1"/>
            </a:effectRef>
            <a:fontRef idx="minor">
              <a:schemeClr val="tx1"/>
            </a:fontRef>
          </p:style>
        </p:cxnSp>
        <p:cxnSp>
          <p:nvCxnSpPr>
            <p:cNvPr id="20" name="直接连接符 19"/>
            <p:cNvCxnSpPr/>
            <p:nvPr>
              <p:custDataLst>
                <p:tags r:id="rId19"/>
              </p:custDataLst>
            </p:nvPr>
          </p:nvCxnSpPr>
          <p:spPr>
            <a:xfrm>
              <a:off x="2081" y="9249"/>
              <a:ext cx="6803" cy="0"/>
            </a:xfrm>
            <a:prstGeom prst="line">
              <a:avLst/>
            </a:prstGeom>
            <a:ln w="28575">
              <a:solidFill>
                <a:schemeClr val="tx1">
                  <a:lumMod val="75000"/>
                  <a:lumOff val="25000"/>
                </a:schemeClr>
              </a:solidFill>
            </a:ln>
          </p:spPr>
          <p:style>
            <a:lnRef idx="3">
              <a:schemeClr val="dk1"/>
            </a:lnRef>
            <a:fillRef idx="0">
              <a:schemeClr val="dk1"/>
            </a:fillRef>
            <a:effectRef idx="2">
              <a:schemeClr val="dk1"/>
            </a:effectRef>
            <a:fontRef idx="minor">
              <a:schemeClr val="tx1"/>
            </a:fontRef>
          </p:style>
        </p:cxnSp>
        <p:cxnSp>
          <p:nvCxnSpPr>
            <p:cNvPr id="21" name="直接连接符 20"/>
            <p:cNvCxnSpPr/>
            <p:nvPr>
              <p:custDataLst>
                <p:tags r:id="rId20"/>
              </p:custDataLst>
            </p:nvPr>
          </p:nvCxnSpPr>
          <p:spPr>
            <a:xfrm>
              <a:off x="2084" y="6499"/>
              <a:ext cx="6798" cy="0"/>
            </a:xfrm>
            <a:prstGeom prst="line">
              <a:avLst/>
            </a:prstGeom>
            <a:ln w="38100">
              <a:solidFill>
                <a:schemeClr val="tx1">
                  <a:lumMod val="75000"/>
                  <a:lumOff val="25000"/>
                </a:schemeClr>
              </a:solidFill>
            </a:ln>
          </p:spPr>
          <p:style>
            <a:lnRef idx="3">
              <a:schemeClr val="dk1"/>
            </a:lnRef>
            <a:fillRef idx="0">
              <a:schemeClr val="dk1"/>
            </a:fillRef>
            <a:effectRef idx="2">
              <a:schemeClr val="dk1"/>
            </a:effectRef>
            <a:fontRef idx="minor">
              <a:schemeClr val="tx1"/>
            </a:fontRef>
          </p:style>
        </p:cxnSp>
        <p:cxnSp>
          <p:nvCxnSpPr>
            <p:cNvPr id="22" name="直接连接符 21"/>
            <p:cNvCxnSpPr/>
            <p:nvPr>
              <p:custDataLst>
                <p:tags r:id="rId21"/>
              </p:custDataLst>
            </p:nvPr>
          </p:nvCxnSpPr>
          <p:spPr>
            <a:xfrm>
              <a:off x="2084" y="7881"/>
              <a:ext cx="6798" cy="0"/>
            </a:xfrm>
            <a:prstGeom prst="line">
              <a:avLst/>
            </a:prstGeom>
            <a:ln w="38100">
              <a:solidFill>
                <a:schemeClr val="tx1">
                  <a:lumMod val="75000"/>
                  <a:lumOff val="25000"/>
                </a:schemeClr>
              </a:solidFill>
            </a:ln>
          </p:spPr>
          <p:style>
            <a:lnRef idx="3">
              <a:schemeClr val="dk1"/>
            </a:lnRef>
            <a:fillRef idx="0">
              <a:schemeClr val="dk1"/>
            </a:fillRef>
            <a:effectRef idx="2">
              <a:schemeClr val="dk1"/>
            </a:effectRef>
            <a:fontRef idx="minor">
              <a:schemeClr val="tx1"/>
            </a:fontRef>
          </p:style>
        </p:cxnSp>
        <p:cxnSp>
          <p:nvCxnSpPr>
            <p:cNvPr id="23" name="直接连接符 22"/>
            <p:cNvCxnSpPr/>
            <p:nvPr>
              <p:custDataLst>
                <p:tags r:id="rId22"/>
              </p:custDataLst>
            </p:nvPr>
          </p:nvCxnSpPr>
          <p:spPr>
            <a:xfrm>
              <a:off x="2079" y="9264"/>
              <a:ext cx="6803" cy="0"/>
            </a:xfrm>
            <a:prstGeom prst="line">
              <a:avLst/>
            </a:prstGeom>
            <a:ln w="28575">
              <a:solidFill>
                <a:schemeClr val="tx1">
                  <a:lumMod val="75000"/>
                  <a:lumOff val="25000"/>
                </a:schemeClr>
              </a:solidFill>
            </a:ln>
          </p:spPr>
          <p:style>
            <a:lnRef idx="3">
              <a:schemeClr val="dk1"/>
            </a:lnRef>
            <a:fillRef idx="0">
              <a:schemeClr val="dk1"/>
            </a:fillRef>
            <a:effectRef idx="2">
              <a:schemeClr val="dk1"/>
            </a:effectRef>
            <a:fontRef idx="minor">
              <a:schemeClr val="tx1"/>
            </a:fontRef>
          </p:style>
        </p:cxnSp>
      </p:grpSp>
      <p:grpSp>
        <p:nvGrpSpPr>
          <p:cNvPr id="24" name="组合 23"/>
          <p:cNvGrpSpPr/>
          <p:nvPr>
            <p:custDataLst>
              <p:tags r:id="rId23"/>
            </p:custDataLst>
          </p:nvPr>
        </p:nvGrpSpPr>
        <p:grpSpPr>
          <a:xfrm>
            <a:off x="1584051" y="2843508"/>
            <a:ext cx="2694940" cy="2553970"/>
            <a:chOff x="225" y="4435"/>
            <a:chExt cx="4244" cy="4022"/>
          </a:xfrm>
        </p:grpSpPr>
        <p:pic>
          <p:nvPicPr>
            <p:cNvPr id="25" name="图片 24" descr="1211809811"/>
            <p:cNvPicPr>
              <a:picLocks noChangeAspect="1"/>
            </p:cNvPicPr>
            <p:nvPr>
              <p:custDataLst>
                <p:tags r:id="rId24"/>
              </p:custDataLst>
            </p:nvPr>
          </p:nvPicPr>
          <p:blipFill>
            <a:blip r:embed="rId7"/>
            <a:stretch>
              <a:fillRect/>
            </a:stretch>
          </p:blipFill>
          <p:spPr>
            <a:xfrm>
              <a:off x="225" y="4435"/>
              <a:ext cx="4061" cy="4022"/>
            </a:xfrm>
            <a:prstGeom prst="rect">
              <a:avLst/>
            </a:prstGeom>
          </p:spPr>
        </p:pic>
        <p:sp>
          <p:nvSpPr>
            <p:cNvPr id="26" name="右箭头 25"/>
            <p:cNvSpPr/>
            <p:nvPr>
              <p:custDataLst>
                <p:tags r:id="rId25"/>
              </p:custDataLst>
            </p:nvPr>
          </p:nvSpPr>
          <p:spPr>
            <a:xfrm>
              <a:off x="3755" y="6254"/>
              <a:ext cx="715" cy="557"/>
            </a:xfrm>
            <a:prstGeom prst="right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grpSp>
      <p:sp>
        <p:nvSpPr>
          <p:cNvPr id="27" name="文本框 26"/>
          <p:cNvSpPr txBox="1"/>
          <p:nvPr>
            <p:custDataLst>
              <p:tags r:id="rId26"/>
            </p:custDataLst>
          </p:nvPr>
        </p:nvSpPr>
        <p:spPr>
          <a:xfrm>
            <a:off x="6823654" y="3131163"/>
            <a:ext cx="3496945" cy="1014730"/>
          </a:xfrm>
          <a:prstGeom prst="rect">
            <a:avLst/>
          </a:prstGeom>
          <a:noFill/>
        </p:spPr>
        <p:txBody>
          <a:bodyPr wrap="square" rtlCol="0" anchor="t">
            <a:spAutoFit/>
          </a:bodyPr>
          <a:lstStyle/>
          <a:p>
            <a:pPr marL="457200" indent="-457200" algn="l" fontAlgn="auto">
              <a:lnSpc>
                <a:spcPct val="125000"/>
              </a:lnSpc>
              <a:buFont typeface="Arial" panose="020B0604020202020204" pitchFamily="34" charset="0"/>
              <a:buChar char="•"/>
            </a:pP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sym typeface="+mn-ea"/>
              </a:rPr>
              <a:t>在水平和垂直方向上分割形成矩阵</a:t>
            </a:r>
            <a:endParaRPr lang="zh-CN" altLang="en-US" sz="2400" b="1" dirty="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endParaRPr>
          </a:p>
        </p:txBody>
      </p:sp>
      <p:sp>
        <p:nvSpPr>
          <p:cNvPr id="28" name="文本框 27"/>
          <p:cNvSpPr txBox="1"/>
          <p:nvPr>
            <p:custDataLst>
              <p:tags r:id="rId27"/>
            </p:custDataLst>
          </p:nvPr>
        </p:nvSpPr>
        <p:spPr>
          <a:xfrm>
            <a:off x="4698091" y="5346043"/>
            <a:ext cx="826770" cy="460375"/>
          </a:xfrm>
          <a:prstGeom prst="rect">
            <a:avLst/>
          </a:prstGeom>
          <a:noFill/>
        </p:spPr>
        <p:txBody>
          <a:bodyPr wrap="none" rtlCol="0" anchor="t">
            <a:spAutoFit/>
          </a:bodyPr>
          <a:lstStyle/>
          <a:p>
            <a:r>
              <a:rPr lang="en-US" altLang="zh-CN" sz="2400">
                <a:latin typeface="Arial" panose="020B0604020202020204" pitchFamily="34" charset="0"/>
                <a:cs typeface="Arial" panose="020B0604020202020204" pitchFamily="34" charset="0"/>
              </a:rPr>
              <a:t>3×4</a:t>
            </a:r>
            <a:endParaRPr lang="en-US" altLang="zh-CN" sz="2400">
              <a:latin typeface="Arial" panose="020B0604020202020204" pitchFamily="34" charset="0"/>
              <a:cs typeface="Arial" panose="020B0604020202020204" pitchFamily="34" charset="0"/>
            </a:endParaRPr>
          </a:p>
        </p:txBody>
      </p:sp>
      <p:sp>
        <p:nvSpPr>
          <p:cNvPr id="30" name="TextBox 8"/>
          <p:cNvSpPr txBox="1">
            <a:spLocks noChangeArrowheads="1"/>
          </p:cNvSpPr>
          <p:nvPr>
            <p:custDataLst>
              <p:tags r:id="rId28"/>
            </p:custDataLst>
          </p:nvPr>
        </p:nvSpPr>
        <p:spPr bwMode="auto">
          <a:xfrm>
            <a:off x="4468715" y="28654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spd="slow">
    <p:push dir="u"/>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custDataLst>
              <p:tags r:id="rId1"/>
            </p:custDataLst>
          </p:nvPr>
        </p:nvSpPr>
        <p:spPr>
          <a:xfrm>
            <a:off x="3359347" y="1416337"/>
            <a:ext cx="5556738" cy="553998"/>
          </a:xfrm>
          <a:prstGeom prst="rect">
            <a:avLst/>
          </a:prstGeom>
          <a:noFill/>
        </p:spPr>
        <p:txBody>
          <a:bodyPr wrap="square" rtlCol="0">
            <a:spAutoFit/>
          </a:bodyPr>
          <a:lstStyle/>
          <a:p>
            <a:pPr algn="ctr"/>
            <a:r>
              <a:rPr lang="en-US" altLang="zh-CN" sz="3000">
                <a:solidFill>
                  <a:prstClr val="black"/>
                </a:solidFill>
                <a:latin typeface="黑体" panose="02010609060101010101" charset="-122"/>
                <a:ea typeface="黑体" panose="02010609060101010101" charset="-122"/>
              </a:rPr>
              <a:t>1. </a:t>
            </a:r>
            <a:r>
              <a:rPr lang="zh-CN" altLang="en-US" sz="3000">
                <a:solidFill>
                  <a:prstClr val="black"/>
                </a:solidFill>
                <a:latin typeface="黑体" panose="02010609060101010101" charset="-122"/>
                <a:ea typeface="黑体" panose="02010609060101010101" charset="-122"/>
              </a:rPr>
              <a:t>图像采样</a:t>
            </a:r>
            <a:endParaRPr lang="zh-CN" altLang="en-US" sz="3000">
              <a:solidFill>
                <a:prstClr val="black"/>
              </a:solidFill>
              <a:latin typeface="黑体" panose="02010609060101010101" charset="-122"/>
              <a:ea typeface="黑体" panose="02010609060101010101" charset="-122"/>
            </a:endParaRPr>
          </a:p>
        </p:txBody>
      </p:sp>
      <p:cxnSp>
        <p:nvCxnSpPr>
          <p:cNvPr id="29" name="直接连接符 28"/>
          <p:cNvCxnSpPr/>
          <p:nvPr>
            <p:custDataLst>
              <p:tags r:id="rId2"/>
            </p:custDataLst>
          </p:nvPr>
        </p:nvCxnSpPr>
        <p:spPr>
          <a:xfrm flipV="1">
            <a:off x="3359346" y="2060503"/>
            <a:ext cx="5556738" cy="23447"/>
          </a:xfrm>
          <a:prstGeom prst="line">
            <a:avLst/>
          </a:prstGeom>
          <a:ln w="12700">
            <a:solidFill>
              <a:srgbClr val="01431D"/>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p:custDataLst>
              <p:tags r:id="rId3"/>
            </p:custDataLst>
          </p:nvPr>
        </p:nvGrpSpPr>
        <p:grpSpPr>
          <a:xfrm>
            <a:off x="2796635" y="1801906"/>
            <a:ext cx="445481" cy="469613"/>
            <a:chOff x="2121873" y="1511588"/>
            <a:chExt cx="445481" cy="469613"/>
          </a:xfrm>
        </p:grpSpPr>
        <p:sp>
          <p:nvSpPr>
            <p:cNvPr id="39" name="矩形 38"/>
            <p:cNvSpPr/>
            <p:nvPr>
              <p:custDataLst>
                <p:tags r:id="rId4"/>
              </p:custDataLst>
            </p:nvPr>
          </p:nvSpPr>
          <p:spPr>
            <a:xfrm>
              <a:off x="2121873" y="1511588"/>
              <a:ext cx="363415" cy="363415"/>
            </a:xfrm>
            <a:prstGeom prst="rect">
              <a:avLst/>
            </a:prstGeom>
            <a:solidFill>
              <a:srgbClr val="0143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矩形 39"/>
            <p:cNvSpPr/>
            <p:nvPr>
              <p:custDataLst>
                <p:tags r:id="rId5"/>
              </p:custDataLst>
            </p:nvPr>
          </p:nvSpPr>
          <p:spPr>
            <a:xfrm>
              <a:off x="2321171" y="1735018"/>
              <a:ext cx="246183" cy="246183"/>
            </a:xfrm>
            <a:prstGeom prst="rect">
              <a:avLst/>
            </a:prstGeom>
            <a:solidFill>
              <a:srgbClr val="0162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pic>
        <p:nvPicPr>
          <p:cNvPr id="7" name="图片 6" descr="1211809811"/>
          <p:cNvPicPr>
            <a:picLocks noChangeAspect="1"/>
          </p:cNvPicPr>
          <p:nvPr>
            <p:custDataLst>
              <p:tags r:id="rId6"/>
            </p:custDataLst>
          </p:nvPr>
        </p:nvPicPr>
        <p:blipFill>
          <a:blip r:embed="rId7"/>
          <a:stretch>
            <a:fillRect/>
          </a:stretch>
        </p:blipFill>
        <p:spPr>
          <a:xfrm>
            <a:off x="4183741" y="2792073"/>
            <a:ext cx="2578735" cy="2553970"/>
          </a:xfrm>
          <a:prstGeom prst="rect">
            <a:avLst/>
          </a:prstGeom>
        </p:spPr>
      </p:pic>
      <p:sp>
        <p:nvSpPr>
          <p:cNvPr id="8" name="圆角矩形 7"/>
          <p:cNvSpPr/>
          <p:nvPr>
            <p:custDataLst>
              <p:tags r:id="rId8"/>
            </p:custDataLst>
          </p:nvPr>
        </p:nvSpPr>
        <p:spPr>
          <a:xfrm>
            <a:off x="7635819" y="2554583"/>
            <a:ext cx="1861820" cy="576580"/>
          </a:xfrm>
          <a:prstGeom prst="roundRect">
            <a:avLst/>
          </a:prstGeom>
          <a:solidFill>
            <a:srgbClr val="669473"/>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zh-CN" altLang="en-US" sz="2800" b="1">
                <a:solidFill>
                  <a:schemeClr val="bg1"/>
                </a:solidFill>
                <a:latin typeface="华文楷体" panose="02010600040101010101" pitchFamily="2" charset="-122"/>
                <a:ea typeface="华文楷体" panose="02010600040101010101" pitchFamily="2" charset="-122"/>
              </a:rPr>
              <a:t>图像采样</a:t>
            </a:r>
            <a:endParaRPr lang="zh-CN" altLang="en-US" sz="2800" b="1">
              <a:solidFill>
                <a:schemeClr val="bg1"/>
              </a:solidFill>
              <a:latin typeface="华文楷体" panose="02010600040101010101" pitchFamily="2" charset="-122"/>
              <a:ea typeface="华文楷体" panose="02010600040101010101" pitchFamily="2" charset="-122"/>
            </a:endParaRPr>
          </a:p>
        </p:txBody>
      </p:sp>
      <p:grpSp>
        <p:nvGrpSpPr>
          <p:cNvPr id="9" name="组合 8"/>
          <p:cNvGrpSpPr/>
          <p:nvPr>
            <p:custDataLst>
              <p:tags r:id="rId9"/>
            </p:custDataLst>
          </p:nvPr>
        </p:nvGrpSpPr>
        <p:grpSpPr>
          <a:xfrm>
            <a:off x="4398371" y="2853668"/>
            <a:ext cx="1943100" cy="2430780"/>
            <a:chOff x="2081" y="3777"/>
            <a:chExt cx="5235" cy="5475"/>
          </a:xfrm>
        </p:grpSpPr>
        <p:cxnSp>
          <p:nvCxnSpPr>
            <p:cNvPr id="10" name="直接连接符 9"/>
            <p:cNvCxnSpPr/>
            <p:nvPr>
              <p:custDataLst>
                <p:tags r:id="rId10"/>
              </p:custDataLst>
            </p:nvPr>
          </p:nvCxnSpPr>
          <p:spPr>
            <a:xfrm>
              <a:off x="2081" y="3777"/>
              <a:ext cx="5235"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1" name="直接连接符 10"/>
            <p:cNvCxnSpPr/>
            <p:nvPr>
              <p:custDataLst>
                <p:tags r:id="rId11"/>
              </p:custDataLst>
            </p:nvPr>
          </p:nvCxnSpPr>
          <p:spPr>
            <a:xfrm>
              <a:off x="2081" y="5146"/>
              <a:ext cx="5235"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2" name="直接连接符 11"/>
            <p:cNvCxnSpPr/>
            <p:nvPr>
              <p:custDataLst>
                <p:tags r:id="rId12"/>
              </p:custDataLst>
            </p:nvPr>
          </p:nvCxnSpPr>
          <p:spPr>
            <a:xfrm>
              <a:off x="2081" y="6514"/>
              <a:ext cx="5235"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3" name="直接连接符 12"/>
            <p:cNvCxnSpPr/>
            <p:nvPr>
              <p:custDataLst>
                <p:tags r:id="rId13"/>
              </p:custDataLst>
            </p:nvPr>
          </p:nvCxnSpPr>
          <p:spPr>
            <a:xfrm>
              <a:off x="2081" y="7883"/>
              <a:ext cx="5235"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4" name="直接连接符 13"/>
            <p:cNvCxnSpPr/>
            <p:nvPr>
              <p:custDataLst>
                <p:tags r:id="rId14"/>
              </p:custDataLst>
            </p:nvPr>
          </p:nvCxnSpPr>
          <p:spPr>
            <a:xfrm>
              <a:off x="2081" y="9252"/>
              <a:ext cx="5235" cy="0"/>
            </a:xfrm>
            <a:prstGeom prst="line">
              <a:avLst/>
            </a:prstGeom>
            <a:ln w="28575"/>
          </p:spPr>
          <p:style>
            <a:lnRef idx="3">
              <a:schemeClr val="dk1"/>
            </a:lnRef>
            <a:fillRef idx="0">
              <a:schemeClr val="dk1"/>
            </a:fillRef>
            <a:effectRef idx="2">
              <a:schemeClr val="dk1"/>
            </a:effectRef>
            <a:fontRef idx="minor">
              <a:schemeClr val="tx1"/>
            </a:fontRef>
          </p:style>
        </p:cxnSp>
      </p:grpSp>
      <p:grpSp>
        <p:nvGrpSpPr>
          <p:cNvPr id="15" name="组合 14"/>
          <p:cNvGrpSpPr/>
          <p:nvPr>
            <p:custDataLst>
              <p:tags r:id="rId15"/>
            </p:custDataLst>
          </p:nvPr>
        </p:nvGrpSpPr>
        <p:grpSpPr>
          <a:xfrm rot="5400000">
            <a:off x="4150155" y="3090316"/>
            <a:ext cx="2442293" cy="1945972"/>
            <a:chOff x="2079" y="5118"/>
            <a:chExt cx="6805" cy="4146"/>
          </a:xfrm>
        </p:grpSpPr>
        <p:cxnSp>
          <p:nvCxnSpPr>
            <p:cNvPr id="17" name="直接连接符 16"/>
            <p:cNvCxnSpPr/>
            <p:nvPr>
              <p:custDataLst>
                <p:tags r:id="rId16"/>
              </p:custDataLst>
            </p:nvPr>
          </p:nvCxnSpPr>
          <p:spPr>
            <a:xfrm>
              <a:off x="2084" y="5118"/>
              <a:ext cx="6798" cy="0"/>
            </a:xfrm>
            <a:prstGeom prst="line">
              <a:avLst/>
            </a:prstGeom>
            <a:ln w="38100">
              <a:solidFill>
                <a:schemeClr val="tx1">
                  <a:lumMod val="75000"/>
                  <a:lumOff val="25000"/>
                </a:schemeClr>
              </a:solidFill>
            </a:ln>
          </p:spPr>
          <p:style>
            <a:lnRef idx="3">
              <a:schemeClr val="dk1"/>
            </a:lnRef>
            <a:fillRef idx="0">
              <a:schemeClr val="dk1"/>
            </a:fillRef>
            <a:effectRef idx="2">
              <a:schemeClr val="dk1"/>
            </a:effectRef>
            <a:fontRef idx="minor">
              <a:schemeClr val="tx1"/>
            </a:fontRef>
          </p:style>
        </p:cxnSp>
        <p:cxnSp>
          <p:nvCxnSpPr>
            <p:cNvPr id="18" name="直接连接符 17"/>
            <p:cNvCxnSpPr/>
            <p:nvPr>
              <p:custDataLst>
                <p:tags r:id="rId17"/>
              </p:custDataLst>
            </p:nvPr>
          </p:nvCxnSpPr>
          <p:spPr>
            <a:xfrm>
              <a:off x="2083" y="6477"/>
              <a:ext cx="6799" cy="0"/>
            </a:xfrm>
            <a:prstGeom prst="line">
              <a:avLst/>
            </a:prstGeom>
            <a:ln w="28575">
              <a:solidFill>
                <a:schemeClr val="tx1">
                  <a:lumMod val="75000"/>
                  <a:lumOff val="25000"/>
                </a:schemeClr>
              </a:solidFill>
            </a:ln>
          </p:spPr>
          <p:style>
            <a:lnRef idx="3">
              <a:schemeClr val="dk1"/>
            </a:lnRef>
            <a:fillRef idx="0">
              <a:schemeClr val="dk1"/>
            </a:fillRef>
            <a:effectRef idx="2">
              <a:schemeClr val="dk1"/>
            </a:effectRef>
            <a:fontRef idx="minor">
              <a:schemeClr val="tx1"/>
            </a:fontRef>
          </p:style>
        </p:cxnSp>
        <p:cxnSp>
          <p:nvCxnSpPr>
            <p:cNvPr id="19" name="直接连接符 18"/>
            <p:cNvCxnSpPr/>
            <p:nvPr>
              <p:custDataLst>
                <p:tags r:id="rId18"/>
              </p:custDataLst>
            </p:nvPr>
          </p:nvCxnSpPr>
          <p:spPr>
            <a:xfrm>
              <a:off x="2083" y="7873"/>
              <a:ext cx="6799" cy="0"/>
            </a:xfrm>
            <a:prstGeom prst="line">
              <a:avLst/>
            </a:prstGeom>
            <a:ln w="28575">
              <a:solidFill>
                <a:schemeClr val="tx1">
                  <a:lumMod val="75000"/>
                  <a:lumOff val="25000"/>
                </a:schemeClr>
              </a:solidFill>
            </a:ln>
          </p:spPr>
          <p:style>
            <a:lnRef idx="3">
              <a:schemeClr val="dk1"/>
            </a:lnRef>
            <a:fillRef idx="0">
              <a:schemeClr val="dk1"/>
            </a:fillRef>
            <a:effectRef idx="2">
              <a:schemeClr val="dk1"/>
            </a:effectRef>
            <a:fontRef idx="minor">
              <a:schemeClr val="tx1"/>
            </a:fontRef>
          </p:style>
        </p:cxnSp>
        <p:cxnSp>
          <p:nvCxnSpPr>
            <p:cNvPr id="20" name="直接连接符 19"/>
            <p:cNvCxnSpPr/>
            <p:nvPr>
              <p:custDataLst>
                <p:tags r:id="rId19"/>
              </p:custDataLst>
            </p:nvPr>
          </p:nvCxnSpPr>
          <p:spPr>
            <a:xfrm>
              <a:off x="2081" y="9249"/>
              <a:ext cx="6803" cy="0"/>
            </a:xfrm>
            <a:prstGeom prst="line">
              <a:avLst/>
            </a:prstGeom>
            <a:ln w="28575">
              <a:solidFill>
                <a:schemeClr val="tx1">
                  <a:lumMod val="75000"/>
                  <a:lumOff val="25000"/>
                </a:schemeClr>
              </a:solidFill>
            </a:ln>
          </p:spPr>
          <p:style>
            <a:lnRef idx="3">
              <a:schemeClr val="dk1"/>
            </a:lnRef>
            <a:fillRef idx="0">
              <a:schemeClr val="dk1"/>
            </a:fillRef>
            <a:effectRef idx="2">
              <a:schemeClr val="dk1"/>
            </a:effectRef>
            <a:fontRef idx="minor">
              <a:schemeClr val="tx1"/>
            </a:fontRef>
          </p:style>
        </p:cxnSp>
        <p:cxnSp>
          <p:nvCxnSpPr>
            <p:cNvPr id="21" name="直接连接符 20"/>
            <p:cNvCxnSpPr/>
            <p:nvPr>
              <p:custDataLst>
                <p:tags r:id="rId20"/>
              </p:custDataLst>
            </p:nvPr>
          </p:nvCxnSpPr>
          <p:spPr>
            <a:xfrm>
              <a:off x="2084" y="6499"/>
              <a:ext cx="6798" cy="0"/>
            </a:xfrm>
            <a:prstGeom prst="line">
              <a:avLst/>
            </a:prstGeom>
            <a:ln w="38100">
              <a:solidFill>
                <a:schemeClr val="tx1">
                  <a:lumMod val="75000"/>
                  <a:lumOff val="25000"/>
                </a:schemeClr>
              </a:solidFill>
            </a:ln>
          </p:spPr>
          <p:style>
            <a:lnRef idx="3">
              <a:schemeClr val="dk1"/>
            </a:lnRef>
            <a:fillRef idx="0">
              <a:schemeClr val="dk1"/>
            </a:fillRef>
            <a:effectRef idx="2">
              <a:schemeClr val="dk1"/>
            </a:effectRef>
            <a:fontRef idx="minor">
              <a:schemeClr val="tx1"/>
            </a:fontRef>
          </p:style>
        </p:cxnSp>
        <p:cxnSp>
          <p:nvCxnSpPr>
            <p:cNvPr id="22" name="直接连接符 21"/>
            <p:cNvCxnSpPr/>
            <p:nvPr>
              <p:custDataLst>
                <p:tags r:id="rId21"/>
              </p:custDataLst>
            </p:nvPr>
          </p:nvCxnSpPr>
          <p:spPr>
            <a:xfrm>
              <a:off x="2084" y="7881"/>
              <a:ext cx="6798" cy="0"/>
            </a:xfrm>
            <a:prstGeom prst="line">
              <a:avLst/>
            </a:prstGeom>
            <a:ln w="38100">
              <a:solidFill>
                <a:schemeClr val="tx1">
                  <a:lumMod val="75000"/>
                  <a:lumOff val="25000"/>
                </a:schemeClr>
              </a:solidFill>
            </a:ln>
          </p:spPr>
          <p:style>
            <a:lnRef idx="3">
              <a:schemeClr val="dk1"/>
            </a:lnRef>
            <a:fillRef idx="0">
              <a:schemeClr val="dk1"/>
            </a:fillRef>
            <a:effectRef idx="2">
              <a:schemeClr val="dk1"/>
            </a:effectRef>
            <a:fontRef idx="minor">
              <a:schemeClr val="tx1"/>
            </a:fontRef>
          </p:style>
        </p:cxnSp>
        <p:cxnSp>
          <p:nvCxnSpPr>
            <p:cNvPr id="23" name="直接连接符 22"/>
            <p:cNvCxnSpPr/>
            <p:nvPr>
              <p:custDataLst>
                <p:tags r:id="rId22"/>
              </p:custDataLst>
            </p:nvPr>
          </p:nvCxnSpPr>
          <p:spPr>
            <a:xfrm>
              <a:off x="2079" y="9264"/>
              <a:ext cx="6803" cy="0"/>
            </a:xfrm>
            <a:prstGeom prst="line">
              <a:avLst/>
            </a:prstGeom>
            <a:ln w="28575">
              <a:solidFill>
                <a:schemeClr val="tx1">
                  <a:lumMod val="75000"/>
                  <a:lumOff val="25000"/>
                </a:schemeClr>
              </a:solidFill>
            </a:ln>
          </p:spPr>
          <p:style>
            <a:lnRef idx="3">
              <a:schemeClr val="dk1"/>
            </a:lnRef>
            <a:fillRef idx="0">
              <a:schemeClr val="dk1"/>
            </a:fillRef>
            <a:effectRef idx="2">
              <a:schemeClr val="dk1"/>
            </a:effectRef>
            <a:fontRef idx="minor">
              <a:schemeClr val="tx1"/>
            </a:fontRef>
          </p:style>
        </p:cxnSp>
      </p:grpSp>
      <p:sp>
        <p:nvSpPr>
          <p:cNvPr id="27" name="文本框 26"/>
          <p:cNvSpPr txBox="1"/>
          <p:nvPr>
            <p:custDataLst>
              <p:tags r:id="rId23"/>
            </p:custDataLst>
          </p:nvPr>
        </p:nvSpPr>
        <p:spPr>
          <a:xfrm>
            <a:off x="6823654" y="3131163"/>
            <a:ext cx="3496945" cy="1014730"/>
          </a:xfrm>
          <a:prstGeom prst="rect">
            <a:avLst/>
          </a:prstGeom>
          <a:noFill/>
        </p:spPr>
        <p:txBody>
          <a:bodyPr wrap="square" rtlCol="0" anchor="t">
            <a:spAutoFit/>
          </a:bodyPr>
          <a:lstStyle/>
          <a:p>
            <a:pPr marL="457200" indent="-457200" algn="l" fontAlgn="auto">
              <a:lnSpc>
                <a:spcPct val="125000"/>
              </a:lnSpc>
              <a:buFont typeface="Arial" panose="020B0604020202020204" pitchFamily="34" charset="0"/>
              <a:buChar char="•"/>
            </a:pPr>
            <a:r>
              <a:rPr lang="zh-CN" altLang="en-US" sz="2400" b="1">
                <a:latin typeface="华文楷体" panose="02010600040101010101" pitchFamily="2" charset="-122"/>
                <a:ea typeface="华文楷体" panose="02010600040101010101" pitchFamily="2" charset="-122"/>
                <a:cs typeface="华文楷体" panose="02010600040101010101" pitchFamily="2" charset="-122"/>
                <a:sym typeface="+mn-ea"/>
              </a:rPr>
              <a:t>在水平和垂直方向上分割形成矩阵</a:t>
            </a:r>
            <a:endParaRPr lang="zh-CN" altLang="en-US" sz="2400" b="1">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endParaRPr>
          </a:p>
        </p:txBody>
      </p:sp>
      <p:sp>
        <p:nvSpPr>
          <p:cNvPr id="30" name="文本框 29"/>
          <p:cNvSpPr txBox="1"/>
          <p:nvPr>
            <p:custDataLst>
              <p:tags r:id="rId24"/>
            </p:custDataLst>
          </p:nvPr>
        </p:nvSpPr>
        <p:spPr>
          <a:xfrm>
            <a:off x="6848419" y="4068900"/>
            <a:ext cx="3472180" cy="553085"/>
          </a:xfrm>
          <a:prstGeom prst="rect">
            <a:avLst/>
          </a:prstGeom>
          <a:noFill/>
        </p:spPr>
        <p:txBody>
          <a:bodyPr wrap="square" rtlCol="0" anchor="t">
            <a:spAutoFit/>
          </a:bodyPr>
          <a:lstStyle/>
          <a:p>
            <a:pPr marL="342900" indent="-342900" algn="l" fontAlgn="auto">
              <a:lnSpc>
                <a:spcPct val="125000"/>
              </a:lnSpc>
              <a:buFont typeface="Arial" panose="020B0604020202020204" pitchFamily="34" charset="0"/>
              <a:buChar char="•"/>
            </a:pPr>
            <a:r>
              <a:rPr lang="en-US" altLang="zh-CN" sz="2400" b="1">
                <a:latin typeface="华文楷体" panose="02010600040101010101" pitchFamily="2" charset="-122"/>
                <a:ea typeface="华文楷体" panose="02010600040101010101" pitchFamily="2" charset="-122"/>
                <a:cs typeface="华文楷体" panose="02010600040101010101" pitchFamily="2" charset="-122"/>
                <a:sym typeface="+mn-ea"/>
              </a:rPr>
              <a:t> </a:t>
            </a:r>
            <a:r>
              <a:rPr lang="zh-CN" altLang="en-US" sz="2400" b="1">
                <a:latin typeface="华文楷体" panose="02010600040101010101" pitchFamily="2" charset="-122"/>
                <a:ea typeface="华文楷体" panose="02010600040101010101" pitchFamily="2" charset="-122"/>
                <a:cs typeface="华文楷体" panose="02010600040101010101" pitchFamily="2" charset="-122"/>
                <a:sym typeface="+mn-ea"/>
              </a:rPr>
              <a:t>用</a:t>
            </a:r>
            <a:r>
              <a:rPr lang="zh-CN" altLang="en-US" sz="2400" b="1">
                <a:solidFill>
                  <a:schemeClr val="accent6">
                    <a:lumMod val="75000"/>
                  </a:schemeClr>
                </a:solidFill>
                <a:latin typeface="华文楷体" panose="02010600040101010101" pitchFamily="2" charset="-122"/>
                <a:ea typeface="华文楷体" panose="02010600040101010101" pitchFamily="2" charset="-122"/>
                <a:cs typeface="华文楷体" panose="02010600040101010101" pitchFamily="2" charset="-122"/>
                <a:sym typeface="+mn-ea"/>
              </a:rPr>
              <a:t>多少像素</a:t>
            </a:r>
            <a:r>
              <a:rPr lang="zh-CN" altLang="en-US" sz="2400" b="1">
                <a:latin typeface="华文楷体" panose="02010600040101010101" pitchFamily="2" charset="-122"/>
                <a:ea typeface="华文楷体" panose="02010600040101010101" pitchFamily="2" charset="-122"/>
                <a:cs typeface="华文楷体" panose="02010600040101010101" pitchFamily="2" charset="-122"/>
                <a:sym typeface="+mn-ea"/>
              </a:rPr>
              <a:t>描述图像</a:t>
            </a:r>
            <a:endParaRPr lang="zh-CN" altLang="en-US" sz="2400">
              <a:solidFill>
                <a:schemeClr val="tx1"/>
              </a:solidFill>
              <a:latin typeface="华文楷体" panose="02010600040101010101" pitchFamily="2" charset="-122"/>
              <a:ea typeface="华文楷体" panose="02010600040101010101" pitchFamily="2" charset="-122"/>
              <a:cs typeface="华文楷体" panose="02010600040101010101" pitchFamily="2" charset="-122"/>
            </a:endParaRPr>
          </a:p>
        </p:txBody>
      </p:sp>
      <p:sp>
        <p:nvSpPr>
          <p:cNvPr id="31" name="矩形 30"/>
          <p:cNvSpPr/>
          <p:nvPr>
            <p:custDataLst>
              <p:tags r:id="rId25"/>
            </p:custDataLst>
          </p:nvPr>
        </p:nvSpPr>
        <p:spPr>
          <a:xfrm>
            <a:off x="1684056" y="3486843"/>
            <a:ext cx="2399665" cy="1198880"/>
          </a:xfrm>
          <a:prstGeom prst="rect">
            <a:avLst/>
          </a:prstGeom>
        </p:spPr>
        <p:txBody>
          <a:bodyPr wrap="square">
            <a:spAutoFit/>
          </a:bodyPr>
          <a:lstStyle/>
          <a:p>
            <a:pPr indent="0" algn="l">
              <a:lnSpc>
                <a:spcPct val="150000"/>
              </a:lnSpc>
              <a:buFont typeface="Wingdings" panose="05000000000000000000" charset="0"/>
              <a:buNone/>
            </a:pPr>
            <a:r>
              <a:rPr lang="zh-CN" altLang="en-US" sz="2400" b="1">
                <a:solidFill>
                  <a:schemeClr val="tx1">
                    <a:lumMod val="75000"/>
                    <a:lumOff val="25000"/>
                  </a:schemeClr>
                </a:solidFill>
                <a:latin typeface="华文楷体" panose="02010600040101010101" pitchFamily="2" charset="-122"/>
                <a:ea typeface="华文楷体" panose="02010600040101010101" pitchFamily="2" charset="-122"/>
              </a:rPr>
              <a:t>图像是由许许多多像素组成的</a:t>
            </a:r>
            <a:endParaRPr lang="en-US" altLang="zh-CN" sz="2400" b="1">
              <a:solidFill>
                <a:schemeClr val="tx1">
                  <a:lumMod val="75000"/>
                  <a:lumOff val="25000"/>
                </a:schemeClr>
              </a:solidFill>
              <a:latin typeface="华文楷体" panose="02010600040101010101" pitchFamily="2" charset="-122"/>
              <a:ea typeface="华文楷体" panose="02010600040101010101" pitchFamily="2" charset="-122"/>
            </a:endParaRPr>
          </a:p>
        </p:txBody>
      </p:sp>
      <p:grpSp>
        <p:nvGrpSpPr>
          <p:cNvPr id="32" name="组合 31"/>
          <p:cNvGrpSpPr/>
          <p:nvPr>
            <p:custDataLst>
              <p:tags r:id="rId26"/>
            </p:custDataLst>
          </p:nvPr>
        </p:nvGrpSpPr>
        <p:grpSpPr>
          <a:xfrm>
            <a:off x="2218272" y="2678458"/>
            <a:ext cx="2349319" cy="577215"/>
            <a:chOff x="1047653" y="2712878"/>
            <a:chExt cx="2349319" cy="577215"/>
          </a:xfrm>
        </p:grpSpPr>
        <p:sp>
          <p:nvSpPr>
            <p:cNvPr id="33" name="圆角矩形 32"/>
            <p:cNvSpPr/>
            <p:nvPr>
              <p:custDataLst>
                <p:tags r:id="rId27"/>
              </p:custDataLst>
            </p:nvPr>
          </p:nvSpPr>
          <p:spPr>
            <a:xfrm>
              <a:off x="1047653" y="2712878"/>
              <a:ext cx="1208405" cy="577215"/>
            </a:xfrm>
            <a:prstGeom prst="roundRect">
              <a:avLst/>
            </a:prstGeom>
            <a:noFill/>
            <a:ln>
              <a:solidFill>
                <a:schemeClr val="accent6">
                  <a:lumMod val="75000"/>
                </a:schemeClr>
              </a:solidFill>
            </a:ln>
            <a:extLst>
              <a:ext uri="{909E8E84-426E-40DD-AFC4-6F175D3DCCD1}">
                <a14:hiddenFill xmlns:a14="http://schemas.microsoft.com/office/drawing/2010/main">
                  <a:solidFill>
                    <a:schemeClr val="accent6">
                      <a:lumMod val="75000"/>
                    </a:schemeClr>
                  </a:solidFill>
                </a14:hiddenFill>
              </a:ext>
            </a:extLst>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sz="2800" b="1">
                  <a:solidFill>
                    <a:schemeClr val="accent6">
                      <a:lumMod val="75000"/>
                    </a:schemeClr>
                  </a:solidFill>
                  <a:latin typeface="Times New Roman" panose="02020603050405020304" pitchFamily="18" charset="0"/>
                  <a:ea typeface="华文楷体" panose="02010600040101010101" pitchFamily="2" charset="-122"/>
                  <a:cs typeface="Times New Roman" panose="02020603050405020304" pitchFamily="18" charset="0"/>
                  <a:sym typeface="+mn-ea"/>
                </a:rPr>
                <a:t>像 素</a:t>
              </a:r>
              <a:endParaRPr lang="zh-CN" altLang="en-US" sz="2800" b="1">
                <a:solidFill>
                  <a:schemeClr val="accent6">
                    <a:lumMod val="75000"/>
                  </a:schemeClr>
                </a:solidFill>
                <a:latin typeface="Times New Roman" panose="02020603050405020304" pitchFamily="18" charset="0"/>
                <a:ea typeface="华文楷体" panose="02010600040101010101" pitchFamily="2" charset="-122"/>
                <a:cs typeface="Times New Roman" panose="02020603050405020304" pitchFamily="18" charset="0"/>
                <a:sym typeface="+mn-ea"/>
              </a:endParaRPr>
            </a:p>
          </p:txBody>
        </p:sp>
        <p:cxnSp>
          <p:nvCxnSpPr>
            <p:cNvPr id="34" name="曲线连接符 33"/>
            <p:cNvCxnSpPr>
              <a:endCxn id="33" idx="3"/>
            </p:cNvCxnSpPr>
            <p:nvPr>
              <p:custDataLst>
                <p:tags r:id="rId28"/>
              </p:custDataLst>
            </p:nvPr>
          </p:nvCxnSpPr>
          <p:spPr>
            <a:xfrm rot="10800000">
              <a:off x="2256058" y="3001486"/>
              <a:ext cx="1140914" cy="286082"/>
            </a:xfrm>
            <a:prstGeom prst="curvedConnector3">
              <a:avLst>
                <a:gd name="adj1" fmla="val 50000"/>
              </a:avLst>
            </a:prstGeom>
            <a:ln w="38100">
              <a:solidFill>
                <a:srgbClr val="669473"/>
              </a:solidFill>
              <a:tailEnd type="triangle"/>
            </a:ln>
          </p:spPr>
          <p:style>
            <a:lnRef idx="1">
              <a:schemeClr val="accent1"/>
            </a:lnRef>
            <a:fillRef idx="0">
              <a:schemeClr val="accent1"/>
            </a:fillRef>
            <a:effectRef idx="0">
              <a:schemeClr val="accent1"/>
            </a:effectRef>
            <a:fontRef idx="minor">
              <a:schemeClr val="tx1"/>
            </a:fontRef>
          </p:style>
        </p:cxnSp>
      </p:grpSp>
      <p:sp>
        <p:nvSpPr>
          <p:cNvPr id="35" name="圆角矩形标注 34"/>
          <p:cNvSpPr/>
          <p:nvPr>
            <p:custDataLst>
              <p:tags r:id="rId29"/>
            </p:custDataLst>
          </p:nvPr>
        </p:nvSpPr>
        <p:spPr>
          <a:xfrm>
            <a:off x="7139884" y="5126175"/>
            <a:ext cx="2724785" cy="899795"/>
          </a:xfrm>
          <a:prstGeom prst="wedgeRoundRectCallout">
            <a:avLst>
              <a:gd name="adj1" fmla="val -4333"/>
              <a:gd name="adj2" fmla="val -110550"/>
              <a:gd name="adj3" fmla="val 16667"/>
            </a:avLst>
          </a:prstGeom>
          <a:noFill/>
          <a:ln w="38100">
            <a:solidFill>
              <a:srgbClr val="669473"/>
            </a:solidFill>
          </a:ln>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sz="2400" b="1">
                <a:solidFill>
                  <a:srgbClr val="548235"/>
                </a:solidFill>
                <a:latin typeface="Times New Roman" panose="02020603050405020304" pitchFamily="18" charset="0"/>
                <a:ea typeface="华文楷体" panose="02010600040101010101" pitchFamily="2" charset="-122"/>
                <a:cs typeface="Times New Roman" panose="02020603050405020304" pitchFamily="18" charset="0"/>
              </a:rPr>
              <a:t>像素越多还是越少质量更好呢？</a:t>
            </a:r>
            <a:endParaRPr lang="zh-CN" altLang="en-US" sz="2400" b="1">
              <a:solidFill>
                <a:srgbClr val="548235"/>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6" name="文本框 35"/>
          <p:cNvSpPr txBox="1"/>
          <p:nvPr>
            <p:custDataLst>
              <p:tags r:id="rId30"/>
            </p:custDataLst>
          </p:nvPr>
        </p:nvSpPr>
        <p:spPr>
          <a:xfrm>
            <a:off x="4698091" y="5355762"/>
            <a:ext cx="1343660" cy="460375"/>
          </a:xfrm>
          <a:prstGeom prst="rect">
            <a:avLst/>
          </a:prstGeom>
          <a:noFill/>
        </p:spPr>
        <p:txBody>
          <a:bodyPr wrap="none" rtlCol="0" anchor="t">
            <a:spAutoFit/>
          </a:bodyPr>
          <a:lstStyle/>
          <a:p>
            <a:r>
              <a:rPr lang="en-US" altLang="zh-CN" sz="2400">
                <a:latin typeface="Arial" panose="020B0604020202020204" pitchFamily="34" charset="0"/>
                <a:cs typeface="Arial" panose="020B0604020202020204" pitchFamily="34" charset="0"/>
              </a:rPr>
              <a:t>3×4=12</a:t>
            </a:r>
            <a:endParaRPr lang="en-US" altLang="zh-CN" sz="2400">
              <a:latin typeface="Arial" panose="020B0604020202020204" pitchFamily="34" charset="0"/>
              <a:cs typeface="Arial" panose="020B0604020202020204" pitchFamily="34" charset="0"/>
            </a:endParaRPr>
          </a:p>
        </p:txBody>
      </p:sp>
      <p:sp>
        <p:nvSpPr>
          <p:cNvPr id="37" name="TextBox 8"/>
          <p:cNvSpPr txBox="1">
            <a:spLocks noChangeArrowheads="1"/>
          </p:cNvSpPr>
          <p:nvPr>
            <p:custDataLst>
              <p:tags r:id="rId31"/>
            </p:custDataLst>
          </p:nvPr>
        </p:nvSpPr>
        <p:spPr bwMode="auto">
          <a:xfrm>
            <a:off x="4468715" y="328533"/>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spd="slow">
    <p:push dir="u"/>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custDataLst>
              <p:tags r:id="rId1"/>
            </p:custDataLst>
          </p:nvPr>
        </p:nvSpPr>
        <p:spPr>
          <a:xfrm>
            <a:off x="3359347" y="1416337"/>
            <a:ext cx="5556738" cy="553998"/>
          </a:xfrm>
          <a:prstGeom prst="rect">
            <a:avLst/>
          </a:prstGeom>
          <a:noFill/>
        </p:spPr>
        <p:txBody>
          <a:bodyPr wrap="square" rtlCol="0">
            <a:spAutoFit/>
          </a:bodyPr>
          <a:lstStyle/>
          <a:p>
            <a:pPr algn="ctr"/>
            <a:r>
              <a:rPr lang="en-US" altLang="zh-CN" sz="3000">
                <a:solidFill>
                  <a:prstClr val="black"/>
                </a:solidFill>
                <a:latin typeface="黑体" panose="02010609060101010101" charset="-122"/>
                <a:ea typeface="黑体" panose="02010609060101010101" charset="-122"/>
              </a:rPr>
              <a:t>1. </a:t>
            </a:r>
            <a:r>
              <a:rPr lang="zh-CN" altLang="en-US" sz="3000">
                <a:solidFill>
                  <a:prstClr val="black"/>
                </a:solidFill>
                <a:latin typeface="黑体" panose="02010609060101010101" charset="-122"/>
                <a:ea typeface="黑体" panose="02010609060101010101" charset="-122"/>
              </a:rPr>
              <a:t>图像采样</a:t>
            </a:r>
            <a:endParaRPr lang="zh-CN" altLang="en-US" sz="3000">
              <a:solidFill>
                <a:prstClr val="black"/>
              </a:solidFill>
              <a:latin typeface="黑体" panose="02010609060101010101" charset="-122"/>
              <a:ea typeface="黑体" panose="02010609060101010101" charset="-122"/>
            </a:endParaRPr>
          </a:p>
        </p:txBody>
      </p:sp>
      <p:cxnSp>
        <p:nvCxnSpPr>
          <p:cNvPr id="29" name="直接连接符 28"/>
          <p:cNvCxnSpPr/>
          <p:nvPr>
            <p:custDataLst>
              <p:tags r:id="rId2"/>
            </p:custDataLst>
          </p:nvPr>
        </p:nvCxnSpPr>
        <p:spPr>
          <a:xfrm flipV="1">
            <a:off x="3359346" y="2060503"/>
            <a:ext cx="5556738" cy="23447"/>
          </a:xfrm>
          <a:prstGeom prst="line">
            <a:avLst/>
          </a:prstGeom>
          <a:ln w="12700">
            <a:solidFill>
              <a:srgbClr val="01431D"/>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p:custDataLst>
              <p:tags r:id="rId3"/>
            </p:custDataLst>
          </p:nvPr>
        </p:nvGrpSpPr>
        <p:grpSpPr>
          <a:xfrm>
            <a:off x="2796635" y="1801906"/>
            <a:ext cx="445481" cy="469613"/>
            <a:chOff x="2121873" y="1511588"/>
            <a:chExt cx="445481" cy="469613"/>
          </a:xfrm>
        </p:grpSpPr>
        <p:sp>
          <p:nvSpPr>
            <p:cNvPr id="39" name="矩形 38"/>
            <p:cNvSpPr/>
            <p:nvPr>
              <p:custDataLst>
                <p:tags r:id="rId4"/>
              </p:custDataLst>
            </p:nvPr>
          </p:nvSpPr>
          <p:spPr>
            <a:xfrm>
              <a:off x="2121873" y="1511588"/>
              <a:ext cx="363415" cy="363415"/>
            </a:xfrm>
            <a:prstGeom prst="rect">
              <a:avLst/>
            </a:prstGeom>
            <a:solidFill>
              <a:srgbClr val="0143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矩形 39"/>
            <p:cNvSpPr/>
            <p:nvPr>
              <p:custDataLst>
                <p:tags r:id="rId5"/>
              </p:custDataLst>
            </p:nvPr>
          </p:nvSpPr>
          <p:spPr>
            <a:xfrm>
              <a:off x="2321171" y="1735018"/>
              <a:ext cx="246183" cy="246183"/>
            </a:xfrm>
            <a:prstGeom prst="rect">
              <a:avLst/>
            </a:prstGeom>
            <a:solidFill>
              <a:srgbClr val="0162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8" name="圆角矩形 7"/>
          <p:cNvSpPr/>
          <p:nvPr>
            <p:custDataLst>
              <p:tags r:id="rId6"/>
            </p:custDataLst>
          </p:nvPr>
        </p:nvSpPr>
        <p:spPr>
          <a:xfrm>
            <a:off x="7635819" y="2554583"/>
            <a:ext cx="1861820" cy="576580"/>
          </a:xfrm>
          <a:prstGeom prst="roundRect">
            <a:avLst/>
          </a:prstGeom>
          <a:solidFill>
            <a:srgbClr val="669473"/>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zh-CN" altLang="en-US" sz="2800" b="1">
                <a:solidFill>
                  <a:schemeClr val="bg1"/>
                </a:solidFill>
                <a:latin typeface="华文楷体" panose="02010600040101010101" pitchFamily="2" charset="-122"/>
                <a:ea typeface="华文楷体" panose="02010600040101010101" pitchFamily="2" charset="-122"/>
              </a:rPr>
              <a:t>图像采样</a:t>
            </a:r>
            <a:endParaRPr lang="zh-CN" altLang="en-US" sz="2800" b="1">
              <a:solidFill>
                <a:schemeClr val="bg1"/>
              </a:solidFill>
              <a:latin typeface="华文楷体" panose="02010600040101010101" pitchFamily="2" charset="-122"/>
              <a:ea typeface="华文楷体" panose="02010600040101010101" pitchFamily="2" charset="-122"/>
            </a:endParaRPr>
          </a:p>
        </p:txBody>
      </p:sp>
      <p:grpSp>
        <p:nvGrpSpPr>
          <p:cNvPr id="37" name="组合 36"/>
          <p:cNvGrpSpPr/>
          <p:nvPr>
            <p:custDataLst>
              <p:tags r:id="rId7"/>
            </p:custDataLst>
          </p:nvPr>
        </p:nvGrpSpPr>
        <p:grpSpPr>
          <a:xfrm>
            <a:off x="4054531" y="2893997"/>
            <a:ext cx="2578100" cy="3013710"/>
            <a:chOff x="4319" y="4354"/>
            <a:chExt cx="4060" cy="4746"/>
          </a:xfrm>
        </p:grpSpPr>
        <p:pic>
          <p:nvPicPr>
            <p:cNvPr id="41" name="图片 40" descr="1211809811"/>
            <p:cNvPicPr>
              <a:picLocks noChangeAspect="1"/>
            </p:cNvPicPr>
            <p:nvPr>
              <p:custDataLst>
                <p:tags r:id="rId8"/>
              </p:custDataLst>
            </p:nvPr>
          </p:nvPicPr>
          <p:blipFill>
            <a:blip r:embed="rId9"/>
            <a:stretch>
              <a:fillRect/>
            </a:stretch>
          </p:blipFill>
          <p:spPr>
            <a:xfrm>
              <a:off x="4319" y="4354"/>
              <a:ext cx="4061" cy="4022"/>
            </a:xfrm>
            <a:prstGeom prst="rect">
              <a:avLst/>
            </a:prstGeom>
          </p:spPr>
        </p:pic>
        <p:grpSp>
          <p:nvGrpSpPr>
            <p:cNvPr id="42" name="组合 41"/>
            <p:cNvGrpSpPr/>
            <p:nvPr>
              <p:custDataLst>
                <p:tags r:id="rId10"/>
              </p:custDataLst>
            </p:nvPr>
          </p:nvGrpSpPr>
          <p:grpSpPr>
            <a:xfrm>
              <a:off x="4657" y="4468"/>
              <a:ext cx="3060" cy="3828"/>
              <a:chOff x="2081" y="3777"/>
              <a:chExt cx="5235" cy="5475"/>
            </a:xfrm>
          </p:grpSpPr>
          <p:cxnSp>
            <p:nvCxnSpPr>
              <p:cNvPr id="53" name="直接连接符 52"/>
              <p:cNvCxnSpPr/>
              <p:nvPr>
                <p:custDataLst>
                  <p:tags r:id="rId11"/>
                </p:custDataLst>
              </p:nvPr>
            </p:nvCxnSpPr>
            <p:spPr>
              <a:xfrm>
                <a:off x="2081" y="3777"/>
                <a:ext cx="5235"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54" name="直接连接符 53"/>
              <p:cNvCxnSpPr/>
              <p:nvPr>
                <p:custDataLst>
                  <p:tags r:id="rId12"/>
                </p:custDataLst>
              </p:nvPr>
            </p:nvCxnSpPr>
            <p:spPr>
              <a:xfrm>
                <a:off x="2081" y="5146"/>
                <a:ext cx="5235"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55" name="直接连接符 54"/>
              <p:cNvCxnSpPr/>
              <p:nvPr>
                <p:custDataLst>
                  <p:tags r:id="rId13"/>
                </p:custDataLst>
              </p:nvPr>
            </p:nvCxnSpPr>
            <p:spPr>
              <a:xfrm>
                <a:off x="2081" y="6514"/>
                <a:ext cx="5235"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56" name="直接连接符 55"/>
              <p:cNvCxnSpPr/>
              <p:nvPr>
                <p:custDataLst>
                  <p:tags r:id="rId14"/>
                </p:custDataLst>
              </p:nvPr>
            </p:nvCxnSpPr>
            <p:spPr>
              <a:xfrm>
                <a:off x="2081" y="7883"/>
                <a:ext cx="5235"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57" name="直接连接符 56"/>
              <p:cNvCxnSpPr/>
              <p:nvPr>
                <p:custDataLst>
                  <p:tags r:id="rId15"/>
                </p:custDataLst>
              </p:nvPr>
            </p:nvCxnSpPr>
            <p:spPr>
              <a:xfrm>
                <a:off x="2081" y="9252"/>
                <a:ext cx="5235" cy="0"/>
              </a:xfrm>
              <a:prstGeom prst="line">
                <a:avLst/>
              </a:prstGeom>
              <a:ln w="28575"/>
            </p:spPr>
            <p:style>
              <a:lnRef idx="3">
                <a:schemeClr val="dk1"/>
              </a:lnRef>
              <a:fillRef idx="0">
                <a:schemeClr val="dk1"/>
              </a:fillRef>
              <a:effectRef idx="2">
                <a:schemeClr val="dk1"/>
              </a:effectRef>
              <a:fontRef idx="minor">
                <a:schemeClr val="tx1"/>
              </a:fontRef>
            </p:style>
          </p:cxnSp>
        </p:grpSp>
        <p:grpSp>
          <p:nvGrpSpPr>
            <p:cNvPr id="43" name="组合 42"/>
            <p:cNvGrpSpPr/>
            <p:nvPr>
              <p:custDataLst>
                <p:tags r:id="rId16"/>
              </p:custDataLst>
            </p:nvPr>
          </p:nvGrpSpPr>
          <p:grpSpPr>
            <a:xfrm>
              <a:off x="4653" y="4450"/>
              <a:ext cx="3064" cy="4650"/>
              <a:chOff x="4653" y="4450"/>
              <a:chExt cx="3064" cy="4650"/>
            </a:xfrm>
          </p:grpSpPr>
          <p:grpSp>
            <p:nvGrpSpPr>
              <p:cNvPr id="44" name="组合 43"/>
              <p:cNvGrpSpPr/>
              <p:nvPr>
                <p:custDataLst>
                  <p:tags r:id="rId17"/>
                </p:custDataLst>
              </p:nvPr>
            </p:nvGrpSpPr>
            <p:grpSpPr>
              <a:xfrm rot="5400000">
                <a:off x="4262" y="4841"/>
                <a:ext cx="3846" cy="3065"/>
                <a:chOff x="2079" y="5118"/>
                <a:chExt cx="6805" cy="4146"/>
              </a:xfrm>
            </p:grpSpPr>
            <p:cxnSp>
              <p:nvCxnSpPr>
                <p:cNvPr id="46" name="直接连接符 45"/>
                <p:cNvCxnSpPr/>
                <p:nvPr>
                  <p:custDataLst>
                    <p:tags r:id="rId18"/>
                  </p:custDataLst>
                </p:nvPr>
              </p:nvCxnSpPr>
              <p:spPr>
                <a:xfrm>
                  <a:off x="2084" y="5118"/>
                  <a:ext cx="6798" cy="0"/>
                </a:xfrm>
                <a:prstGeom prst="line">
                  <a:avLst/>
                </a:prstGeom>
                <a:ln w="38100">
                  <a:solidFill>
                    <a:schemeClr val="tx1">
                      <a:lumMod val="75000"/>
                      <a:lumOff val="25000"/>
                    </a:schemeClr>
                  </a:solidFill>
                </a:ln>
              </p:spPr>
              <p:style>
                <a:lnRef idx="3">
                  <a:schemeClr val="dk1"/>
                </a:lnRef>
                <a:fillRef idx="0">
                  <a:schemeClr val="dk1"/>
                </a:fillRef>
                <a:effectRef idx="2">
                  <a:schemeClr val="dk1"/>
                </a:effectRef>
                <a:fontRef idx="minor">
                  <a:schemeClr val="tx1"/>
                </a:fontRef>
              </p:style>
            </p:cxnSp>
            <p:cxnSp>
              <p:nvCxnSpPr>
                <p:cNvPr id="47" name="直接连接符 46"/>
                <p:cNvCxnSpPr/>
                <p:nvPr>
                  <p:custDataLst>
                    <p:tags r:id="rId19"/>
                  </p:custDataLst>
                </p:nvPr>
              </p:nvCxnSpPr>
              <p:spPr>
                <a:xfrm>
                  <a:off x="2083" y="6477"/>
                  <a:ext cx="6799" cy="0"/>
                </a:xfrm>
                <a:prstGeom prst="line">
                  <a:avLst/>
                </a:prstGeom>
                <a:ln w="28575">
                  <a:solidFill>
                    <a:schemeClr val="tx1">
                      <a:lumMod val="75000"/>
                      <a:lumOff val="25000"/>
                    </a:schemeClr>
                  </a:solidFill>
                </a:ln>
              </p:spPr>
              <p:style>
                <a:lnRef idx="3">
                  <a:schemeClr val="dk1"/>
                </a:lnRef>
                <a:fillRef idx="0">
                  <a:schemeClr val="dk1"/>
                </a:fillRef>
                <a:effectRef idx="2">
                  <a:schemeClr val="dk1"/>
                </a:effectRef>
                <a:fontRef idx="minor">
                  <a:schemeClr val="tx1"/>
                </a:fontRef>
              </p:style>
            </p:cxnSp>
            <p:cxnSp>
              <p:nvCxnSpPr>
                <p:cNvPr id="48" name="直接连接符 47"/>
                <p:cNvCxnSpPr/>
                <p:nvPr>
                  <p:custDataLst>
                    <p:tags r:id="rId20"/>
                  </p:custDataLst>
                </p:nvPr>
              </p:nvCxnSpPr>
              <p:spPr>
                <a:xfrm>
                  <a:off x="2083" y="7873"/>
                  <a:ext cx="6799" cy="0"/>
                </a:xfrm>
                <a:prstGeom prst="line">
                  <a:avLst/>
                </a:prstGeom>
                <a:ln w="28575">
                  <a:solidFill>
                    <a:schemeClr val="tx1">
                      <a:lumMod val="75000"/>
                      <a:lumOff val="25000"/>
                    </a:schemeClr>
                  </a:solidFill>
                </a:ln>
              </p:spPr>
              <p:style>
                <a:lnRef idx="3">
                  <a:schemeClr val="dk1"/>
                </a:lnRef>
                <a:fillRef idx="0">
                  <a:schemeClr val="dk1"/>
                </a:fillRef>
                <a:effectRef idx="2">
                  <a:schemeClr val="dk1"/>
                </a:effectRef>
                <a:fontRef idx="minor">
                  <a:schemeClr val="tx1"/>
                </a:fontRef>
              </p:style>
            </p:cxnSp>
            <p:cxnSp>
              <p:nvCxnSpPr>
                <p:cNvPr id="49" name="直接连接符 48"/>
                <p:cNvCxnSpPr/>
                <p:nvPr>
                  <p:custDataLst>
                    <p:tags r:id="rId21"/>
                  </p:custDataLst>
                </p:nvPr>
              </p:nvCxnSpPr>
              <p:spPr>
                <a:xfrm>
                  <a:off x="2081" y="9249"/>
                  <a:ext cx="6803" cy="0"/>
                </a:xfrm>
                <a:prstGeom prst="line">
                  <a:avLst/>
                </a:prstGeom>
                <a:ln w="28575">
                  <a:solidFill>
                    <a:schemeClr val="tx1">
                      <a:lumMod val="75000"/>
                      <a:lumOff val="25000"/>
                    </a:schemeClr>
                  </a:solidFill>
                </a:ln>
              </p:spPr>
              <p:style>
                <a:lnRef idx="3">
                  <a:schemeClr val="dk1"/>
                </a:lnRef>
                <a:fillRef idx="0">
                  <a:schemeClr val="dk1"/>
                </a:fillRef>
                <a:effectRef idx="2">
                  <a:schemeClr val="dk1"/>
                </a:effectRef>
                <a:fontRef idx="minor">
                  <a:schemeClr val="tx1"/>
                </a:fontRef>
              </p:style>
            </p:cxnSp>
            <p:cxnSp>
              <p:nvCxnSpPr>
                <p:cNvPr id="50" name="直接连接符 49"/>
                <p:cNvCxnSpPr/>
                <p:nvPr>
                  <p:custDataLst>
                    <p:tags r:id="rId22"/>
                  </p:custDataLst>
                </p:nvPr>
              </p:nvCxnSpPr>
              <p:spPr>
                <a:xfrm>
                  <a:off x="2084" y="6499"/>
                  <a:ext cx="6798" cy="0"/>
                </a:xfrm>
                <a:prstGeom prst="line">
                  <a:avLst/>
                </a:prstGeom>
                <a:ln w="38100">
                  <a:solidFill>
                    <a:schemeClr val="tx1">
                      <a:lumMod val="75000"/>
                      <a:lumOff val="25000"/>
                    </a:schemeClr>
                  </a:solidFill>
                </a:ln>
              </p:spPr>
              <p:style>
                <a:lnRef idx="3">
                  <a:schemeClr val="dk1"/>
                </a:lnRef>
                <a:fillRef idx="0">
                  <a:schemeClr val="dk1"/>
                </a:fillRef>
                <a:effectRef idx="2">
                  <a:schemeClr val="dk1"/>
                </a:effectRef>
                <a:fontRef idx="minor">
                  <a:schemeClr val="tx1"/>
                </a:fontRef>
              </p:style>
            </p:cxnSp>
            <p:cxnSp>
              <p:nvCxnSpPr>
                <p:cNvPr id="51" name="直接连接符 50"/>
                <p:cNvCxnSpPr/>
                <p:nvPr>
                  <p:custDataLst>
                    <p:tags r:id="rId23"/>
                  </p:custDataLst>
                </p:nvPr>
              </p:nvCxnSpPr>
              <p:spPr>
                <a:xfrm>
                  <a:off x="2084" y="7881"/>
                  <a:ext cx="6798" cy="0"/>
                </a:xfrm>
                <a:prstGeom prst="line">
                  <a:avLst/>
                </a:prstGeom>
                <a:ln w="38100">
                  <a:solidFill>
                    <a:schemeClr val="tx1">
                      <a:lumMod val="75000"/>
                      <a:lumOff val="25000"/>
                    </a:schemeClr>
                  </a:solidFill>
                </a:ln>
              </p:spPr>
              <p:style>
                <a:lnRef idx="3">
                  <a:schemeClr val="dk1"/>
                </a:lnRef>
                <a:fillRef idx="0">
                  <a:schemeClr val="dk1"/>
                </a:fillRef>
                <a:effectRef idx="2">
                  <a:schemeClr val="dk1"/>
                </a:effectRef>
                <a:fontRef idx="minor">
                  <a:schemeClr val="tx1"/>
                </a:fontRef>
              </p:style>
            </p:cxnSp>
            <p:cxnSp>
              <p:nvCxnSpPr>
                <p:cNvPr id="52" name="直接连接符 51"/>
                <p:cNvCxnSpPr/>
                <p:nvPr>
                  <p:custDataLst>
                    <p:tags r:id="rId24"/>
                  </p:custDataLst>
                </p:nvPr>
              </p:nvCxnSpPr>
              <p:spPr>
                <a:xfrm>
                  <a:off x="2079" y="9264"/>
                  <a:ext cx="6803" cy="0"/>
                </a:xfrm>
                <a:prstGeom prst="line">
                  <a:avLst/>
                </a:prstGeom>
                <a:ln w="28575">
                  <a:solidFill>
                    <a:schemeClr val="tx1">
                      <a:lumMod val="75000"/>
                      <a:lumOff val="25000"/>
                    </a:schemeClr>
                  </a:solidFill>
                </a:ln>
              </p:spPr>
              <p:style>
                <a:lnRef idx="3">
                  <a:schemeClr val="dk1"/>
                </a:lnRef>
                <a:fillRef idx="0">
                  <a:schemeClr val="dk1"/>
                </a:fillRef>
                <a:effectRef idx="2">
                  <a:schemeClr val="dk1"/>
                </a:effectRef>
                <a:fontRef idx="minor">
                  <a:schemeClr val="tx1"/>
                </a:fontRef>
              </p:style>
            </p:cxnSp>
          </p:grpSp>
          <p:sp>
            <p:nvSpPr>
              <p:cNvPr id="45" name="文本框 44"/>
              <p:cNvSpPr txBox="1"/>
              <p:nvPr>
                <p:custDataLst>
                  <p:tags r:id="rId25"/>
                </p:custDataLst>
              </p:nvPr>
            </p:nvSpPr>
            <p:spPr>
              <a:xfrm>
                <a:off x="5129" y="8376"/>
                <a:ext cx="2116" cy="725"/>
              </a:xfrm>
              <a:prstGeom prst="rect">
                <a:avLst/>
              </a:prstGeom>
              <a:noFill/>
            </p:spPr>
            <p:txBody>
              <a:bodyPr wrap="none" rtlCol="0" anchor="t">
                <a:spAutoFit/>
              </a:bodyPr>
              <a:lstStyle/>
              <a:p>
                <a:r>
                  <a:rPr lang="en-US" altLang="zh-CN" sz="2400">
                    <a:latin typeface="Arial" panose="020B0604020202020204" pitchFamily="34" charset="0"/>
                    <a:cs typeface="Arial" panose="020B0604020202020204" pitchFamily="34" charset="0"/>
                  </a:rPr>
                  <a:t>3×4=12</a:t>
                </a:r>
                <a:endParaRPr lang="en-US" altLang="zh-CN" sz="2400">
                  <a:latin typeface="Arial" panose="020B0604020202020204" pitchFamily="34" charset="0"/>
                  <a:cs typeface="Arial" panose="020B0604020202020204" pitchFamily="34" charset="0"/>
                </a:endParaRPr>
              </a:p>
            </p:txBody>
          </p:sp>
        </p:grpSp>
      </p:grpSp>
      <p:pic>
        <p:nvPicPr>
          <p:cNvPr id="58" name="图片 57" descr="1211809811"/>
          <p:cNvPicPr>
            <a:picLocks noChangeAspect="1"/>
          </p:cNvPicPr>
          <p:nvPr>
            <p:custDataLst>
              <p:tags r:id="rId26"/>
            </p:custDataLst>
          </p:nvPr>
        </p:nvPicPr>
        <p:blipFill>
          <a:blip r:embed="rId9"/>
          <a:stretch>
            <a:fillRect/>
          </a:stretch>
        </p:blipFill>
        <p:spPr>
          <a:xfrm>
            <a:off x="1295622" y="2919397"/>
            <a:ext cx="2578735" cy="2553970"/>
          </a:xfrm>
          <a:prstGeom prst="rect">
            <a:avLst/>
          </a:prstGeom>
        </p:spPr>
      </p:pic>
      <p:sp>
        <p:nvSpPr>
          <p:cNvPr id="59" name="文本框 58"/>
          <p:cNvSpPr txBox="1"/>
          <p:nvPr>
            <p:custDataLst>
              <p:tags r:id="rId27"/>
            </p:custDataLst>
          </p:nvPr>
        </p:nvSpPr>
        <p:spPr>
          <a:xfrm>
            <a:off x="6762433" y="3432175"/>
            <a:ext cx="3256280" cy="1476375"/>
          </a:xfrm>
          <a:prstGeom prst="rect">
            <a:avLst/>
          </a:prstGeom>
          <a:noFill/>
        </p:spPr>
        <p:txBody>
          <a:bodyPr wrap="square" rtlCol="0" anchor="t">
            <a:spAutoFit/>
          </a:bodyPr>
          <a:lstStyle/>
          <a:p>
            <a:pPr marL="457200" indent="-457200" algn="l" fontAlgn="auto">
              <a:lnSpc>
                <a:spcPct val="125000"/>
              </a:lnSpc>
              <a:buFont typeface="Arial" panose="020B0604020202020204" pitchFamily="34" charset="0"/>
              <a:buChar char="•"/>
            </a:pPr>
            <a:r>
              <a:rPr lang="zh-CN" altLang="en-US" sz="2400" b="1">
                <a:solidFill>
                  <a:schemeClr val="tx1"/>
                </a:solidFill>
                <a:latin typeface="华文楷体" panose="02010600040101010101" pitchFamily="2" charset="-122"/>
                <a:ea typeface="华文楷体" panose="02010600040101010101" pitchFamily="2" charset="-122"/>
                <a:cs typeface="华文楷体" panose="02010600040101010101" pitchFamily="2" charset="-122"/>
              </a:rPr>
              <a:t>输入分辨率：单位长度</a:t>
            </a:r>
            <a:r>
              <a:rPr lang="en-US" altLang="zh-CN" sz="2400" b="1">
                <a:solidFill>
                  <a:schemeClr val="tx1"/>
                </a:solidFill>
                <a:latin typeface="华文楷体" panose="02010600040101010101" pitchFamily="2" charset="-122"/>
                <a:ea typeface="华文楷体" panose="02010600040101010101" pitchFamily="2" charset="-122"/>
                <a:cs typeface="华文楷体" panose="02010600040101010101" pitchFamily="2" charset="-122"/>
              </a:rPr>
              <a:t>(</a:t>
            </a:r>
            <a:r>
              <a:rPr lang="zh-CN" altLang="en-US" sz="2400" b="1">
                <a:solidFill>
                  <a:schemeClr val="tx1"/>
                </a:solidFill>
                <a:latin typeface="华文楷体" panose="02010600040101010101" pitchFamily="2" charset="-122"/>
                <a:ea typeface="华文楷体" panose="02010600040101010101" pitchFamily="2" charset="-122"/>
                <a:cs typeface="华文楷体" panose="02010600040101010101" pitchFamily="2" charset="-122"/>
              </a:rPr>
              <a:t>如每厘米</a:t>
            </a:r>
            <a:r>
              <a:rPr lang="en-US" altLang="zh-CN" sz="2400" b="1">
                <a:solidFill>
                  <a:schemeClr val="tx1"/>
                </a:solidFill>
                <a:latin typeface="华文楷体" panose="02010600040101010101" pitchFamily="2" charset="-122"/>
                <a:ea typeface="华文楷体" panose="02010600040101010101" pitchFamily="2" charset="-122"/>
                <a:cs typeface="华文楷体" panose="02010600040101010101" pitchFamily="2" charset="-122"/>
              </a:rPr>
              <a:t>)</a:t>
            </a:r>
            <a:r>
              <a:rPr lang="zh-CN" altLang="en-US" sz="2400" b="1">
                <a:solidFill>
                  <a:schemeClr val="tx1"/>
                </a:solidFill>
                <a:latin typeface="华文楷体" panose="02010600040101010101" pitchFamily="2" charset="-122"/>
                <a:ea typeface="华文楷体" panose="02010600040101010101" pitchFamily="2" charset="-122"/>
                <a:cs typeface="华文楷体" panose="02010600040101010101" pitchFamily="2" charset="-122"/>
              </a:rPr>
              <a:t>内像素个数</a:t>
            </a:r>
            <a:endParaRPr lang="zh-CN" altLang="en-US" sz="2400" b="1">
              <a:solidFill>
                <a:schemeClr val="tx1"/>
              </a:solidFill>
              <a:latin typeface="华文楷体" panose="02010600040101010101" pitchFamily="2" charset="-122"/>
              <a:ea typeface="华文楷体" panose="02010600040101010101" pitchFamily="2" charset="-122"/>
              <a:cs typeface="华文楷体" panose="02010600040101010101" pitchFamily="2" charset="-122"/>
            </a:endParaRPr>
          </a:p>
        </p:txBody>
      </p:sp>
      <p:grpSp>
        <p:nvGrpSpPr>
          <p:cNvPr id="62" name="组合 61"/>
          <p:cNvGrpSpPr/>
          <p:nvPr>
            <p:custDataLst>
              <p:tags r:id="rId28"/>
            </p:custDataLst>
          </p:nvPr>
        </p:nvGrpSpPr>
        <p:grpSpPr>
          <a:xfrm>
            <a:off x="1497552" y="2979087"/>
            <a:ext cx="1960245" cy="2418080"/>
            <a:chOff x="13352" y="3024"/>
            <a:chExt cx="3246" cy="3808"/>
          </a:xfrm>
        </p:grpSpPr>
        <p:cxnSp>
          <p:nvCxnSpPr>
            <p:cNvPr id="63" name="直接连接符 62"/>
            <p:cNvCxnSpPr/>
            <p:nvPr>
              <p:custDataLst>
                <p:tags r:id="rId29"/>
              </p:custDataLst>
            </p:nvPr>
          </p:nvCxnSpPr>
          <p:spPr>
            <a:xfrm>
              <a:off x="13352" y="683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64" name="直接连接符 63"/>
            <p:cNvCxnSpPr/>
            <p:nvPr>
              <p:custDataLst>
                <p:tags r:id="rId30"/>
              </p:custDataLst>
            </p:nvPr>
          </p:nvCxnSpPr>
          <p:spPr>
            <a:xfrm>
              <a:off x="13352" y="302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65" name="直接连接符 64"/>
            <p:cNvCxnSpPr/>
            <p:nvPr>
              <p:custDataLst>
                <p:tags r:id="rId31"/>
              </p:custDataLst>
            </p:nvPr>
          </p:nvCxnSpPr>
          <p:spPr>
            <a:xfrm>
              <a:off x="13352" y="350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66" name="直接连接符 65"/>
            <p:cNvCxnSpPr/>
            <p:nvPr>
              <p:custDataLst>
                <p:tags r:id="rId32"/>
              </p:custDataLst>
            </p:nvPr>
          </p:nvCxnSpPr>
          <p:spPr>
            <a:xfrm>
              <a:off x="13352" y="3976"/>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67" name="直接连接符 66"/>
            <p:cNvCxnSpPr/>
            <p:nvPr>
              <p:custDataLst>
                <p:tags r:id="rId33"/>
              </p:custDataLst>
            </p:nvPr>
          </p:nvCxnSpPr>
          <p:spPr>
            <a:xfrm>
              <a:off x="13352" y="445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68" name="直接连接符 67"/>
            <p:cNvCxnSpPr/>
            <p:nvPr>
              <p:custDataLst>
                <p:tags r:id="rId34"/>
              </p:custDataLst>
            </p:nvPr>
          </p:nvCxnSpPr>
          <p:spPr>
            <a:xfrm>
              <a:off x="13352" y="4928"/>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69" name="直接连接符 68"/>
            <p:cNvCxnSpPr/>
            <p:nvPr>
              <p:custDataLst>
                <p:tags r:id="rId35"/>
              </p:custDataLst>
            </p:nvPr>
          </p:nvCxnSpPr>
          <p:spPr>
            <a:xfrm>
              <a:off x="13352" y="540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70" name="直接连接符 69"/>
            <p:cNvCxnSpPr/>
            <p:nvPr>
              <p:custDataLst>
                <p:tags r:id="rId36"/>
              </p:custDataLst>
            </p:nvPr>
          </p:nvCxnSpPr>
          <p:spPr>
            <a:xfrm>
              <a:off x="13352" y="588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71" name="直接连接符 70"/>
            <p:cNvCxnSpPr/>
            <p:nvPr>
              <p:custDataLst>
                <p:tags r:id="rId37"/>
              </p:custDataLst>
            </p:nvPr>
          </p:nvCxnSpPr>
          <p:spPr>
            <a:xfrm>
              <a:off x="13352" y="6356"/>
              <a:ext cx="3247" cy="0"/>
            </a:xfrm>
            <a:prstGeom prst="line">
              <a:avLst/>
            </a:prstGeom>
            <a:ln w="28575"/>
          </p:spPr>
          <p:style>
            <a:lnRef idx="3">
              <a:schemeClr val="dk1"/>
            </a:lnRef>
            <a:fillRef idx="0">
              <a:schemeClr val="dk1"/>
            </a:fillRef>
            <a:effectRef idx="2">
              <a:schemeClr val="dk1"/>
            </a:effectRef>
            <a:fontRef idx="minor">
              <a:schemeClr val="tx1"/>
            </a:fontRef>
          </p:style>
        </p:cxnSp>
      </p:grpSp>
      <p:grpSp>
        <p:nvGrpSpPr>
          <p:cNvPr id="72" name="组合 71"/>
          <p:cNvGrpSpPr/>
          <p:nvPr>
            <p:custDataLst>
              <p:tags r:id="rId38"/>
            </p:custDataLst>
          </p:nvPr>
        </p:nvGrpSpPr>
        <p:grpSpPr>
          <a:xfrm>
            <a:off x="1510252" y="2991787"/>
            <a:ext cx="1945640" cy="2404745"/>
            <a:chOff x="4391" y="870"/>
            <a:chExt cx="3264" cy="3828"/>
          </a:xfrm>
        </p:grpSpPr>
        <p:cxnSp>
          <p:nvCxnSpPr>
            <p:cNvPr id="73" name="直接连接符 72"/>
            <p:cNvCxnSpPr/>
            <p:nvPr>
              <p:custDataLst>
                <p:tags r:id="rId39"/>
              </p:custDataLst>
            </p:nvPr>
          </p:nvCxnSpPr>
          <p:spPr>
            <a:xfrm rot="5400000">
              <a:off x="574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74" name="直接连接符 73"/>
            <p:cNvCxnSpPr/>
            <p:nvPr>
              <p:custDataLst>
                <p:tags r:id="rId40"/>
              </p:custDataLst>
            </p:nvPr>
          </p:nvCxnSpPr>
          <p:spPr>
            <a:xfrm rot="5400000">
              <a:off x="5197"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75" name="直接连接符 74"/>
            <p:cNvCxnSpPr/>
            <p:nvPr>
              <p:custDataLst>
                <p:tags r:id="rId41"/>
              </p:custDataLst>
            </p:nvPr>
          </p:nvCxnSpPr>
          <p:spPr>
            <a:xfrm rot="5400000">
              <a:off x="4653"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76" name="直接连接符 75"/>
            <p:cNvCxnSpPr/>
            <p:nvPr>
              <p:custDataLst>
                <p:tags r:id="rId42"/>
              </p:custDataLst>
            </p:nvPr>
          </p:nvCxnSpPr>
          <p:spPr>
            <a:xfrm rot="5400000">
              <a:off x="4109"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77" name="直接连接符 76"/>
            <p:cNvCxnSpPr/>
            <p:nvPr>
              <p:custDataLst>
                <p:tags r:id="rId43"/>
              </p:custDataLst>
            </p:nvPr>
          </p:nvCxnSpPr>
          <p:spPr>
            <a:xfrm rot="5400000">
              <a:off x="3565"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78" name="直接连接符 77"/>
            <p:cNvCxnSpPr/>
            <p:nvPr>
              <p:custDataLst>
                <p:tags r:id="rId44"/>
              </p:custDataLst>
            </p:nvPr>
          </p:nvCxnSpPr>
          <p:spPr>
            <a:xfrm rot="5400000">
              <a:off x="302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79" name="直接连接符 78"/>
            <p:cNvCxnSpPr/>
            <p:nvPr>
              <p:custDataLst>
                <p:tags r:id="rId45"/>
              </p:custDataLst>
            </p:nvPr>
          </p:nvCxnSpPr>
          <p:spPr>
            <a:xfrm rot="5400000">
              <a:off x="2477" y="2784"/>
              <a:ext cx="3828" cy="0"/>
            </a:xfrm>
            <a:prstGeom prst="line">
              <a:avLst/>
            </a:prstGeom>
            <a:ln w="28575"/>
          </p:spPr>
          <p:style>
            <a:lnRef idx="3">
              <a:schemeClr val="dk1"/>
            </a:lnRef>
            <a:fillRef idx="0">
              <a:schemeClr val="dk1"/>
            </a:fillRef>
            <a:effectRef idx="2">
              <a:schemeClr val="dk1"/>
            </a:effectRef>
            <a:fontRef idx="minor">
              <a:schemeClr val="tx1"/>
            </a:fontRef>
          </p:style>
        </p:cxnSp>
      </p:grpSp>
      <p:sp>
        <p:nvSpPr>
          <p:cNvPr id="80" name="文本框 79"/>
          <p:cNvSpPr txBox="1"/>
          <p:nvPr>
            <p:custDataLst>
              <p:tags r:id="rId46"/>
            </p:custDataLst>
          </p:nvPr>
        </p:nvSpPr>
        <p:spPr>
          <a:xfrm>
            <a:off x="1806146" y="5447966"/>
            <a:ext cx="1343660" cy="460375"/>
          </a:xfrm>
          <a:prstGeom prst="rect">
            <a:avLst/>
          </a:prstGeom>
          <a:noFill/>
        </p:spPr>
        <p:txBody>
          <a:bodyPr wrap="none" rtlCol="0" anchor="t">
            <a:spAutoFit/>
          </a:bodyPr>
          <a:lstStyle/>
          <a:p>
            <a:r>
              <a:rPr lang="en-US" altLang="zh-CN" sz="2400">
                <a:latin typeface="Arial" panose="020B0604020202020204" pitchFamily="34" charset="0"/>
                <a:cs typeface="Arial" panose="020B0604020202020204" pitchFamily="34" charset="0"/>
              </a:rPr>
              <a:t>6×8=48</a:t>
            </a:r>
            <a:endParaRPr lang="en-US" altLang="zh-CN" sz="2400">
              <a:latin typeface="Arial" panose="020B0604020202020204" pitchFamily="34" charset="0"/>
              <a:cs typeface="Arial" panose="020B0604020202020204" pitchFamily="34" charset="0"/>
            </a:endParaRPr>
          </a:p>
        </p:txBody>
      </p:sp>
      <p:sp>
        <p:nvSpPr>
          <p:cNvPr id="81" name="矩形 80"/>
          <p:cNvSpPr/>
          <p:nvPr>
            <p:custDataLst>
              <p:tags r:id="rId47"/>
            </p:custDataLst>
          </p:nvPr>
        </p:nvSpPr>
        <p:spPr>
          <a:xfrm>
            <a:off x="1498822" y="2979087"/>
            <a:ext cx="669290" cy="607060"/>
          </a:xfrm>
          <a:prstGeom prst="rect">
            <a:avLst/>
          </a:prstGeom>
          <a:noFill/>
          <a:ln w="57150">
            <a:solidFill>
              <a:srgbClr val="1E85F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p:cNvSpPr/>
          <p:nvPr>
            <p:custDataLst>
              <p:tags r:id="rId48"/>
            </p:custDataLst>
          </p:nvPr>
        </p:nvSpPr>
        <p:spPr>
          <a:xfrm>
            <a:off x="4259001" y="2979087"/>
            <a:ext cx="669290" cy="607060"/>
          </a:xfrm>
          <a:prstGeom prst="rect">
            <a:avLst/>
          </a:prstGeom>
          <a:noFill/>
          <a:ln w="57150">
            <a:solidFill>
              <a:srgbClr val="1E85F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TextBox 8"/>
          <p:cNvSpPr txBox="1">
            <a:spLocks noChangeArrowheads="1"/>
          </p:cNvSpPr>
          <p:nvPr>
            <p:custDataLst>
              <p:tags r:id="rId49"/>
            </p:custDataLst>
          </p:nvPr>
        </p:nvSpPr>
        <p:spPr bwMode="auto">
          <a:xfrm>
            <a:off x="4468715" y="328533"/>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spd="slow">
    <p:push dir="u"/>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custDataLst>
              <p:tags r:id="rId1"/>
            </p:custDataLst>
          </p:nvPr>
        </p:nvSpPr>
        <p:spPr>
          <a:xfrm>
            <a:off x="3359347" y="1416337"/>
            <a:ext cx="5556738" cy="553998"/>
          </a:xfrm>
          <a:prstGeom prst="rect">
            <a:avLst/>
          </a:prstGeom>
          <a:noFill/>
        </p:spPr>
        <p:txBody>
          <a:bodyPr wrap="square" rtlCol="0">
            <a:spAutoFit/>
          </a:bodyPr>
          <a:lstStyle/>
          <a:p>
            <a:pPr algn="ctr"/>
            <a:r>
              <a:rPr lang="en-US" altLang="zh-CN" sz="3000">
                <a:solidFill>
                  <a:prstClr val="black"/>
                </a:solidFill>
                <a:latin typeface="黑体" panose="02010609060101010101" charset="-122"/>
                <a:ea typeface="黑体" panose="02010609060101010101" charset="-122"/>
              </a:rPr>
              <a:t>2. </a:t>
            </a:r>
            <a:r>
              <a:rPr lang="zh-CN" altLang="en-US" sz="3000">
                <a:solidFill>
                  <a:prstClr val="black"/>
                </a:solidFill>
                <a:latin typeface="黑体" panose="02010609060101010101" charset="-122"/>
                <a:ea typeface="黑体" panose="02010609060101010101" charset="-122"/>
              </a:rPr>
              <a:t>图像量化</a:t>
            </a:r>
            <a:endParaRPr lang="zh-CN" altLang="en-US" sz="3000">
              <a:solidFill>
                <a:prstClr val="black"/>
              </a:solidFill>
              <a:latin typeface="黑体" panose="02010609060101010101" charset="-122"/>
              <a:ea typeface="黑体" panose="02010609060101010101" charset="-122"/>
            </a:endParaRPr>
          </a:p>
        </p:txBody>
      </p:sp>
      <p:cxnSp>
        <p:nvCxnSpPr>
          <p:cNvPr id="29" name="直接连接符 28"/>
          <p:cNvCxnSpPr/>
          <p:nvPr>
            <p:custDataLst>
              <p:tags r:id="rId2"/>
            </p:custDataLst>
          </p:nvPr>
        </p:nvCxnSpPr>
        <p:spPr>
          <a:xfrm flipV="1">
            <a:off x="3359346" y="2060503"/>
            <a:ext cx="5556738" cy="23447"/>
          </a:xfrm>
          <a:prstGeom prst="line">
            <a:avLst/>
          </a:prstGeom>
          <a:ln w="12700">
            <a:solidFill>
              <a:srgbClr val="01431D"/>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p:custDataLst>
              <p:tags r:id="rId3"/>
            </p:custDataLst>
          </p:nvPr>
        </p:nvGrpSpPr>
        <p:grpSpPr>
          <a:xfrm>
            <a:off x="2796635" y="1801906"/>
            <a:ext cx="445481" cy="469613"/>
            <a:chOff x="2121873" y="1511588"/>
            <a:chExt cx="445481" cy="469613"/>
          </a:xfrm>
        </p:grpSpPr>
        <p:sp>
          <p:nvSpPr>
            <p:cNvPr id="39" name="矩形 38"/>
            <p:cNvSpPr/>
            <p:nvPr>
              <p:custDataLst>
                <p:tags r:id="rId4"/>
              </p:custDataLst>
            </p:nvPr>
          </p:nvSpPr>
          <p:spPr>
            <a:xfrm>
              <a:off x="2121873" y="1511588"/>
              <a:ext cx="363415" cy="363415"/>
            </a:xfrm>
            <a:prstGeom prst="rect">
              <a:avLst/>
            </a:prstGeom>
            <a:solidFill>
              <a:srgbClr val="0143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矩形 39"/>
            <p:cNvSpPr/>
            <p:nvPr>
              <p:custDataLst>
                <p:tags r:id="rId5"/>
              </p:custDataLst>
            </p:nvPr>
          </p:nvSpPr>
          <p:spPr>
            <a:xfrm>
              <a:off x="2321171" y="1735018"/>
              <a:ext cx="246183" cy="246183"/>
            </a:xfrm>
            <a:prstGeom prst="rect">
              <a:avLst/>
            </a:prstGeom>
            <a:solidFill>
              <a:srgbClr val="0162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37" name="文本框 36"/>
          <p:cNvSpPr txBox="1"/>
          <p:nvPr>
            <p:custDataLst>
              <p:tags r:id="rId6"/>
            </p:custDataLst>
          </p:nvPr>
        </p:nvSpPr>
        <p:spPr>
          <a:xfrm>
            <a:off x="7219838" y="2952985"/>
            <a:ext cx="3269615" cy="2399665"/>
          </a:xfrm>
          <a:prstGeom prst="rect">
            <a:avLst/>
          </a:prstGeom>
          <a:noFill/>
        </p:spPr>
        <p:txBody>
          <a:bodyPr wrap="square" rtlCol="0" anchor="t">
            <a:spAutoFit/>
          </a:bodyPr>
          <a:lstStyle/>
          <a:p>
            <a:pPr marL="457200" indent="-457200" algn="l" fontAlgn="auto">
              <a:lnSpc>
                <a:spcPct val="125000"/>
              </a:lnSpc>
              <a:buFont typeface="Arial" panose="020B0604020202020204" pitchFamily="34" charset="0"/>
              <a:buChar char="•"/>
            </a:pP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sym typeface="+mn-ea"/>
              </a:rPr>
              <a:t>像素属性进行分级</a:t>
            </a:r>
            <a:endParaRPr lang="zh-CN" altLang="en-US" sz="2400" b="1" dirty="0">
              <a:latin typeface="华文楷体" panose="02010600040101010101" pitchFamily="2" charset="-122"/>
              <a:ea typeface="华文楷体" panose="02010600040101010101" pitchFamily="2" charset="-122"/>
              <a:cs typeface="华文楷体" panose="02010600040101010101" pitchFamily="2" charset="-122"/>
              <a:sym typeface="+mn-ea"/>
            </a:endParaRPr>
          </a:p>
          <a:p>
            <a:pPr marL="457200" indent="-457200" algn="l" fontAlgn="auto">
              <a:lnSpc>
                <a:spcPct val="125000"/>
              </a:lnSpc>
              <a:buFont typeface="Arial" panose="020B0604020202020204" pitchFamily="34" charset="0"/>
              <a:buChar char="•"/>
            </a:pP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sym typeface="+mn-ea"/>
              </a:rPr>
              <a:t>每一级对应一个数</a:t>
            </a:r>
            <a:endParaRPr lang="zh-CN" altLang="en-US" sz="2400" b="1" dirty="0">
              <a:latin typeface="华文楷体" panose="02010600040101010101" pitchFamily="2" charset="-122"/>
              <a:ea typeface="华文楷体" panose="02010600040101010101" pitchFamily="2" charset="-122"/>
              <a:cs typeface="华文楷体" panose="02010600040101010101" pitchFamily="2" charset="-122"/>
              <a:sym typeface="+mn-ea"/>
            </a:endParaRPr>
          </a:p>
          <a:p>
            <a:pPr marL="457200" indent="-457200" algn="l" fontAlgn="auto">
              <a:lnSpc>
                <a:spcPct val="125000"/>
              </a:lnSpc>
              <a:buFont typeface="Arial" panose="020B0604020202020204" pitchFamily="34" charset="0"/>
              <a:buChar char="•"/>
            </a:pP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sym typeface="+mn-ea"/>
              </a:rPr>
              <a:t>用有限的数近似地表示连续变化的各项属性</a:t>
            </a:r>
            <a:endParaRPr lang="en-US" altLang="zh-CN" sz="2400" b="1" dirty="0">
              <a:latin typeface="华文楷体" panose="02010600040101010101" pitchFamily="2" charset="-122"/>
              <a:ea typeface="华文楷体" panose="02010600040101010101" pitchFamily="2" charset="-122"/>
              <a:cs typeface="华文楷体" panose="02010600040101010101" pitchFamily="2" charset="-122"/>
              <a:sym typeface="+mn-ea"/>
            </a:endParaRPr>
          </a:p>
        </p:txBody>
      </p:sp>
      <p:sp>
        <p:nvSpPr>
          <p:cNvPr id="41" name="圆角矩形 40"/>
          <p:cNvSpPr/>
          <p:nvPr>
            <p:custDataLst>
              <p:tags r:id="rId7"/>
            </p:custDataLst>
          </p:nvPr>
        </p:nvSpPr>
        <p:spPr>
          <a:xfrm>
            <a:off x="7924053" y="2285283"/>
            <a:ext cx="1861820" cy="576580"/>
          </a:xfrm>
          <a:prstGeom prst="roundRect">
            <a:avLst/>
          </a:prstGeom>
          <a:solidFill>
            <a:srgbClr val="669473"/>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zh-CN" altLang="en-US" sz="2800" b="1" dirty="0">
                <a:solidFill>
                  <a:schemeClr val="bg1"/>
                </a:solidFill>
                <a:latin typeface="华文楷体" panose="02010600040101010101" pitchFamily="2" charset="-122"/>
                <a:ea typeface="华文楷体" panose="02010600040101010101" pitchFamily="2" charset="-122"/>
              </a:rPr>
              <a:t>图像量化</a:t>
            </a:r>
            <a:endParaRPr lang="zh-CN" altLang="en-US" sz="2800" b="1" dirty="0">
              <a:solidFill>
                <a:schemeClr val="bg1"/>
              </a:solidFill>
              <a:latin typeface="华文楷体" panose="02010600040101010101" pitchFamily="2" charset="-122"/>
              <a:ea typeface="华文楷体" panose="02010600040101010101" pitchFamily="2" charset="-122"/>
            </a:endParaRPr>
          </a:p>
        </p:txBody>
      </p:sp>
      <p:grpSp>
        <p:nvGrpSpPr>
          <p:cNvPr id="42" name="组合 41"/>
          <p:cNvGrpSpPr/>
          <p:nvPr>
            <p:custDataLst>
              <p:tags r:id="rId8"/>
            </p:custDataLst>
          </p:nvPr>
        </p:nvGrpSpPr>
        <p:grpSpPr>
          <a:xfrm>
            <a:off x="3936192" y="3722427"/>
            <a:ext cx="2956560" cy="1626731"/>
            <a:chOff x="8038" y="7107"/>
            <a:chExt cx="4695" cy="2309"/>
          </a:xfrm>
        </p:grpSpPr>
        <p:sp>
          <p:nvSpPr>
            <p:cNvPr id="43" name="任意多边形 42"/>
            <p:cNvSpPr/>
            <p:nvPr>
              <p:custDataLst>
                <p:tags r:id="rId9"/>
              </p:custDataLst>
            </p:nvPr>
          </p:nvSpPr>
          <p:spPr>
            <a:xfrm>
              <a:off x="8038" y="7107"/>
              <a:ext cx="4695" cy="2245"/>
            </a:xfrm>
            <a:custGeom>
              <a:avLst/>
              <a:gdLst>
                <a:gd name="connsiteX0" fmla="*/ 264 w 4695"/>
                <a:gd name="connsiteY0" fmla="*/ 654 h 1835"/>
                <a:gd name="connsiteX1" fmla="*/ 500 w 4695"/>
                <a:gd name="connsiteY1" fmla="*/ 418 h 1835"/>
                <a:gd name="connsiteX2" fmla="*/ 840 w 4695"/>
                <a:gd name="connsiteY2" fmla="*/ 417 h 1835"/>
                <a:gd name="connsiteX3" fmla="*/ 0 w 4695"/>
                <a:gd name="connsiteY3" fmla="*/ 0 h 1835"/>
                <a:gd name="connsiteX4" fmla="*/ 1462 w 4695"/>
                <a:gd name="connsiteY4" fmla="*/ 433 h 1835"/>
                <a:gd name="connsiteX5" fmla="*/ 4459 w 4695"/>
                <a:gd name="connsiteY5" fmla="*/ 418 h 1835"/>
                <a:gd name="connsiteX6" fmla="*/ 4695 w 4695"/>
                <a:gd name="connsiteY6" fmla="*/ 654 h 1835"/>
                <a:gd name="connsiteX7" fmla="*/ 4695 w 4695"/>
                <a:gd name="connsiteY7" fmla="*/ 654 h 1835"/>
                <a:gd name="connsiteX8" fmla="*/ 4695 w 4695"/>
                <a:gd name="connsiteY8" fmla="*/ 654 h 1835"/>
                <a:gd name="connsiteX9" fmla="*/ 4695 w 4695"/>
                <a:gd name="connsiteY9" fmla="*/ 1008 h 1835"/>
                <a:gd name="connsiteX10" fmla="*/ 4695 w 4695"/>
                <a:gd name="connsiteY10" fmla="*/ 1599 h 1835"/>
                <a:gd name="connsiteX11" fmla="*/ 4459 w 4695"/>
                <a:gd name="connsiteY11" fmla="*/ 1835 h 1835"/>
                <a:gd name="connsiteX12" fmla="*/ 2110 w 4695"/>
                <a:gd name="connsiteY12" fmla="*/ 1835 h 1835"/>
                <a:gd name="connsiteX13" fmla="*/ 1003 w 4695"/>
                <a:gd name="connsiteY13" fmla="*/ 1835 h 1835"/>
                <a:gd name="connsiteX14" fmla="*/ 1002 w 4695"/>
                <a:gd name="connsiteY14" fmla="*/ 1835 h 1835"/>
                <a:gd name="connsiteX15" fmla="*/ 500 w 4695"/>
                <a:gd name="connsiteY15" fmla="*/ 1835 h 1835"/>
                <a:gd name="connsiteX16" fmla="*/ 264 w 4695"/>
                <a:gd name="connsiteY16" fmla="*/ 1599 h 1835"/>
                <a:gd name="connsiteX17" fmla="*/ 264 w 4695"/>
                <a:gd name="connsiteY17" fmla="*/ 1008 h 1835"/>
                <a:gd name="connsiteX18" fmla="*/ 264 w 4695"/>
                <a:gd name="connsiteY18" fmla="*/ 654 h 1835"/>
                <a:gd name="connsiteX19" fmla="*/ 264 w 4695"/>
                <a:gd name="connsiteY19" fmla="*/ 654 h 1835"/>
                <a:gd name="connsiteX20" fmla="*/ 264 w 4695"/>
                <a:gd name="connsiteY20" fmla="*/ 654 h 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695" h="1834">
                  <a:moveTo>
                    <a:pt x="264" y="654"/>
                  </a:moveTo>
                  <a:cubicBezTo>
                    <a:pt x="264" y="524"/>
                    <a:pt x="370" y="418"/>
                    <a:pt x="500" y="418"/>
                  </a:cubicBezTo>
                  <a:lnTo>
                    <a:pt x="840" y="417"/>
                  </a:lnTo>
                  <a:lnTo>
                    <a:pt x="0" y="0"/>
                  </a:lnTo>
                  <a:lnTo>
                    <a:pt x="1462" y="433"/>
                  </a:lnTo>
                  <a:lnTo>
                    <a:pt x="4459" y="418"/>
                  </a:lnTo>
                  <a:cubicBezTo>
                    <a:pt x="4589" y="418"/>
                    <a:pt x="4695" y="524"/>
                    <a:pt x="4695" y="654"/>
                  </a:cubicBezTo>
                  <a:lnTo>
                    <a:pt x="4695" y="654"/>
                  </a:lnTo>
                  <a:lnTo>
                    <a:pt x="4695" y="654"/>
                  </a:lnTo>
                  <a:lnTo>
                    <a:pt x="4695" y="1008"/>
                  </a:lnTo>
                  <a:lnTo>
                    <a:pt x="4695" y="1599"/>
                  </a:lnTo>
                  <a:cubicBezTo>
                    <a:pt x="4695" y="1729"/>
                    <a:pt x="4589" y="1835"/>
                    <a:pt x="4459" y="1835"/>
                  </a:cubicBezTo>
                  <a:lnTo>
                    <a:pt x="2110" y="1835"/>
                  </a:lnTo>
                  <a:lnTo>
                    <a:pt x="1003" y="1835"/>
                  </a:lnTo>
                  <a:lnTo>
                    <a:pt x="1002" y="1835"/>
                  </a:lnTo>
                  <a:lnTo>
                    <a:pt x="500" y="1835"/>
                  </a:lnTo>
                  <a:cubicBezTo>
                    <a:pt x="370" y="1835"/>
                    <a:pt x="264" y="1729"/>
                    <a:pt x="264" y="1599"/>
                  </a:cubicBezTo>
                  <a:lnTo>
                    <a:pt x="264" y="1008"/>
                  </a:lnTo>
                  <a:lnTo>
                    <a:pt x="264" y="654"/>
                  </a:lnTo>
                  <a:lnTo>
                    <a:pt x="264" y="654"/>
                  </a:lnTo>
                  <a:lnTo>
                    <a:pt x="264" y="654"/>
                  </a:lnTo>
                  <a:close/>
                </a:path>
              </a:pathLst>
            </a:custGeom>
            <a:noFill/>
            <a:ln w="38100">
              <a:solidFill>
                <a:srgbClr val="669473"/>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sz="2400" b="1">
                <a:solidFill>
                  <a:srgbClr val="548235"/>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4" name="文本框 43"/>
            <p:cNvSpPr txBox="1"/>
            <p:nvPr>
              <p:custDataLst>
                <p:tags r:id="rId10"/>
              </p:custDataLst>
            </p:nvPr>
          </p:nvSpPr>
          <p:spPr>
            <a:xfrm>
              <a:off x="8565" y="7714"/>
              <a:ext cx="3934" cy="1702"/>
            </a:xfrm>
            <a:prstGeom prst="rect">
              <a:avLst/>
            </a:prstGeom>
            <a:noFill/>
          </p:spPr>
          <p:txBody>
            <a:bodyPr wrap="square" rtlCol="0" anchor="t">
              <a:spAutoFit/>
            </a:bodyPr>
            <a:lstStyle/>
            <a:p>
              <a:pPr algn="l"/>
              <a:r>
                <a:rPr lang="zh-CN" altLang="en-US" sz="2400" b="1">
                  <a:solidFill>
                    <a:srgbClr val="548235"/>
                  </a:solidFill>
                  <a:latin typeface="Times New Roman" panose="02020603050405020304" pitchFamily="18" charset="0"/>
                  <a:ea typeface="华文楷体" panose="02010600040101010101" pitchFamily="2" charset="-122"/>
                  <a:cs typeface="Times New Roman" panose="02020603050405020304" pitchFamily="18" charset="0"/>
                  <a:sym typeface="+mn-ea"/>
                </a:rPr>
                <a:t>像素颜色、灰度、亮度等属性还是连续变化的</a:t>
              </a:r>
              <a:endParaRPr lang="zh-CN" altLang="en-US" sz="2400" b="1">
                <a:solidFill>
                  <a:srgbClr val="548235"/>
                </a:solidFill>
                <a:latin typeface="Times New Roman" panose="02020603050405020304" pitchFamily="18" charset="0"/>
                <a:ea typeface="华文楷体" panose="02010600040101010101" pitchFamily="2" charset="-122"/>
                <a:cs typeface="Times New Roman" panose="02020603050405020304" pitchFamily="18" charset="0"/>
                <a:sym typeface="+mn-ea"/>
              </a:endParaRPr>
            </a:p>
          </p:txBody>
        </p:sp>
      </p:grpSp>
      <p:grpSp>
        <p:nvGrpSpPr>
          <p:cNvPr id="65" name="组合 64"/>
          <p:cNvGrpSpPr/>
          <p:nvPr>
            <p:custDataLst>
              <p:tags r:id="rId11"/>
            </p:custDataLst>
          </p:nvPr>
        </p:nvGrpSpPr>
        <p:grpSpPr>
          <a:xfrm>
            <a:off x="1748610" y="2573573"/>
            <a:ext cx="2161540" cy="2553970"/>
            <a:chOff x="615" y="4515"/>
            <a:chExt cx="3404" cy="4022"/>
          </a:xfrm>
        </p:grpSpPr>
        <p:pic>
          <p:nvPicPr>
            <p:cNvPr id="66" name="图片 65" descr="1211809811"/>
            <p:cNvPicPr>
              <a:picLocks noChangeAspect="1"/>
            </p:cNvPicPr>
            <p:nvPr>
              <p:custDataLst>
                <p:tags r:id="rId12"/>
              </p:custDataLst>
            </p:nvPr>
          </p:nvPicPr>
          <p:blipFill>
            <a:blip r:embed="rId13"/>
            <a:stretch>
              <a:fillRect/>
            </a:stretch>
          </p:blipFill>
          <p:spPr>
            <a:xfrm>
              <a:off x="615" y="4515"/>
              <a:ext cx="3326" cy="4022"/>
            </a:xfrm>
            <a:prstGeom prst="rect">
              <a:avLst/>
            </a:prstGeom>
          </p:spPr>
        </p:pic>
        <p:grpSp>
          <p:nvGrpSpPr>
            <p:cNvPr id="67" name="组合 66"/>
            <p:cNvGrpSpPr/>
            <p:nvPr>
              <p:custDataLst>
                <p:tags r:id="rId14"/>
              </p:custDataLst>
            </p:nvPr>
          </p:nvGrpSpPr>
          <p:grpSpPr>
            <a:xfrm>
              <a:off x="933" y="4622"/>
              <a:ext cx="3087" cy="3808"/>
              <a:chOff x="13352" y="3024"/>
              <a:chExt cx="3246" cy="3808"/>
            </a:xfrm>
          </p:grpSpPr>
          <p:cxnSp>
            <p:nvCxnSpPr>
              <p:cNvPr id="76" name="直接连接符 75"/>
              <p:cNvCxnSpPr/>
              <p:nvPr>
                <p:custDataLst>
                  <p:tags r:id="rId15"/>
                </p:custDataLst>
              </p:nvPr>
            </p:nvCxnSpPr>
            <p:spPr>
              <a:xfrm>
                <a:off x="13352" y="683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77" name="直接连接符 76"/>
              <p:cNvCxnSpPr/>
              <p:nvPr>
                <p:custDataLst>
                  <p:tags r:id="rId16"/>
                </p:custDataLst>
              </p:nvPr>
            </p:nvCxnSpPr>
            <p:spPr>
              <a:xfrm>
                <a:off x="13352" y="302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78" name="直接连接符 77"/>
              <p:cNvCxnSpPr/>
              <p:nvPr>
                <p:custDataLst>
                  <p:tags r:id="rId17"/>
                </p:custDataLst>
              </p:nvPr>
            </p:nvCxnSpPr>
            <p:spPr>
              <a:xfrm>
                <a:off x="13352" y="350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79" name="直接连接符 78"/>
              <p:cNvCxnSpPr/>
              <p:nvPr>
                <p:custDataLst>
                  <p:tags r:id="rId18"/>
                </p:custDataLst>
              </p:nvPr>
            </p:nvCxnSpPr>
            <p:spPr>
              <a:xfrm>
                <a:off x="13352" y="3976"/>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80" name="直接连接符 79"/>
              <p:cNvCxnSpPr/>
              <p:nvPr>
                <p:custDataLst>
                  <p:tags r:id="rId19"/>
                </p:custDataLst>
              </p:nvPr>
            </p:nvCxnSpPr>
            <p:spPr>
              <a:xfrm>
                <a:off x="13352" y="445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81" name="直接连接符 80"/>
              <p:cNvCxnSpPr/>
              <p:nvPr>
                <p:custDataLst>
                  <p:tags r:id="rId20"/>
                </p:custDataLst>
              </p:nvPr>
            </p:nvCxnSpPr>
            <p:spPr>
              <a:xfrm>
                <a:off x="13352" y="4928"/>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82" name="直接连接符 81"/>
              <p:cNvCxnSpPr/>
              <p:nvPr>
                <p:custDataLst>
                  <p:tags r:id="rId21"/>
                </p:custDataLst>
              </p:nvPr>
            </p:nvCxnSpPr>
            <p:spPr>
              <a:xfrm>
                <a:off x="13352" y="540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83" name="直接连接符 82"/>
              <p:cNvCxnSpPr/>
              <p:nvPr>
                <p:custDataLst>
                  <p:tags r:id="rId22"/>
                </p:custDataLst>
              </p:nvPr>
            </p:nvCxnSpPr>
            <p:spPr>
              <a:xfrm>
                <a:off x="13352" y="588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84" name="直接连接符 83"/>
              <p:cNvCxnSpPr/>
              <p:nvPr>
                <p:custDataLst>
                  <p:tags r:id="rId23"/>
                </p:custDataLst>
              </p:nvPr>
            </p:nvCxnSpPr>
            <p:spPr>
              <a:xfrm>
                <a:off x="13352" y="6356"/>
                <a:ext cx="3247" cy="0"/>
              </a:xfrm>
              <a:prstGeom prst="line">
                <a:avLst/>
              </a:prstGeom>
              <a:ln w="28575"/>
            </p:spPr>
            <p:style>
              <a:lnRef idx="3">
                <a:schemeClr val="dk1"/>
              </a:lnRef>
              <a:fillRef idx="0">
                <a:schemeClr val="dk1"/>
              </a:fillRef>
              <a:effectRef idx="2">
                <a:schemeClr val="dk1"/>
              </a:effectRef>
              <a:fontRef idx="minor">
                <a:schemeClr val="tx1"/>
              </a:fontRef>
            </p:style>
          </p:cxnSp>
        </p:grpSp>
        <p:grpSp>
          <p:nvGrpSpPr>
            <p:cNvPr id="68" name="组合 67"/>
            <p:cNvGrpSpPr/>
            <p:nvPr>
              <p:custDataLst>
                <p:tags r:id="rId24"/>
              </p:custDataLst>
            </p:nvPr>
          </p:nvGrpSpPr>
          <p:grpSpPr>
            <a:xfrm>
              <a:off x="953" y="4632"/>
              <a:ext cx="3064" cy="3788"/>
              <a:chOff x="4391" y="870"/>
              <a:chExt cx="3264" cy="3828"/>
            </a:xfrm>
          </p:grpSpPr>
          <p:cxnSp>
            <p:nvCxnSpPr>
              <p:cNvPr id="69" name="直接连接符 68"/>
              <p:cNvCxnSpPr/>
              <p:nvPr>
                <p:custDataLst>
                  <p:tags r:id="rId25"/>
                </p:custDataLst>
              </p:nvPr>
            </p:nvCxnSpPr>
            <p:spPr>
              <a:xfrm rot="5400000">
                <a:off x="574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70" name="直接连接符 69"/>
              <p:cNvCxnSpPr/>
              <p:nvPr>
                <p:custDataLst>
                  <p:tags r:id="rId26"/>
                </p:custDataLst>
              </p:nvPr>
            </p:nvCxnSpPr>
            <p:spPr>
              <a:xfrm rot="5400000">
                <a:off x="5197"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71" name="直接连接符 70"/>
              <p:cNvCxnSpPr/>
              <p:nvPr>
                <p:custDataLst>
                  <p:tags r:id="rId27"/>
                </p:custDataLst>
              </p:nvPr>
            </p:nvCxnSpPr>
            <p:spPr>
              <a:xfrm rot="5400000">
                <a:off x="4653"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72" name="直接连接符 71"/>
              <p:cNvCxnSpPr/>
              <p:nvPr>
                <p:custDataLst>
                  <p:tags r:id="rId28"/>
                </p:custDataLst>
              </p:nvPr>
            </p:nvCxnSpPr>
            <p:spPr>
              <a:xfrm rot="5400000">
                <a:off x="4109"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73" name="直接连接符 72"/>
              <p:cNvCxnSpPr/>
              <p:nvPr>
                <p:custDataLst>
                  <p:tags r:id="rId29"/>
                </p:custDataLst>
              </p:nvPr>
            </p:nvCxnSpPr>
            <p:spPr>
              <a:xfrm rot="5400000">
                <a:off x="3565"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74" name="直接连接符 73"/>
              <p:cNvCxnSpPr/>
              <p:nvPr>
                <p:custDataLst>
                  <p:tags r:id="rId30"/>
                </p:custDataLst>
              </p:nvPr>
            </p:nvCxnSpPr>
            <p:spPr>
              <a:xfrm rot="5400000">
                <a:off x="302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75" name="直接连接符 74"/>
              <p:cNvCxnSpPr/>
              <p:nvPr>
                <p:custDataLst>
                  <p:tags r:id="rId31"/>
                </p:custDataLst>
              </p:nvPr>
            </p:nvCxnSpPr>
            <p:spPr>
              <a:xfrm rot="5400000">
                <a:off x="2477" y="2784"/>
                <a:ext cx="3828" cy="0"/>
              </a:xfrm>
              <a:prstGeom prst="line">
                <a:avLst/>
              </a:prstGeom>
              <a:ln w="28575"/>
            </p:spPr>
            <p:style>
              <a:lnRef idx="3">
                <a:schemeClr val="dk1"/>
              </a:lnRef>
              <a:fillRef idx="0">
                <a:schemeClr val="dk1"/>
              </a:fillRef>
              <a:effectRef idx="2">
                <a:schemeClr val="dk1"/>
              </a:effectRef>
              <a:fontRef idx="minor">
                <a:schemeClr val="tx1"/>
              </a:fontRef>
            </p:style>
          </p:cxnSp>
        </p:grpSp>
      </p:grpSp>
      <p:sp>
        <p:nvSpPr>
          <p:cNvPr id="32" name="TextBox 8"/>
          <p:cNvSpPr txBox="1">
            <a:spLocks noChangeArrowheads="1"/>
          </p:cNvSpPr>
          <p:nvPr>
            <p:custDataLst>
              <p:tags r:id="rId32"/>
            </p:custDataLst>
          </p:nvPr>
        </p:nvSpPr>
        <p:spPr bwMode="auto">
          <a:xfrm>
            <a:off x="4468715" y="328533"/>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spd="slow">
    <p:push dir="u"/>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custDataLst>
              <p:tags r:id="rId1"/>
            </p:custDataLst>
          </p:nvPr>
        </p:nvSpPr>
        <p:spPr>
          <a:xfrm>
            <a:off x="3359347" y="1416337"/>
            <a:ext cx="5556738" cy="553998"/>
          </a:xfrm>
          <a:prstGeom prst="rect">
            <a:avLst/>
          </a:prstGeom>
          <a:noFill/>
        </p:spPr>
        <p:txBody>
          <a:bodyPr wrap="square" rtlCol="0">
            <a:spAutoFit/>
          </a:bodyPr>
          <a:lstStyle/>
          <a:p>
            <a:pPr algn="ctr"/>
            <a:r>
              <a:rPr lang="en-US" altLang="zh-CN" sz="3000">
                <a:solidFill>
                  <a:prstClr val="black"/>
                </a:solidFill>
                <a:latin typeface="黑体" panose="02010609060101010101" charset="-122"/>
                <a:ea typeface="黑体" panose="02010609060101010101" charset="-122"/>
              </a:rPr>
              <a:t>2. </a:t>
            </a:r>
            <a:r>
              <a:rPr lang="zh-CN" altLang="en-US" sz="3000">
                <a:solidFill>
                  <a:prstClr val="black"/>
                </a:solidFill>
                <a:latin typeface="黑体" panose="02010609060101010101" charset="-122"/>
                <a:ea typeface="黑体" panose="02010609060101010101" charset="-122"/>
              </a:rPr>
              <a:t>图像量化</a:t>
            </a:r>
            <a:endParaRPr lang="zh-CN" altLang="en-US" sz="3000">
              <a:solidFill>
                <a:prstClr val="black"/>
              </a:solidFill>
              <a:latin typeface="黑体" panose="02010609060101010101" charset="-122"/>
              <a:ea typeface="黑体" panose="02010609060101010101" charset="-122"/>
            </a:endParaRPr>
          </a:p>
        </p:txBody>
      </p:sp>
      <p:cxnSp>
        <p:nvCxnSpPr>
          <p:cNvPr id="29" name="直接连接符 28"/>
          <p:cNvCxnSpPr/>
          <p:nvPr>
            <p:custDataLst>
              <p:tags r:id="rId2"/>
            </p:custDataLst>
          </p:nvPr>
        </p:nvCxnSpPr>
        <p:spPr>
          <a:xfrm flipV="1">
            <a:off x="3359346" y="2060503"/>
            <a:ext cx="5556738" cy="23447"/>
          </a:xfrm>
          <a:prstGeom prst="line">
            <a:avLst/>
          </a:prstGeom>
          <a:ln w="12700">
            <a:solidFill>
              <a:srgbClr val="01431D"/>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p:custDataLst>
              <p:tags r:id="rId3"/>
            </p:custDataLst>
          </p:nvPr>
        </p:nvGrpSpPr>
        <p:grpSpPr>
          <a:xfrm>
            <a:off x="2796635" y="1801906"/>
            <a:ext cx="445481" cy="469613"/>
            <a:chOff x="2121873" y="1511588"/>
            <a:chExt cx="445481" cy="469613"/>
          </a:xfrm>
        </p:grpSpPr>
        <p:sp>
          <p:nvSpPr>
            <p:cNvPr id="39" name="矩形 38"/>
            <p:cNvSpPr/>
            <p:nvPr>
              <p:custDataLst>
                <p:tags r:id="rId4"/>
              </p:custDataLst>
            </p:nvPr>
          </p:nvSpPr>
          <p:spPr>
            <a:xfrm>
              <a:off x="2121873" y="1511588"/>
              <a:ext cx="363415" cy="363415"/>
            </a:xfrm>
            <a:prstGeom prst="rect">
              <a:avLst/>
            </a:prstGeom>
            <a:solidFill>
              <a:srgbClr val="0143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矩形 39"/>
            <p:cNvSpPr/>
            <p:nvPr>
              <p:custDataLst>
                <p:tags r:id="rId5"/>
              </p:custDataLst>
            </p:nvPr>
          </p:nvSpPr>
          <p:spPr>
            <a:xfrm>
              <a:off x="2321171" y="1735018"/>
              <a:ext cx="246183" cy="246183"/>
            </a:xfrm>
            <a:prstGeom prst="rect">
              <a:avLst/>
            </a:prstGeom>
            <a:solidFill>
              <a:srgbClr val="0162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45" name="组合 44"/>
          <p:cNvGrpSpPr/>
          <p:nvPr>
            <p:custDataLst>
              <p:tags r:id="rId6"/>
            </p:custDataLst>
          </p:nvPr>
        </p:nvGrpSpPr>
        <p:grpSpPr>
          <a:xfrm>
            <a:off x="1748610" y="2573573"/>
            <a:ext cx="2161540" cy="2553970"/>
            <a:chOff x="615" y="4515"/>
            <a:chExt cx="3404" cy="4022"/>
          </a:xfrm>
        </p:grpSpPr>
        <p:pic>
          <p:nvPicPr>
            <p:cNvPr id="46" name="图片 45" descr="1211809811"/>
            <p:cNvPicPr>
              <a:picLocks noChangeAspect="1"/>
            </p:cNvPicPr>
            <p:nvPr>
              <p:custDataLst>
                <p:tags r:id="rId7"/>
              </p:custDataLst>
            </p:nvPr>
          </p:nvPicPr>
          <p:blipFill>
            <a:blip r:embed="rId8"/>
            <a:stretch>
              <a:fillRect/>
            </a:stretch>
          </p:blipFill>
          <p:spPr>
            <a:xfrm>
              <a:off x="615" y="4515"/>
              <a:ext cx="3326" cy="4022"/>
            </a:xfrm>
            <a:prstGeom prst="rect">
              <a:avLst/>
            </a:prstGeom>
          </p:spPr>
        </p:pic>
        <p:grpSp>
          <p:nvGrpSpPr>
            <p:cNvPr id="47" name="组合 46"/>
            <p:cNvGrpSpPr/>
            <p:nvPr>
              <p:custDataLst>
                <p:tags r:id="rId9"/>
              </p:custDataLst>
            </p:nvPr>
          </p:nvGrpSpPr>
          <p:grpSpPr>
            <a:xfrm>
              <a:off x="933" y="4622"/>
              <a:ext cx="3087" cy="3808"/>
              <a:chOff x="13352" y="3024"/>
              <a:chExt cx="3246" cy="3808"/>
            </a:xfrm>
          </p:grpSpPr>
          <p:cxnSp>
            <p:nvCxnSpPr>
              <p:cNvPr id="56" name="直接连接符 55"/>
              <p:cNvCxnSpPr/>
              <p:nvPr>
                <p:custDataLst>
                  <p:tags r:id="rId10"/>
                </p:custDataLst>
              </p:nvPr>
            </p:nvCxnSpPr>
            <p:spPr>
              <a:xfrm>
                <a:off x="13352" y="683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57" name="直接连接符 56"/>
              <p:cNvCxnSpPr/>
              <p:nvPr>
                <p:custDataLst>
                  <p:tags r:id="rId11"/>
                </p:custDataLst>
              </p:nvPr>
            </p:nvCxnSpPr>
            <p:spPr>
              <a:xfrm>
                <a:off x="13352" y="302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58" name="直接连接符 57"/>
              <p:cNvCxnSpPr/>
              <p:nvPr>
                <p:custDataLst>
                  <p:tags r:id="rId12"/>
                </p:custDataLst>
              </p:nvPr>
            </p:nvCxnSpPr>
            <p:spPr>
              <a:xfrm>
                <a:off x="13352" y="350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59" name="直接连接符 58"/>
              <p:cNvCxnSpPr/>
              <p:nvPr>
                <p:custDataLst>
                  <p:tags r:id="rId13"/>
                </p:custDataLst>
              </p:nvPr>
            </p:nvCxnSpPr>
            <p:spPr>
              <a:xfrm>
                <a:off x="13352" y="3976"/>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60" name="直接连接符 59"/>
              <p:cNvCxnSpPr/>
              <p:nvPr>
                <p:custDataLst>
                  <p:tags r:id="rId14"/>
                </p:custDataLst>
              </p:nvPr>
            </p:nvCxnSpPr>
            <p:spPr>
              <a:xfrm>
                <a:off x="13352" y="445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61" name="直接连接符 60"/>
              <p:cNvCxnSpPr/>
              <p:nvPr>
                <p:custDataLst>
                  <p:tags r:id="rId15"/>
                </p:custDataLst>
              </p:nvPr>
            </p:nvCxnSpPr>
            <p:spPr>
              <a:xfrm>
                <a:off x="13352" y="4928"/>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62" name="直接连接符 61"/>
              <p:cNvCxnSpPr/>
              <p:nvPr>
                <p:custDataLst>
                  <p:tags r:id="rId16"/>
                </p:custDataLst>
              </p:nvPr>
            </p:nvCxnSpPr>
            <p:spPr>
              <a:xfrm>
                <a:off x="13352" y="540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63" name="直接连接符 62"/>
              <p:cNvCxnSpPr/>
              <p:nvPr>
                <p:custDataLst>
                  <p:tags r:id="rId17"/>
                </p:custDataLst>
              </p:nvPr>
            </p:nvCxnSpPr>
            <p:spPr>
              <a:xfrm>
                <a:off x="13352" y="588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64" name="直接连接符 63"/>
              <p:cNvCxnSpPr/>
              <p:nvPr>
                <p:custDataLst>
                  <p:tags r:id="rId18"/>
                </p:custDataLst>
              </p:nvPr>
            </p:nvCxnSpPr>
            <p:spPr>
              <a:xfrm>
                <a:off x="13352" y="6356"/>
                <a:ext cx="3247" cy="0"/>
              </a:xfrm>
              <a:prstGeom prst="line">
                <a:avLst/>
              </a:prstGeom>
              <a:ln w="28575"/>
            </p:spPr>
            <p:style>
              <a:lnRef idx="3">
                <a:schemeClr val="dk1"/>
              </a:lnRef>
              <a:fillRef idx="0">
                <a:schemeClr val="dk1"/>
              </a:fillRef>
              <a:effectRef idx="2">
                <a:schemeClr val="dk1"/>
              </a:effectRef>
              <a:fontRef idx="minor">
                <a:schemeClr val="tx1"/>
              </a:fontRef>
            </p:style>
          </p:cxnSp>
        </p:grpSp>
        <p:grpSp>
          <p:nvGrpSpPr>
            <p:cNvPr id="48" name="组合 47"/>
            <p:cNvGrpSpPr/>
            <p:nvPr>
              <p:custDataLst>
                <p:tags r:id="rId19"/>
              </p:custDataLst>
            </p:nvPr>
          </p:nvGrpSpPr>
          <p:grpSpPr>
            <a:xfrm>
              <a:off x="953" y="4632"/>
              <a:ext cx="3064" cy="3788"/>
              <a:chOff x="4391" y="870"/>
              <a:chExt cx="3264" cy="3828"/>
            </a:xfrm>
          </p:grpSpPr>
          <p:cxnSp>
            <p:nvCxnSpPr>
              <p:cNvPr id="49" name="直接连接符 48"/>
              <p:cNvCxnSpPr/>
              <p:nvPr>
                <p:custDataLst>
                  <p:tags r:id="rId20"/>
                </p:custDataLst>
              </p:nvPr>
            </p:nvCxnSpPr>
            <p:spPr>
              <a:xfrm rot="5400000">
                <a:off x="574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50" name="直接连接符 49"/>
              <p:cNvCxnSpPr/>
              <p:nvPr>
                <p:custDataLst>
                  <p:tags r:id="rId21"/>
                </p:custDataLst>
              </p:nvPr>
            </p:nvCxnSpPr>
            <p:spPr>
              <a:xfrm rot="5400000">
                <a:off x="5197"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51" name="直接连接符 50"/>
              <p:cNvCxnSpPr/>
              <p:nvPr>
                <p:custDataLst>
                  <p:tags r:id="rId22"/>
                </p:custDataLst>
              </p:nvPr>
            </p:nvCxnSpPr>
            <p:spPr>
              <a:xfrm rot="5400000">
                <a:off x="4653"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52" name="直接连接符 51"/>
              <p:cNvCxnSpPr/>
              <p:nvPr>
                <p:custDataLst>
                  <p:tags r:id="rId23"/>
                </p:custDataLst>
              </p:nvPr>
            </p:nvCxnSpPr>
            <p:spPr>
              <a:xfrm rot="5400000">
                <a:off x="4109"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53" name="直接连接符 52"/>
              <p:cNvCxnSpPr/>
              <p:nvPr>
                <p:custDataLst>
                  <p:tags r:id="rId24"/>
                </p:custDataLst>
              </p:nvPr>
            </p:nvCxnSpPr>
            <p:spPr>
              <a:xfrm rot="5400000">
                <a:off x="3565"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54" name="直接连接符 53"/>
              <p:cNvCxnSpPr/>
              <p:nvPr>
                <p:custDataLst>
                  <p:tags r:id="rId25"/>
                </p:custDataLst>
              </p:nvPr>
            </p:nvCxnSpPr>
            <p:spPr>
              <a:xfrm rot="5400000">
                <a:off x="302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55" name="直接连接符 54"/>
              <p:cNvCxnSpPr/>
              <p:nvPr>
                <p:custDataLst>
                  <p:tags r:id="rId26"/>
                </p:custDataLst>
              </p:nvPr>
            </p:nvCxnSpPr>
            <p:spPr>
              <a:xfrm rot="5400000">
                <a:off x="2477" y="2784"/>
                <a:ext cx="3828" cy="0"/>
              </a:xfrm>
              <a:prstGeom prst="line">
                <a:avLst/>
              </a:prstGeom>
              <a:ln w="28575"/>
            </p:spPr>
            <p:style>
              <a:lnRef idx="3">
                <a:schemeClr val="dk1"/>
              </a:lnRef>
              <a:fillRef idx="0">
                <a:schemeClr val="dk1"/>
              </a:fillRef>
              <a:effectRef idx="2">
                <a:schemeClr val="dk1"/>
              </a:effectRef>
              <a:fontRef idx="minor">
                <a:schemeClr val="tx1"/>
              </a:fontRef>
            </p:style>
          </p:cxnSp>
        </p:grpSp>
      </p:grpSp>
      <p:sp>
        <p:nvSpPr>
          <p:cNvPr id="32" name="右箭头 31"/>
          <p:cNvSpPr/>
          <p:nvPr>
            <p:custDataLst>
              <p:tags r:id="rId27"/>
            </p:custDataLst>
          </p:nvPr>
        </p:nvSpPr>
        <p:spPr>
          <a:xfrm>
            <a:off x="7110972" y="3569253"/>
            <a:ext cx="381000" cy="461645"/>
          </a:xfrm>
          <a:prstGeom prst="right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grpSp>
        <p:nvGrpSpPr>
          <p:cNvPr id="33" name="组合 32"/>
          <p:cNvGrpSpPr/>
          <p:nvPr>
            <p:custDataLst>
              <p:tags r:id="rId28"/>
            </p:custDataLst>
          </p:nvPr>
        </p:nvGrpSpPr>
        <p:grpSpPr>
          <a:xfrm>
            <a:off x="4184892" y="2735498"/>
            <a:ext cx="2758440" cy="2021840"/>
            <a:chOff x="4283" y="4469"/>
            <a:chExt cx="4344" cy="3184"/>
          </a:xfrm>
        </p:grpSpPr>
        <p:grpSp>
          <p:nvGrpSpPr>
            <p:cNvPr id="34" name="组合 33"/>
            <p:cNvGrpSpPr/>
            <p:nvPr>
              <p:custDataLst>
                <p:tags r:id="rId29"/>
              </p:custDataLst>
            </p:nvPr>
          </p:nvGrpSpPr>
          <p:grpSpPr>
            <a:xfrm>
              <a:off x="5147" y="4469"/>
              <a:ext cx="3480" cy="3185"/>
              <a:chOff x="5078" y="4746"/>
              <a:chExt cx="3480" cy="3185"/>
            </a:xfrm>
          </p:grpSpPr>
          <p:sp>
            <p:nvSpPr>
              <p:cNvPr id="36" name="文本框 35"/>
              <p:cNvSpPr txBox="1"/>
              <p:nvPr>
                <p:custDataLst>
                  <p:tags r:id="rId30"/>
                </p:custDataLst>
              </p:nvPr>
            </p:nvSpPr>
            <p:spPr>
              <a:xfrm>
                <a:off x="6942" y="7206"/>
                <a:ext cx="1248" cy="725"/>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绿色</a:t>
                </a:r>
                <a:endParaRPr lang="zh-CN" altLang="en-US" sz="2400">
                  <a:latin typeface="华文楷体" panose="02010600040101010101" pitchFamily="2" charset="-122"/>
                  <a:ea typeface="华文楷体" panose="02010600040101010101" pitchFamily="2" charset="-122"/>
                </a:endParaRPr>
              </a:p>
            </p:txBody>
          </p:sp>
          <p:sp>
            <p:nvSpPr>
              <p:cNvPr id="65" name="文本框 64"/>
              <p:cNvSpPr txBox="1"/>
              <p:nvPr>
                <p:custDataLst>
                  <p:tags r:id="rId31"/>
                </p:custDataLst>
              </p:nvPr>
            </p:nvSpPr>
            <p:spPr>
              <a:xfrm>
                <a:off x="5078" y="7188"/>
                <a:ext cx="1248" cy="725"/>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黄色</a:t>
                </a:r>
                <a:endParaRPr lang="zh-CN" altLang="en-US" sz="2400">
                  <a:latin typeface="华文楷体" panose="02010600040101010101" pitchFamily="2" charset="-122"/>
                  <a:ea typeface="华文楷体" panose="02010600040101010101" pitchFamily="2" charset="-122"/>
                </a:endParaRPr>
              </a:p>
            </p:txBody>
          </p:sp>
          <p:sp>
            <p:nvSpPr>
              <p:cNvPr id="66" name="矩形 65"/>
              <p:cNvSpPr/>
              <p:nvPr>
                <p:custDataLst>
                  <p:tags r:id="rId32"/>
                </p:custDataLst>
              </p:nvPr>
            </p:nvSpPr>
            <p:spPr>
              <a:xfrm>
                <a:off x="8088" y="6030"/>
                <a:ext cx="471"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7" name="矩形 66"/>
              <p:cNvSpPr/>
              <p:nvPr>
                <p:custDataLst>
                  <p:tags r:id="rId33"/>
                </p:custDataLst>
              </p:nvPr>
            </p:nvSpPr>
            <p:spPr>
              <a:xfrm>
                <a:off x="6206" y="7332"/>
                <a:ext cx="476" cy="436"/>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8" name="矩形 67"/>
              <p:cNvSpPr/>
              <p:nvPr>
                <p:custDataLst>
                  <p:tags r:id="rId34"/>
                </p:custDataLst>
              </p:nvPr>
            </p:nvSpPr>
            <p:spPr>
              <a:xfrm>
                <a:off x="8070" y="7333"/>
                <a:ext cx="476" cy="436"/>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9" name="文本框 68"/>
              <p:cNvSpPr txBox="1"/>
              <p:nvPr>
                <p:custDataLst>
                  <p:tags r:id="rId35"/>
                </p:custDataLst>
              </p:nvPr>
            </p:nvSpPr>
            <p:spPr>
              <a:xfrm>
                <a:off x="6030" y="4746"/>
                <a:ext cx="1998" cy="725"/>
              </a:xfrm>
              <a:prstGeom prst="rect">
                <a:avLst/>
              </a:prstGeom>
              <a:noFill/>
            </p:spPr>
            <p:txBody>
              <a:bodyPr wrap="none" rtlCol="0" anchor="t">
                <a:spAutoFit/>
              </a:bodyPr>
              <a:lstStyle/>
              <a:p>
                <a:r>
                  <a:rPr lang="en-US" altLang="zh-CN" sz="2400" b="1">
                    <a:latin typeface="Arial" panose="020B0604020202020204" pitchFamily="34" charset="0"/>
                    <a:ea typeface="华文楷体" panose="02010600040101010101" pitchFamily="2" charset="-122"/>
                    <a:cs typeface="Arial" panose="020B0604020202020204" pitchFamily="34" charset="0"/>
                  </a:rPr>
                  <a:t>4</a:t>
                </a:r>
                <a:r>
                  <a:rPr lang="zh-CN" altLang="en-US" sz="2400" b="1">
                    <a:latin typeface="Arial" panose="020B0604020202020204" pitchFamily="34" charset="0"/>
                    <a:ea typeface="华文楷体" panose="02010600040101010101" pitchFamily="2" charset="-122"/>
                    <a:cs typeface="Arial" panose="020B0604020202020204" pitchFamily="34" charset="0"/>
                  </a:rPr>
                  <a:t>级颜色</a:t>
                </a:r>
                <a:endParaRPr lang="zh-CN" altLang="en-US" sz="2400" b="1">
                  <a:latin typeface="Arial" panose="020B0604020202020204" pitchFamily="34" charset="0"/>
                  <a:ea typeface="华文楷体" panose="02010600040101010101" pitchFamily="2" charset="-122"/>
                  <a:cs typeface="Arial" panose="020B0604020202020204" pitchFamily="34" charset="0"/>
                </a:endParaRPr>
              </a:p>
            </p:txBody>
          </p:sp>
          <p:sp>
            <p:nvSpPr>
              <p:cNvPr id="70" name="矩形 69"/>
              <p:cNvSpPr/>
              <p:nvPr>
                <p:custDataLst>
                  <p:tags r:id="rId36"/>
                </p:custDataLst>
              </p:nvPr>
            </p:nvSpPr>
            <p:spPr>
              <a:xfrm>
                <a:off x="6221" y="6032"/>
                <a:ext cx="476" cy="437"/>
              </a:xfrm>
              <a:prstGeom prst="rect">
                <a:avLst/>
              </a:prstGeom>
              <a:noFill/>
              <a:ln w="38100">
                <a:solidFill>
                  <a:schemeClr val="tx1"/>
                </a:solidFill>
              </a:ln>
              <a:extLst>
                <a:ext uri="{909E8E84-426E-40DD-AFC4-6F175D3DCCD1}">
                  <a14:hiddenFill xmlns:a14="http://schemas.microsoft.com/office/drawing/2010/main">
                    <a:solidFill>
                      <a:srgbClr val="FF66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1" name="文本框 70"/>
              <p:cNvSpPr txBox="1"/>
              <p:nvPr>
                <p:custDataLst>
                  <p:tags r:id="rId37"/>
                </p:custDataLst>
              </p:nvPr>
            </p:nvSpPr>
            <p:spPr>
              <a:xfrm>
                <a:off x="5078" y="5913"/>
                <a:ext cx="1248" cy="725"/>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白色</a:t>
                </a:r>
                <a:endParaRPr lang="zh-CN" altLang="en-US" sz="2400">
                  <a:latin typeface="华文楷体" panose="02010600040101010101" pitchFamily="2" charset="-122"/>
                  <a:ea typeface="华文楷体" panose="02010600040101010101" pitchFamily="2" charset="-122"/>
                </a:endParaRPr>
              </a:p>
            </p:txBody>
          </p:sp>
          <p:sp>
            <p:nvSpPr>
              <p:cNvPr id="72" name="文本框 71"/>
              <p:cNvSpPr txBox="1"/>
              <p:nvPr>
                <p:custDataLst>
                  <p:tags r:id="rId38"/>
                </p:custDataLst>
              </p:nvPr>
            </p:nvSpPr>
            <p:spPr>
              <a:xfrm>
                <a:off x="6942" y="5913"/>
                <a:ext cx="1248" cy="725"/>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红色</a:t>
                </a:r>
                <a:endParaRPr lang="zh-CN" altLang="en-US" sz="2400">
                  <a:latin typeface="华文楷体" panose="02010600040101010101" pitchFamily="2" charset="-122"/>
                  <a:ea typeface="华文楷体" panose="02010600040101010101" pitchFamily="2" charset="-122"/>
                </a:endParaRPr>
              </a:p>
            </p:txBody>
          </p:sp>
        </p:grpSp>
        <p:sp>
          <p:nvSpPr>
            <p:cNvPr id="35" name="右箭头 34"/>
            <p:cNvSpPr/>
            <p:nvPr>
              <p:custDataLst>
                <p:tags r:id="rId39"/>
              </p:custDataLst>
            </p:nvPr>
          </p:nvSpPr>
          <p:spPr>
            <a:xfrm>
              <a:off x="4283" y="5782"/>
              <a:ext cx="600" cy="727"/>
            </a:xfrm>
            <a:prstGeom prst="right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grpSp>
      <p:grpSp>
        <p:nvGrpSpPr>
          <p:cNvPr id="73" name="组合 72"/>
          <p:cNvGrpSpPr/>
          <p:nvPr>
            <p:custDataLst>
              <p:tags r:id="rId40"/>
            </p:custDataLst>
          </p:nvPr>
        </p:nvGrpSpPr>
        <p:grpSpPr>
          <a:xfrm>
            <a:off x="4520807" y="4757973"/>
            <a:ext cx="2903855" cy="1283970"/>
            <a:chOff x="8231" y="6920"/>
            <a:chExt cx="4573" cy="2022"/>
          </a:xfrm>
        </p:grpSpPr>
        <p:sp>
          <p:nvSpPr>
            <p:cNvPr id="74" name="任意多边形 73"/>
            <p:cNvSpPr/>
            <p:nvPr>
              <p:custDataLst>
                <p:tags r:id="rId41"/>
              </p:custDataLst>
            </p:nvPr>
          </p:nvSpPr>
          <p:spPr>
            <a:xfrm>
              <a:off x="8302" y="6920"/>
              <a:ext cx="4431" cy="2022"/>
            </a:xfrm>
            <a:custGeom>
              <a:avLst/>
              <a:gdLst>
                <a:gd name="connsiteX0" fmla="*/ 0 w 4431"/>
                <a:gd name="connsiteY0" fmla="*/ 841 h 2022"/>
                <a:gd name="connsiteX1" fmla="*/ 236 w 4431"/>
                <a:gd name="connsiteY1" fmla="*/ 605 h 2022"/>
                <a:gd name="connsiteX2" fmla="*/ 739 w 4431"/>
                <a:gd name="connsiteY2" fmla="*/ 605 h 2022"/>
                <a:gd name="connsiteX3" fmla="*/ 1547 w 4431"/>
                <a:gd name="connsiteY3" fmla="*/ 0 h 2022"/>
                <a:gd name="connsiteX4" fmla="*/ 1198 w 4431"/>
                <a:gd name="connsiteY4" fmla="*/ 620 h 2022"/>
                <a:gd name="connsiteX5" fmla="*/ 4195 w 4431"/>
                <a:gd name="connsiteY5" fmla="*/ 605 h 2022"/>
                <a:gd name="connsiteX6" fmla="*/ 4431 w 4431"/>
                <a:gd name="connsiteY6" fmla="*/ 841 h 2022"/>
                <a:gd name="connsiteX7" fmla="*/ 4431 w 4431"/>
                <a:gd name="connsiteY7" fmla="*/ 841 h 2022"/>
                <a:gd name="connsiteX8" fmla="*/ 4431 w 4431"/>
                <a:gd name="connsiteY8" fmla="*/ 841 h 2022"/>
                <a:gd name="connsiteX9" fmla="*/ 4431 w 4431"/>
                <a:gd name="connsiteY9" fmla="*/ 1195 h 2022"/>
                <a:gd name="connsiteX10" fmla="*/ 4431 w 4431"/>
                <a:gd name="connsiteY10" fmla="*/ 1786 h 2022"/>
                <a:gd name="connsiteX11" fmla="*/ 4195 w 4431"/>
                <a:gd name="connsiteY11" fmla="*/ 2022 h 2022"/>
                <a:gd name="connsiteX12" fmla="*/ 1846 w 4431"/>
                <a:gd name="connsiteY12" fmla="*/ 2022 h 2022"/>
                <a:gd name="connsiteX13" fmla="*/ 739 w 4431"/>
                <a:gd name="connsiteY13" fmla="*/ 2022 h 2022"/>
                <a:gd name="connsiteX14" fmla="*/ 738 w 4431"/>
                <a:gd name="connsiteY14" fmla="*/ 2022 h 2022"/>
                <a:gd name="connsiteX15" fmla="*/ 236 w 4431"/>
                <a:gd name="connsiteY15" fmla="*/ 2022 h 2022"/>
                <a:gd name="connsiteX16" fmla="*/ 0 w 4431"/>
                <a:gd name="connsiteY16" fmla="*/ 1786 h 2022"/>
                <a:gd name="connsiteX17" fmla="*/ 0 w 4431"/>
                <a:gd name="connsiteY17" fmla="*/ 1195 h 2022"/>
                <a:gd name="connsiteX18" fmla="*/ 0 w 4431"/>
                <a:gd name="connsiteY18" fmla="*/ 841 h 2022"/>
                <a:gd name="connsiteX19" fmla="*/ 0 w 4431"/>
                <a:gd name="connsiteY19" fmla="*/ 841 h 2022"/>
                <a:gd name="connsiteX20" fmla="*/ 0 w 4431"/>
                <a:gd name="connsiteY20" fmla="*/ 841 h 2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431" h="2022">
                  <a:moveTo>
                    <a:pt x="0" y="841"/>
                  </a:moveTo>
                  <a:cubicBezTo>
                    <a:pt x="0" y="711"/>
                    <a:pt x="106" y="605"/>
                    <a:pt x="236" y="605"/>
                  </a:cubicBezTo>
                  <a:lnTo>
                    <a:pt x="739" y="605"/>
                  </a:lnTo>
                  <a:lnTo>
                    <a:pt x="1547" y="0"/>
                  </a:lnTo>
                  <a:lnTo>
                    <a:pt x="1198" y="620"/>
                  </a:lnTo>
                  <a:lnTo>
                    <a:pt x="4195" y="605"/>
                  </a:lnTo>
                  <a:cubicBezTo>
                    <a:pt x="4325" y="605"/>
                    <a:pt x="4431" y="711"/>
                    <a:pt x="4431" y="841"/>
                  </a:cubicBezTo>
                  <a:lnTo>
                    <a:pt x="4431" y="841"/>
                  </a:lnTo>
                  <a:lnTo>
                    <a:pt x="4431" y="841"/>
                  </a:lnTo>
                  <a:lnTo>
                    <a:pt x="4431" y="1195"/>
                  </a:lnTo>
                  <a:lnTo>
                    <a:pt x="4431" y="1786"/>
                  </a:lnTo>
                  <a:cubicBezTo>
                    <a:pt x="4431" y="1916"/>
                    <a:pt x="4325" y="2022"/>
                    <a:pt x="4195" y="2022"/>
                  </a:cubicBezTo>
                  <a:lnTo>
                    <a:pt x="1846" y="2022"/>
                  </a:lnTo>
                  <a:lnTo>
                    <a:pt x="739" y="2022"/>
                  </a:lnTo>
                  <a:lnTo>
                    <a:pt x="738" y="2022"/>
                  </a:lnTo>
                  <a:lnTo>
                    <a:pt x="236" y="2022"/>
                  </a:lnTo>
                  <a:cubicBezTo>
                    <a:pt x="106" y="2022"/>
                    <a:pt x="0" y="1916"/>
                    <a:pt x="0" y="1786"/>
                  </a:cubicBezTo>
                  <a:lnTo>
                    <a:pt x="0" y="1195"/>
                  </a:lnTo>
                  <a:lnTo>
                    <a:pt x="0" y="841"/>
                  </a:lnTo>
                  <a:lnTo>
                    <a:pt x="0" y="841"/>
                  </a:lnTo>
                  <a:lnTo>
                    <a:pt x="0" y="841"/>
                  </a:lnTo>
                  <a:close/>
                </a:path>
              </a:pathLst>
            </a:custGeom>
            <a:noFill/>
            <a:ln w="38100">
              <a:solidFill>
                <a:srgbClr val="669473"/>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sz="2400" b="1">
                <a:solidFill>
                  <a:srgbClr val="548235"/>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5" name="文本框 74"/>
            <p:cNvSpPr txBox="1"/>
            <p:nvPr>
              <p:custDataLst>
                <p:tags r:id="rId42"/>
              </p:custDataLst>
            </p:nvPr>
          </p:nvSpPr>
          <p:spPr>
            <a:xfrm>
              <a:off x="8231" y="7620"/>
              <a:ext cx="4573" cy="1307"/>
            </a:xfrm>
            <a:prstGeom prst="rect">
              <a:avLst/>
            </a:prstGeom>
            <a:noFill/>
          </p:spPr>
          <p:txBody>
            <a:bodyPr wrap="square" rtlCol="0" anchor="t">
              <a:spAutoFit/>
            </a:bodyPr>
            <a:lstStyle/>
            <a:p>
              <a:pPr algn="ctr"/>
              <a:r>
                <a:rPr lang="zh-CN" altLang="en-US" sz="2400" b="1">
                  <a:solidFill>
                    <a:srgbClr val="548235"/>
                  </a:solidFill>
                  <a:latin typeface="Times New Roman" panose="02020603050405020304" pitchFamily="18" charset="0"/>
                  <a:ea typeface="华文楷体" panose="02010600040101010101" pitchFamily="2" charset="-122"/>
                  <a:cs typeface="Times New Roman" panose="02020603050405020304" pitchFamily="18" charset="0"/>
                  <a:sym typeface="+mn-ea"/>
                </a:rPr>
                <a:t>分级越多还是越少质量更好呢？</a:t>
              </a:r>
              <a:endParaRPr lang="zh-CN" altLang="en-US" sz="2400" b="1">
                <a:solidFill>
                  <a:srgbClr val="548235"/>
                </a:solidFill>
                <a:latin typeface="Times New Roman" panose="02020603050405020304" pitchFamily="18" charset="0"/>
                <a:ea typeface="华文楷体" panose="02010600040101010101" pitchFamily="2" charset="-122"/>
                <a:cs typeface="Times New Roman" panose="02020603050405020304" pitchFamily="18" charset="0"/>
                <a:sym typeface="+mn-ea"/>
              </a:endParaRPr>
            </a:p>
          </p:txBody>
        </p:sp>
      </p:grpSp>
      <p:sp>
        <p:nvSpPr>
          <p:cNvPr id="76" name="矩形 75"/>
          <p:cNvSpPr/>
          <p:nvPr>
            <p:custDataLst>
              <p:tags r:id="rId43"/>
            </p:custDataLst>
          </p:nvPr>
        </p:nvSpPr>
        <p:spPr>
          <a:xfrm>
            <a:off x="8331442" y="2602148"/>
            <a:ext cx="302260" cy="280800"/>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p:cNvSpPr/>
          <p:nvPr>
            <p:custDataLst>
              <p:tags r:id="rId44"/>
            </p:custDataLst>
          </p:nvPr>
        </p:nvSpPr>
        <p:spPr>
          <a:xfrm>
            <a:off x="8662912" y="2602148"/>
            <a:ext cx="302260" cy="280800"/>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custDataLst>
              <p:tags r:id="rId45"/>
            </p:custDataLst>
          </p:nvPr>
        </p:nvSpPr>
        <p:spPr>
          <a:xfrm>
            <a:off x="8013942" y="2913933"/>
            <a:ext cx="302260" cy="277495"/>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custDataLst>
              <p:tags r:id="rId46"/>
            </p:custDataLst>
          </p:nvPr>
        </p:nvSpPr>
        <p:spPr>
          <a:xfrm>
            <a:off x="8331442" y="2913933"/>
            <a:ext cx="302260" cy="277495"/>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custDataLst>
              <p:tags r:id="rId47"/>
            </p:custDataLst>
          </p:nvPr>
        </p:nvSpPr>
        <p:spPr>
          <a:xfrm>
            <a:off x="8662912" y="2913933"/>
            <a:ext cx="302260" cy="277495"/>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custDataLst>
              <p:tags r:id="rId48"/>
            </p:custDataLst>
          </p:nvPr>
        </p:nvSpPr>
        <p:spPr>
          <a:xfrm>
            <a:off x="8984857" y="2913933"/>
            <a:ext cx="302260" cy="277495"/>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p:cNvSpPr/>
          <p:nvPr>
            <p:custDataLst>
              <p:tags r:id="rId49"/>
            </p:custDataLst>
          </p:nvPr>
        </p:nvSpPr>
        <p:spPr>
          <a:xfrm>
            <a:off x="7685647" y="3209843"/>
            <a:ext cx="306070" cy="277495"/>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82"/>
          <p:cNvSpPr/>
          <p:nvPr>
            <p:custDataLst>
              <p:tags r:id="rId50"/>
            </p:custDataLst>
          </p:nvPr>
        </p:nvSpPr>
        <p:spPr>
          <a:xfrm>
            <a:off x="8013942" y="3209843"/>
            <a:ext cx="302260" cy="277495"/>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83"/>
          <p:cNvSpPr/>
          <p:nvPr>
            <p:custDataLst>
              <p:tags r:id="rId51"/>
            </p:custDataLst>
          </p:nvPr>
        </p:nvSpPr>
        <p:spPr>
          <a:xfrm>
            <a:off x="8331442" y="3209843"/>
            <a:ext cx="302260" cy="277495"/>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矩形 84"/>
          <p:cNvSpPr/>
          <p:nvPr>
            <p:custDataLst>
              <p:tags r:id="rId52"/>
            </p:custDataLst>
          </p:nvPr>
        </p:nvSpPr>
        <p:spPr>
          <a:xfrm>
            <a:off x="8662912" y="3209843"/>
            <a:ext cx="302260" cy="277495"/>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85"/>
          <p:cNvSpPr/>
          <p:nvPr>
            <p:custDataLst>
              <p:tags r:id="rId53"/>
            </p:custDataLst>
          </p:nvPr>
        </p:nvSpPr>
        <p:spPr>
          <a:xfrm>
            <a:off x="8984857" y="3209843"/>
            <a:ext cx="302260" cy="277495"/>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86"/>
          <p:cNvSpPr/>
          <p:nvPr>
            <p:custDataLst>
              <p:tags r:id="rId54"/>
            </p:custDataLst>
          </p:nvPr>
        </p:nvSpPr>
        <p:spPr>
          <a:xfrm>
            <a:off x="7685647" y="3514643"/>
            <a:ext cx="306070" cy="277495"/>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87"/>
          <p:cNvSpPr/>
          <p:nvPr>
            <p:custDataLst>
              <p:tags r:id="rId55"/>
            </p:custDataLst>
          </p:nvPr>
        </p:nvSpPr>
        <p:spPr>
          <a:xfrm>
            <a:off x="8013942" y="3514643"/>
            <a:ext cx="302260" cy="277495"/>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88"/>
          <p:cNvSpPr/>
          <p:nvPr>
            <p:custDataLst>
              <p:tags r:id="rId56"/>
            </p:custDataLst>
          </p:nvPr>
        </p:nvSpPr>
        <p:spPr>
          <a:xfrm>
            <a:off x="8331442" y="3514643"/>
            <a:ext cx="302260" cy="277495"/>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89"/>
          <p:cNvSpPr/>
          <p:nvPr>
            <p:custDataLst>
              <p:tags r:id="rId57"/>
            </p:custDataLst>
          </p:nvPr>
        </p:nvSpPr>
        <p:spPr>
          <a:xfrm>
            <a:off x="8662912" y="3514643"/>
            <a:ext cx="302260" cy="277495"/>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矩形 90"/>
          <p:cNvSpPr/>
          <p:nvPr>
            <p:custDataLst>
              <p:tags r:id="rId58"/>
            </p:custDataLst>
          </p:nvPr>
        </p:nvSpPr>
        <p:spPr>
          <a:xfrm>
            <a:off x="8984857" y="3514643"/>
            <a:ext cx="302260" cy="277495"/>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91"/>
          <p:cNvSpPr/>
          <p:nvPr>
            <p:custDataLst>
              <p:tags r:id="rId59"/>
            </p:custDataLst>
          </p:nvPr>
        </p:nvSpPr>
        <p:spPr>
          <a:xfrm>
            <a:off x="9311247" y="3514643"/>
            <a:ext cx="302260" cy="277495"/>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矩形 92"/>
          <p:cNvSpPr/>
          <p:nvPr>
            <p:custDataLst>
              <p:tags r:id="rId60"/>
            </p:custDataLst>
          </p:nvPr>
        </p:nvSpPr>
        <p:spPr>
          <a:xfrm>
            <a:off x="8013942" y="3816903"/>
            <a:ext cx="302260" cy="277495"/>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矩形 93"/>
          <p:cNvSpPr/>
          <p:nvPr>
            <p:custDataLst>
              <p:tags r:id="rId61"/>
            </p:custDataLst>
          </p:nvPr>
        </p:nvSpPr>
        <p:spPr>
          <a:xfrm>
            <a:off x="8331442" y="3816903"/>
            <a:ext cx="302260" cy="277495"/>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p:cNvSpPr/>
          <p:nvPr>
            <p:custDataLst>
              <p:tags r:id="rId62"/>
            </p:custDataLst>
          </p:nvPr>
        </p:nvSpPr>
        <p:spPr>
          <a:xfrm>
            <a:off x="8662912" y="3816903"/>
            <a:ext cx="302260" cy="277495"/>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矩形 95"/>
          <p:cNvSpPr/>
          <p:nvPr>
            <p:custDataLst>
              <p:tags r:id="rId63"/>
            </p:custDataLst>
          </p:nvPr>
        </p:nvSpPr>
        <p:spPr>
          <a:xfrm>
            <a:off x="8984857" y="3816903"/>
            <a:ext cx="302260" cy="277495"/>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矩形 96"/>
          <p:cNvSpPr/>
          <p:nvPr>
            <p:custDataLst>
              <p:tags r:id="rId64"/>
            </p:custDataLst>
          </p:nvPr>
        </p:nvSpPr>
        <p:spPr>
          <a:xfrm>
            <a:off x="8331442" y="4115353"/>
            <a:ext cx="302260" cy="277495"/>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矩形 97"/>
          <p:cNvSpPr/>
          <p:nvPr>
            <p:custDataLst>
              <p:tags r:id="rId65"/>
            </p:custDataLst>
          </p:nvPr>
        </p:nvSpPr>
        <p:spPr>
          <a:xfrm>
            <a:off x="8662912" y="4115353"/>
            <a:ext cx="302260" cy="277495"/>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98"/>
          <p:cNvSpPr/>
          <p:nvPr>
            <p:custDataLst>
              <p:tags r:id="rId66"/>
            </p:custDataLst>
          </p:nvPr>
        </p:nvSpPr>
        <p:spPr>
          <a:xfrm>
            <a:off x="8013942" y="4415073"/>
            <a:ext cx="302260" cy="280800"/>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矩形 99"/>
          <p:cNvSpPr/>
          <p:nvPr>
            <p:custDataLst>
              <p:tags r:id="rId67"/>
            </p:custDataLst>
          </p:nvPr>
        </p:nvSpPr>
        <p:spPr>
          <a:xfrm>
            <a:off x="8331442" y="4415073"/>
            <a:ext cx="302260" cy="280800"/>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矩形 100"/>
          <p:cNvSpPr/>
          <p:nvPr>
            <p:custDataLst>
              <p:tags r:id="rId68"/>
            </p:custDataLst>
          </p:nvPr>
        </p:nvSpPr>
        <p:spPr>
          <a:xfrm>
            <a:off x="8662912" y="4415073"/>
            <a:ext cx="302260" cy="280800"/>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101"/>
          <p:cNvSpPr/>
          <p:nvPr>
            <p:custDataLst>
              <p:tags r:id="rId69"/>
            </p:custDataLst>
          </p:nvPr>
        </p:nvSpPr>
        <p:spPr>
          <a:xfrm>
            <a:off x="8984857" y="4415073"/>
            <a:ext cx="302260" cy="280800"/>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矩形 102"/>
          <p:cNvSpPr/>
          <p:nvPr>
            <p:custDataLst>
              <p:tags r:id="rId70"/>
            </p:custDataLst>
          </p:nvPr>
        </p:nvSpPr>
        <p:spPr>
          <a:xfrm>
            <a:off x="8662912" y="4719873"/>
            <a:ext cx="302260" cy="280800"/>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4" name="组合 103"/>
          <p:cNvGrpSpPr/>
          <p:nvPr>
            <p:custDataLst>
              <p:tags r:id="rId71"/>
            </p:custDataLst>
          </p:nvPr>
        </p:nvGrpSpPr>
        <p:grpSpPr>
          <a:xfrm>
            <a:off x="7659612" y="2591353"/>
            <a:ext cx="1965960" cy="2418080"/>
            <a:chOff x="9755" y="4242"/>
            <a:chExt cx="3096" cy="3808"/>
          </a:xfrm>
        </p:grpSpPr>
        <p:grpSp>
          <p:nvGrpSpPr>
            <p:cNvPr id="105" name="组合 104"/>
            <p:cNvGrpSpPr/>
            <p:nvPr>
              <p:custDataLst>
                <p:tags r:id="rId72"/>
              </p:custDataLst>
            </p:nvPr>
          </p:nvGrpSpPr>
          <p:grpSpPr>
            <a:xfrm>
              <a:off x="9755" y="4242"/>
              <a:ext cx="3087" cy="3808"/>
              <a:chOff x="13352" y="3024"/>
              <a:chExt cx="3246" cy="3808"/>
            </a:xfrm>
          </p:grpSpPr>
          <p:cxnSp>
            <p:nvCxnSpPr>
              <p:cNvPr id="116" name="直接连接符 115"/>
              <p:cNvCxnSpPr/>
              <p:nvPr>
                <p:custDataLst>
                  <p:tags r:id="rId73"/>
                </p:custDataLst>
              </p:nvPr>
            </p:nvCxnSpPr>
            <p:spPr>
              <a:xfrm>
                <a:off x="13352" y="683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17" name="直接连接符 116"/>
              <p:cNvCxnSpPr/>
              <p:nvPr>
                <p:custDataLst>
                  <p:tags r:id="rId74"/>
                </p:custDataLst>
              </p:nvPr>
            </p:nvCxnSpPr>
            <p:spPr>
              <a:xfrm>
                <a:off x="13352" y="302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18" name="直接连接符 117"/>
              <p:cNvCxnSpPr/>
              <p:nvPr>
                <p:custDataLst>
                  <p:tags r:id="rId75"/>
                </p:custDataLst>
              </p:nvPr>
            </p:nvCxnSpPr>
            <p:spPr>
              <a:xfrm>
                <a:off x="13352" y="350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19" name="直接连接符 118"/>
              <p:cNvCxnSpPr/>
              <p:nvPr>
                <p:custDataLst>
                  <p:tags r:id="rId76"/>
                </p:custDataLst>
              </p:nvPr>
            </p:nvCxnSpPr>
            <p:spPr>
              <a:xfrm>
                <a:off x="13352" y="3976"/>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20" name="直接连接符 119"/>
              <p:cNvCxnSpPr/>
              <p:nvPr>
                <p:custDataLst>
                  <p:tags r:id="rId77"/>
                </p:custDataLst>
              </p:nvPr>
            </p:nvCxnSpPr>
            <p:spPr>
              <a:xfrm>
                <a:off x="13352" y="445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21" name="直接连接符 120"/>
              <p:cNvCxnSpPr/>
              <p:nvPr>
                <p:custDataLst>
                  <p:tags r:id="rId78"/>
                </p:custDataLst>
              </p:nvPr>
            </p:nvCxnSpPr>
            <p:spPr>
              <a:xfrm>
                <a:off x="13352" y="4928"/>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22" name="直接连接符 121"/>
              <p:cNvCxnSpPr/>
              <p:nvPr>
                <p:custDataLst>
                  <p:tags r:id="rId79"/>
                </p:custDataLst>
              </p:nvPr>
            </p:nvCxnSpPr>
            <p:spPr>
              <a:xfrm>
                <a:off x="13352" y="540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23" name="直接连接符 122"/>
              <p:cNvCxnSpPr/>
              <p:nvPr>
                <p:custDataLst>
                  <p:tags r:id="rId80"/>
                </p:custDataLst>
              </p:nvPr>
            </p:nvCxnSpPr>
            <p:spPr>
              <a:xfrm>
                <a:off x="13352" y="588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24" name="直接连接符 123"/>
              <p:cNvCxnSpPr/>
              <p:nvPr>
                <p:custDataLst>
                  <p:tags r:id="rId81"/>
                </p:custDataLst>
              </p:nvPr>
            </p:nvCxnSpPr>
            <p:spPr>
              <a:xfrm>
                <a:off x="13352" y="6356"/>
                <a:ext cx="3247" cy="0"/>
              </a:xfrm>
              <a:prstGeom prst="line">
                <a:avLst/>
              </a:prstGeom>
              <a:ln w="28575"/>
            </p:spPr>
            <p:style>
              <a:lnRef idx="3">
                <a:schemeClr val="dk1"/>
              </a:lnRef>
              <a:fillRef idx="0">
                <a:schemeClr val="dk1"/>
              </a:fillRef>
              <a:effectRef idx="2">
                <a:schemeClr val="dk1"/>
              </a:effectRef>
              <a:fontRef idx="minor">
                <a:schemeClr val="tx1"/>
              </a:fontRef>
            </p:style>
          </p:cxnSp>
        </p:grpSp>
        <p:grpSp>
          <p:nvGrpSpPr>
            <p:cNvPr id="106" name="组合 105"/>
            <p:cNvGrpSpPr/>
            <p:nvPr>
              <p:custDataLst>
                <p:tags r:id="rId82"/>
              </p:custDataLst>
            </p:nvPr>
          </p:nvGrpSpPr>
          <p:grpSpPr>
            <a:xfrm>
              <a:off x="9763" y="4262"/>
              <a:ext cx="3088" cy="3788"/>
              <a:chOff x="9763" y="4262"/>
              <a:chExt cx="3088" cy="3788"/>
            </a:xfrm>
          </p:grpSpPr>
          <p:grpSp>
            <p:nvGrpSpPr>
              <p:cNvPr id="107" name="组合 106"/>
              <p:cNvGrpSpPr/>
              <p:nvPr>
                <p:custDataLst>
                  <p:tags r:id="rId83"/>
                </p:custDataLst>
              </p:nvPr>
            </p:nvGrpSpPr>
            <p:grpSpPr>
              <a:xfrm>
                <a:off x="9775" y="4262"/>
                <a:ext cx="3064" cy="3788"/>
                <a:chOff x="4391" y="870"/>
                <a:chExt cx="3264" cy="3828"/>
              </a:xfrm>
            </p:grpSpPr>
            <p:cxnSp>
              <p:nvCxnSpPr>
                <p:cNvPr id="109" name="直接连接符 108"/>
                <p:cNvCxnSpPr/>
                <p:nvPr>
                  <p:custDataLst>
                    <p:tags r:id="rId84"/>
                  </p:custDataLst>
                </p:nvPr>
              </p:nvCxnSpPr>
              <p:spPr>
                <a:xfrm rot="5400000">
                  <a:off x="574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10" name="直接连接符 109"/>
                <p:cNvCxnSpPr/>
                <p:nvPr>
                  <p:custDataLst>
                    <p:tags r:id="rId85"/>
                  </p:custDataLst>
                </p:nvPr>
              </p:nvCxnSpPr>
              <p:spPr>
                <a:xfrm rot="5400000">
                  <a:off x="5197"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11" name="直接连接符 110"/>
                <p:cNvCxnSpPr/>
                <p:nvPr>
                  <p:custDataLst>
                    <p:tags r:id="rId86"/>
                  </p:custDataLst>
                </p:nvPr>
              </p:nvCxnSpPr>
              <p:spPr>
                <a:xfrm rot="5400000">
                  <a:off x="4653"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12" name="直接连接符 111"/>
                <p:cNvCxnSpPr/>
                <p:nvPr>
                  <p:custDataLst>
                    <p:tags r:id="rId87"/>
                  </p:custDataLst>
                </p:nvPr>
              </p:nvCxnSpPr>
              <p:spPr>
                <a:xfrm rot="5400000">
                  <a:off x="4109"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13" name="直接连接符 112"/>
                <p:cNvCxnSpPr/>
                <p:nvPr>
                  <p:custDataLst>
                    <p:tags r:id="rId88"/>
                  </p:custDataLst>
                </p:nvPr>
              </p:nvCxnSpPr>
              <p:spPr>
                <a:xfrm rot="5400000">
                  <a:off x="3565"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14" name="直接连接符 113"/>
                <p:cNvCxnSpPr/>
                <p:nvPr>
                  <p:custDataLst>
                    <p:tags r:id="rId89"/>
                  </p:custDataLst>
                </p:nvPr>
              </p:nvCxnSpPr>
              <p:spPr>
                <a:xfrm rot="5400000">
                  <a:off x="302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15" name="直接连接符 114"/>
                <p:cNvCxnSpPr/>
                <p:nvPr>
                  <p:custDataLst>
                    <p:tags r:id="rId90"/>
                  </p:custDataLst>
                </p:nvPr>
              </p:nvCxnSpPr>
              <p:spPr>
                <a:xfrm rot="5400000">
                  <a:off x="2477" y="2784"/>
                  <a:ext cx="3828" cy="0"/>
                </a:xfrm>
                <a:prstGeom prst="line">
                  <a:avLst/>
                </a:prstGeom>
                <a:ln w="28575"/>
              </p:spPr>
              <p:style>
                <a:lnRef idx="3">
                  <a:schemeClr val="dk1"/>
                </a:lnRef>
                <a:fillRef idx="0">
                  <a:schemeClr val="dk1"/>
                </a:fillRef>
                <a:effectRef idx="2">
                  <a:schemeClr val="dk1"/>
                </a:effectRef>
                <a:fontRef idx="minor">
                  <a:schemeClr val="tx1"/>
                </a:fontRef>
              </p:style>
            </p:cxnSp>
          </p:grpSp>
          <p:cxnSp>
            <p:nvCxnSpPr>
              <p:cNvPr id="108" name="直接连接符 107"/>
              <p:cNvCxnSpPr/>
              <p:nvPr>
                <p:custDataLst>
                  <p:tags r:id="rId91"/>
                </p:custDataLst>
              </p:nvPr>
            </p:nvCxnSpPr>
            <p:spPr>
              <a:xfrm>
                <a:off x="9763" y="8050"/>
                <a:ext cx="3088" cy="0"/>
              </a:xfrm>
              <a:prstGeom prst="line">
                <a:avLst/>
              </a:prstGeom>
              <a:ln w="28575"/>
            </p:spPr>
            <p:style>
              <a:lnRef idx="3">
                <a:schemeClr val="dk1"/>
              </a:lnRef>
              <a:fillRef idx="0">
                <a:schemeClr val="dk1"/>
              </a:fillRef>
              <a:effectRef idx="2">
                <a:schemeClr val="dk1"/>
              </a:effectRef>
              <a:fontRef idx="minor">
                <a:schemeClr val="tx1"/>
              </a:fontRef>
            </p:style>
          </p:cxnSp>
        </p:grpSp>
      </p:grpSp>
      <p:sp>
        <p:nvSpPr>
          <p:cNvPr id="125" name="矩形 124"/>
          <p:cNvSpPr/>
          <p:nvPr>
            <p:custDataLst>
              <p:tags r:id="rId92"/>
            </p:custDataLst>
          </p:nvPr>
        </p:nvSpPr>
        <p:spPr>
          <a:xfrm>
            <a:off x="8015847" y="2913933"/>
            <a:ext cx="299085" cy="277495"/>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矩形 125"/>
          <p:cNvSpPr/>
          <p:nvPr>
            <p:custDataLst>
              <p:tags r:id="rId93"/>
            </p:custDataLst>
          </p:nvPr>
        </p:nvSpPr>
        <p:spPr>
          <a:xfrm>
            <a:off x="8333347" y="2913933"/>
            <a:ext cx="299085" cy="277495"/>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矩形 126"/>
          <p:cNvSpPr/>
          <p:nvPr>
            <p:custDataLst>
              <p:tags r:id="rId94"/>
            </p:custDataLst>
          </p:nvPr>
        </p:nvSpPr>
        <p:spPr>
          <a:xfrm>
            <a:off x="8664817" y="2913933"/>
            <a:ext cx="299085" cy="277495"/>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矩形 127"/>
          <p:cNvSpPr/>
          <p:nvPr>
            <p:custDataLst>
              <p:tags r:id="rId95"/>
            </p:custDataLst>
          </p:nvPr>
        </p:nvSpPr>
        <p:spPr>
          <a:xfrm>
            <a:off x="8986762" y="2913933"/>
            <a:ext cx="299085" cy="277495"/>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TextBox 8"/>
          <p:cNvSpPr txBox="1">
            <a:spLocks noChangeArrowheads="1"/>
          </p:cNvSpPr>
          <p:nvPr>
            <p:custDataLst>
              <p:tags r:id="rId96"/>
            </p:custDataLst>
          </p:nvPr>
        </p:nvSpPr>
        <p:spPr bwMode="auto">
          <a:xfrm>
            <a:off x="4468715" y="328533"/>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04"/>
                                        </p:tgtEl>
                                        <p:attrNameLst>
                                          <p:attrName>style.visibility</p:attrName>
                                        </p:attrNameLst>
                                      </p:cBhvr>
                                      <p:to>
                                        <p:strVal val="visible"/>
                                      </p:to>
                                    </p:set>
                                    <p:animEffect transition="in" filter="wipe(up)">
                                      <p:cBhvr>
                                        <p:cTn id="12" dur="500"/>
                                        <p:tgtEl>
                                          <p:spTgt spid="10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6"/>
                                        </p:tgtEl>
                                        <p:attrNameLst>
                                          <p:attrName>style.visibility</p:attrName>
                                        </p:attrNameLst>
                                      </p:cBhvr>
                                      <p:to>
                                        <p:strVal val="visible"/>
                                      </p:to>
                                    </p:set>
                                    <p:animEffect transition="in" filter="wipe(up)">
                                      <p:cBhvr>
                                        <p:cTn id="17" dur="500"/>
                                        <p:tgtEl>
                                          <p:spTgt spid="76"/>
                                        </p:tgtEl>
                                      </p:cBhvr>
                                    </p:animEffect>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77"/>
                                        </p:tgtEl>
                                        <p:attrNameLst>
                                          <p:attrName>style.visibility</p:attrName>
                                        </p:attrNameLst>
                                      </p:cBhvr>
                                      <p:to>
                                        <p:strVal val="visible"/>
                                      </p:to>
                                    </p:set>
                                    <p:animEffect transition="in" filter="wipe(up)">
                                      <p:cBhvr>
                                        <p:cTn id="21" dur="500"/>
                                        <p:tgtEl>
                                          <p:spTgt spid="77"/>
                                        </p:tgtEl>
                                      </p:cBhvr>
                                    </p:animEffect>
                                  </p:childTnLst>
                                </p:cTn>
                              </p:par>
                            </p:childTnLst>
                          </p:cTn>
                        </p:par>
                        <p:par>
                          <p:cTn id="22" fill="hold">
                            <p:stCondLst>
                              <p:cond delay="1000"/>
                            </p:stCondLst>
                            <p:childTnLst>
                              <p:par>
                                <p:cTn id="23" presetID="22" presetClass="entr" presetSubtype="1" fill="hold" grpId="0" nodeType="afterEffect">
                                  <p:stCondLst>
                                    <p:cond delay="0"/>
                                  </p:stCondLst>
                                  <p:childTnLst>
                                    <p:set>
                                      <p:cBhvr>
                                        <p:cTn id="24" dur="1" fill="hold">
                                          <p:stCondLst>
                                            <p:cond delay="0"/>
                                          </p:stCondLst>
                                        </p:cTn>
                                        <p:tgtEl>
                                          <p:spTgt spid="78"/>
                                        </p:tgtEl>
                                        <p:attrNameLst>
                                          <p:attrName>style.visibility</p:attrName>
                                        </p:attrNameLst>
                                      </p:cBhvr>
                                      <p:to>
                                        <p:strVal val="visible"/>
                                      </p:to>
                                    </p:set>
                                    <p:animEffect transition="in" filter="wipe(up)">
                                      <p:cBhvr>
                                        <p:cTn id="25" dur="500"/>
                                        <p:tgtEl>
                                          <p:spTgt spid="78"/>
                                        </p:tgtEl>
                                      </p:cBhvr>
                                    </p:animEffect>
                                  </p:childTnLst>
                                </p:cTn>
                              </p:par>
                            </p:childTnLst>
                          </p:cTn>
                        </p:par>
                        <p:par>
                          <p:cTn id="26" fill="hold">
                            <p:stCondLst>
                              <p:cond delay="1500"/>
                            </p:stCondLst>
                            <p:childTnLst>
                              <p:par>
                                <p:cTn id="27" presetID="22" presetClass="entr" presetSubtype="1" fill="hold" grpId="0" nodeType="afterEffect">
                                  <p:stCondLst>
                                    <p:cond delay="0"/>
                                  </p:stCondLst>
                                  <p:childTnLst>
                                    <p:set>
                                      <p:cBhvr>
                                        <p:cTn id="28" dur="1" fill="hold">
                                          <p:stCondLst>
                                            <p:cond delay="0"/>
                                          </p:stCondLst>
                                        </p:cTn>
                                        <p:tgtEl>
                                          <p:spTgt spid="79"/>
                                        </p:tgtEl>
                                        <p:attrNameLst>
                                          <p:attrName>style.visibility</p:attrName>
                                        </p:attrNameLst>
                                      </p:cBhvr>
                                      <p:to>
                                        <p:strVal val="visible"/>
                                      </p:to>
                                    </p:set>
                                    <p:animEffect transition="in" filter="wipe(up)">
                                      <p:cBhvr>
                                        <p:cTn id="29" dur="500"/>
                                        <p:tgtEl>
                                          <p:spTgt spid="79"/>
                                        </p:tgtEl>
                                      </p:cBhvr>
                                    </p:animEffect>
                                  </p:childTnLst>
                                </p:cTn>
                              </p:par>
                            </p:childTnLst>
                          </p:cTn>
                        </p:par>
                        <p:par>
                          <p:cTn id="30" fill="hold">
                            <p:stCondLst>
                              <p:cond delay="2000"/>
                            </p:stCondLst>
                            <p:childTnLst>
                              <p:par>
                                <p:cTn id="31" presetID="22" presetClass="entr" presetSubtype="1" fill="hold" grpId="0" nodeType="afterEffect">
                                  <p:stCondLst>
                                    <p:cond delay="0"/>
                                  </p:stCondLst>
                                  <p:childTnLst>
                                    <p:set>
                                      <p:cBhvr>
                                        <p:cTn id="32" dur="1" fill="hold">
                                          <p:stCondLst>
                                            <p:cond delay="0"/>
                                          </p:stCondLst>
                                        </p:cTn>
                                        <p:tgtEl>
                                          <p:spTgt spid="80"/>
                                        </p:tgtEl>
                                        <p:attrNameLst>
                                          <p:attrName>style.visibility</p:attrName>
                                        </p:attrNameLst>
                                      </p:cBhvr>
                                      <p:to>
                                        <p:strVal val="visible"/>
                                      </p:to>
                                    </p:set>
                                    <p:animEffect transition="in" filter="wipe(up)">
                                      <p:cBhvr>
                                        <p:cTn id="33" dur="500"/>
                                        <p:tgtEl>
                                          <p:spTgt spid="80"/>
                                        </p:tgtEl>
                                      </p:cBhvr>
                                    </p:animEffect>
                                  </p:childTnLst>
                                </p:cTn>
                              </p:par>
                            </p:childTnLst>
                          </p:cTn>
                        </p:par>
                        <p:par>
                          <p:cTn id="34" fill="hold">
                            <p:stCondLst>
                              <p:cond delay="2500"/>
                            </p:stCondLst>
                            <p:childTnLst>
                              <p:par>
                                <p:cTn id="35" presetID="22" presetClass="entr" presetSubtype="1" fill="hold" grpId="0" nodeType="afterEffect">
                                  <p:stCondLst>
                                    <p:cond delay="0"/>
                                  </p:stCondLst>
                                  <p:childTnLst>
                                    <p:set>
                                      <p:cBhvr>
                                        <p:cTn id="36" dur="1" fill="hold">
                                          <p:stCondLst>
                                            <p:cond delay="0"/>
                                          </p:stCondLst>
                                        </p:cTn>
                                        <p:tgtEl>
                                          <p:spTgt spid="81"/>
                                        </p:tgtEl>
                                        <p:attrNameLst>
                                          <p:attrName>style.visibility</p:attrName>
                                        </p:attrNameLst>
                                      </p:cBhvr>
                                      <p:to>
                                        <p:strVal val="visible"/>
                                      </p:to>
                                    </p:set>
                                    <p:animEffect transition="in" filter="wipe(up)">
                                      <p:cBhvr>
                                        <p:cTn id="37" dur="500"/>
                                        <p:tgtEl>
                                          <p:spTgt spid="81"/>
                                        </p:tgtEl>
                                      </p:cBhvr>
                                    </p:animEffect>
                                  </p:childTnLst>
                                </p:cTn>
                              </p:par>
                            </p:childTnLst>
                          </p:cTn>
                        </p:par>
                        <p:par>
                          <p:cTn id="38" fill="hold">
                            <p:stCondLst>
                              <p:cond delay="3000"/>
                            </p:stCondLst>
                            <p:childTnLst>
                              <p:par>
                                <p:cTn id="39" presetID="22" presetClass="entr" presetSubtype="1" fill="hold" grpId="0" nodeType="afterEffect">
                                  <p:stCondLst>
                                    <p:cond delay="0"/>
                                  </p:stCondLst>
                                  <p:childTnLst>
                                    <p:set>
                                      <p:cBhvr>
                                        <p:cTn id="40" dur="1" fill="hold">
                                          <p:stCondLst>
                                            <p:cond delay="0"/>
                                          </p:stCondLst>
                                        </p:cTn>
                                        <p:tgtEl>
                                          <p:spTgt spid="82"/>
                                        </p:tgtEl>
                                        <p:attrNameLst>
                                          <p:attrName>style.visibility</p:attrName>
                                        </p:attrNameLst>
                                      </p:cBhvr>
                                      <p:to>
                                        <p:strVal val="visible"/>
                                      </p:to>
                                    </p:set>
                                    <p:animEffect transition="in" filter="wipe(up)">
                                      <p:cBhvr>
                                        <p:cTn id="41" dur="500"/>
                                        <p:tgtEl>
                                          <p:spTgt spid="82"/>
                                        </p:tgtEl>
                                      </p:cBhvr>
                                    </p:animEffect>
                                  </p:childTnLst>
                                </p:cTn>
                              </p:par>
                            </p:childTnLst>
                          </p:cTn>
                        </p:par>
                        <p:par>
                          <p:cTn id="42" fill="hold">
                            <p:stCondLst>
                              <p:cond delay="3500"/>
                            </p:stCondLst>
                            <p:childTnLst>
                              <p:par>
                                <p:cTn id="43" presetID="22" presetClass="entr" presetSubtype="1" fill="hold" grpId="0" nodeType="afterEffect">
                                  <p:stCondLst>
                                    <p:cond delay="0"/>
                                  </p:stCondLst>
                                  <p:childTnLst>
                                    <p:set>
                                      <p:cBhvr>
                                        <p:cTn id="44" dur="1" fill="hold">
                                          <p:stCondLst>
                                            <p:cond delay="0"/>
                                          </p:stCondLst>
                                        </p:cTn>
                                        <p:tgtEl>
                                          <p:spTgt spid="83"/>
                                        </p:tgtEl>
                                        <p:attrNameLst>
                                          <p:attrName>style.visibility</p:attrName>
                                        </p:attrNameLst>
                                      </p:cBhvr>
                                      <p:to>
                                        <p:strVal val="visible"/>
                                      </p:to>
                                    </p:set>
                                    <p:animEffect transition="in" filter="wipe(up)">
                                      <p:cBhvr>
                                        <p:cTn id="45" dur="500"/>
                                        <p:tgtEl>
                                          <p:spTgt spid="83"/>
                                        </p:tgtEl>
                                      </p:cBhvr>
                                    </p:animEffect>
                                  </p:childTnLst>
                                </p:cTn>
                              </p:par>
                            </p:childTnLst>
                          </p:cTn>
                        </p:par>
                        <p:par>
                          <p:cTn id="46" fill="hold">
                            <p:stCondLst>
                              <p:cond delay="4000"/>
                            </p:stCondLst>
                            <p:childTnLst>
                              <p:par>
                                <p:cTn id="47" presetID="22" presetClass="entr" presetSubtype="1" fill="hold" grpId="0" nodeType="afterEffect">
                                  <p:stCondLst>
                                    <p:cond delay="0"/>
                                  </p:stCondLst>
                                  <p:childTnLst>
                                    <p:set>
                                      <p:cBhvr>
                                        <p:cTn id="48" dur="1" fill="hold">
                                          <p:stCondLst>
                                            <p:cond delay="0"/>
                                          </p:stCondLst>
                                        </p:cTn>
                                        <p:tgtEl>
                                          <p:spTgt spid="84"/>
                                        </p:tgtEl>
                                        <p:attrNameLst>
                                          <p:attrName>style.visibility</p:attrName>
                                        </p:attrNameLst>
                                      </p:cBhvr>
                                      <p:to>
                                        <p:strVal val="visible"/>
                                      </p:to>
                                    </p:set>
                                    <p:animEffect transition="in" filter="wipe(up)">
                                      <p:cBhvr>
                                        <p:cTn id="49" dur="500"/>
                                        <p:tgtEl>
                                          <p:spTgt spid="84"/>
                                        </p:tgtEl>
                                      </p:cBhvr>
                                    </p:animEffect>
                                  </p:childTnLst>
                                </p:cTn>
                              </p:par>
                            </p:childTnLst>
                          </p:cTn>
                        </p:par>
                        <p:par>
                          <p:cTn id="50" fill="hold">
                            <p:stCondLst>
                              <p:cond delay="4500"/>
                            </p:stCondLst>
                            <p:childTnLst>
                              <p:par>
                                <p:cTn id="51" presetID="22" presetClass="entr" presetSubtype="1" fill="hold" grpId="0" nodeType="afterEffect">
                                  <p:stCondLst>
                                    <p:cond delay="0"/>
                                  </p:stCondLst>
                                  <p:childTnLst>
                                    <p:set>
                                      <p:cBhvr>
                                        <p:cTn id="52" dur="1" fill="hold">
                                          <p:stCondLst>
                                            <p:cond delay="0"/>
                                          </p:stCondLst>
                                        </p:cTn>
                                        <p:tgtEl>
                                          <p:spTgt spid="85"/>
                                        </p:tgtEl>
                                        <p:attrNameLst>
                                          <p:attrName>style.visibility</p:attrName>
                                        </p:attrNameLst>
                                      </p:cBhvr>
                                      <p:to>
                                        <p:strVal val="visible"/>
                                      </p:to>
                                    </p:set>
                                    <p:animEffect transition="in" filter="wipe(up)">
                                      <p:cBhvr>
                                        <p:cTn id="53" dur="500"/>
                                        <p:tgtEl>
                                          <p:spTgt spid="85"/>
                                        </p:tgtEl>
                                      </p:cBhvr>
                                    </p:animEffect>
                                  </p:childTnLst>
                                </p:cTn>
                              </p:par>
                            </p:childTnLst>
                          </p:cTn>
                        </p:par>
                        <p:par>
                          <p:cTn id="54" fill="hold">
                            <p:stCondLst>
                              <p:cond delay="5000"/>
                            </p:stCondLst>
                            <p:childTnLst>
                              <p:par>
                                <p:cTn id="55" presetID="22" presetClass="entr" presetSubtype="1" fill="hold" grpId="0" nodeType="afterEffect">
                                  <p:stCondLst>
                                    <p:cond delay="0"/>
                                  </p:stCondLst>
                                  <p:childTnLst>
                                    <p:set>
                                      <p:cBhvr>
                                        <p:cTn id="56" dur="1" fill="hold">
                                          <p:stCondLst>
                                            <p:cond delay="0"/>
                                          </p:stCondLst>
                                        </p:cTn>
                                        <p:tgtEl>
                                          <p:spTgt spid="86"/>
                                        </p:tgtEl>
                                        <p:attrNameLst>
                                          <p:attrName>style.visibility</p:attrName>
                                        </p:attrNameLst>
                                      </p:cBhvr>
                                      <p:to>
                                        <p:strVal val="visible"/>
                                      </p:to>
                                    </p:set>
                                    <p:animEffect transition="in" filter="wipe(up)">
                                      <p:cBhvr>
                                        <p:cTn id="57" dur="500"/>
                                        <p:tgtEl>
                                          <p:spTgt spid="86"/>
                                        </p:tgtEl>
                                      </p:cBhvr>
                                    </p:animEffect>
                                  </p:childTnLst>
                                </p:cTn>
                              </p:par>
                            </p:childTnLst>
                          </p:cTn>
                        </p:par>
                        <p:par>
                          <p:cTn id="58" fill="hold">
                            <p:stCondLst>
                              <p:cond delay="5500"/>
                            </p:stCondLst>
                            <p:childTnLst>
                              <p:par>
                                <p:cTn id="59" presetID="22" presetClass="entr" presetSubtype="1" fill="hold" grpId="0" nodeType="afterEffect">
                                  <p:stCondLst>
                                    <p:cond delay="0"/>
                                  </p:stCondLst>
                                  <p:childTnLst>
                                    <p:set>
                                      <p:cBhvr>
                                        <p:cTn id="60" dur="1" fill="hold">
                                          <p:stCondLst>
                                            <p:cond delay="0"/>
                                          </p:stCondLst>
                                        </p:cTn>
                                        <p:tgtEl>
                                          <p:spTgt spid="87"/>
                                        </p:tgtEl>
                                        <p:attrNameLst>
                                          <p:attrName>style.visibility</p:attrName>
                                        </p:attrNameLst>
                                      </p:cBhvr>
                                      <p:to>
                                        <p:strVal val="visible"/>
                                      </p:to>
                                    </p:set>
                                    <p:animEffect transition="in" filter="wipe(up)">
                                      <p:cBhvr>
                                        <p:cTn id="61" dur="500"/>
                                        <p:tgtEl>
                                          <p:spTgt spid="87"/>
                                        </p:tgtEl>
                                      </p:cBhvr>
                                    </p:animEffect>
                                  </p:childTnLst>
                                </p:cTn>
                              </p:par>
                            </p:childTnLst>
                          </p:cTn>
                        </p:par>
                        <p:par>
                          <p:cTn id="62" fill="hold">
                            <p:stCondLst>
                              <p:cond delay="6000"/>
                            </p:stCondLst>
                            <p:childTnLst>
                              <p:par>
                                <p:cTn id="63" presetID="22" presetClass="entr" presetSubtype="1" fill="hold" grpId="0" nodeType="afterEffect">
                                  <p:stCondLst>
                                    <p:cond delay="0"/>
                                  </p:stCondLst>
                                  <p:childTnLst>
                                    <p:set>
                                      <p:cBhvr>
                                        <p:cTn id="64" dur="1" fill="hold">
                                          <p:stCondLst>
                                            <p:cond delay="0"/>
                                          </p:stCondLst>
                                        </p:cTn>
                                        <p:tgtEl>
                                          <p:spTgt spid="88"/>
                                        </p:tgtEl>
                                        <p:attrNameLst>
                                          <p:attrName>style.visibility</p:attrName>
                                        </p:attrNameLst>
                                      </p:cBhvr>
                                      <p:to>
                                        <p:strVal val="visible"/>
                                      </p:to>
                                    </p:set>
                                    <p:animEffect transition="in" filter="wipe(up)">
                                      <p:cBhvr>
                                        <p:cTn id="65" dur="500"/>
                                        <p:tgtEl>
                                          <p:spTgt spid="88"/>
                                        </p:tgtEl>
                                      </p:cBhvr>
                                    </p:animEffect>
                                  </p:childTnLst>
                                </p:cTn>
                              </p:par>
                            </p:childTnLst>
                          </p:cTn>
                        </p:par>
                        <p:par>
                          <p:cTn id="66" fill="hold">
                            <p:stCondLst>
                              <p:cond delay="6500"/>
                            </p:stCondLst>
                            <p:childTnLst>
                              <p:par>
                                <p:cTn id="67" presetID="22" presetClass="entr" presetSubtype="1" fill="hold" grpId="0" nodeType="afterEffect">
                                  <p:stCondLst>
                                    <p:cond delay="0"/>
                                  </p:stCondLst>
                                  <p:childTnLst>
                                    <p:set>
                                      <p:cBhvr>
                                        <p:cTn id="68" dur="1" fill="hold">
                                          <p:stCondLst>
                                            <p:cond delay="0"/>
                                          </p:stCondLst>
                                        </p:cTn>
                                        <p:tgtEl>
                                          <p:spTgt spid="89"/>
                                        </p:tgtEl>
                                        <p:attrNameLst>
                                          <p:attrName>style.visibility</p:attrName>
                                        </p:attrNameLst>
                                      </p:cBhvr>
                                      <p:to>
                                        <p:strVal val="visible"/>
                                      </p:to>
                                    </p:set>
                                    <p:animEffect transition="in" filter="wipe(up)">
                                      <p:cBhvr>
                                        <p:cTn id="69" dur="500"/>
                                        <p:tgtEl>
                                          <p:spTgt spid="89"/>
                                        </p:tgtEl>
                                      </p:cBhvr>
                                    </p:animEffect>
                                  </p:childTnLst>
                                </p:cTn>
                              </p:par>
                            </p:childTnLst>
                          </p:cTn>
                        </p:par>
                        <p:par>
                          <p:cTn id="70" fill="hold">
                            <p:stCondLst>
                              <p:cond delay="7000"/>
                            </p:stCondLst>
                            <p:childTnLst>
                              <p:par>
                                <p:cTn id="71" presetID="22" presetClass="entr" presetSubtype="1" fill="hold" grpId="0" nodeType="afterEffect">
                                  <p:stCondLst>
                                    <p:cond delay="0"/>
                                  </p:stCondLst>
                                  <p:childTnLst>
                                    <p:set>
                                      <p:cBhvr>
                                        <p:cTn id="72" dur="1" fill="hold">
                                          <p:stCondLst>
                                            <p:cond delay="0"/>
                                          </p:stCondLst>
                                        </p:cTn>
                                        <p:tgtEl>
                                          <p:spTgt spid="90"/>
                                        </p:tgtEl>
                                        <p:attrNameLst>
                                          <p:attrName>style.visibility</p:attrName>
                                        </p:attrNameLst>
                                      </p:cBhvr>
                                      <p:to>
                                        <p:strVal val="visible"/>
                                      </p:to>
                                    </p:set>
                                    <p:animEffect transition="in" filter="wipe(up)">
                                      <p:cBhvr>
                                        <p:cTn id="73" dur="500"/>
                                        <p:tgtEl>
                                          <p:spTgt spid="90"/>
                                        </p:tgtEl>
                                      </p:cBhvr>
                                    </p:animEffect>
                                  </p:childTnLst>
                                </p:cTn>
                              </p:par>
                            </p:childTnLst>
                          </p:cTn>
                        </p:par>
                        <p:par>
                          <p:cTn id="74" fill="hold">
                            <p:stCondLst>
                              <p:cond delay="7500"/>
                            </p:stCondLst>
                            <p:childTnLst>
                              <p:par>
                                <p:cTn id="75" presetID="22" presetClass="entr" presetSubtype="1" fill="hold" grpId="0" nodeType="afterEffect">
                                  <p:stCondLst>
                                    <p:cond delay="0"/>
                                  </p:stCondLst>
                                  <p:childTnLst>
                                    <p:set>
                                      <p:cBhvr>
                                        <p:cTn id="76" dur="1" fill="hold">
                                          <p:stCondLst>
                                            <p:cond delay="0"/>
                                          </p:stCondLst>
                                        </p:cTn>
                                        <p:tgtEl>
                                          <p:spTgt spid="91"/>
                                        </p:tgtEl>
                                        <p:attrNameLst>
                                          <p:attrName>style.visibility</p:attrName>
                                        </p:attrNameLst>
                                      </p:cBhvr>
                                      <p:to>
                                        <p:strVal val="visible"/>
                                      </p:to>
                                    </p:set>
                                    <p:animEffect transition="in" filter="wipe(up)">
                                      <p:cBhvr>
                                        <p:cTn id="77" dur="500"/>
                                        <p:tgtEl>
                                          <p:spTgt spid="91"/>
                                        </p:tgtEl>
                                      </p:cBhvr>
                                    </p:animEffect>
                                  </p:childTnLst>
                                </p:cTn>
                              </p:par>
                            </p:childTnLst>
                          </p:cTn>
                        </p:par>
                        <p:par>
                          <p:cTn id="78" fill="hold">
                            <p:stCondLst>
                              <p:cond delay="8000"/>
                            </p:stCondLst>
                            <p:childTnLst>
                              <p:par>
                                <p:cTn id="79" presetID="22" presetClass="entr" presetSubtype="1" fill="hold" grpId="0" nodeType="afterEffect">
                                  <p:stCondLst>
                                    <p:cond delay="0"/>
                                  </p:stCondLst>
                                  <p:childTnLst>
                                    <p:set>
                                      <p:cBhvr>
                                        <p:cTn id="80" dur="1" fill="hold">
                                          <p:stCondLst>
                                            <p:cond delay="0"/>
                                          </p:stCondLst>
                                        </p:cTn>
                                        <p:tgtEl>
                                          <p:spTgt spid="92"/>
                                        </p:tgtEl>
                                        <p:attrNameLst>
                                          <p:attrName>style.visibility</p:attrName>
                                        </p:attrNameLst>
                                      </p:cBhvr>
                                      <p:to>
                                        <p:strVal val="visible"/>
                                      </p:to>
                                    </p:set>
                                    <p:animEffect transition="in" filter="wipe(up)">
                                      <p:cBhvr>
                                        <p:cTn id="81" dur="500"/>
                                        <p:tgtEl>
                                          <p:spTgt spid="92"/>
                                        </p:tgtEl>
                                      </p:cBhvr>
                                    </p:animEffect>
                                  </p:childTnLst>
                                </p:cTn>
                              </p:par>
                            </p:childTnLst>
                          </p:cTn>
                        </p:par>
                        <p:par>
                          <p:cTn id="82" fill="hold">
                            <p:stCondLst>
                              <p:cond delay="8500"/>
                            </p:stCondLst>
                            <p:childTnLst>
                              <p:par>
                                <p:cTn id="83" presetID="22" presetClass="entr" presetSubtype="1" fill="hold" grpId="0" nodeType="afterEffect">
                                  <p:stCondLst>
                                    <p:cond delay="0"/>
                                  </p:stCondLst>
                                  <p:childTnLst>
                                    <p:set>
                                      <p:cBhvr>
                                        <p:cTn id="84" dur="1" fill="hold">
                                          <p:stCondLst>
                                            <p:cond delay="0"/>
                                          </p:stCondLst>
                                        </p:cTn>
                                        <p:tgtEl>
                                          <p:spTgt spid="93"/>
                                        </p:tgtEl>
                                        <p:attrNameLst>
                                          <p:attrName>style.visibility</p:attrName>
                                        </p:attrNameLst>
                                      </p:cBhvr>
                                      <p:to>
                                        <p:strVal val="visible"/>
                                      </p:to>
                                    </p:set>
                                    <p:animEffect transition="in" filter="wipe(up)">
                                      <p:cBhvr>
                                        <p:cTn id="85" dur="500"/>
                                        <p:tgtEl>
                                          <p:spTgt spid="93"/>
                                        </p:tgtEl>
                                      </p:cBhvr>
                                    </p:animEffect>
                                  </p:childTnLst>
                                </p:cTn>
                              </p:par>
                            </p:childTnLst>
                          </p:cTn>
                        </p:par>
                        <p:par>
                          <p:cTn id="86" fill="hold">
                            <p:stCondLst>
                              <p:cond delay="9000"/>
                            </p:stCondLst>
                            <p:childTnLst>
                              <p:par>
                                <p:cTn id="87" presetID="22" presetClass="entr" presetSubtype="1" fill="hold" grpId="0" nodeType="afterEffect">
                                  <p:stCondLst>
                                    <p:cond delay="0"/>
                                  </p:stCondLst>
                                  <p:childTnLst>
                                    <p:set>
                                      <p:cBhvr>
                                        <p:cTn id="88" dur="1" fill="hold">
                                          <p:stCondLst>
                                            <p:cond delay="0"/>
                                          </p:stCondLst>
                                        </p:cTn>
                                        <p:tgtEl>
                                          <p:spTgt spid="94"/>
                                        </p:tgtEl>
                                        <p:attrNameLst>
                                          <p:attrName>style.visibility</p:attrName>
                                        </p:attrNameLst>
                                      </p:cBhvr>
                                      <p:to>
                                        <p:strVal val="visible"/>
                                      </p:to>
                                    </p:set>
                                    <p:animEffect transition="in" filter="wipe(up)">
                                      <p:cBhvr>
                                        <p:cTn id="89" dur="500"/>
                                        <p:tgtEl>
                                          <p:spTgt spid="94"/>
                                        </p:tgtEl>
                                      </p:cBhvr>
                                    </p:animEffect>
                                  </p:childTnLst>
                                </p:cTn>
                              </p:par>
                            </p:childTnLst>
                          </p:cTn>
                        </p:par>
                        <p:par>
                          <p:cTn id="90" fill="hold">
                            <p:stCondLst>
                              <p:cond delay="9500"/>
                            </p:stCondLst>
                            <p:childTnLst>
                              <p:par>
                                <p:cTn id="91" presetID="22" presetClass="entr" presetSubtype="1" fill="hold" grpId="0" nodeType="afterEffect">
                                  <p:stCondLst>
                                    <p:cond delay="0"/>
                                  </p:stCondLst>
                                  <p:childTnLst>
                                    <p:set>
                                      <p:cBhvr>
                                        <p:cTn id="92" dur="1" fill="hold">
                                          <p:stCondLst>
                                            <p:cond delay="0"/>
                                          </p:stCondLst>
                                        </p:cTn>
                                        <p:tgtEl>
                                          <p:spTgt spid="95"/>
                                        </p:tgtEl>
                                        <p:attrNameLst>
                                          <p:attrName>style.visibility</p:attrName>
                                        </p:attrNameLst>
                                      </p:cBhvr>
                                      <p:to>
                                        <p:strVal val="visible"/>
                                      </p:to>
                                    </p:set>
                                    <p:animEffect transition="in" filter="wipe(up)">
                                      <p:cBhvr>
                                        <p:cTn id="93" dur="500"/>
                                        <p:tgtEl>
                                          <p:spTgt spid="95"/>
                                        </p:tgtEl>
                                      </p:cBhvr>
                                    </p:animEffect>
                                  </p:childTnLst>
                                </p:cTn>
                              </p:par>
                            </p:childTnLst>
                          </p:cTn>
                        </p:par>
                        <p:par>
                          <p:cTn id="94" fill="hold">
                            <p:stCondLst>
                              <p:cond delay="10000"/>
                            </p:stCondLst>
                            <p:childTnLst>
                              <p:par>
                                <p:cTn id="95" presetID="22" presetClass="entr" presetSubtype="1" fill="hold" grpId="0" nodeType="afterEffect">
                                  <p:stCondLst>
                                    <p:cond delay="0"/>
                                  </p:stCondLst>
                                  <p:childTnLst>
                                    <p:set>
                                      <p:cBhvr>
                                        <p:cTn id="96" dur="1" fill="hold">
                                          <p:stCondLst>
                                            <p:cond delay="0"/>
                                          </p:stCondLst>
                                        </p:cTn>
                                        <p:tgtEl>
                                          <p:spTgt spid="96"/>
                                        </p:tgtEl>
                                        <p:attrNameLst>
                                          <p:attrName>style.visibility</p:attrName>
                                        </p:attrNameLst>
                                      </p:cBhvr>
                                      <p:to>
                                        <p:strVal val="visible"/>
                                      </p:to>
                                    </p:set>
                                    <p:animEffect transition="in" filter="wipe(up)">
                                      <p:cBhvr>
                                        <p:cTn id="97" dur="500"/>
                                        <p:tgtEl>
                                          <p:spTgt spid="96"/>
                                        </p:tgtEl>
                                      </p:cBhvr>
                                    </p:animEffect>
                                  </p:childTnLst>
                                </p:cTn>
                              </p:par>
                            </p:childTnLst>
                          </p:cTn>
                        </p:par>
                        <p:par>
                          <p:cTn id="98" fill="hold">
                            <p:stCondLst>
                              <p:cond delay="10500"/>
                            </p:stCondLst>
                            <p:childTnLst>
                              <p:par>
                                <p:cTn id="99" presetID="22" presetClass="entr" presetSubtype="1" fill="hold" grpId="0" nodeType="afterEffect">
                                  <p:stCondLst>
                                    <p:cond delay="0"/>
                                  </p:stCondLst>
                                  <p:childTnLst>
                                    <p:set>
                                      <p:cBhvr>
                                        <p:cTn id="100" dur="1" fill="hold">
                                          <p:stCondLst>
                                            <p:cond delay="0"/>
                                          </p:stCondLst>
                                        </p:cTn>
                                        <p:tgtEl>
                                          <p:spTgt spid="97"/>
                                        </p:tgtEl>
                                        <p:attrNameLst>
                                          <p:attrName>style.visibility</p:attrName>
                                        </p:attrNameLst>
                                      </p:cBhvr>
                                      <p:to>
                                        <p:strVal val="visible"/>
                                      </p:to>
                                    </p:set>
                                    <p:animEffect transition="in" filter="wipe(up)">
                                      <p:cBhvr>
                                        <p:cTn id="101" dur="500"/>
                                        <p:tgtEl>
                                          <p:spTgt spid="97"/>
                                        </p:tgtEl>
                                      </p:cBhvr>
                                    </p:animEffect>
                                  </p:childTnLst>
                                </p:cTn>
                              </p:par>
                            </p:childTnLst>
                          </p:cTn>
                        </p:par>
                        <p:par>
                          <p:cTn id="102" fill="hold">
                            <p:stCondLst>
                              <p:cond delay="11000"/>
                            </p:stCondLst>
                            <p:childTnLst>
                              <p:par>
                                <p:cTn id="103" presetID="22" presetClass="entr" presetSubtype="1" fill="hold" grpId="0" nodeType="afterEffect">
                                  <p:stCondLst>
                                    <p:cond delay="0"/>
                                  </p:stCondLst>
                                  <p:childTnLst>
                                    <p:set>
                                      <p:cBhvr>
                                        <p:cTn id="104" dur="1" fill="hold">
                                          <p:stCondLst>
                                            <p:cond delay="0"/>
                                          </p:stCondLst>
                                        </p:cTn>
                                        <p:tgtEl>
                                          <p:spTgt spid="98"/>
                                        </p:tgtEl>
                                        <p:attrNameLst>
                                          <p:attrName>style.visibility</p:attrName>
                                        </p:attrNameLst>
                                      </p:cBhvr>
                                      <p:to>
                                        <p:strVal val="visible"/>
                                      </p:to>
                                    </p:set>
                                    <p:animEffect transition="in" filter="wipe(up)">
                                      <p:cBhvr>
                                        <p:cTn id="105" dur="500"/>
                                        <p:tgtEl>
                                          <p:spTgt spid="98"/>
                                        </p:tgtEl>
                                      </p:cBhvr>
                                    </p:animEffect>
                                  </p:childTnLst>
                                </p:cTn>
                              </p:par>
                            </p:childTnLst>
                          </p:cTn>
                        </p:par>
                        <p:par>
                          <p:cTn id="106" fill="hold">
                            <p:stCondLst>
                              <p:cond delay="11500"/>
                            </p:stCondLst>
                            <p:childTnLst>
                              <p:par>
                                <p:cTn id="107" presetID="22" presetClass="entr" presetSubtype="1" fill="hold" grpId="0" nodeType="afterEffect">
                                  <p:stCondLst>
                                    <p:cond delay="0"/>
                                  </p:stCondLst>
                                  <p:childTnLst>
                                    <p:set>
                                      <p:cBhvr>
                                        <p:cTn id="108" dur="1" fill="hold">
                                          <p:stCondLst>
                                            <p:cond delay="0"/>
                                          </p:stCondLst>
                                        </p:cTn>
                                        <p:tgtEl>
                                          <p:spTgt spid="99"/>
                                        </p:tgtEl>
                                        <p:attrNameLst>
                                          <p:attrName>style.visibility</p:attrName>
                                        </p:attrNameLst>
                                      </p:cBhvr>
                                      <p:to>
                                        <p:strVal val="visible"/>
                                      </p:to>
                                    </p:set>
                                    <p:animEffect transition="in" filter="wipe(up)">
                                      <p:cBhvr>
                                        <p:cTn id="109" dur="500"/>
                                        <p:tgtEl>
                                          <p:spTgt spid="99"/>
                                        </p:tgtEl>
                                      </p:cBhvr>
                                    </p:animEffect>
                                  </p:childTnLst>
                                </p:cTn>
                              </p:par>
                            </p:childTnLst>
                          </p:cTn>
                        </p:par>
                        <p:par>
                          <p:cTn id="110" fill="hold">
                            <p:stCondLst>
                              <p:cond delay="12000"/>
                            </p:stCondLst>
                            <p:childTnLst>
                              <p:par>
                                <p:cTn id="111" presetID="22" presetClass="entr" presetSubtype="1" fill="hold" grpId="0" nodeType="afterEffect">
                                  <p:stCondLst>
                                    <p:cond delay="0"/>
                                  </p:stCondLst>
                                  <p:childTnLst>
                                    <p:set>
                                      <p:cBhvr>
                                        <p:cTn id="112" dur="1" fill="hold">
                                          <p:stCondLst>
                                            <p:cond delay="0"/>
                                          </p:stCondLst>
                                        </p:cTn>
                                        <p:tgtEl>
                                          <p:spTgt spid="100"/>
                                        </p:tgtEl>
                                        <p:attrNameLst>
                                          <p:attrName>style.visibility</p:attrName>
                                        </p:attrNameLst>
                                      </p:cBhvr>
                                      <p:to>
                                        <p:strVal val="visible"/>
                                      </p:to>
                                    </p:set>
                                    <p:animEffect transition="in" filter="wipe(up)">
                                      <p:cBhvr>
                                        <p:cTn id="113" dur="500"/>
                                        <p:tgtEl>
                                          <p:spTgt spid="100"/>
                                        </p:tgtEl>
                                      </p:cBhvr>
                                    </p:animEffect>
                                  </p:childTnLst>
                                </p:cTn>
                              </p:par>
                            </p:childTnLst>
                          </p:cTn>
                        </p:par>
                        <p:par>
                          <p:cTn id="114" fill="hold">
                            <p:stCondLst>
                              <p:cond delay="12500"/>
                            </p:stCondLst>
                            <p:childTnLst>
                              <p:par>
                                <p:cTn id="115" presetID="22" presetClass="entr" presetSubtype="1" fill="hold" grpId="0" nodeType="afterEffect">
                                  <p:stCondLst>
                                    <p:cond delay="0"/>
                                  </p:stCondLst>
                                  <p:childTnLst>
                                    <p:set>
                                      <p:cBhvr>
                                        <p:cTn id="116" dur="1" fill="hold">
                                          <p:stCondLst>
                                            <p:cond delay="0"/>
                                          </p:stCondLst>
                                        </p:cTn>
                                        <p:tgtEl>
                                          <p:spTgt spid="101"/>
                                        </p:tgtEl>
                                        <p:attrNameLst>
                                          <p:attrName>style.visibility</p:attrName>
                                        </p:attrNameLst>
                                      </p:cBhvr>
                                      <p:to>
                                        <p:strVal val="visible"/>
                                      </p:to>
                                    </p:set>
                                    <p:animEffect transition="in" filter="wipe(up)">
                                      <p:cBhvr>
                                        <p:cTn id="117" dur="500"/>
                                        <p:tgtEl>
                                          <p:spTgt spid="101"/>
                                        </p:tgtEl>
                                      </p:cBhvr>
                                    </p:animEffect>
                                  </p:childTnLst>
                                </p:cTn>
                              </p:par>
                            </p:childTnLst>
                          </p:cTn>
                        </p:par>
                        <p:par>
                          <p:cTn id="118" fill="hold">
                            <p:stCondLst>
                              <p:cond delay="13000"/>
                            </p:stCondLst>
                            <p:childTnLst>
                              <p:par>
                                <p:cTn id="119" presetID="22" presetClass="entr" presetSubtype="1" fill="hold" grpId="0" nodeType="afterEffect">
                                  <p:stCondLst>
                                    <p:cond delay="0"/>
                                  </p:stCondLst>
                                  <p:childTnLst>
                                    <p:set>
                                      <p:cBhvr>
                                        <p:cTn id="120" dur="1" fill="hold">
                                          <p:stCondLst>
                                            <p:cond delay="0"/>
                                          </p:stCondLst>
                                        </p:cTn>
                                        <p:tgtEl>
                                          <p:spTgt spid="102"/>
                                        </p:tgtEl>
                                        <p:attrNameLst>
                                          <p:attrName>style.visibility</p:attrName>
                                        </p:attrNameLst>
                                      </p:cBhvr>
                                      <p:to>
                                        <p:strVal val="visible"/>
                                      </p:to>
                                    </p:set>
                                    <p:animEffect transition="in" filter="wipe(up)">
                                      <p:cBhvr>
                                        <p:cTn id="121" dur="500"/>
                                        <p:tgtEl>
                                          <p:spTgt spid="102"/>
                                        </p:tgtEl>
                                      </p:cBhvr>
                                    </p:animEffect>
                                  </p:childTnLst>
                                </p:cTn>
                              </p:par>
                            </p:childTnLst>
                          </p:cTn>
                        </p:par>
                        <p:par>
                          <p:cTn id="122" fill="hold">
                            <p:stCondLst>
                              <p:cond delay="13500"/>
                            </p:stCondLst>
                            <p:childTnLst>
                              <p:par>
                                <p:cTn id="123" presetID="22" presetClass="entr" presetSubtype="1" fill="hold" grpId="0" nodeType="afterEffect">
                                  <p:stCondLst>
                                    <p:cond delay="0"/>
                                  </p:stCondLst>
                                  <p:childTnLst>
                                    <p:set>
                                      <p:cBhvr>
                                        <p:cTn id="124" dur="1" fill="hold">
                                          <p:stCondLst>
                                            <p:cond delay="0"/>
                                          </p:stCondLst>
                                        </p:cTn>
                                        <p:tgtEl>
                                          <p:spTgt spid="103"/>
                                        </p:tgtEl>
                                        <p:attrNameLst>
                                          <p:attrName>style.visibility</p:attrName>
                                        </p:attrNameLst>
                                      </p:cBhvr>
                                      <p:to>
                                        <p:strVal val="visible"/>
                                      </p:to>
                                    </p:set>
                                    <p:animEffect transition="in" filter="wipe(up)">
                                      <p:cBhvr>
                                        <p:cTn id="125" dur="500"/>
                                        <p:tgtEl>
                                          <p:spTgt spid="103"/>
                                        </p:tgtEl>
                                      </p:cBhvr>
                                    </p:animEffect>
                                  </p:childTnLst>
                                </p:cTn>
                              </p:par>
                            </p:childTnLst>
                          </p:cTn>
                        </p:par>
                        <p:par>
                          <p:cTn id="126" fill="hold">
                            <p:stCondLst>
                              <p:cond delay="14000"/>
                            </p:stCondLst>
                            <p:childTnLst>
                              <p:par>
                                <p:cTn id="127" presetID="22" presetClass="entr" presetSubtype="1" fill="hold" grpId="0" nodeType="afterEffect">
                                  <p:stCondLst>
                                    <p:cond delay="0"/>
                                  </p:stCondLst>
                                  <p:childTnLst>
                                    <p:set>
                                      <p:cBhvr>
                                        <p:cTn id="128" dur="1" fill="hold">
                                          <p:stCondLst>
                                            <p:cond delay="0"/>
                                          </p:stCondLst>
                                        </p:cTn>
                                        <p:tgtEl>
                                          <p:spTgt spid="125"/>
                                        </p:tgtEl>
                                        <p:attrNameLst>
                                          <p:attrName>style.visibility</p:attrName>
                                        </p:attrNameLst>
                                      </p:cBhvr>
                                      <p:to>
                                        <p:strVal val="visible"/>
                                      </p:to>
                                    </p:set>
                                    <p:animEffect transition="in" filter="wipe(up)">
                                      <p:cBhvr>
                                        <p:cTn id="129" dur="500"/>
                                        <p:tgtEl>
                                          <p:spTgt spid="125"/>
                                        </p:tgtEl>
                                      </p:cBhvr>
                                    </p:animEffect>
                                  </p:childTnLst>
                                </p:cTn>
                              </p:par>
                            </p:childTnLst>
                          </p:cTn>
                        </p:par>
                        <p:par>
                          <p:cTn id="130" fill="hold">
                            <p:stCondLst>
                              <p:cond delay="14500"/>
                            </p:stCondLst>
                            <p:childTnLst>
                              <p:par>
                                <p:cTn id="131" presetID="22" presetClass="entr" presetSubtype="1" fill="hold" grpId="0" nodeType="afterEffect">
                                  <p:stCondLst>
                                    <p:cond delay="0"/>
                                  </p:stCondLst>
                                  <p:childTnLst>
                                    <p:set>
                                      <p:cBhvr>
                                        <p:cTn id="132" dur="1" fill="hold">
                                          <p:stCondLst>
                                            <p:cond delay="0"/>
                                          </p:stCondLst>
                                        </p:cTn>
                                        <p:tgtEl>
                                          <p:spTgt spid="126"/>
                                        </p:tgtEl>
                                        <p:attrNameLst>
                                          <p:attrName>style.visibility</p:attrName>
                                        </p:attrNameLst>
                                      </p:cBhvr>
                                      <p:to>
                                        <p:strVal val="visible"/>
                                      </p:to>
                                    </p:set>
                                    <p:animEffect transition="in" filter="wipe(up)">
                                      <p:cBhvr>
                                        <p:cTn id="133" dur="500"/>
                                        <p:tgtEl>
                                          <p:spTgt spid="126"/>
                                        </p:tgtEl>
                                      </p:cBhvr>
                                    </p:animEffect>
                                  </p:childTnLst>
                                </p:cTn>
                              </p:par>
                            </p:childTnLst>
                          </p:cTn>
                        </p:par>
                        <p:par>
                          <p:cTn id="134" fill="hold">
                            <p:stCondLst>
                              <p:cond delay="15000"/>
                            </p:stCondLst>
                            <p:childTnLst>
                              <p:par>
                                <p:cTn id="135" presetID="22" presetClass="entr" presetSubtype="1" fill="hold" grpId="0" nodeType="afterEffect">
                                  <p:stCondLst>
                                    <p:cond delay="0"/>
                                  </p:stCondLst>
                                  <p:childTnLst>
                                    <p:set>
                                      <p:cBhvr>
                                        <p:cTn id="136" dur="1" fill="hold">
                                          <p:stCondLst>
                                            <p:cond delay="0"/>
                                          </p:stCondLst>
                                        </p:cTn>
                                        <p:tgtEl>
                                          <p:spTgt spid="127"/>
                                        </p:tgtEl>
                                        <p:attrNameLst>
                                          <p:attrName>style.visibility</p:attrName>
                                        </p:attrNameLst>
                                      </p:cBhvr>
                                      <p:to>
                                        <p:strVal val="visible"/>
                                      </p:to>
                                    </p:set>
                                    <p:animEffect transition="in" filter="wipe(up)">
                                      <p:cBhvr>
                                        <p:cTn id="137" dur="500"/>
                                        <p:tgtEl>
                                          <p:spTgt spid="127"/>
                                        </p:tgtEl>
                                      </p:cBhvr>
                                    </p:animEffect>
                                  </p:childTnLst>
                                </p:cTn>
                              </p:par>
                            </p:childTnLst>
                          </p:cTn>
                        </p:par>
                        <p:par>
                          <p:cTn id="138" fill="hold">
                            <p:stCondLst>
                              <p:cond delay="15500"/>
                            </p:stCondLst>
                            <p:childTnLst>
                              <p:par>
                                <p:cTn id="139" presetID="22" presetClass="entr" presetSubtype="1" fill="hold" grpId="0" nodeType="afterEffect">
                                  <p:stCondLst>
                                    <p:cond delay="0"/>
                                  </p:stCondLst>
                                  <p:childTnLst>
                                    <p:set>
                                      <p:cBhvr>
                                        <p:cTn id="140" dur="1" fill="hold">
                                          <p:stCondLst>
                                            <p:cond delay="0"/>
                                          </p:stCondLst>
                                        </p:cTn>
                                        <p:tgtEl>
                                          <p:spTgt spid="128"/>
                                        </p:tgtEl>
                                        <p:attrNameLst>
                                          <p:attrName>style.visibility</p:attrName>
                                        </p:attrNameLst>
                                      </p:cBhvr>
                                      <p:to>
                                        <p:strVal val="visible"/>
                                      </p:to>
                                    </p:set>
                                    <p:animEffect transition="in" filter="wipe(up)">
                                      <p:cBhvr>
                                        <p:cTn id="141" dur="500"/>
                                        <p:tgtEl>
                                          <p:spTgt spid="128"/>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1" fill="hold" nodeType="clickEffect">
                                  <p:stCondLst>
                                    <p:cond delay="0"/>
                                  </p:stCondLst>
                                  <p:childTnLst>
                                    <p:set>
                                      <p:cBhvr>
                                        <p:cTn id="145" dur="1" fill="hold">
                                          <p:stCondLst>
                                            <p:cond delay="0"/>
                                          </p:stCondLst>
                                        </p:cTn>
                                        <p:tgtEl>
                                          <p:spTgt spid="73"/>
                                        </p:tgtEl>
                                        <p:attrNameLst>
                                          <p:attrName>style.visibility</p:attrName>
                                        </p:attrNameLst>
                                      </p:cBhvr>
                                      <p:to>
                                        <p:strVal val="visible"/>
                                      </p:to>
                                    </p:set>
                                    <p:animEffect transition="in" filter="wipe(up)">
                                      <p:cBhvr>
                                        <p:cTn id="146"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25" grpId="0" animBg="1"/>
      <p:bldP spid="126" grpId="0" animBg="1"/>
      <p:bldP spid="127" grpId="0" animBg="1"/>
      <p:bldP spid="12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custDataLst>
              <p:tags r:id="rId1"/>
            </p:custDataLst>
          </p:nvPr>
        </p:nvSpPr>
        <p:spPr>
          <a:xfrm>
            <a:off x="3359347" y="1416337"/>
            <a:ext cx="5556738" cy="553998"/>
          </a:xfrm>
          <a:prstGeom prst="rect">
            <a:avLst/>
          </a:prstGeom>
          <a:noFill/>
        </p:spPr>
        <p:txBody>
          <a:bodyPr wrap="square" rtlCol="0">
            <a:spAutoFit/>
          </a:bodyPr>
          <a:lstStyle/>
          <a:p>
            <a:pPr algn="ctr"/>
            <a:r>
              <a:rPr lang="en-US" altLang="zh-CN" sz="3000">
                <a:solidFill>
                  <a:prstClr val="black"/>
                </a:solidFill>
                <a:latin typeface="黑体" panose="02010609060101010101" charset="-122"/>
                <a:ea typeface="黑体" panose="02010609060101010101" charset="-122"/>
              </a:rPr>
              <a:t>2. </a:t>
            </a:r>
            <a:r>
              <a:rPr lang="zh-CN" altLang="en-US" sz="3000">
                <a:solidFill>
                  <a:prstClr val="black"/>
                </a:solidFill>
                <a:latin typeface="黑体" panose="02010609060101010101" charset="-122"/>
                <a:ea typeface="黑体" panose="02010609060101010101" charset="-122"/>
              </a:rPr>
              <a:t>图像量化</a:t>
            </a:r>
            <a:endParaRPr lang="zh-CN" altLang="en-US" sz="3000">
              <a:solidFill>
                <a:prstClr val="black"/>
              </a:solidFill>
              <a:latin typeface="黑体" panose="02010609060101010101" charset="-122"/>
              <a:ea typeface="黑体" panose="02010609060101010101" charset="-122"/>
            </a:endParaRPr>
          </a:p>
        </p:txBody>
      </p:sp>
      <p:cxnSp>
        <p:nvCxnSpPr>
          <p:cNvPr id="29" name="直接连接符 28"/>
          <p:cNvCxnSpPr/>
          <p:nvPr>
            <p:custDataLst>
              <p:tags r:id="rId2"/>
            </p:custDataLst>
          </p:nvPr>
        </p:nvCxnSpPr>
        <p:spPr>
          <a:xfrm flipV="1">
            <a:off x="3359346" y="2060503"/>
            <a:ext cx="5556738" cy="23447"/>
          </a:xfrm>
          <a:prstGeom prst="line">
            <a:avLst/>
          </a:prstGeom>
          <a:ln w="12700">
            <a:solidFill>
              <a:srgbClr val="01431D"/>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p:custDataLst>
              <p:tags r:id="rId3"/>
            </p:custDataLst>
          </p:nvPr>
        </p:nvGrpSpPr>
        <p:grpSpPr>
          <a:xfrm>
            <a:off x="2796635" y="1801906"/>
            <a:ext cx="445481" cy="469613"/>
            <a:chOff x="2121873" y="1511588"/>
            <a:chExt cx="445481" cy="469613"/>
          </a:xfrm>
        </p:grpSpPr>
        <p:sp>
          <p:nvSpPr>
            <p:cNvPr id="39" name="矩形 38"/>
            <p:cNvSpPr/>
            <p:nvPr>
              <p:custDataLst>
                <p:tags r:id="rId4"/>
              </p:custDataLst>
            </p:nvPr>
          </p:nvSpPr>
          <p:spPr>
            <a:xfrm>
              <a:off x="2121873" y="1511588"/>
              <a:ext cx="363415" cy="363415"/>
            </a:xfrm>
            <a:prstGeom prst="rect">
              <a:avLst/>
            </a:prstGeom>
            <a:solidFill>
              <a:srgbClr val="0143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矩形 39"/>
            <p:cNvSpPr/>
            <p:nvPr>
              <p:custDataLst>
                <p:tags r:id="rId5"/>
              </p:custDataLst>
            </p:nvPr>
          </p:nvSpPr>
          <p:spPr>
            <a:xfrm>
              <a:off x="2321171" y="1735018"/>
              <a:ext cx="246183" cy="246183"/>
            </a:xfrm>
            <a:prstGeom prst="rect">
              <a:avLst/>
            </a:prstGeom>
            <a:solidFill>
              <a:srgbClr val="0162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45" name="组合 44"/>
          <p:cNvGrpSpPr/>
          <p:nvPr>
            <p:custDataLst>
              <p:tags r:id="rId6"/>
            </p:custDataLst>
          </p:nvPr>
        </p:nvGrpSpPr>
        <p:grpSpPr>
          <a:xfrm>
            <a:off x="1748610" y="2573573"/>
            <a:ext cx="2161540" cy="2553970"/>
            <a:chOff x="615" y="4515"/>
            <a:chExt cx="3404" cy="4022"/>
          </a:xfrm>
        </p:grpSpPr>
        <p:pic>
          <p:nvPicPr>
            <p:cNvPr id="46" name="图片 45" descr="1211809811"/>
            <p:cNvPicPr>
              <a:picLocks noChangeAspect="1"/>
            </p:cNvPicPr>
            <p:nvPr>
              <p:custDataLst>
                <p:tags r:id="rId7"/>
              </p:custDataLst>
            </p:nvPr>
          </p:nvPicPr>
          <p:blipFill>
            <a:blip r:embed="rId8"/>
            <a:stretch>
              <a:fillRect/>
            </a:stretch>
          </p:blipFill>
          <p:spPr>
            <a:xfrm>
              <a:off x="615" y="4515"/>
              <a:ext cx="3326" cy="4022"/>
            </a:xfrm>
            <a:prstGeom prst="rect">
              <a:avLst/>
            </a:prstGeom>
          </p:spPr>
        </p:pic>
        <p:grpSp>
          <p:nvGrpSpPr>
            <p:cNvPr id="47" name="组合 46"/>
            <p:cNvGrpSpPr/>
            <p:nvPr>
              <p:custDataLst>
                <p:tags r:id="rId9"/>
              </p:custDataLst>
            </p:nvPr>
          </p:nvGrpSpPr>
          <p:grpSpPr>
            <a:xfrm>
              <a:off x="933" y="4622"/>
              <a:ext cx="3087" cy="3808"/>
              <a:chOff x="13352" y="3024"/>
              <a:chExt cx="3246" cy="3808"/>
            </a:xfrm>
          </p:grpSpPr>
          <p:cxnSp>
            <p:nvCxnSpPr>
              <p:cNvPr id="56" name="直接连接符 55"/>
              <p:cNvCxnSpPr/>
              <p:nvPr>
                <p:custDataLst>
                  <p:tags r:id="rId10"/>
                </p:custDataLst>
              </p:nvPr>
            </p:nvCxnSpPr>
            <p:spPr>
              <a:xfrm>
                <a:off x="13352" y="683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57" name="直接连接符 56"/>
              <p:cNvCxnSpPr/>
              <p:nvPr>
                <p:custDataLst>
                  <p:tags r:id="rId11"/>
                </p:custDataLst>
              </p:nvPr>
            </p:nvCxnSpPr>
            <p:spPr>
              <a:xfrm>
                <a:off x="13352" y="302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58" name="直接连接符 57"/>
              <p:cNvCxnSpPr/>
              <p:nvPr>
                <p:custDataLst>
                  <p:tags r:id="rId12"/>
                </p:custDataLst>
              </p:nvPr>
            </p:nvCxnSpPr>
            <p:spPr>
              <a:xfrm>
                <a:off x="13352" y="350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59" name="直接连接符 58"/>
              <p:cNvCxnSpPr/>
              <p:nvPr>
                <p:custDataLst>
                  <p:tags r:id="rId13"/>
                </p:custDataLst>
              </p:nvPr>
            </p:nvCxnSpPr>
            <p:spPr>
              <a:xfrm>
                <a:off x="13352" y="3976"/>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60" name="直接连接符 59"/>
              <p:cNvCxnSpPr/>
              <p:nvPr>
                <p:custDataLst>
                  <p:tags r:id="rId14"/>
                </p:custDataLst>
              </p:nvPr>
            </p:nvCxnSpPr>
            <p:spPr>
              <a:xfrm>
                <a:off x="13352" y="445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61" name="直接连接符 60"/>
              <p:cNvCxnSpPr/>
              <p:nvPr>
                <p:custDataLst>
                  <p:tags r:id="rId15"/>
                </p:custDataLst>
              </p:nvPr>
            </p:nvCxnSpPr>
            <p:spPr>
              <a:xfrm>
                <a:off x="13352" y="4928"/>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62" name="直接连接符 61"/>
              <p:cNvCxnSpPr/>
              <p:nvPr>
                <p:custDataLst>
                  <p:tags r:id="rId16"/>
                </p:custDataLst>
              </p:nvPr>
            </p:nvCxnSpPr>
            <p:spPr>
              <a:xfrm>
                <a:off x="13352" y="540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63" name="直接连接符 62"/>
              <p:cNvCxnSpPr/>
              <p:nvPr>
                <p:custDataLst>
                  <p:tags r:id="rId17"/>
                </p:custDataLst>
              </p:nvPr>
            </p:nvCxnSpPr>
            <p:spPr>
              <a:xfrm>
                <a:off x="13352" y="588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64" name="直接连接符 63"/>
              <p:cNvCxnSpPr/>
              <p:nvPr>
                <p:custDataLst>
                  <p:tags r:id="rId18"/>
                </p:custDataLst>
              </p:nvPr>
            </p:nvCxnSpPr>
            <p:spPr>
              <a:xfrm>
                <a:off x="13352" y="6356"/>
                <a:ext cx="3247" cy="0"/>
              </a:xfrm>
              <a:prstGeom prst="line">
                <a:avLst/>
              </a:prstGeom>
              <a:ln w="28575"/>
            </p:spPr>
            <p:style>
              <a:lnRef idx="3">
                <a:schemeClr val="dk1"/>
              </a:lnRef>
              <a:fillRef idx="0">
                <a:schemeClr val="dk1"/>
              </a:fillRef>
              <a:effectRef idx="2">
                <a:schemeClr val="dk1"/>
              </a:effectRef>
              <a:fontRef idx="minor">
                <a:schemeClr val="tx1"/>
              </a:fontRef>
            </p:style>
          </p:cxnSp>
        </p:grpSp>
        <p:grpSp>
          <p:nvGrpSpPr>
            <p:cNvPr id="48" name="组合 47"/>
            <p:cNvGrpSpPr/>
            <p:nvPr>
              <p:custDataLst>
                <p:tags r:id="rId19"/>
              </p:custDataLst>
            </p:nvPr>
          </p:nvGrpSpPr>
          <p:grpSpPr>
            <a:xfrm>
              <a:off x="953" y="4632"/>
              <a:ext cx="3064" cy="3788"/>
              <a:chOff x="4391" y="870"/>
              <a:chExt cx="3264" cy="3828"/>
            </a:xfrm>
          </p:grpSpPr>
          <p:cxnSp>
            <p:nvCxnSpPr>
              <p:cNvPr id="49" name="直接连接符 48"/>
              <p:cNvCxnSpPr/>
              <p:nvPr>
                <p:custDataLst>
                  <p:tags r:id="rId20"/>
                </p:custDataLst>
              </p:nvPr>
            </p:nvCxnSpPr>
            <p:spPr>
              <a:xfrm rot="5400000">
                <a:off x="574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50" name="直接连接符 49"/>
              <p:cNvCxnSpPr/>
              <p:nvPr>
                <p:custDataLst>
                  <p:tags r:id="rId21"/>
                </p:custDataLst>
              </p:nvPr>
            </p:nvCxnSpPr>
            <p:spPr>
              <a:xfrm rot="5400000">
                <a:off x="5197"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51" name="直接连接符 50"/>
              <p:cNvCxnSpPr/>
              <p:nvPr>
                <p:custDataLst>
                  <p:tags r:id="rId22"/>
                </p:custDataLst>
              </p:nvPr>
            </p:nvCxnSpPr>
            <p:spPr>
              <a:xfrm rot="5400000">
                <a:off x="4653"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52" name="直接连接符 51"/>
              <p:cNvCxnSpPr/>
              <p:nvPr>
                <p:custDataLst>
                  <p:tags r:id="rId23"/>
                </p:custDataLst>
              </p:nvPr>
            </p:nvCxnSpPr>
            <p:spPr>
              <a:xfrm rot="5400000">
                <a:off x="4109"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53" name="直接连接符 52"/>
              <p:cNvCxnSpPr/>
              <p:nvPr>
                <p:custDataLst>
                  <p:tags r:id="rId24"/>
                </p:custDataLst>
              </p:nvPr>
            </p:nvCxnSpPr>
            <p:spPr>
              <a:xfrm rot="5400000">
                <a:off x="3565"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54" name="直接连接符 53"/>
              <p:cNvCxnSpPr/>
              <p:nvPr>
                <p:custDataLst>
                  <p:tags r:id="rId25"/>
                </p:custDataLst>
              </p:nvPr>
            </p:nvCxnSpPr>
            <p:spPr>
              <a:xfrm rot="5400000">
                <a:off x="302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55" name="直接连接符 54"/>
              <p:cNvCxnSpPr/>
              <p:nvPr>
                <p:custDataLst>
                  <p:tags r:id="rId26"/>
                </p:custDataLst>
              </p:nvPr>
            </p:nvCxnSpPr>
            <p:spPr>
              <a:xfrm rot="5400000">
                <a:off x="2477" y="2784"/>
                <a:ext cx="3828" cy="0"/>
              </a:xfrm>
              <a:prstGeom prst="line">
                <a:avLst/>
              </a:prstGeom>
              <a:ln w="28575"/>
            </p:spPr>
            <p:style>
              <a:lnRef idx="3">
                <a:schemeClr val="dk1"/>
              </a:lnRef>
              <a:fillRef idx="0">
                <a:schemeClr val="dk1"/>
              </a:fillRef>
              <a:effectRef idx="2">
                <a:schemeClr val="dk1"/>
              </a:effectRef>
              <a:fontRef idx="minor">
                <a:schemeClr val="tx1"/>
              </a:fontRef>
            </p:style>
          </p:cxnSp>
        </p:grpSp>
      </p:grpSp>
      <p:grpSp>
        <p:nvGrpSpPr>
          <p:cNvPr id="129" name="组合 128"/>
          <p:cNvGrpSpPr/>
          <p:nvPr>
            <p:custDataLst>
              <p:tags r:id="rId27"/>
            </p:custDataLst>
          </p:nvPr>
        </p:nvGrpSpPr>
        <p:grpSpPr>
          <a:xfrm>
            <a:off x="4126019" y="2696763"/>
            <a:ext cx="2710180" cy="2181860"/>
            <a:chOff x="4283" y="4427"/>
            <a:chExt cx="4268" cy="3436"/>
          </a:xfrm>
        </p:grpSpPr>
        <p:sp>
          <p:nvSpPr>
            <p:cNvPr id="130" name="右箭头 129"/>
            <p:cNvSpPr/>
            <p:nvPr>
              <p:custDataLst>
                <p:tags r:id="rId28"/>
              </p:custDataLst>
            </p:nvPr>
          </p:nvSpPr>
          <p:spPr>
            <a:xfrm>
              <a:off x="4283" y="5782"/>
              <a:ext cx="600" cy="727"/>
            </a:xfrm>
            <a:prstGeom prst="right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grpSp>
          <p:nvGrpSpPr>
            <p:cNvPr id="131" name="组合 130"/>
            <p:cNvGrpSpPr/>
            <p:nvPr>
              <p:custDataLst>
                <p:tags r:id="rId29"/>
              </p:custDataLst>
            </p:nvPr>
          </p:nvGrpSpPr>
          <p:grpSpPr>
            <a:xfrm>
              <a:off x="5063" y="4427"/>
              <a:ext cx="3488" cy="3437"/>
              <a:chOff x="5016" y="4237"/>
              <a:chExt cx="3488" cy="3437"/>
            </a:xfrm>
          </p:grpSpPr>
          <p:sp>
            <p:nvSpPr>
              <p:cNvPr id="132" name="文本框 131"/>
              <p:cNvSpPr txBox="1"/>
              <p:nvPr>
                <p:custDataLst>
                  <p:tags r:id="rId30"/>
                </p:custDataLst>
              </p:nvPr>
            </p:nvSpPr>
            <p:spPr>
              <a:xfrm>
                <a:off x="6880" y="6949"/>
                <a:ext cx="1248" cy="725"/>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绿色</a:t>
                </a:r>
                <a:endParaRPr lang="zh-CN" altLang="en-US" sz="2400">
                  <a:latin typeface="华文楷体" panose="02010600040101010101" pitchFamily="2" charset="-122"/>
                  <a:ea typeface="华文楷体" panose="02010600040101010101" pitchFamily="2" charset="-122"/>
                </a:endParaRPr>
              </a:p>
            </p:txBody>
          </p:sp>
          <p:sp>
            <p:nvSpPr>
              <p:cNvPr id="133" name="文本框 132"/>
              <p:cNvSpPr txBox="1"/>
              <p:nvPr>
                <p:custDataLst>
                  <p:tags r:id="rId31"/>
                </p:custDataLst>
              </p:nvPr>
            </p:nvSpPr>
            <p:spPr>
              <a:xfrm>
                <a:off x="6880" y="6060"/>
                <a:ext cx="1248" cy="725"/>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黄色</a:t>
                </a:r>
                <a:endParaRPr lang="zh-CN" altLang="en-US" sz="2400">
                  <a:latin typeface="华文楷体" panose="02010600040101010101" pitchFamily="2" charset="-122"/>
                  <a:ea typeface="华文楷体" panose="02010600040101010101" pitchFamily="2" charset="-122"/>
                </a:endParaRPr>
              </a:p>
            </p:txBody>
          </p:sp>
          <p:sp>
            <p:nvSpPr>
              <p:cNvPr id="134" name="矩形 133"/>
              <p:cNvSpPr/>
              <p:nvPr>
                <p:custDataLst>
                  <p:tags r:id="rId32"/>
                </p:custDataLst>
              </p:nvPr>
            </p:nvSpPr>
            <p:spPr>
              <a:xfrm>
                <a:off x="8028" y="5315"/>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35" name="矩形 134"/>
              <p:cNvSpPr/>
              <p:nvPr>
                <p:custDataLst>
                  <p:tags r:id="rId33"/>
                </p:custDataLst>
              </p:nvPr>
            </p:nvSpPr>
            <p:spPr>
              <a:xfrm>
                <a:off x="6162" y="6216"/>
                <a:ext cx="471"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36" name="矩形 135"/>
              <p:cNvSpPr/>
              <p:nvPr>
                <p:custDataLst>
                  <p:tags r:id="rId34"/>
                </p:custDataLst>
              </p:nvPr>
            </p:nvSpPr>
            <p:spPr>
              <a:xfrm>
                <a:off x="8008" y="6204"/>
                <a:ext cx="476" cy="436"/>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37" name="矩形 136"/>
              <p:cNvSpPr/>
              <p:nvPr>
                <p:custDataLst>
                  <p:tags r:id="rId35"/>
                </p:custDataLst>
              </p:nvPr>
            </p:nvSpPr>
            <p:spPr>
              <a:xfrm>
                <a:off x="6159" y="7097"/>
                <a:ext cx="476" cy="437"/>
              </a:xfrm>
              <a:prstGeom prst="rect">
                <a:avLst/>
              </a:prstGeom>
              <a:solidFill>
                <a:srgbClr val="FFC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38" name="矩形 137"/>
              <p:cNvSpPr/>
              <p:nvPr>
                <p:custDataLst>
                  <p:tags r:id="rId36"/>
                </p:custDataLst>
              </p:nvPr>
            </p:nvSpPr>
            <p:spPr>
              <a:xfrm>
                <a:off x="8008" y="7076"/>
                <a:ext cx="476" cy="436"/>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39" name="文本框 138"/>
              <p:cNvSpPr txBox="1"/>
              <p:nvPr>
                <p:custDataLst>
                  <p:tags r:id="rId37"/>
                </p:custDataLst>
              </p:nvPr>
            </p:nvSpPr>
            <p:spPr>
              <a:xfrm>
                <a:off x="6010" y="4237"/>
                <a:ext cx="1998" cy="725"/>
              </a:xfrm>
              <a:prstGeom prst="rect">
                <a:avLst/>
              </a:prstGeom>
              <a:noFill/>
            </p:spPr>
            <p:txBody>
              <a:bodyPr wrap="none" rtlCol="0" anchor="t">
                <a:spAutoFit/>
              </a:bodyPr>
              <a:lstStyle/>
              <a:p>
                <a:r>
                  <a:rPr lang="en-US" altLang="zh-CN" sz="2400" b="1">
                    <a:latin typeface="Arial" panose="020B0604020202020204" pitchFamily="34" charset="0"/>
                    <a:ea typeface="华文楷体" panose="02010600040101010101" pitchFamily="2" charset="-122"/>
                    <a:cs typeface="Arial" panose="020B0604020202020204" pitchFamily="34" charset="0"/>
                  </a:rPr>
                  <a:t>6</a:t>
                </a:r>
                <a:r>
                  <a:rPr lang="zh-CN" altLang="en-US" sz="2400" b="1">
                    <a:latin typeface="Arial" panose="020B0604020202020204" pitchFamily="34" charset="0"/>
                    <a:ea typeface="华文楷体" panose="02010600040101010101" pitchFamily="2" charset="-122"/>
                    <a:cs typeface="Arial" panose="020B0604020202020204" pitchFamily="34" charset="0"/>
                  </a:rPr>
                  <a:t>级颜色</a:t>
                </a:r>
                <a:endParaRPr lang="zh-CN" altLang="en-US" sz="2400" b="1">
                  <a:latin typeface="Arial" panose="020B0604020202020204" pitchFamily="34" charset="0"/>
                  <a:ea typeface="华文楷体" panose="02010600040101010101" pitchFamily="2" charset="-122"/>
                  <a:cs typeface="Arial" panose="020B0604020202020204" pitchFamily="34" charset="0"/>
                </a:endParaRPr>
              </a:p>
            </p:txBody>
          </p:sp>
          <p:sp>
            <p:nvSpPr>
              <p:cNvPr id="140" name="矩形 139"/>
              <p:cNvSpPr/>
              <p:nvPr>
                <p:custDataLst>
                  <p:tags r:id="rId38"/>
                </p:custDataLst>
              </p:nvPr>
            </p:nvSpPr>
            <p:spPr>
              <a:xfrm>
                <a:off x="6179" y="5308"/>
                <a:ext cx="476" cy="437"/>
              </a:xfrm>
              <a:prstGeom prst="rect">
                <a:avLst/>
              </a:prstGeom>
              <a:noFill/>
              <a:ln w="38100">
                <a:solidFill>
                  <a:schemeClr val="tx1"/>
                </a:solidFill>
              </a:ln>
              <a:extLst>
                <a:ext uri="{909E8E84-426E-40DD-AFC4-6F175D3DCCD1}">
                  <a14:hiddenFill xmlns:a14="http://schemas.microsoft.com/office/drawing/2010/main">
                    <a:solidFill>
                      <a:srgbClr val="FF66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41" name="文本框 140"/>
              <p:cNvSpPr txBox="1"/>
              <p:nvPr>
                <p:custDataLst>
                  <p:tags r:id="rId39"/>
                </p:custDataLst>
              </p:nvPr>
            </p:nvSpPr>
            <p:spPr>
              <a:xfrm>
                <a:off x="5036" y="5189"/>
                <a:ext cx="1248" cy="725"/>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白色</a:t>
                </a:r>
                <a:endParaRPr lang="zh-CN" altLang="en-US" sz="2400">
                  <a:latin typeface="华文楷体" panose="02010600040101010101" pitchFamily="2" charset="-122"/>
                  <a:ea typeface="华文楷体" panose="02010600040101010101" pitchFamily="2" charset="-122"/>
                </a:endParaRPr>
              </a:p>
            </p:txBody>
          </p:sp>
          <p:sp>
            <p:nvSpPr>
              <p:cNvPr id="142" name="文本框 141"/>
              <p:cNvSpPr txBox="1"/>
              <p:nvPr>
                <p:custDataLst>
                  <p:tags r:id="rId40"/>
                </p:custDataLst>
              </p:nvPr>
            </p:nvSpPr>
            <p:spPr>
              <a:xfrm>
                <a:off x="6900" y="5194"/>
                <a:ext cx="1248" cy="725"/>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橙色</a:t>
                </a:r>
                <a:endParaRPr lang="zh-CN" altLang="en-US" sz="2400">
                  <a:latin typeface="华文楷体" panose="02010600040101010101" pitchFamily="2" charset="-122"/>
                  <a:ea typeface="华文楷体" panose="02010600040101010101" pitchFamily="2" charset="-122"/>
                </a:endParaRPr>
              </a:p>
            </p:txBody>
          </p:sp>
          <p:sp>
            <p:nvSpPr>
              <p:cNvPr id="143" name="文本框 142"/>
              <p:cNvSpPr txBox="1"/>
              <p:nvPr>
                <p:custDataLst>
                  <p:tags r:id="rId41"/>
                </p:custDataLst>
              </p:nvPr>
            </p:nvSpPr>
            <p:spPr>
              <a:xfrm>
                <a:off x="5016" y="6099"/>
                <a:ext cx="1248" cy="725"/>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红色</a:t>
                </a:r>
                <a:endParaRPr lang="zh-CN" altLang="en-US" sz="2400">
                  <a:latin typeface="华文楷体" panose="02010600040101010101" pitchFamily="2" charset="-122"/>
                  <a:ea typeface="华文楷体" panose="02010600040101010101" pitchFamily="2" charset="-122"/>
                </a:endParaRPr>
              </a:p>
            </p:txBody>
          </p:sp>
          <p:sp>
            <p:nvSpPr>
              <p:cNvPr id="144" name="文本框 143"/>
              <p:cNvSpPr txBox="1"/>
              <p:nvPr>
                <p:custDataLst>
                  <p:tags r:id="rId42"/>
                </p:custDataLst>
              </p:nvPr>
            </p:nvSpPr>
            <p:spPr>
              <a:xfrm>
                <a:off x="5016" y="6949"/>
                <a:ext cx="1248" cy="725"/>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深黄</a:t>
                </a:r>
                <a:endParaRPr lang="zh-CN" altLang="en-US" sz="2400">
                  <a:latin typeface="华文楷体" panose="02010600040101010101" pitchFamily="2" charset="-122"/>
                  <a:ea typeface="华文楷体" panose="02010600040101010101" pitchFamily="2" charset="-122"/>
                </a:endParaRPr>
              </a:p>
            </p:txBody>
          </p:sp>
        </p:grpSp>
      </p:grpSp>
      <p:grpSp>
        <p:nvGrpSpPr>
          <p:cNvPr id="145" name="组合 144"/>
          <p:cNvGrpSpPr/>
          <p:nvPr>
            <p:custDataLst>
              <p:tags r:id="rId43"/>
            </p:custDataLst>
          </p:nvPr>
        </p:nvGrpSpPr>
        <p:grpSpPr>
          <a:xfrm>
            <a:off x="7163859" y="2647868"/>
            <a:ext cx="2447290" cy="2418080"/>
            <a:chOff x="9067" y="4350"/>
            <a:chExt cx="3854" cy="3808"/>
          </a:xfrm>
        </p:grpSpPr>
        <p:grpSp>
          <p:nvGrpSpPr>
            <p:cNvPr id="146" name="组合 145"/>
            <p:cNvGrpSpPr/>
            <p:nvPr>
              <p:custDataLst>
                <p:tags r:id="rId44"/>
              </p:custDataLst>
            </p:nvPr>
          </p:nvGrpSpPr>
          <p:grpSpPr>
            <a:xfrm>
              <a:off x="9833" y="4350"/>
              <a:ext cx="3087" cy="3808"/>
              <a:chOff x="13352" y="3024"/>
              <a:chExt cx="3246" cy="3808"/>
            </a:xfrm>
          </p:grpSpPr>
          <p:cxnSp>
            <p:nvCxnSpPr>
              <p:cNvPr id="197" name="直接连接符 196"/>
              <p:cNvCxnSpPr/>
              <p:nvPr>
                <p:custDataLst>
                  <p:tags r:id="rId45"/>
                </p:custDataLst>
              </p:nvPr>
            </p:nvCxnSpPr>
            <p:spPr>
              <a:xfrm>
                <a:off x="13352" y="683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98" name="直接连接符 197"/>
              <p:cNvCxnSpPr/>
              <p:nvPr>
                <p:custDataLst>
                  <p:tags r:id="rId46"/>
                </p:custDataLst>
              </p:nvPr>
            </p:nvCxnSpPr>
            <p:spPr>
              <a:xfrm>
                <a:off x="13352" y="302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99" name="直接连接符 198"/>
              <p:cNvCxnSpPr/>
              <p:nvPr>
                <p:custDataLst>
                  <p:tags r:id="rId47"/>
                </p:custDataLst>
              </p:nvPr>
            </p:nvCxnSpPr>
            <p:spPr>
              <a:xfrm>
                <a:off x="13352" y="350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00" name="直接连接符 199"/>
              <p:cNvCxnSpPr/>
              <p:nvPr>
                <p:custDataLst>
                  <p:tags r:id="rId48"/>
                </p:custDataLst>
              </p:nvPr>
            </p:nvCxnSpPr>
            <p:spPr>
              <a:xfrm>
                <a:off x="13352" y="3976"/>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01" name="直接连接符 200"/>
              <p:cNvCxnSpPr/>
              <p:nvPr>
                <p:custDataLst>
                  <p:tags r:id="rId49"/>
                </p:custDataLst>
              </p:nvPr>
            </p:nvCxnSpPr>
            <p:spPr>
              <a:xfrm>
                <a:off x="13352" y="445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02" name="直接连接符 201"/>
              <p:cNvCxnSpPr/>
              <p:nvPr>
                <p:custDataLst>
                  <p:tags r:id="rId50"/>
                </p:custDataLst>
              </p:nvPr>
            </p:nvCxnSpPr>
            <p:spPr>
              <a:xfrm>
                <a:off x="13352" y="4928"/>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03" name="直接连接符 202"/>
              <p:cNvCxnSpPr/>
              <p:nvPr>
                <p:custDataLst>
                  <p:tags r:id="rId51"/>
                </p:custDataLst>
              </p:nvPr>
            </p:nvCxnSpPr>
            <p:spPr>
              <a:xfrm>
                <a:off x="13352" y="540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04" name="直接连接符 203"/>
              <p:cNvCxnSpPr/>
              <p:nvPr>
                <p:custDataLst>
                  <p:tags r:id="rId52"/>
                </p:custDataLst>
              </p:nvPr>
            </p:nvCxnSpPr>
            <p:spPr>
              <a:xfrm>
                <a:off x="13352" y="588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05" name="直接连接符 204"/>
              <p:cNvCxnSpPr/>
              <p:nvPr>
                <p:custDataLst>
                  <p:tags r:id="rId53"/>
                </p:custDataLst>
              </p:nvPr>
            </p:nvCxnSpPr>
            <p:spPr>
              <a:xfrm>
                <a:off x="13352" y="6356"/>
                <a:ext cx="3247" cy="0"/>
              </a:xfrm>
              <a:prstGeom prst="line">
                <a:avLst/>
              </a:prstGeom>
              <a:ln w="28575"/>
            </p:spPr>
            <p:style>
              <a:lnRef idx="3">
                <a:schemeClr val="dk1"/>
              </a:lnRef>
              <a:fillRef idx="0">
                <a:schemeClr val="dk1"/>
              </a:fillRef>
              <a:effectRef idx="2">
                <a:schemeClr val="dk1"/>
              </a:effectRef>
              <a:fontRef idx="minor">
                <a:schemeClr val="tx1"/>
              </a:fontRef>
            </p:style>
          </p:cxnSp>
        </p:grpSp>
        <p:grpSp>
          <p:nvGrpSpPr>
            <p:cNvPr id="147" name="组合 146"/>
            <p:cNvGrpSpPr/>
            <p:nvPr>
              <p:custDataLst>
                <p:tags r:id="rId54"/>
              </p:custDataLst>
            </p:nvPr>
          </p:nvGrpSpPr>
          <p:grpSpPr>
            <a:xfrm>
              <a:off x="9853" y="4370"/>
              <a:ext cx="3057" cy="3788"/>
              <a:chOff x="4391" y="870"/>
              <a:chExt cx="3264" cy="3828"/>
            </a:xfrm>
          </p:grpSpPr>
          <p:cxnSp>
            <p:nvCxnSpPr>
              <p:cNvPr id="190" name="直接连接符 189"/>
              <p:cNvCxnSpPr/>
              <p:nvPr>
                <p:custDataLst>
                  <p:tags r:id="rId55"/>
                </p:custDataLst>
              </p:nvPr>
            </p:nvCxnSpPr>
            <p:spPr>
              <a:xfrm rot="5400000">
                <a:off x="574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91" name="直接连接符 190"/>
              <p:cNvCxnSpPr/>
              <p:nvPr>
                <p:custDataLst>
                  <p:tags r:id="rId56"/>
                </p:custDataLst>
              </p:nvPr>
            </p:nvCxnSpPr>
            <p:spPr>
              <a:xfrm rot="5400000">
                <a:off x="5197"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92" name="直接连接符 191"/>
              <p:cNvCxnSpPr/>
              <p:nvPr>
                <p:custDataLst>
                  <p:tags r:id="rId57"/>
                </p:custDataLst>
              </p:nvPr>
            </p:nvCxnSpPr>
            <p:spPr>
              <a:xfrm rot="5400000">
                <a:off x="4653"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93" name="直接连接符 192"/>
              <p:cNvCxnSpPr/>
              <p:nvPr>
                <p:custDataLst>
                  <p:tags r:id="rId58"/>
                </p:custDataLst>
              </p:nvPr>
            </p:nvCxnSpPr>
            <p:spPr>
              <a:xfrm rot="5400000">
                <a:off x="4109"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94" name="直接连接符 193"/>
              <p:cNvCxnSpPr/>
              <p:nvPr>
                <p:custDataLst>
                  <p:tags r:id="rId59"/>
                </p:custDataLst>
              </p:nvPr>
            </p:nvCxnSpPr>
            <p:spPr>
              <a:xfrm rot="5400000">
                <a:off x="3565"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95" name="直接连接符 194"/>
              <p:cNvCxnSpPr/>
              <p:nvPr>
                <p:custDataLst>
                  <p:tags r:id="rId60"/>
                </p:custDataLst>
              </p:nvPr>
            </p:nvCxnSpPr>
            <p:spPr>
              <a:xfrm rot="5400000">
                <a:off x="302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96" name="直接连接符 195"/>
              <p:cNvCxnSpPr/>
              <p:nvPr>
                <p:custDataLst>
                  <p:tags r:id="rId61"/>
                </p:custDataLst>
              </p:nvPr>
            </p:nvCxnSpPr>
            <p:spPr>
              <a:xfrm rot="5400000">
                <a:off x="2477" y="2784"/>
                <a:ext cx="3828" cy="0"/>
              </a:xfrm>
              <a:prstGeom prst="line">
                <a:avLst/>
              </a:prstGeom>
              <a:ln w="28575"/>
            </p:spPr>
            <p:style>
              <a:lnRef idx="3">
                <a:schemeClr val="dk1"/>
              </a:lnRef>
              <a:fillRef idx="0">
                <a:schemeClr val="dk1"/>
              </a:fillRef>
              <a:effectRef idx="2">
                <a:schemeClr val="dk1"/>
              </a:effectRef>
              <a:fontRef idx="minor">
                <a:schemeClr val="tx1"/>
              </a:fontRef>
            </p:style>
          </p:cxnSp>
        </p:grpSp>
        <p:sp>
          <p:nvSpPr>
            <p:cNvPr id="148" name="矩形 147"/>
            <p:cNvSpPr/>
            <p:nvPr>
              <p:custDataLst>
                <p:tags r:id="rId62"/>
              </p:custDataLst>
            </p:nvPr>
          </p:nvSpPr>
          <p:spPr>
            <a:xfrm>
              <a:off x="10891" y="4367"/>
              <a:ext cx="476" cy="442"/>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custDataLst>
                <p:tags r:id="rId63"/>
              </p:custDataLst>
            </p:nvPr>
          </p:nvSpPr>
          <p:spPr>
            <a:xfrm>
              <a:off x="11413" y="4367"/>
              <a:ext cx="476" cy="442"/>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custDataLst>
                <p:tags r:id="rId64"/>
              </p:custDataLst>
            </p:nvPr>
          </p:nvSpPr>
          <p:spPr>
            <a:xfrm>
              <a:off x="10391" y="4858"/>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custDataLst>
                <p:tags r:id="rId65"/>
              </p:custDataLst>
            </p:nvPr>
          </p:nvSpPr>
          <p:spPr>
            <a:xfrm>
              <a:off x="10891" y="4858"/>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custDataLst>
                <p:tags r:id="rId66"/>
              </p:custDataLst>
            </p:nvPr>
          </p:nvSpPr>
          <p:spPr>
            <a:xfrm>
              <a:off x="11413" y="4858"/>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矩形 152"/>
            <p:cNvSpPr/>
            <p:nvPr>
              <p:custDataLst>
                <p:tags r:id="rId67"/>
              </p:custDataLst>
            </p:nvPr>
          </p:nvSpPr>
          <p:spPr>
            <a:xfrm>
              <a:off x="11920" y="4858"/>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矩形 153"/>
            <p:cNvSpPr/>
            <p:nvPr>
              <p:custDataLst>
                <p:tags r:id="rId68"/>
              </p:custDataLst>
            </p:nvPr>
          </p:nvSpPr>
          <p:spPr>
            <a:xfrm>
              <a:off x="9874" y="5324"/>
              <a:ext cx="482"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矩形 154"/>
            <p:cNvSpPr/>
            <p:nvPr>
              <p:custDataLst>
                <p:tags r:id="rId69"/>
              </p:custDataLst>
            </p:nvPr>
          </p:nvSpPr>
          <p:spPr>
            <a:xfrm>
              <a:off x="10391" y="5324"/>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custDataLst>
                <p:tags r:id="rId70"/>
              </p:custDataLst>
            </p:nvPr>
          </p:nvSpPr>
          <p:spPr>
            <a:xfrm>
              <a:off x="10891" y="5324"/>
              <a:ext cx="476" cy="437"/>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custDataLst>
                <p:tags r:id="rId71"/>
              </p:custDataLst>
            </p:nvPr>
          </p:nvSpPr>
          <p:spPr>
            <a:xfrm>
              <a:off x="11413" y="5324"/>
              <a:ext cx="476" cy="437"/>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custDataLst>
                <p:tags r:id="rId72"/>
              </p:custDataLst>
            </p:nvPr>
          </p:nvSpPr>
          <p:spPr>
            <a:xfrm>
              <a:off x="11920" y="5324"/>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custDataLst>
                <p:tags r:id="rId73"/>
              </p:custDataLst>
            </p:nvPr>
          </p:nvSpPr>
          <p:spPr>
            <a:xfrm>
              <a:off x="9874" y="5804"/>
              <a:ext cx="482"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custDataLst>
                <p:tags r:id="rId74"/>
              </p:custDataLst>
            </p:nvPr>
          </p:nvSpPr>
          <p:spPr>
            <a:xfrm>
              <a:off x="10391" y="5804"/>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custDataLst>
                <p:tags r:id="rId75"/>
              </p:custDataLst>
            </p:nvPr>
          </p:nvSpPr>
          <p:spPr>
            <a:xfrm>
              <a:off x="10891" y="5804"/>
              <a:ext cx="476" cy="437"/>
            </a:xfrm>
            <a:prstGeom prst="rect">
              <a:avLst/>
            </a:prstGeom>
            <a:solidFill>
              <a:srgbClr val="FFC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p:cNvSpPr/>
            <p:nvPr>
              <p:custDataLst>
                <p:tags r:id="rId76"/>
              </p:custDataLst>
            </p:nvPr>
          </p:nvSpPr>
          <p:spPr>
            <a:xfrm>
              <a:off x="11413" y="5804"/>
              <a:ext cx="476" cy="437"/>
            </a:xfrm>
            <a:prstGeom prst="rect">
              <a:avLst/>
            </a:prstGeom>
            <a:solidFill>
              <a:srgbClr val="FFC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矩形 162"/>
            <p:cNvSpPr/>
            <p:nvPr>
              <p:custDataLst>
                <p:tags r:id="rId77"/>
              </p:custDataLst>
            </p:nvPr>
          </p:nvSpPr>
          <p:spPr>
            <a:xfrm>
              <a:off x="11920" y="5804"/>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矩形 163"/>
            <p:cNvSpPr/>
            <p:nvPr>
              <p:custDataLst>
                <p:tags r:id="rId78"/>
              </p:custDataLst>
            </p:nvPr>
          </p:nvSpPr>
          <p:spPr>
            <a:xfrm>
              <a:off x="12434" y="5804"/>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矩形 164"/>
            <p:cNvSpPr/>
            <p:nvPr>
              <p:custDataLst>
                <p:tags r:id="rId79"/>
              </p:custDataLst>
            </p:nvPr>
          </p:nvSpPr>
          <p:spPr>
            <a:xfrm>
              <a:off x="10391" y="628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矩形 165"/>
            <p:cNvSpPr/>
            <p:nvPr>
              <p:custDataLst>
                <p:tags r:id="rId80"/>
              </p:custDataLst>
            </p:nvPr>
          </p:nvSpPr>
          <p:spPr>
            <a:xfrm>
              <a:off x="10891" y="6280"/>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7" name="矩形 166"/>
            <p:cNvSpPr/>
            <p:nvPr>
              <p:custDataLst>
                <p:tags r:id="rId81"/>
              </p:custDataLst>
            </p:nvPr>
          </p:nvSpPr>
          <p:spPr>
            <a:xfrm>
              <a:off x="11413" y="6280"/>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8" name="矩形 167"/>
            <p:cNvSpPr/>
            <p:nvPr>
              <p:custDataLst>
                <p:tags r:id="rId82"/>
              </p:custDataLst>
            </p:nvPr>
          </p:nvSpPr>
          <p:spPr>
            <a:xfrm>
              <a:off x="11920" y="628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矩形 168"/>
            <p:cNvSpPr/>
            <p:nvPr>
              <p:custDataLst>
                <p:tags r:id="rId83"/>
              </p:custDataLst>
            </p:nvPr>
          </p:nvSpPr>
          <p:spPr>
            <a:xfrm>
              <a:off x="10891" y="675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0" name="矩形 169"/>
            <p:cNvSpPr/>
            <p:nvPr>
              <p:custDataLst>
                <p:tags r:id="rId84"/>
              </p:custDataLst>
            </p:nvPr>
          </p:nvSpPr>
          <p:spPr>
            <a:xfrm>
              <a:off x="11413" y="675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1" name="矩形 170"/>
            <p:cNvSpPr/>
            <p:nvPr>
              <p:custDataLst>
                <p:tags r:id="rId85"/>
              </p:custDataLst>
            </p:nvPr>
          </p:nvSpPr>
          <p:spPr>
            <a:xfrm>
              <a:off x="10391" y="723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2" name="矩形 171"/>
            <p:cNvSpPr/>
            <p:nvPr>
              <p:custDataLst>
                <p:tags r:id="rId86"/>
              </p:custDataLst>
            </p:nvPr>
          </p:nvSpPr>
          <p:spPr>
            <a:xfrm>
              <a:off x="10891" y="723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3" name="矩形 172"/>
            <p:cNvSpPr/>
            <p:nvPr>
              <p:custDataLst>
                <p:tags r:id="rId87"/>
              </p:custDataLst>
            </p:nvPr>
          </p:nvSpPr>
          <p:spPr>
            <a:xfrm>
              <a:off x="11413" y="723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矩形 173"/>
            <p:cNvSpPr/>
            <p:nvPr>
              <p:custDataLst>
                <p:tags r:id="rId88"/>
              </p:custDataLst>
            </p:nvPr>
          </p:nvSpPr>
          <p:spPr>
            <a:xfrm>
              <a:off x="11920" y="723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5" name="矩形 174"/>
            <p:cNvSpPr/>
            <p:nvPr>
              <p:custDataLst>
                <p:tags r:id="rId89"/>
              </p:custDataLst>
            </p:nvPr>
          </p:nvSpPr>
          <p:spPr>
            <a:xfrm>
              <a:off x="11413" y="771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6" name="组合 175"/>
            <p:cNvGrpSpPr/>
            <p:nvPr>
              <p:custDataLst>
                <p:tags r:id="rId90"/>
              </p:custDataLst>
            </p:nvPr>
          </p:nvGrpSpPr>
          <p:grpSpPr>
            <a:xfrm>
              <a:off x="9877" y="4350"/>
              <a:ext cx="3044" cy="3808"/>
              <a:chOff x="13352" y="3024"/>
              <a:chExt cx="3246" cy="3808"/>
            </a:xfrm>
          </p:grpSpPr>
          <p:cxnSp>
            <p:nvCxnSpPr>
              <p:cNvPr id="181" name="直接连接符 180"/>
              <p:cNvCxnSpPr/>
              <p:nvPr>
                <p:custDataLst>
                  <p:tags r:id="rId91"/>
                </p:custDataLst>
              </p:nvPr>
            </p:nvCxnSpPr>
            <p:spPr>
              <a:xfrm>
                <a:off x="13352" y="683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82" name="直接连接符 181"/>
              <p:cNvCxnSpPr/>
              <p:nvPr>
                <p:custDataLst>
                  <p:tags r:id="rId92"/>
                </p:custDataLst>
              </p:nvPr>
            </p:nvCxnSpPr>
            <p:spPr>
              <a:xfrm>
                <a:off x="13352" y="302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83" name="直接连接符 182"/>
              <p:cNvCxnSpPr/>
              <p:nvPr>
                <p:custDataLst>
                  <p:tags r:id="rId93"/>
                </p:custDataLst>
              </p:nvPr>
            </p:nvCxnSpPr>
            <p:spPr>
              <a:xfrm>
                <a:off x="13352" y="350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84" name="直接连接符 183"/>
              <p:cNvCxnSpPr/>
              <p:nvPr>
                <p:custDataLst>
                  <p:tags r:id="rId94"/>
                </p:custDataLst>
              </p:nvPr>
            </p:nvCxnSpPr>
            <p:spPr>
              <a:xfrm>
                <a:off x="13352" y="3976"/>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85" name="直接连接符 184"/>
              <p:cNvCxnSpPr/>
              <p:nvPr>
                <p:custDataLst>
                  <p:tags r:id="rId95"/>
                </p:custDataLst>
              </p:nvPr>
            </p:nvCxnSpPr>
            <p:spPr>
              <a:xfrm>
                <a:off x="13352" y="445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86" name="直接连接符 185"/>
              <p:cNvCxnSpPr/>
              <p:nvPr>
                <p:custDataLst>
                  <p:tags r:id="rId96"/>
                </p:custDataLst>
              </p:nvPr>
            </p:nvCxnSpPr>
            <p:spPr>
              <a:xfrm>
                <a:off x="13352" y="4928"/>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87" name="直接连接符 186"/>
              <p:cNvCxnSpPr/>
              <p:nvPr>
                <p:custDataLst>
                  <p:tags r:id="rId97"/>
                </p:custDataLst>
              </p:nvPr>
            </p:nvCxnSpPr>
            <p:spPr>
              <a:xfrm>
                <a:off x="13352" y="540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88" name="直接连接符 187"/>
              <p:cNvCxnSpPr/>
              <p:nvPr>
                <p:custDataLst>
                  <p:tags r:id="rId98"/>
                </p:custDataLst>
              </p:nvPr>
            </p:nvCxnSpPr>
            <p:spPr>
              <a:xfrm>
                <a:off x="13352" y="588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89" name="直接连接符 188"/>
              <p:cNvCxnSpPr/>
              <p:nvPr>
                <p:custDataLst>
                  <p:tags r:id="rId99"/>
                </p:custDataLst>
              </p:nvPr>
            </p:nvCxnSpPr>
            <p:spPr>
              <a:xfrm>
                <a:off x="13352" y="6356"/>
                <a:ext cx="3247" cy="0"/>
              </a:xfrm>
              <a:prstGeom prst="line">
                <a:avLst/>
              </a:prstGeom>
              <a:ln w="28575"/>
            </p:spPr>
            <p:style>
              <a:lnRef idx="3">
                <a:schemeClr val="dk1"/>
              </a:lnRef>
              <a:fillRef idx="0">
                <a:schemeClr val="dk1"/>
              </a:fillRef>
              <a:effectRef idx="2">
                <a:schemeClr val="dk1"/>
              </a:effectRef>
              <a:fontRef idx="minor">
                <a:schemeClr val="tx1"/>
              </a:fontRef>
            </p:style>
          </p:cxnSp>
        </p:grpSp>
        <p:sp>
          <p:nvSpPr>
            <p:cNvPr id="177" name="右箭头 176"/>
            <p:cNvSpPr/>
            <p:nvPr>
              <p:custDataLst>
                <p:tags r:id="rId100"/>
              </p:custDataLst>
            </p:nvPr>
          </p:nvSpPr>
          <p:spPr>
            <a:xfrm>
              <a:off x="9067" y="5679"/>
              <a:ext cx="600" cy="727"/>
            </a:xfrm>
            <a:prstGeom prst="right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
          <p:nvSpPr>
            <p:cNvPr id="178" name="矩形 177"/>
            <p:cNvSpPr/>
            <p:nvPr>
              <p:custDataLst>
                <p:tags r:id="rId101"/>
              </p:custDataLst>
            </p:nvPr>
          </p:nvSpPr>
          <p:spPr>
            <a:xfrm>
              <a:off x="10394" y="4858"/>
              <a:ext cx="471"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矩形 178"/>
            <p:cNvSpPr/>
            <p:nvPr>
              <p:custDataLst>
                <p:tags r:id="rId102"/>
              </p:custDataLst>
            </p:nvPr>
          </p:nvSpPr>
          <p:spPr>
            <a:xfrm>
              <a:off x="9877" y="5324"/>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矩形 179"/>
            <p:cNvSpPr/>
            <p:nvPr>
              <p:custDataLst>
                <p:tags r:id="rId103"/>
              </p:custDataLst>
            </p:nvPr>
          </p:nvSpPr>
          <p:spPr>
            <a:xfrm>
              <a:off x="9877" y="5804"/>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 name="TextBox 8"/>
          <p:cNvSpPr txBox="1">
            <a:spLocks noChangeArrowheads="1"/>
          </p:cNvSpPr>
          <p:nvPr>
            <p:custDataLst>
              <p:tags r:id="rId104"/>
            </p:custDataLst>
          </p:nvPr>
        </p:nvSpPr>
        <p:spPr bwMode="auto">
          <a:xfrm>
            <a:off x="4468715" y="328533"/>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22" presetClass="entr" presetSubtype="8" fill="hold" nodeType="withEffect">
                                  <p:stCondLst>
                                    <p:cond delay="0"/>
                                  </p:stCondLst>
                                  <p:childTnLst>
                                    <p:set>
                                      <p:cBhvr>
                                        <p:cTn id="8" dur="1" fill="hold">
                                          <p:stCondLst>
                                            <p:cond delay="0"/>
                                          </p:stCondLst>
                                        </p:cTn>
                                        <p:tgtEl>
                                          <p:spTgt spid="129"/>
                                        </p:tgtEl>
                                        <p:attrNameLst>
                                          <p:attrName>style.visibility</p:attrName>
                                        </p:attrNameLst>
                                      </p:cBhvr>
                                      <p:to>
                                        <p:strVal val="visible"/>
                                      </p:to>
                                    </p:set>
                                    <p:animEffect transition="in" filter="wipe(left)">
                                      <p:cBhvr>
                                        <p:cTn id="9" dur="500"/>
                                        <p:tgtEl>
                                          <p:spTgt spid="129"/>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145"/>
                                        </p:tgtEl>
                                        <p:attrNameLst>
                                          <p:attrName>style.visibility</p:attrName>
                                        </p:attrNameLst>
                                      </p:cBhvr>
                                      <p:to>
                                        <p:strVal val="visible"/>
                                      </p:to>
                                    </p:set>
                                    <p:animEffect transition="in" filter="wipe(left)">
                                      <p:cBhvr>
                                        <p:cTn id="14" dur="5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custDataLst>
              <p:tags r:id="rId1"/>
            </p:custDataLst>
          </p:nvPr>
        </p:nvSpPr>
        <p:spPr>
          <a:xfrm>
            <a:off x="3359347" y="1416337"/>
            <a:ext cx="5556738" cy="553998"/>
          </a:xfrm>
          <a:prstGeom prst="rect">
            <a:avLst/>
          </a:prstGeom>
          <a:noFill/>
        </p:spPr>
        <p:txBody>
          <a:bodyPr wrap="square" rtlCol="0">
            <a:spAutoFit/>
          </a:bodyPr>
          <a:lstStyle/>
          <a:p>
            <a:pPr algn="ctr"/>
            <a:r>
              <a:rPr lang="en-US" altLang="zh-CN" sz="3000">
                <a:solidFill>
                  <a:prstClr val="black"/>
                </a:solidFill>
                <a:latin typeface="黑体" panose="02010609060101010101" charset="-122"/>
                <a:ea typeface="黑体" panose="02010609060101010101" charset="-122"/>
              </a:rPr>
              <a:t>2. </a:t>
            </a:r>
            <a:r>
              <a:rPr lang="zh-CN" altLang="en-US" sz="3000">
                <a:solidFill>
                  <a:prstClr val="black"/>
                </a:solidFill>
                <a:latin typeface="黑体" panose="02010609060101010101" charset="-122"/>
                <a:ea typeface="黑体" panose="02010609060101010101" charset="-122"/>
              </a:rPr>
              <a:t>图像量化</a:t>
            </a:r>
            <a:endParaRPr lang="zh-CN" altLang="en-US" sz="3000">
              <a:solidFill>
                <a:prstClr val="black"/>
              </a:solidFill>
              <a:latin typeface="黑体" panose="02010609060101010101" charset="-122"/>
              <a:ea typeface="黑体" panose="02010609060101010101" charset="-122"/>
            </a:endParaRPr>
          </a:p>
        </p:txBody>
      </p:sp>
      <p:cxnSp>
        <p:nvCxnSpPr>
          <p:cNvPr id="29" name="直接连接符 28"/>
          <p:cNvCxnSpPr/>
          <p:nvPr>
            <p:custDataLst>
              <p:tags r:id="rId2"/>
            </p:custDataLst>
          </p:nvPr>
        </p:nvCxnSpPr>
        <p:spPr>
          <a:xfrm flipV="1">
            <a:off x="3359346" y="2060503"/>
            <a:ext cx="5556738" cy="23447"/>
          </a:xfrm>
          <a:prstGeom prst="line">
            <a:avLst/>
          </a:prstGeom>
          <a:ln w="12700">
            <a:solidFill>
              <a:srgbClr val="01431D"/>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p:custDataLst>
              <p:tags r:id="rId3"/>
            </p:custDataLst>
          </p:nvPr>
        </p:nvGrpSpPr>
        <p:grpSpPr>
          <a:xfrm>
            <a:off x="2796635" y="1801906"/>
            <a:ext cx="445481" cy="469613"/>
            <a:chOff x="2121873" y="1511588"/>
            <a:chExt cx="445481" cy="469613"/>
          </a:xfrm>
        </p:grpSpPr>
        <p:sp>
          <p:nvSpPr>
            <p:cNvPr id="39" name="矩形 38"/>
            <p:cNvSpPr/>
            <p:nvPr>
              <p:custDataLst>
                <p:tags r:id="rId4"/>
              </p:custDataLst>
            </p:nvPr>
          </p:nvSpPr>
          <p:spPr>
            <a:xfrm>
              <a:off x="2121873" y="1511588"/>
              <a:ext cx="363415" cy="363415"/>
            </a:xfrm>
            <a:prstGeom prst="rect">
              <a:avLst/>
            </a:prstGeom>
            <a:solidFill>
              <a:srgbClr val="0143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矩形 39"/>
            <p:cNvSpPr/>
            <p:nvPr>
              <p:custDataLst>
                <p:tags r:id="rId5"/>
              </p:custDataLst>
            </p:nvPr>
          </p:nvSpPr>
          <p:spPr>
            <a:xfrm>
              <a:off x="2321171" y="1735018"/>
              <a:ext cx="246183" cy="246183"/>
            </a:xfrm>
            <a:prstGeom prst="rect">
              <a:avLst/>
            </a:prstGeom>
            <a:solidFill>
              <a:srgbClr val="0162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104" name="组合 103"/>
          <p:cNvGrpSpPr/>
          <p:nvPr>
            <p:custDataLst>
              <p:tags r:id="rId6"/>
            </p:custDataLst>
          </p:nvPr>
        </p:nvGrpSpPr>
        <p:grpSpPr>
          <a:xfrm>
            <a:off x="7565214" y="2710497"/>
            <a:ext cx="1964690" cy="3008630"/>
            <a:chOff x="8439" y="4290"/>
            <a:chExt cx="3094" cy="4738"/>
          </a:xfrm>
        </p:grpSpPr>
        <p:grpSp>
          <p:nvGrpSpPr>
            <p:cNvPr id="105" name="组合 104"/>
            <p:cNvGrpSpPr/>
            <p:nvPr>
              <p:custDataLst>
                <p:tags r:id="rId7"/>
              </p:custDataLst>
            </p:nvPr>
          </p:nvGrpSpPr>
          <p:grpSpPr>
            <a:xfrm>
              <a:off x="8439" y="5220"/>
              <a:ext cx="3087" cy="3808"/>
              <a:chOff x="13352" y="3024"/>
              <a:chExt cx="3246" cy="3808"/>
            </a:xfrm>
          </p:grpSpPr>
          <p:cxnSp>
            <p:nvCxnSpPr>
              <p:cNvPr id="266" name="直接连接符 265"/>
              <p:cNvCxnSpPr/>
              <p:nvPr>
                <p:custDataLst>
                  <p:tags r:id="rId8"/>
                </p:custDataLst>
              </p:nvPr>
            </p:nvCxnSpPr>
            <p:spPr>
              <a:xfrm>
                <a:off x="13352" y="683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67" name="直接连接符 266"/>
              <p:cNvCxnSpPr/>
              <p:nvPr>
                <p:custDataLst>
                  <p:tags r:id="rId9"/>
                </p:custDataLst>
              </p:nvPr>
            </p:nvCxnSpPr>
            <p:spPr>
              <a:xfrm>
                <a:off x="13352" y="302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68" name="直接连接符 267"/>
              <p:cNvCxnSpPr/>
              <p:nvPr>
                <p:custDataLst>
                  <p:tags r:id="rId10"/>
                </p:custDataLst>
              </p:nvPr>
            </p:nvCxnSpPr>
            <p:spPr>
              <a:xfrm>
                <a:off x="13352" y="350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69" name="直接连接符 268"/>
              <p:cNvCxnSpPr/>
              <p:nvPr>
                <p:custDataLst>
                  <p:tags r:id="rId11"/>
                </p:custDataLst>
              </p:nvPr>
            </p:nvCxnSpPr>
            <p:spPr>
              <a:xfrm>
                <a:off x="13352" y="3976"/>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70" name="直接连接符 269"/>
              <p:cNvCxnSpPr/>
              <p:nvPr>
                <p:custDataLst>
                  <p:tags r:id="rId12"/>
                </p:custDataLst>
              </p:nvPr>
            </p:nvCxnSpPr>
            <p:spPr>
              <a:xfrm>
                <a:off x="13352" y="445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71" name="直接连接符 270"/>
              <p:cNvCxnSpPr/>
              <p:nvPr>
                <p:custDataLst>
                  <p:tags r:id="rId13"/>
                </p:custDataLst>
              </p:nvPr>
            </p:nvCxnSpPr>
            <p:spPr>
              <a:xfrm>
                <a:off x="13352" y="4928"/>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72" name="直接连接符 271"/>
              <p:cNvCxnSpPr/>
              <p:nvPr>
                <p:custDataLst>
                  <p:tags r:id="rId14"/>
                </p:custDataLst>
              </p:nvPr>
            </p:nvCxnSpPr>
            <p:spPr>
              <a:xfrm>
                <a:off x="13352" y="540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73" name="直接连接符 272"/>
              <p:cNvCxnSpPr/>
              <p:nvPr>
                <p:custDataLst>
                  <p:tags r:id="rId15"/>
                </p:custDataLst>
              </p:nvPr>
            </p:nvCxnSpPr>
            <p:spPr>
              <a:xfrm>
                <a:off x="13352" y="588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74" name="直接连接符 273"/>
              <p:cNvCxnSpPr/>
              <p:nvPr>
                <p:custDataLst>
                  <p:tags r:id="rId16"/>
                </p:custDataLst>
              </p:nvPr>
            </p:nvCxnSpPr>
            <p:spPr>
              <a:xfrm>
                <a:off x="13352" y="6356"/>
                <a:ext cx="3247" cy="0"/>
              </a:xfrm>
              <a:prstGeom prst="line">
                <a:avLst/>
              </a:prstGeom>
              <a:ln w="28575"/>
            </p:spPr>
            <p:style>
              <a:lnRef idx="3">
                <a:schemeClr val="dk1"/>
              </a:lnRef>
              <a:fillRef idx="0">
                <a:schemeClr val="dk1"/>
              </a:fillRef>
              <a:effectRef idx="2">
                <a:schemeClr val="dk1"/>
              </a:effectRef>
              <a:fontRef idx="minor">
                <a:schemeClr val="tx1"/>
              </a:fontRef>
            </p:style>
          </p:cxnSp>
        </p:grpSp>
        <p:grpSp>
          <p:nvGrpSpPr>
            <p:cNvPr id="106" name="组合 105"/>
            <p:cNvGrpSpPr/>
            <p:nvPr>
              <p:custDataLst>
                <p:tags r:id="rId17"/>
              </p:custDataLst>
            </p:nvPr>
          </p:nvGrpSpPr>
          <p:grpSpPr>
            <a:xfrm>
              <a:off x="8459" y="5240"/>
              <a:ext cx="3064" cy="3788"/>
              <a:chOff x="4391" y="870"/>
              <a:chExt cx="3264" cy="3828"/>
            </a:xfrm>
          </p:grpSpPr>
          <p:cxnSp>
            <p:nvCxnSpPr>
              <p:cNvPr id="259" name="直接连接符 258"/>
              <p:cNvCxnSpPr/>
              <p:nvPr>
                <p:custDataLst>
                  <p:tags r:id="rId18"/>
                </p:custDataLst>
              </p:nvPr>
            </p:nvCxnSpPr>
            <p:spPr>
              <a:xfrm rot="5400000">
                <a:off x="574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60" name="直接连接符 259"/>
              <p:cNvCxnSpPr/>
              <p:nvPr>
                <p:custDataLst>
                  <p:tags r:id="rId19"/>
                </p:custDataLst>
              </p:nvPr>
            </p:nvCxnSpPr>
            <p:spPr>
              <a:xfrm rot="5400000">
                <a:off x="5197"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61" name="直接连接符 260"/>
              <p:cNvCxnSpPr/>
              <p:nvPr>
                <p:custDataLst>
                  <p:tags r:id="rId20"/>
                </p:custDataLst>
              </p:nvPr>
            </p:nvCxnSpPr>
            <p:spPr>
              <a:xfrm rot="5400000">
                <a:off x="4653"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62" name="直接连接符 261"/>
              <p:cNvCxnSpPr/>
              <p:nvPr>
                <p:custDataLst>
                  <p:tags r:id="rId21"/>
                </p:custDataLst>
              </p:nvPr>
            </p:nvCxnSpPr>
            <p:spPr>
              <a:xfrm rot="5400000">
                <a:off x="4109"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63" name="直接连接符 262"/>
              <p:cNvCxnSpPr/>
              <p:nvPr>
                <p:custDataLst>
                  <p:tags r:id="rId22"/>
                </p:custDataLst>
              </p:nvPr>
            </p:nvCxnSpPr>
            <p:spPr>
              <a:xfrm rot="5400000">
                <a:off x="3565"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64" name="直接连接符 263"/>
              <p:cNvCxnSpPr/>
              <p:nvPr>
                <p:custDataLst>
                  <p:tags r:id="rId23"/>
                </p:custDataLst>
              </p:nvPr>
            </p:nvCxnSpPr>
            <p:spPr>
              <a:xfrm rot="5400000">
                <a:off x="302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65" name="直接连接符 264"/>
              <p:cNvCxnSpPr/>
              <p:nvPr>
                <p:custDataLst>
                  <p:tags r:id="rId24"/>
                </p:custDataLst>
              </p:nvPr>
            </p:nvCxnSpPr>
            <p:spPr>
              <a:xfrm rot="5400000">
                <a:off x="2477" y="2784"/>
                <a:ext cx="3828" cy="0"/>
              </a:xfrm>
              <a:prstGeom prst="line">
                <a:avLst/>
              </a:prstGeom>
              <a:ln w="28575"/>
            </p:spPr>
            <p:style>
              <a:lnRef idx="3">
                <a:schemeClr val="dk1"/>
              </a:lnRef>
              <a:fillRef idx="0">
                <a:schemeClr val="dk1"/>
              </a:fillRef>
              <a:effectRef idx="2">
                <a:schemeClr val="dk1"/>
              </a:effectRef>
              <a:fontRef idx="minor">
                <a:schemeClr val="tx1"/>
              </a:fontRef>
            </p:style>
          </p:cxnSp>
        </p:grpSp>
        <p:sp>
          <p:nvSpPr>
            <p:cNvPr id="107" name="矩形 106"/>
            <p:cNvSpPr/>
            <p:nvPr>
              <p:custDataLst>
                <p:tags r:id="rId25"/>
              </p:custDataLst>
            </p:nvPr>
          </p:nvSpPr>
          <p:spPr>
            <a:xfrm>
              <a:off x="9497" y="5252"/>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108" name="矩形 107"/>
            <p:cNvSpPr/>
            <p:nvPr>
              <p:custDataLst>
                <p:tags r:id="rId26"/>
              </p:custDataLst>
            </p:nvPr>
          </p:nvSpPr>
          <p:spPr>
            <a:xfrm>
              <a:off x="10019" y="5252"/>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109" name="矩形 108"/>
            <p:cNvSpPr/>
            <p:nvPr>
              <p:custDataLst>
                <p:tags r:id="rId27"/>
              </p:custDataLst>
            </p:nvPr>
          </p:nvSpPr>
          <p:spPr>
            <a:xfrm>
              <a:off x="8997" y="5728"/>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110" name="矩形 109"/>
            <p:cNvSpPr/>
            <p:nvPr>
              <p:custDataLst>
                <p:tags r:id="rId28"/>
              </p:custDataLst>
            </p:nvPr>
          </p:nvSpPr>
          <p:spPr>
            <a:xfrm>
              <a:off x="9497" y="5728"/>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111" name="矩形 110"/>
            <p:cNvSpPr/>
            <p:nvPr>
              <p:custDataLst>
                <p:tags r:id="rId29"/>
              </p:custDataLst>
            </p:nvPr>
          </p:nvSpPr>
          <p:spPr>
            <a:xfrm>
              <a:off x="10019" y="5728"/>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112" name="矩形 111"/>
            <p:cNvSpPr/>
            <p:nvPr>
              <p:custDataLst>
                <p:tags r:id="rId30"/>
              </p:custDataLst>
            </p:nvPr>
          </p:nvSpPr>
          <p:spPr>
            <a:xfrm>
              <a:off x="10526" y="5728"/>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113" name="矩形 112"/>
            <p:cNvSpPr/>
            <p:nvPr>
              <p:custDataLst>
                <p:tags r:id="rId31"/>
              </p:custDataLst>
            </p:nvPr>
          </p:nvSpPr>
          <p:spPr>
            <a:xfrm>
              <a:off x="8480" y="6194"/>
              <a:ext cx="482"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114" name="矩形 113"/>
            <p:cNvSpPr/>
            <p:nvPr>
              <p:custDataLst>
                <p:tags r:id="rId32"/>
              </p:custDataLst>
            </p:nvPr>
          </p:nvSpPr>
          <p:spPr>
            <a:xfrm>
              <a:off x="8997" y="6194"/>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115" name="矩形 114"/>
            <p:cNvSpPr/>
            <p:nvPr>
              <p:custDataLst>
                <p:tags r:id="rId33"/>
              </p:custDataLst>
            </p:nvPr>
          </p:nvSpPr>
          <p:spPr>
            <a:xfrm>
              <a:off x="9497" y="6194"/>
              <a:ext cx="476" cy="437"/>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116" name="矩形 115"/>
            <p:cNvSpPr/>
            <p:nvPr>
              <p:custDataLst>
                <p:tags r:id="rId34"/>
              </p:custDataLst>
            </p:nvPr>
          </p:nvSpPr>
          <p:spPr>
            <a:xfrm>
              <a:off x="10019" y="6194"/>
              <a:ext cx="476" cy="437"/>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117" name="矩形 116"/>
            <p:cNvSpPr/>
            <p:nvPr>
              <p:custDataLst>
                <p:tags r:id="rId35"/>
              </p:custDataLst>
            </p:nvPr>
          </p:nvSpPr>
          <p:spPr>
            <a:xfrm>
              <a:off x="10526" y="6194"/>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118" name="矩形 117"/>
            <p:cNvSpPr/>
            <p:nvPr>
              <p:custDataLst>
                <p:tags r:id="rId36"/>
              </p:custDataLst>
            </p:nvPr>
          </p:nvSpPr>
          <p:spPr>
            <a:xfrm>
              <a:off x="8480" y="6674"/>
              <a:ext cx="482"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119" name="矩形 118"/>
            <p:cNvSpPr/>
            <p:nvPr>
              <p:custDataLst>
                <p:tags r:id="rId37"/>
              </p:custDataLst>
            </p:nvPr>
          </p:nvSpPr>
          <p:spPr>
            <a:xfrm>
              <a:off x="8997" y="6674"/>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120" name="矩形 119"/>
            <p:cNvSpPr/>
            <p:nvPr>
              <p:custDataLst>
                <p:tags r:id="rId38"/>
              </p:custDataLst>
            </p:nvPr>
          </p:nvSpPr>
          <p:spPr>
            <a:xfrm>
              <a:off x="9497" y="6674"/>
              <a:ext cx="476" cy="437"/>
            </a:xfrm>
            <a:prstGeom prst="rect">
              <a:avLst/>
            </a:prstGeom>
            <a:solidFill>
              <a:srgbClr val="FFC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121" name="矩形 120"/>
            <p:cNvSpPr/>
            <p:nvPr>
              <p:custDataLst>
                <p:tags r:id="rId39"/>
              </p:custDataLst>
            </p:nvPr>
          </p:nvSpPr>
          <p:spPr>
            <a:xfrm>
              <a:off x="10019" y="6674"/>
              <a:ext cx="476" cy="437"/>
            </a:xfrm>
            <a:prstGeom prst="rect">
              <a:avLst/>
            </a:prstGeom>
            <a:solidFill>
              <a:srgbClr val="FFC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122" name="矩形 121"/>
            <p:cNvSpPr/>
            <p:nvPr>
              <p:custDataLst>
                <p:tags r:id="rId40"/>
              </p:custDataLst>
            </p:nvPr>
          </p:nvSpPr>
          <p:spPr>
            <a:xfrm>
              <a:off x="10526" y="6674"/>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123" name="矩形 122"/>
            <p:cNvSpPr/>
            <p:nvPr>
              <p:custDataLst>
                <p:tags r:id="rId41"/>
              </p:custDataLst>
            </p:nvPr>
          </p:nvSpPr>
          <p:spPr>
            <a:xfrm>
              <a:off x="11040" y="6674"/>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124" name="矩形 123"/>
            <p:cNvSpPr/>
            <p:nvPr>
              <p:custDataLst>
                <p:tags r:id="rId42"/>
              </p:custDataLst>
            </p:nvPr>
          </p:nvSpPr>
          <p:spPr>
            <a:xfrm>
              <a:off x="8997" y="715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125" name="矩形 124"/>
            <p:cNvSpPr/>
            <p:nvPr>
              <p:custDataLst>
                <p:tags r:id="rId43"/>
              </p:custDataLst>
            </p:nvPr>
          </p:nvSpPr>
          <p:spPr>
            <a:xfrm>
              <a:off x="9497" y="7150"/>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126" name="矩形 125"/>
            <p:cNvSpPr/>
            <p:nvPr>
              <p:custDataLst>
                <p:tags r:id="rId44"/>
              </p:custDataLst>
            </p:nvPr>
          </p:nvSpPr>
          <p:spPr>
            <a:xfrm>
              <a:off x="10019" y="7150"/>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127" name="矩形 126"/>
            <p:cNvSpPr/>
            <p:nvPr>
              <p:custDataLst>
                <p:tags r:id="rId45"/>
              </p:custDataLst>
            </p:nvPr>
          </p:nvSpPr>
          <p:spPr>
            <a:xfrm>
              <a:off x="10526" y="715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128" name="矩形 127"/>
            <p:cNvSpPr/>
            <p:nvPr>
              <p:custDataLst>
                <p:tags r:id="rId46"/>
              </p:custDataLst>
            </p:nvPr>
          </p:nvSpPr>
          <p:spPr>
            <a:xfrm>
              <a:off x="9497" y="762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06" name="矩形 205"/>
            <p:cNvSpPr/>
            <p:nvPr>
              <p:custDataLst>
                <p:tags r:id="rId47"/>
              </p:custDataLst>
            </p:nvPr>
          </p:nvSpPr>
          <p:spPr>
            <a:xfrm>
              <a:off x="10019" y="762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07" name="矩形 206"/>
            <p:cNvSpPr/>
            <p:nvPr>
              <p:custDataLst>
                <p:tags r:id="rId48"/>
              </p:custDataLst>
            </p:nvPr>
          </p:nvSpPr>
          <p:spPr>
            <a:xfrm>
              <a:off x="8997" y="810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08" name="矩形 207"/>
            <p:cNvSpPr/>
            <p:nvPr>
              <p:custDataLst>
                <p:tags r:id="rId49"/>
              </p:custDataLst>
            </p:nvPr>
          </p:nvSpPr>
          <p:spPr>
            <a:xfrm>
              <a:off x="9497" y="810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09" name="矩形 208"/>
            <p:cNvSpPr/>
            <p:nvPr>
              <p:custDataLst>
                <p:tags r:id="rId50"/>
              </p:custDataLst>
            </p:nvPr>
          </p:nvSpPr>
          <p:spPr>
            <a:xfrm>
              <a:off x="10019" y="810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10" name="矩形 209"/>
            <p:cNvSpPr/>
            <p:nvPr>
              <p:custDataLst>
                <p:tags r:id="rId51"/>
              </p:custDataLst>
            </p:nvPr>
          </p:nvSpPr>
          <p:spPr>
            <a:xfrm>
              <a:off x="10526" y="810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11" name="矩形 210"/>
            <p:cNvSpPr/>
            <p:nvPr>
              <p:custDataLst>
                <p:tags r:id="rId52"/>
              </p:custDataLst>
            </p:nvPr>
          </p:nvSpPr>
          <p:spPr>
            <a:xfrm>
              <a:off x="10019" y="858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grpSp>
          <p:nvGrpSpPr>
            <p:cNvPr id="212" name="组合 211"/>
            <p:cNvGrpSpPr/>
            <p:nvPr>
              <p:custDataLst>
                <p:tags r:id="rId53"/>
              </p:custDataLst>
            </p:nvPr>
          </p:nvGrpSpPr>
          <p:grpSpPr>
            <a:xfrm>
              <a:off x="8447" y="5220"/>
              <a:ext cx="3087" cy="3808"/>
              <a:chOff x="13352" y="3024"/>
              <a:chExt cx="3246" cy="3808"/>
            </a:xfrm>
          </p:grpSpPr>
          <p:cxnSp>
            <p:nvCxnSpPr>
              <p:cNvPr id="250" name="直接连接符 249"/>
              <p:cNvCxnSpPr/>
              <p:nvPr>
                <p:custDataLst>
                  <p:tags r:id="rId54"/>
                </p:custDataLst>
              </p:nvPr>
            </p:nvCxnSpPr>
            <p:spPr>
              <a:xfrm>
                <a:off x="13352" y="683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51" name="直接连接符 250"/>
              <p:cNvCxnSpPr/>
              <p:nvPr>
                <p:custDataLst>
                  <p:tags r:id="rId55"/>
                </p:custDataLst>
              </p:nvPr>
            </p:nvCxnSpPr>
            <p:spPr>
              <a:xfrm>
                <a:off x="13352" y="302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52" name="直接连接符 251"/>
              <p:cNvCxnSpPr/>
              <p:nvPr>
                <p:custDataLst>
                  <p:tags r:id="rId56"/>
                </p:custDataLst>
              </p:nvPr>
            </p:nvCxnSpPr>
            <p:spPr>
              <a:xfrm>
                <a:off x="13352" y="350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53" name="直接连接符 252"/>
              <p:cNvCxnSpPr/>
              <p:nvPr>
                <p:custDataLst>
                  <p:tags r:id="rId57"/>
                </p:custDataLst>
              </p:nvPr>
            </p:nvCxnSpPr>
            <p:spPr>
              <a:xfrm>
                <a:off x="13352" y="3976"/>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54" name="直接连接符 253"/>
              <p:cNvCxnSpPr/>
              <p:nvPr>
                <p:custDataLst>
                  <p:tags r:id="rId58"/>
                </p:custDataLst>
              </p:nvPr>
            </p:nvCxnSpPr>
            <p:spPr>
              <a:xfrm>
                <a:off x="13352" y="445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55" name="直接连接符 254"/>
              <p:cNvCxnSpPr/>
              <p:nvPr>
                <p:custDataLst>
                  <p:tags r:id="rId59"/>
                </p:custDataLst>
              </p:nvPr>
            </p:nvCxnSpPr>
            <p:spPr>
              <a:xfrm>
                <a:off x="13352" y="4928"/>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56" name="直接连接符 255"/>
              <p:cNvCxnSpPr/>
              <p:nvPr>
                <p:custDataLst>
                  <p:tags r:id="rId60"/>
                </p:custDataLst>
              </p:nvPr>
            </p:nvCxnSpPr>
            <p:spPr>
              <a:xfrm>
                <a:off x="13352" y="540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57" name="直接连接符 256"/>
              <p:cNvCxnSpPr/>
              <p:nvPr>
                <p:custDataLst>
                  <p:tags r:id="rId61"/>
                </p:custDataLst>
              </p:nvPr>
            </p:nvCxnSpPr>
            <p:spPr>
              <a:xfrm>
                <a:off x="13352" y="588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58" name="直接连接符 257"/>
              <p:cNvCxnSpPr/>
              <p:nvPr>
                <p:custDataLst>
                  <p:tags r:id="rId62"/>
                </p:custDataLst>
              </p:nvPr>
            </p:nvCxnSpPr>
            <p:spPr>
              <a:xfrm>
                <a:off x="13352" y="6356"/>
                <a:ext cx="3247" cy="0"/>
              </a:xfrm>
              <a:prstGeom prst="line">
                <a:avLst/>
              </a:prstGeom>
              <a:ln w="28575"/>
            </p:spPr>
            <p:style>
              <a:lnRef idx="3">
                <a:schemeClr val="dk1"/>
              </a:lnRef>
              <a:fillRef idx="0">
                <a:schemeClr val="dk1"/>
              </a:fillRef>
              <a:effectRef idx="2">
                <a:schemeClr val="dk1"/>
              </a:effectRef>
              <a:fontRef idx="minor">
                <a:schemeClr val="tx1"/>
              </a:fontRef>
            </p:style>
          </p:cxnSp>
        </p:grpSp>
        <p:grpSp>
          <p:nvGrpSpPr>
            <p:cNvPr id="213" name="组合 212"/>
            <p:cNvGrpSpPr/>
            <p:nvPr>
              <p:custDataLst>
                <p:tags r:id="rId63"/>
              </p:custDataLst>
            </p:nvPr>
          </p:nvGrpSpPr>
          <p:grpSpPr>
            <a:xfrm>
              <a:off x="8467" y="5240"/>
              <a:ext cx="3064" cy="3788"/>
              <a:chOff x="4391" y="870"/>
              <a:chExt cx="3264" cy="3828"/>
            </a:xfrm>
          </p:grpSpPr>
          <p:cxnSp>
            <p:nvCxnSpPr>
              <p:cNvPr id="243" name="直接连接符 242"/>
              <p:cNvCxnSpPr/>
              <p:nvPr>
                <p:custDataLst>
                  <p:tags r:id="rId64"/>
                </p:custDataLst>
              </p:nvPr>
            </p:nvCxnSpPr>
            <p:spPr>
              <a:xfrm rot="5400000">
                <a:off x="574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44" name="直接连接符 243"/>
              <p:cNvCxnSpPr/>
              <p:nvPr>
                <p:custDataLst>
                  <p:tags r:id="rId65"/>
                </p:custDataLst>
              </p:nvPr>
            </p:nvCxnSpPr>
            <p:spPr>
              <a:xfrm rot="5400000">
                <a:off x="5197"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45" name="直接连接符 244"/>
              <p:cNvCxnSpPr/>
              <p:nvPr>
                <p:custDataLst>
                  <p:tags r:id="rId66"/>
                </p:custDataLst>
              </p:nvPr>
            </p:nvCxnSpPr>
            <p:spPr>
              <a:xfrm rot="5400000">
                <a:off x="4653"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46" name="直接连接符 245"/>
              <p:cNvCxnSpPr/>
              <p:nvPr>
                <p:custDataLst>
                  <p:tags r:id="rId67"/>
                </p:custDataLst>
              </p:nvPr>
            </p:nvCxnSpPr>
            <p:spPr>
              <a:xfrm rot="5400000">
                <a:off x="4109"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47" name="直接连接符 246"/>
              <p:cNvCxnSpPr/>
              <p:nvPr>
                <p:custDataLst>
                  <p:tags r:id="rId68"/>
                </p:custDataLst>
              </p:nvPr>
            </p:nvCxnSpPr>
            <p:spPr>
              <a:xfrm rot="5400000">
                <a:off x="3565"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48" name="直接连接符 247"/>
              <p:cNvCxnSpPr/>
              <p:nvPr>
                <p:custDataLst>
                  <p:tags r:id="rId69"/>
                </p:custDataLst>
              </p:nvPr>
            </p:nvCxnSpPr>
            <p:spPr>
              <a:xfrm rot="5400000">
                <a:off x="302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49" name="直接连接符 248"/>
              <p:cNvCxnSpPr/>
              <p:nvPr>
                <p:custDataLst>
                  <p:tags r:id="rId70"/>
                </p:custDataLst>
              </p:nvPr>
            </p:nvCxnSpPr>
            <p:spPr>
              <a:xfrm rot="5400000">
                <a:off x="2477" y="2784"/>
                <a:ext cx="3828" cy="0"/>
              </a:xfrm>
              <a:prstGeom prst="line">
                <a:avLst/>
              </a:prstGeom>
              <a:ln w="28575"/>
            </p:spPr>
            <p:style>
              <a:lnRef idx="3">
                <a:schemeClr val="dk1"/>
              </a:lnRef>
              <a:fillRef idx="0">
                <a:schemeClr val="dk1"/>
              </a:fillRef>
              <a:effectRef idx="2">
                <a:schemeClr val="dk1"/>
              </a:effectRef>
              <a:fontRef idx="minor">
                <a:schemeClr val="tx1"/>
              </a:fontRef>
            </p:style>
          </p:cxnSp>
        </p:grpSp>
        <p:sp>
          <p:nvSpPr>
            <p:cNvPr id="214" name="矩形 213"/>
            <p:cNvSpPr/>
            <p:nvPr>
              <p:custDataLst>
                <p:tags r:id="rId71"/>
              </p:custDataLst>
            </p:nvPr>
          </p:nvSpPr>
          <p:spPr>
            <a:xfrm>
              <a:off x="9497" y="5252"/>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15" name="矩形 214"/>
            <p:cNvSpPr/>
            <p:nvPr>
              <p:custDataLst>
                <p:tags r:id="rId72"/>
              </p:custDataLst>
            </p:nvPr>
          </p:nvSpPr>
          <p:spPr>
            <a:xfrm>
              <a:off x="10019" y="5252"/>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16" name="矩形 215"/>
            <p:cNvSpPr/>
            <p:nvPr>
              <p:custDataLst>
                <p:tags r:id="rId73"/>
              </p:custDataLst>
            </p:nvPr>
          </p:nvSpPr>
          <p:spPr>
            <a:xfrm>
              <a:off x="9000" y="5728"/>
              <a:ext cx="471"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17" name="矩形 216"/>
            <p:cNvSpPr/>
            <p:nvPr>
              <p:custDataLst>
                <p:tags r:id="rId74"/>
              </p:custDataLst>
            </p:nvPr>
          </p:nvSpPr>
          <p:spPr>
            <a:xfrm>
              <a:off x="9500" y="5728"/>
              <a:ext cx="471"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18" name="矩形 217"/>
            <p:cNvSpPr/>
            <p:nvPr>
              <p:custDataLst>
                <p:tags r:id="rId75"/>
              </p:custDataLst>
            </p:nvPr>
          </p:nvSpPr>
          <p:spPr>
            <a:xfrm>
              <a:off x="10022" y="5728"/>
              <a:ext cx="471"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19" name="矩形 218"/>
            <p:cNvSpPr/>
            <p:nvPr>
              <p:custDataLst>
                <p:tags r:id="rId76"/>
              </p:custDataLst>
            </p:nvPr>
          </p:nvSpPr>
          <p:spPr>
            <a:xfrm>
              <a:off x="10529" y="5728"/>
              <a:ext cx="471"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20" name="矩形 219"/>
            <p:cNvSpPr/>
            <p:nvPr>
              <p:custDataLst>
                <p:tags r:id="rId77"/>
              </p:custDataLst>
            </p:nvPr>
          </p:nvSpPr>
          <p:spPr>
            <a:xfrm>
              <a:off x="8483" y="6194"/>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21" name="矩形 220"/>
            <p:cNvSpPr/>
            <p:nvPr>
              <p:custDataLst>
                <p:tags r:id="rId78"/>
              </p:custDataLst>
            </p:nvPr>
          </p:nvSpPr>
          <p:spPr>
            <a:xfrm>
              <a:off x="8997" y="6194"/>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22" name="矩形 221"/>
            <p:cNvSpPr/>
            <p:nvPr>
              <p:custDataLst>
                <p:tags r:id="rId79"/>
              </p:custDataLst>
            </p:nvPr>
          </p:nvSpPr>
          <p:spPr>
            <a:xfrm>
              <a:off x="9497" y="6194"/>
              <a:ext cx="476" cy="437"/>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23" name="矩形 222"/>
            <p:cNvSpPr/>
            <p:nvPr>
              <p:custDataLst>
                <p:tags r:id="rId80"/>
              </p:custDataLst>
            </p:nvPr>
          </p:nvSpPr>
          <p:spPr>
            <a:xfrm>
              <a:off x="10019" y="6194"/>
              <a:ext cx="476" cy="437"/>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24" name="矩形 223"/>
            <p:cNvSpPr/>
            <p:nvPr>
              <p:custDataLst>
                <p:tags r:id="rId81"/>
              </p:custDataLst>
            </p:nvPr>
          </p:nvSpPr>
          <p:spPr>
            <a:xfrm>
              <a:off x="10526" y="6194"/>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25" name="矩形 224"/>
            <p:cNvSpPr/>
            <p:nvPr>
              <p:custDataLst>
                <p:tags r:id="rId82"/>
              </p:custDataLst>
            </p:nvPr>
          </p:nvSpPr>
          <p:spPr>
            <a:xfrm>
              <a:off x="8483" y="6674"/>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26" name="矩形 225"/>
            <p:cNvSpPr/>
            <p:nvPr>
              <p:custDataLst>
                <p:tags r:id="rId83"/>
              </p:custDataLst>
            </p:nvPr>
          </p:nvSpPr>
          <p:spPr>
            <a:xfrm>
              <a:off x="8997" y="6674"/>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27" name="矩形 226"/>
            <p:cNvSpPr/>
            <p:nvPr>
              <p:custDataLst>
                <p:tags r:id="rId84"/>
              </p:custDataLst>
            </p:nvPr>
          </p:nvSpPr>
          <p:spPr>
            <a:xfrm>
              <a:off x="9497" y="6674"/>
              <a:ext cx="476" cy="437"/>
            </a:xfrm>
            <a:prstGeom prst="rect">
              <a:avLst/>
            </a:prstGeom>
            <a:solidFill>
              <a:srgbClr val="FFC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28" name="矩形 227"/>
            <p:cNvSpPr/>
            <p:nvPr>
              <p:custDataLst>
                <p:tags r:id="rId85"/>
              </p:custDataLst>
            </p:nvPr>
          </p:nvSpPr>
          <p:spPr>
            <a:xfrm>
              <a:off x="10019" y="6674"/>
              <a:ext cx="476" cy="437"/>
            </a:xfrm>
            <a:prstGeom prst="rect">
              <a:avLst/>
            </a:prstGeom>
            <a:solidFill>
              <a:srgbClr val="FFC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29" name="矩形 228"/>
            <p:cNvSpPr/>
            <p:nvPr>
              <p:custDataLst>
                <p:tags r:id="rId86"/>
              </p:custDataLst>
            </p:nvPr>
          </p:nvSpPr>
          <p:spPr>
            <a:xfrm>
              <a:off x="10526" y="6674"/>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30" name="矩形 229"/>
            <p:cNvSpPr/>
            <p:nvPr>
              <p:custDataLst>
                <p:tags r:id="rId87"/>
              </p:custDataLst>
            </p:nvPr>
          </p:nvSpPr>
          <p:spPr>
            <a:xfrm>
              <a:off x="11028" y="6674"/>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31" name="矩形 230"/>
            <p:cNvSpPr/>
            <p:nvPr>
              <p:custDataLst>
                <p:tags r:id="rId88"/>
              </p:custDataLst>
            </p:nvPr>
          </p:nvSpPr>
          <p:spPr>
            <a:xfrm>
              <a:off x="8997" y="715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32" name="矩形 231"/>
            <p:cNvSpPr/>
            <p:nvPr>
              <p:custDataLst>
                <p:tags r:id="rId89"/>
              </p:custDataLst>
            </p:nvPr>
          </p:nvSpPr>
          <p:spPr>
            <a:xfrm>
              <a:off x="9497" y="7150"/>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33" name="矩形 232"/>
            <p:cNvSpPr/>
            <p:nvPr>
              <p:custDataLst>
                <p:tags r:id="rId90"/>
              </p:custDataLst>
            </p:nvPr>
          </p:nvSpPr>
          <p:spPr>
            <a:xfrm>
              <a:off x="10019" y="7150"/>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34" name="矩形 233"/>
            <p:cNvSpPr/>
            <p:nvPr>
              <p:custDataLst>
                <p:tags r:id="rId91"/>
              </p:custDataLst>
            </p:nvPr>
          </p:nvSpPr>
          <p:spPr>
            <a:xfrm>
              <a:off x="10526" y="715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35" name="矩形 234"/>
            <p:cNvSpPr/>
            <p:nvPr>
              <p:custDataLst>
                <p:tags r:id="rId92"/>
              </p:custDataLst>
            </p:nvPr>
          </p:nvSpPr>
          <p:spPr>
            <a:xfrm>
              <a:off x="9497" y="764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36" name="矩形 235"/>
            <p:cNvSpPr/>
            <p:nvPr>
              <p:custDataLst>
                <p:tags r:id="rId93"/>
              </p:custDataLst>
            </p:nvPr>
          </p:nvSpPr>
          <p:spPr>
            <a:xfrm>
              <a:off x="10019" y="764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37" name="矩形 236"/>
            <p:cNvSpPr/>
            <p:nvPr>
              <p:custDataLst>
                <p:tags r:id="rId94"/>
              </p:custDataLst>
            </p:nvPr>
          </p:nvSpPr>
          <p:spPr>
            <a:xfrm>
              <a:off x="8997" y="810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38" name="矩形 237"/>
            <p:cNvSpPr/>
            <p:nvPr>
              <p:custDataLst>
                <p:tags r:id="rId95"/>
              </p:custDataLst>
            </p:nvPr>
          </p:nvSpPr>
          <p:spPr>
            <a:xfrm>
              <a:off x="9497" y="810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39" name="矩形 238"/>
            <p:cNvSpPr/>
            <p:nvPr>
              <p:custDataLst>
                <p:tags r:id="rId96"/>
              </p:custDataLst>
            </p:nvPr>
          </p:nvSpPr>
          <p:spPr>
            <a:xfrm>
              <a:off x="10019" y="810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40" name="矩形 239"/>
            <p:cNvSpPr/>
            <p:nvPr>
              <p:custDataLst>
                <p:tags r:id="rId97"/>
              </p:custDataLst>
            </p:nvPr>
          </p:nvSpPr>
          <p:spPr>
            <a:xfrm>
              <a:off x="10526" y="810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41" name="矩形 240"/>
            <p:cNvSpPr/>
            <p:nvPr>
              <p:custDataLst>
                <p:tags r:id="rId98"/>
              </p:custDataLst>
            </p:nvPr>
          </p:nvSpPr>
          <p:spPr>
            <a:xfrm>
              <a:off x="10019" y="856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42" name="文本框 241"/>
            <p:cNvSpPr txBox="1"/>
            <p:nvPr>
              <p:custDataLst>
                <p:tags r:id="rId99"/>
              </p:custDataLst>
            </p:nvPr>
          </p:nvSpPr>
          <p:spPr>
            <a:xfrm>
              <a:off x="8978" y="4290"/>
              <a:ext cx="1998" cy="725"/>
            </a:xfrm>
            <a:prstGeom prst="rect">
              <a:avLst/>
            </a:prstGeom>
            <a:noFill/>
          </p:spPr>
          <p:txBody>
            <a:bodyPr wrap="none" rtlCol="0" anchor="t">
              <a:spAutoFit/>
            </a:bodyPr>
            <a:lstStyle/>
            <a:p>
              <a:r>
                <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rPr>
                <a:t>6</a:t>
              </a:r>
              <a:r>
                <a:rPr lang="zh-CN" altLang="en-US" sz="2400" b="1">
                  <a:solidFill>
                    <a:schemeClr val="tx1"/>
                  </a:solidFill>
                  <a:latin typeface="Arial" panose="020B0604020202020204" pitchFamily="34" charset="0"/>
                  <a:ea typeface="华文楷体" panose="02010600040101010101" pitchFamily="2" charset="-122"/>
                  <a:cs typeface="Arial" panose="020B0604020202020204" pitchFamily="34" charset="0"/>
                </a:rPr>
                <a:t>级颜色</a:t>
              </a:r>
              <a:endParaRPr lang="zh-CN" altLang="en-US" sz="2400" b="1">
                <a:solidFill>
                  <a:schemeClr val="tx1"/>
                </a:solidFill>
                <a:latin typeface="Arial" panose="020B0604020202020204" pitchFamily="34" charset="0"/>
                <a:ea typeface="华文楷体" panose="02010600040101010101" pitchFamily="2" charset="-122"/>
                <a:cs typeface="Arial" panose="020B0604020202020204" pitchFamily="34" charset="0"/>
              </a:endParaRPr>
            </a:p>
          </p:txBody>
        </p:sp>
      </p:grpSp>
      <p:grpSp>
        <p:nvGrpSpPr>
          <p:cNvPr id="275" name="组合 274"/>
          <p:cNvGrpSpPr/>
          <p:nvPr>
            <p:custDataLst>
              <p:tags r:id="rId100"/>
            </p:custDataLst>
          </p:nvPr>
        </p:nvGrpSpPr>
        <p:grpSpPr>
          <a:xfrm>
            <a:off x="2975719" y="2705417"/>
            <a:ext cx="1966595" cy="3018790"/>
            <a:chOff x="2363" y="4286"/>
            <a:chExt cx="3097" cy="4754"/>
          </a:xfrm>
        </p:grpSpPr>
        <p:grpSp>
          <p:nvGrpSpPr>
            <p:cNvPr id="276" name="组合 275"/>
            <p:cNvGrpSpPr/>
            <p:nvPr>
              <p:custDataLst>
                <p:tags r:id="rId101"/>
              </p:custDataLst>
            </p:nvPr>
          </p:nvGrpSpPr>
          <p:grpSpPr>
            <a:xfrm>
              <a:off x="2363" y="5220"/>
              <a:ext cx="3087" cy="3808"/>
              <a:chOff x="13352" y="3024"/>
              <a:chExt cx="3246" cy="3808"/>
            </a:xfrm>
          </p:grpSpPr>
          <p:cxnSp>
            <p:nvCxnSpPr>
              <p:cNvPr id="338" name="直接连接符 337"/>
              <p:cNvCxnSpPr/>
              <p:nvPr>
                <p:custDataLst>
                  <p:tags r:id="rId102"/>
                </p:custDataLst>
              </p:nvPr>
            </p:nvCxnSpPr>
            <p:spPr>
              <a:xfrm>
                <a:off x="13352" y="683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39" name="直接连接符 338"/>
              <p:cNvCxnSpPr/>
              <p:nvPr>
                <p:custDataLst>
                  <p:tags r:id="rId103"/>
                </p:custDataLst>
              </p:nvPr>
            </p:nvCxnSpPr>
            <p:spPr>
              <a:xfrm>
                <a:off x="13352" y="302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40" name="直接连接符 339"/>
              <p:cNvCxnSpPr/>
              <p:nvPr>
                <p:custDataLst>
                  <p:tags r:id="rId104"/>
                </p:custDataLst>
              </p:nvPr>
            </p:nvCxnSpPr>
            <p:spPr>
              <a:xfrm>
                <a:off x="13352" y="350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41" name="直接连接符 340"/>
              <p:cNvCxnSpPr/>
              <p:nvPr>
                <p:custDataLst>
                  <p:tags r:id="rId105"/>
                </p:custDataLst>
              </p:nvPr>
            </p:nvCxnSpPr>
            <p:spPr>
              <a:xfrm>
                <a:off x="13352" y="3976"/>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42" name="直接连接符 341"/>
              <p:cNvCxnSpPr/>
              <p:nvPr>
                <p:custDataLst>
                  <p:tags r:id="rId106"/>
                </p:custDataLst>
              </p:nvPr>
            </p:nvCxnSpPr>
            <p:spPr>
              <a:xfrm>
                <a:off x="13352" y="445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43" name="直接连接符 342"/>
              <p:cNvCxnSpPr/>
              <p:nvPr>
                <p:custDataLst>
                  <p:tags r:id="rId107"/>
                </p:custDataLst>
              </p:nvPr>
            </p:nvCxnSpPr>
            <p:spPr>
              <a:xfrm>
                <a:off x="13352" y="4928"/>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44" name="直接连接符 343"/>
              <p:cNvCxnSpPr/>
              <p:nvPr>
                <p:custDataLst>
                  <p:tags r:id="rId108"/>
                </p:custDataLst>
              </p:nvPr>
            </p:nvCxnSpPr>
            <p:spPr>
              <a:xfrm>
                <a:off x="13352" y="540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45" name="直接连接符 344"/>
              <p:cNvCxnSpPr/>
              <p:nvPr>
                <p:custDataLst>
                  <p:tags r:id="rId109"/>
                </p:custDataLst>
              </p:nvPr>
            </p:nvCxnSpPr>
            <p:spPr>
              <a:xfrm>
                <a:off x="13352" y="588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46" name="直接连接符 345"/>
              <p:cNvCxnSpPr/>
              <p:nvPr>
                <p:custDataLst>
                  <p:tags r:id="rId110"/>
                </p:custDataLst>
              </p:nvPr>
            </p:nvCxnSpPr>
            <p:spPr>
              <a:xfrm>
                <a:off x="13352" y="6356"/>
                <a:ext cx="3247" cy="0"/>
              </a:xfrm>
              <a:prstGeom prst="line">
                <a:avLst/>
              </a:prstGeom>
              <a:ln w="28575"/>
            </p:spPr>
            <p:style>
              <a:lnRef idx="3">
                <a:schemeClr val="dk1"/>
              </a:lnRef>
              <a:fillRef idx="0">
                <a:schemeClr val="dk1"/>
              </a:fillRef>
              <a:effectRef idx="2">
                <a:schemeClr val="dk1"/>
              </a:effectRef>
              <a:fontRef idx="minor">
                <a:schemeClr val="tx1"/>
              </a:fontRef>
            </p:style>
          </p:cxnSp>
        </p:grpSp>
        <p:grpSp>
          <p:nvGrpSpPr>
            <p:cNvPr id="277" name="组合 276"/>
            <p:cNvGrpSpPr/>
            <p:nvPr>
              <p:custDataLst>
                <p:tags r:id="rId111"/>
              </p:custDataLst>
            </p:nvPr>
          </p:nvGrpSpPr>
          <p:grpSpPr>
            <a:xfrm>
              <a:off x="2383" y="5240"/>
              <a:ext cx="3064" cy="3788"/>
              <a:chOff x="4391" y="870"/>
              <a:chExt cx="3264" cy="3828"/>
            </a:xfrm>
          </p:grpSpPr>
          <p:cxnSp>
            <p:nvCxnSpPr>
              <p:cNvPr id="331" name="直接连接符 330"/>
              <p:cNvCxnSpPr/>
              <p:nvPr>
                <p:custDataLst>
                  <p:tags r:id="rId112"/>
                </p:custDataLst>
              </p:nvPr>
            </p:nvCxnSpPr>
            <p:spPr>
              <a:xfrm rot="5400000">
                <a:off x="574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32" name="直接连接符 331"/>
              <p:cNvCxnSpPr/>
              <p:nvPr>
                <p:custDataLst>
                  <p:tags r:id="rId113"/>
                </p:custDataLst>
              </p:nvPr>
            </p:nvCxnSpPr>
            <p:spPr>
              <a:xfrm rot="5400000">
                <a:off x="5197"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33" name="直接连接符 332"/>
              <p:cNvCxnSpPr/>
              <p:nvPr>
                <p:custDataLst>
                  <p:tags r:id="rId114"/>
                </p:custDataLst>
              </p:nvPr>
            </p:nvCxnSpPr>
            <p:spPr>
              <a:xfrm rot="5400000">
                <a:off x="4653"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34" name="直接连接符 333"/>
              <p:cNvCxnSpPr/>
              <p:nvPr>
                <p:custDataLst>
                  <p:tags r:id="rId115"/>
                </p:custDataLst>
              </p:nvPr>
            </p:nvCxnSpPr>
            <p:spPr>
              <a:xfrm rot="5400000">
                <a:off x="4109"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35" name="直接连接符 334"/>
              <p:cNvCxnSpPr/>
              <p:nvPr>
                <p:custDataLst>
                  <p:tags r:id="rId116"/>
                </p:custDataLst>
              </p:nvPr>
            </p:nvCxnSpPr>
            <p:spPr>
              <a:xfrm rot="5400000">
                <a:off x="3565"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36" name="直接连接符 335"/>
              <p:cNvCxnSpPr/>
              <p:nvPr>
                <p:custDataLst>
                  <p:tags r:id="rId117"/>
                </p:custDataLst>
              </p:nvPr>
            </p:nvCxnSpPr>
            <p:spPr>
              <a:xfrm rot="5400000">
                <a:off x="302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37" name="直接连接符 336"/>
              <p:cNvCxnSpPr/>
              <p:nvPr>
                <p:custDataLst>
                  <p:tags r:id="rId118"/>
                </p:custDataLst>
              </p:nvPr>
            </p:nvCxnSpPr>
            <p:spPr>
              <a:xfrm rot="5400000">
                <a:off x="2477" y="2784"/>
                <a:ext cx="3828" cy="0"/>
              </a:xfrm>
              <a:prstGeom prst="line">
                <a:avLst/>
              </a:prstGeom>
              <a:ln w="28575"/>
            </p:spPr>
            <p:style>
              <a:lnRef idx="3">
                <a:schemeClr val="dk1"/>
              </a:lnRef>
              <a:fillRef idx="0">
                <a:schemeClr val="dk1"/>
              </a:fillRef>
              <a:effectRef idx="2">
                <a:schemeClr val="dk1"/>
              </a:effectRef>
              <a:fontRef idx="minor">
                <a:schemeClr val="tx1"/>
              </a:fontRef>
            </p:style>
          </p:cxnSp>
        </p:grpSp>
        <p:sp>
          <p:nvSpPr>
            <p:cNvPr id="278" name="矩形 277"/>
            <p:cNvSpPr/>
            <p:nvPr>
              <p:custDataLst>
                <p:tags r:id="rId119"/>
              </p:custDataLst>
            </p:nvPr>
          </p:nvSpPr>
          <p:spPr>
            <a:xfrm>
              <a:off x="3421" y="5252"/>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79" name="矩形 278"/>
            <p:cNvSpPr/>
            <p:nvPr>
              <p:custDataLst>
                <p:tags r:id="rId120"/>
              </p:custDataLst>
            </p:nvPr>
          </p:nvSpPr>
          <p:spPr>
            <a:xfrm>
              <a:off x="3943" y="5252"/>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80" name="矩形 279"/>
            <p:cNvSpPr/>
            <p:nvPr>
              <p:custDataLst>
                <p:tags r:id="rId121"/>
              </p:custDataLst>
            </p:nvPr>
          </p:nvSpPr>
          <p:spPr>
            <a:xfrm>
              <a:off x="2921" y="5728"/>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81" name="矩形 280"/>
            <p:cNvSpPr/>
            <p:nvPr>
              <p:custDataLst>
                <p:tags r:id="rId122"/>
              </p:custDataLst>
            </p:nvPr>
          </p:nvSpPr>
          <p:spPr>
            <a:xfrm>
              <a:off x="3421" y="5728"/>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82" name="矩形 281"/>
            <p:cNvSpPr/>
            <p:nvPr>
              <p:custDataLst>
                <p:tags r:id="rId123"/>
              </p:custDataLst>
            </p:nvPr>
          </p:nvSpPr>
          <p:spPr>
            <a:xfrm>
              <a:off x="3943" y="5728"/>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83" name="矩形 282"/>
            <p:cNvSpPr/>
            <p:nvPr>
              <p:custDataLst>
                <p:tags r:id="rId124"/>
              </p:custDataLst>
            </p:nvPr>
          </p:nvSpPr>
          <p:spPr>
            <a:xfrm>
              <a:off x="4450" y="5728"/>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84" name="矩形 283"/>
            <p:cNvSpPr/>
            <p:nvPr>
              <p:custDataLst>
                <p:tags r:id="rId125"/>
              </p:custDataLst>
            </p:nvPr>
          </p:nvSpPr>
          <p:spPr>
            <a:xfrm>
              <a:off x="2404" y="6194"/>
              <a:ext cx="482"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85" name="矩形 284"/>
            <p:cNvSpPr/>
            <p:nvPr>
              <p:custDataLst>
                <p:tags r:id="rId126"/>
              </p:custDataLst>
            </p:nvPr>
          </p:nvSpPr>
          <p:spPr>
            <a:xfrm>
              <a:off x="2921" y="6194"/>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86" name="矩形 285"/>
            <p:cNvSpPr/>
            <p:nvPr>
              <p:custDataLst>
                <p:tags r:id="rId127"/>
              </p:custDataLst>
            </p:nvPr>
          </p:nvSpPr>
          <p:spPr>
            <a:xfrm>
              <a:off x="3421" y="6194"/>
              <a:ext cx="476" cy="437"/>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87" name="矩形 286"/>
            <p:cNvSpPr/>
            <p:nvPr>
              <p:custDataLst>
                <p:tags r:id="rId128"/>
              </p:custDataLst>
            </p:nvPr>
          </p:nvSpPr>
          <p:spPr>
            <a:xfrm>
              <a:off x="3943" y="6194"/>
              <a:ext cx="476" cy="437"/>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88" name="矩形 287"/>
            <p:cNvSpPr/>
            <p:nvPr>
              <p:custDataLst>
                <p:tags r:id="rId129"/>
              </p:custDataLst>
            </p:nvPr>
          </p:nvSpPr>
          <p:spPr>
            <a:xfrm>
              <a:off x="4450" y="6194"/>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89" name="矩形 288"/>
            <p:cNvSpPr/>
            <p:nvPr>
              <p:custDataLst>
                <p:tags r:id="rId130"/>
              </p:custDataLst>
            </p:nvPr>
          </p:nvSpPr>
          <p:spPr>
            <a:xfrm>
              <a:off x="2404" y="6674"/>
              <a:ext cx="482"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90" name="矩形 289"/>
            <p:cNvSpPr/>
            <p:nvPr>
              <p:custDataLst>
                <p:tags r:id="rId131"/>
              </p:custDataLst>
            </p:nvPr>
          </p:nvSpPr>
          <p:spPr>
            <a:xfrm>
              <a:off x="2921" y="6674"/>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91" name="矩形 290"/>
            <p:cNvSpPr/>
            <p:nvPr>
              <p:custDataLst>
                <p:tags r:id="rId132"/>
              </p:custDataLst>
            </p:nvPr>
          </p:nvSpPr>
          <p:spPr>
            <a:xfrm>
              <a:off x="3421" y="6674"/>
              <a:ext cx="476" cy="437"/>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92" name="矩形 291"/>
            <p:cNvSpPr/>
            <p:nvPr>
              <p:custDataLst>
                <p:tags r:id="rId133"/>
              </p:custDataLst>
            </p:nvPr>
          </p:nvSpPr>
          <p:spPr>
            <a:xfrm>
              <a:off x="3943" y="6674"/>
              <a:ext cx="476" cy="437"/>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93" name="矩形 292"/>
            <p:cNvSpPr/>
            <p:nvPr>
              <p:custDataLst>
                <p:tags r:id="rId134"/>
              </p:custDataLst>
            </p:nvPr>
          </p:nvSpPr>
          <p:spPr>
            <a:xfrm>
              <a:off x="4450" y="6674"/>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94" name="矩形 293"/>
            <p:cNvSpPr/>
            <p:nvPr>
              <p:custDataLst>
                <p:tags r:id="rId135"/>
              </p:custDataLst>
            </p:nvPr>
          </p:nvSpPr>
          <p:spPr>
            <a:xfrm>
              <a:off x="4964" y="6674"/>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95" name="矩形 294"/>
            <p:cNvSpPr/>
            <p:nvPr>
              <p:custDataLst>
                <p:tags r:id="rId136"/>
              </p:custDataLst>
            </p:nvPr>
          </p:nvSpPr>
          <p:spPr>
            <a:xfrm>
              <a:off x="2921" y="7150"/>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96" name="矩形 295"/>
            <p:cNvSpPr/>
            <p:nvPr>
              <p:custDataLst>
                <p:tags r:id="rId137"/>
              </p:custDataLst>
            </p:nvPr>
          </p:nvSpPr>
          <p:spPr>
            <a:xfrm>
              <a:off x="3421" y="7150"/>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97" name="矩形 296"/>
            <p:cNvSpPr/>
            <p:nvPr>
              <p:custDataLst>
                <p:tags r:id="rId138"/>
              </p:custDataLst>
            </p:nvPr>
          </p:nvSpPr>
          <p:spPr>
            <a:xfrm>
              <a:off x="3943" y="7150"/>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98" name="矩形 297"/>
            <p:cNvSpPr/>
            <p:nvPr>
              <p:custDataLst>
                <p:tags r:id="rId139"/>
              </p:custDataLst>
            </p:nvPr>
          </p:nvSpPr>
          <p:spPr>
            <a:xfrm>
              <a:off x="4450" y="7150"/>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299" name="矩形 298"/>
            <p:cNvSpPr/>
            <p:nvPr>
              <p:custDataLst>
                <p:tags r:id="rId140"/>
              </p:custDataLst>
            </p:nvPr>
          </p:nvSpPr>
          <p:spPr>
            <a:xfrm>
              <a:off x="3421" y="7620"/>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00" name="矩形 299"/>
            <p:cNvSpPr/>
            <p:nvPr>
              <p:custDataLst>
                <p:tags r:id="rId141"/>
              </p:custDataLst>
            </p:nvPr>
          </p:nvSpPr>
          <p:spPr>
            <a:xfrm>
              <a:off x="3943" y="7620"/>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01" name="矩形 300"/>
            <p:cNvSpPr/>
            <p:nvPr>
              <p:custDataLst>
                <p:tags r:id="rId142"/>
              </p:custDataLst>
            </p:nvPr>
          </p:nvSpPr>
          <p:spPr>
            <a:xfrm>
              <a:off x="2921" y="810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02" name="矩形 301"/>
            <p:cNvSpPr/>
            <p:nvPr>
              <p:custDataLst>
                <p:tags r:id="rId143"/>
              </p:custDataLst>
            </p:nvPr>
          </p:nvSpPr>
          <p:spPr>
            <a:xfrm>
              <a:off x="3421" y="810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03" name="矩形 302"/>
            <p:cNvSpPr/>
            <p:nvPr>
              <p:custDataLst>
                <p:tags r:id="rId144"/>
              </p:custDataLst>
            </p:nvPr>
          </p:nvSpPr>
          <p:spPr>
            <a:xfrm>
              <a:off x="3943" y="810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04" name="矩形 303"/>
            <p:cNvSpPr/>
            <p:nvPr>
              <p:custDataLst>
                <p:tags r:id="rId145"/>
              </p:custDataLst>
            </p:nvPr>
          </p:nvSpPr>
          <p:spPr>
            <a:xfrm>
              <a:off x="4450" y="810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05" name="矩形 304"/>
            <p:cNvSpPr/>
            <p:nvPr>
              <p:custDataLst>
                <p:tags r:id="rId146"/>
              </p:custDataLst>
            </p:nvPr>
          </p:nvSpPr>
          <p:spPr>
            <a:xfrm>
              <a:off x="3943" y="858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grpSp>
          <p:nvGrpSpPr>
            <p:cNvPr id="306" name="组合 305"/>
            <p:cNvGrpSpPr/>
            <p:nvPr>
              <p:custDataLst>
                <p:tags r:id="rId147"/>
              </p:custDataLst>
            </p:nvPr>
          </p:nvGrpSpPr>
          <p:grpSpPr>
            <a:xfrm>
              <a:off x="2371" y="5220"/>
              <a:ext cx="3089" cy="3808"/>
              <a:chOff x="13352" y="3024"/>
              <a:chExt cx="3248" cy="3808"/>
            </a:xfrm>
          </p:grpSpPr>
          <p:cxnSp>
            <p:nvCxnSpPr>
              <p:cNvPr id="322" name="直接连接符 321"/>
              <p:cNvCxnSpPr/>
              <p:nvPr>
                <p:custDataLst>
                  <p:tags r:id="rId148"/>
                </p:custDataLst>
              </p:nvPr>
            </p:nvCxnSpPr>
            <p:spPr>
              <a:xfrm>
                <a:off x="13352" y="683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23" name="直接连接符 322"/>
              <p:cNvCxnSpPr/>
              <p:nvPr>
                <p:custDataLst>
                  <p:tags r:id="rId149"/>
                </p:custDataLst>
              </p:nvPr>
            </p:nvCxnSpPr>
            <p:spPr>
              <a:xfrm>
                <a:off x="13352" y="302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24" name="直接连接符 323"/>
              <p:cNvCxnSpPr/>
              <p:nvPr>
                <p:custDataLst>
                  <p:tags r:id="rId150"/>
                </p:custDataLst>
              </p:nvPr>
            </p:nvCxnSpPr>
            <p:spPr>
              <a:xfrm>
                <a:off x="13352" y="350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25" name="直接连接符 324"/>
              <p:cNvCxnSpPr/>
              <p:nvPr>
                <p:custDataLst>
                  <p:tags r:id="rId151"/>
                </p:custDataLst>
              </p:nvPr>
            </p:nvCxnSpPr>
            <p:spPr>
              <a:xfrm>
                <a:off x="13352" y="3976"/>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26" name="直接连接符 325"/>
              <p:cNvCxnSpPr/>
              <p:nvPr>
                <p:custDataLst>
                  <p:tags r:id="rId152"/>
                </p:custDataLst>
              </p:nvPr>
            </p:nvCxnSpPr>
            <p:spPr>
              <a:xfrm>
                <a:off x="13352" y="445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27" name="直接连接符 326"/>
              <p:cNvCxnSpPr/>
              <p:nvPr>
                <p:custDataLst>
                  <p:tags r:id="rId153"/>
                </p:custDataLst>
              </p:nvPr>
            </p:nvCxnSpPr>
            <p:spPr>
              <a:xfrm>
                <a:off x="13353" y="4928"/>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28" name="直接连接符 327"/>
              <p:cNvCxnSpPr/>
              <p:nvPr>
                <p:custDataLst>
                  <p:tags r:id="rId154"/>
                </p:custDataLst>
              </p:nvPr>
            </p:nvCxnSpPr>
            <p:spPr>
              <a:xfrm>
                <a:off x="13352" y="540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29" name="直接连接符 328"/>
              <p:cNvCxnSpPr/>
              <p:nvPr>
                <p:custDataLst>
                  <p:tags r:id="rId155"/>
                </p:custDataLst>
              </p:nvPr>
            </p:nvCxnSpPr>
            <p:spPr>
              <a:xfrm>
                <a:off x="13352" y="588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30" name="直接连接符 329"/>
              <p:cNvCxnSpPr/>
              <p:nvPr>
                <p:custDataLst>
                  <p:tags r:id="rId156"/>
                </p:custDataLst>
              </p:nvPr>
            </p:nvCxnSpPr>
            <p:spPr>
              <a:xfrm>
                <a:off x="13352" y="6356"/>
                <a:ext cx="3247" cy="0"/>
              </a:xfrm>
              <a:prstGeom prst="line">
                <a:avLst/>
              </a:prstGeom>
              <a:ln w="28575"/>
            </p:spPr>
            <p:style>
              <a:lnRef idx="3">
                <a:schemeClr val="dk1"/>
              </a:lnRef>
              <a:fillRef idx="0">
                <a:schemeClr val="dk1"/>
              </a:fillRef>
              <a:effectRef idx="2">
                <a:schemeClr val="dk1"/>
              </a:effectRef>
              <a:fontRef idx="minor">
                <a:schemeClr val="tx1"/>
              </a:fontRef>
            </p:style>
          </p:cxnSp>
        </p:grpSp>
        <p:grpSp>
          <p:nvGrpSpPr>
            <p:cNvPr id="307" name="组合 306"/>
            <p:cNvGrpSpPr/>
            <p:nvPr>
              <p:custDataLst>
                <p:tags r:id="rId157"/>
              </p:custDataLst>
            </p:nvPr>
          </p:nvGrpSpPr>
          <p:grpSpPr>
            <a:xfrm>
              <a:off x="2395" y="5252"/>
              <a:ext cx="3064" cy="3788"/>
              <a:chOff x="4391" y="870"/>
              <a:chExt cx="3264" cy="3828"/>
            </a:xfrm>
          </p:grpSpPr>
          <p:cxnSp>
            <p:nvCxnSpPr>
              <p:cNvPr id="315" name="直接连接符 314"/>
              <p:cNvCxnSpPr/>
              <p:nvPr>
                <p:custDataLst>
                  <p:tags r:id="rId158"/>
                </p:custDataLst>
              </p:nvPr>
            </p:nvCxnSpPr>
            <p:spPr>
              <a:xfrm rot="5400000">
                <a:off x="574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16" name="直接连接符 315"/>
              <p:cNvCxnSpPr/>
              <p:nvPr>
                <p:custDataLst>
                  <p:tags r:id="rId159"/>
                </p:custDataLst>
              </p:nvPr>
            </p:nvCxnSpPr>
            <p:spPr>
              <a:xfrm rot="5400000">
                <a:off x="5197"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17" name="直接连接符 316"/>
              <p:cNvCxnSpPr/>
              <p:nvPr>
                <p:custDataLst>
                  <p:tags r:id="rId160"/>
                </p:custDataLst>
              </p:nvPr>
            </p:nvCxnSpPr>
            <p:spPr>
              <a:xfrm rot="5400000">
                <a:off x="4653"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18" name="直接连接符 317"/>
              <p:cNvCxnSpPr/>
              <p:nvPr>
                <p:custDataLst>
                  <p:tags r:id="rId161"/>
                </p:custDataLst>
              </p:nvPr>
            </p:nvCxnSpPr>
            <p:spPr>
              <a:xfrm rot="5400000">
                <a:off x="4109"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19" name="直接连接符 318"/>
              <p:cNvCxnSpPr/>
              <p:nvPr>
                <p:custDataLst>
                  <p:tags r:id="rId162"/>
                </p:custDataLst>
              </p:nvPr>
            </p:nvCxnSpPr>
            <p:spPr>
              <a:xfrm rot="5400000">
                <a:off x="3565"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20" name="直接连接符 319"/>
              <p:cNvCxnSpPr/>
              <p:nvPr>
                <p:custDataLst>
                  <p:tags r:id="rId163"/>
                </p:custDataLst>
              </p:nvPr>
            </p:nvCxnSpPr>
            <p:spPr>
              <a:xfrm rot="5400000">
                <a:off x="302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321" name="直接连接符 320"/>
              <p:cNvCxnSpPr/>
              <p:nvPr>
                <p:custDataLst>
                  <p:tags r:id="rId164"/>
                </p:custDataLst>
              </p:nvPr>
            </p:nvCxnSpPr>
            <p:spPr>
              <a:xfrm rot="5400000">
                <a:off x="2477" y="2784"/>
                <a:ext cx="3828" cy="0"/>
              </a:xfrm>
              <a:prstGeom prst="line">
                <a:avLst/>
              </a:prstGeom>
              <a:ln w="28575"/>
            </p:spPr>
            <p:style>
              <a:lnRef idx="3">
                <a:schemeClr val="dk1"/>
              </a:lnRef>
              <a:fillRef idx="0">
                <a:schemeClr val="dk1"/>
              </a:fillRef>
              <a:effectRef idx="2">
                <a:schemeClr val="dk1"/>
              </a:effectRef>
              <a:fontRef idx="minor">
                <a:schemeClr val="tx1"/>
              </a:fontRef>
            </p:style>
          </p:cxnSp>
        </p:grpSp>
        <p:sp>
          <p:nvSpPr>
            <p:cNvPr id="308" name="矩形 307"/>
            <p:cNvSpPr/>
            <p:nvPr>
              <p:custDataLst>
                <p:tags r:id="rId165"/>
              </p:custDataLst>
            </p:nvPr>
          </p:nvSpPr>
          <p:spPr>
            <a:xfrm>
              <a:off x="2924" y="5728"/>
              <a:ext cx="471"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09" name="矩形 308"/>
            <p:cNvSpPr/>
            <p:nvPr>
              <p:custDataLst>
                <p:tags r:id="rId166"/>
              </p:custDataLst>
            </p:nvPr>
          </p:nvSpPr>
          <p:spPr>
            <a:xfrm>
              <a:off x="3440" y="5728"/>
              <a:ext cx="471"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10" name="矩形 309"/>
            <p:cNvSpPr/>
            <p:nvPr>
              <p:custDataLst>
                <p:tags r:id="rId167"/>
              </p:custDataLst>
            </p:nvPr>
          </p:nvSpPr>
          <p:spPr>
            <a:xfrm>
              <a:off x="3946" y="5728"/>
              <a:ext cx="471"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11" name="矩形 310"/>
            <p:cNvSpPr/>
            <p:nvPr>
              <p:custDataLst>
                <p:tags r:id="rId168"/>
              </p:custDataLst>
            </p:nvPr>
          </p:nvSpPr>
          <p:spPr>
            <a:xfrm>
              <a:off x="4453" y="5728"/>
              <a:ext cx="471"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12" name="矩形 311"/>
            <p:cNvSpPr/>
            <p:nvPr>
              <p:custDataLst>
                <p:tags r:id="rId169"/>
              </p:custDataLst>
            </p:nvPr>
          </p:nvSpPr>
          <p:spPr>
            <a:xfrm>
              <a:off x="2407" y="6194"/>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13" name="矩形 312"/>
            <p:cNvSpPr/>
            <p:nvPr>
              <p:custDataLst>
                <p:tags r:id="rId170"/>
              </p:custDataLst>
            </p:nvPr>
          </p:nvSpPr>
          <p:spPr>
            <a:xfrm>
              <a:off x="2407" y="6674"/>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14" name="文本框 313"/>
            <p:cNvSpPr txBox="1"/>
            <p:nvPr>
              <p:custDataLst>
                <p:tags r:id="rId171"/>
              </p:custDataLst>
            </p:nvPr>
          </p:nvSpPr>
          <p:spPr>
            <a:xfrm>
              <a:off x="2903" y="4286"/>
              <a:ext cx="1998" cy="725"/>
            </a:xfrm>
            <a:prstGeom prst="rect">
              <a:avLst/>
            </a:prstGeom>
            <a:noFill/>
          </p:spPr>
          <p:txBody>
            <a:bodyPr wrap="none" rtlCol="0" anchor="t">
              <a:spAutoFit/>
            </a:bodyPr>
            <a:lstStyle/>
            <a:p>
              <a:r>
                <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rPr>
                <a:t>4</a:t>
              </a:r>
              <a:r>
                <a:rPr lang="zh-CN" altLang="en-US" sz="2400" b="1">
                  <a:solidFill>
                    <a:schemeClr val="tx1"/>
                  </a:solidFill>
                  <a:latin typeface="Arial" panose="020B0604020202020204" pitchFamily="34" charset="0"/>
                  <a:ea typeface="华文楷体" panose="02010600040101010101" pitchFamily="2" charset="-122"/>
                  <a:cs typeface="Arial" panose="020B0604020202020204" pitchFamily="34" charset="0"/>
                </a:rPr>
                <a:t>级颜色</a:t>
              </a:r>
              <a:endParaRPr lang="zh-CN" altLang="en-US" sz="2400" b="1">
                <a:solidFill>
                  <a:schemeClr val="tx1"/>
                </a:solidFill>
                <a:latin typeface="Arial" panose="020B0604020202020204" pitchFamily="34" charset="0"/>
                <a:ea typeface="华文楷体" panose="02010600040101010101" pitchFamily="2" charset="-122"/>
                <a:cs typeface="Arial" panose="020B0604020202020204" pitchFamily="34" charset="0"/>
              </a:endParaRPr>
            </a:p>
          </p:txBody>
        </p:sp>
      </p:grpSp>
      <p:sp>
        <p:nvSpPr>
          <p:cNvPr id="347" name="文本框 346"/>
          <p:cNvSpPr txBox="1"/>
          <p:nvPr>
            <p:custDataLst>
              <p:tags r:id="rId172"/>
            </p:custDataLst>
          </p:nvPr>
        </p:nvSpPr>
        <p:spPr>
          <a:xfrm>
            <a:off x="1523981" y="3791267"/>
            <a:ext cx="1207770" cy="829945"/>
          </a:xfrm>
          <a:prstGeom prst="rect">
            <a:avLst/>
          </a:prstGeom>
          <a:noFill/>
        </p:spPr>
        <p:txBody>
          <a:bodyPr wrap="square" rtlCol="0" anchor="t">
            <a:spAutoFit/>
          </a:bodyPr>
          <a:lstStyle/>
          <a:p>
            <a:pPr algn="ctr"/>
            <a:r>
              <a:rPr lang="en-US" altLang="zh-CN" sz="2400" b="1">
                <a:solidFill>
                  <a:schemeClr val="accent6">
                    <a:lumMod val="75000"/>
                  </a:schemeClr>
                </a:solidFill>
                <a:latin typeface="华文楷体" panose="02010600040101010101" pitchFamily="2" charset="-122"/>
                <a:ea typeface="华文楷体" panose="02010600040101010101" pitchFamily="2" charset="-122"/>
                <a:sym typeface="+mn-ea"/>
              </a:rPr>
              <a:t>2</a:t>
            </a:r>
            <a:r>
              <a:rPr lang="zh-CN" altLang="en-US" sz="2400" b="1">
                <a:solidFill>
                  <a:schemeClr val="accent6">
                    <a:lumMod val="75000"/>
                  </a:schemeClr>
                </a:solidFill>
                <a:latin typeface="华文楷体" panose="02010600040101010101" pitchFamily="2" charset="-122"/>
                <a:ea typeface="华文楷体" panose="02010600040101010101" pitchFamily="2" charset="-122"/>
                <a:sym typeface="+mn-ea"/>
              </a:rPr>
              <a:t>位</a:t>
            </a:r>
            <a:endParaRPr lang="zh-CN" altLang="en-US" sz="2400" b="1">
              <a:solidFill>
                <a:schemeClr val="accent6">
                  <a:lumMod val="75000"/>
                </a:schemeClr>
              </a:solidFill>
              <a:latin typeface="华文楷体" panose="02010600040101010101" pitchFamily="2" charset="-122"/>
              <a:ea typeface="华文楷体" panose="02010600040101010101" pitchFamily="2" charset="-122"/>
              <a:sym typeface="+mn-ea"/>
            </a:endParaRPr>
          </a:p>
          <a:p>
            <a:pPr algn="ctr"/>
            <a:r>
              <a:rPr lang="zh-CN" altLang="en-US" sz="2400" b="1">
                <a:solidFill>
                  <a:schemeClr val="accent6">
                    <a:lumMod val="75000"/>
                  </a:schemeClr>
                </a:solidFill>
                <a:latin typeface="华文楷体" panose="02010600040101010101" pitchFamily="2" charset="-122"/>
                <a:ea typeface="华文楷体" panose="02010600040101010101" pitchFamily="2" charset="-122"/>
                <a:sym typeface="+mn-ea"/>
              </a:rPr>
              <a:t>二进制</a:t>
            </a:r>
            <a:endParaRPr lang="zh-CN" altLang="en-US" sz="2400" b="1">
              <a:solidFill>
                <a:schemeClr val="accent6">
                  <a:lumMod val="75000"/>
                </a:schemeClr>
              </a:solidFill>
              <a:latin typeface="华文楷体" panose="02010600040101010101" pitchFamily="2" charset="-122"/>
              <a:ea typeface="华文楷体" panose="02010600040101010101" pitchFamily="2" charset="-122"/>
              <a:sym typeface="+mn-ea"/>
            </a:endParaRPr>
          </a:p>
        </p:txBody>
      </p:sp>
      <p:grpSp>
        <p:nvGrpSpPr>
          <p:cNvPr id="348" name="组合 347"/>
          <p:cNvGrpSpPr/>
          <p:nvPr>
            <p:custDataLst>
              <p:tags r:id="rId173"/>
            </p:custDataLst>
          </p:nvPr>
        </p:nvGrpSpPr>
        <p:grpSpPr>
          <a:xfrm>
            <a:off x="4587432" y="2935605"/>
            <a:ext cx="3319780" cy="1489075"/>
            <a:chOff x="4313" y="4623"/>
            <a:chExt cx="5228" cy="2345"/>
          </a:xfrm>
        </p:grpSpPr>
        <p:sp>
          <p:nvSpPr>
            <p:cNvPr id="349" name="圆角矩形 348"/>
            <p:cNvSpPr/>
            <p:nvPr>
              <p:custDataLst>
                <p:tags r:id="rId174"/>
              </p:custDataLst>
            </p:nvPr>
          </p:nvSpPr>
          <p:spPr>
            <a:xfrm>
              <a:off x="5909" y="5728"/>
              <a:ext cx="2130" cy="1240"/>
            </a:xfrm>
            <a:prstGeom prst="roundRect">
              <a:avLst/>
            </a:prstGeom>
            <a:noFill/>
            <a:ln w="38100">
              <a:solidFill>
                <a:schemeClr val="accent6">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2400" b="1">
                  <a:solidFill>
                    <a:srgbClr val="548235"/>
                  </a:solidFill>
                  <a:latin typeface="华文楷体" panose="02010600040101010101" pitchFamily="2" charset="-122"/>
                  <a:ea typeface="华文楷体" panose="02010600040101010101" pitchFamily="2" charset="-122"/>
                </a:rPr>
                <a:t>  </a:t>
              </a:r>
              <a:r>
                <a:rPr lang="zh-CN" altLang="en-US" sz="2400" b="1">
                  <a:solidFill>
                    <a:srgbClr val="548235"/>
                  </a:solidFill>
                  <a:latin typeface="华文楷体" panose="02010600040101010101" pitchFamily="2" charset="-122"/>
                  <a:ea typeface="华文楷体" panose="02010600040101010101" pitchFamily="2" charset="-122"/>
                </a:rPr>
                <a:t>几位</a:t>
              </a:r>
              <a:endParaRPr lang="zh-CN" altLang="en-US" sz="2400" b="1">
                <a:solidFill>
                  <a:srgbClr val="548235"/>
                </a:solidFill>
                <a:latin typeface="华文楷体" panose="02010600040101010101" pitchFamily="2" charset="-122"/>
                <a:ea typeface="华文楷体" panose="02010600040101010101" pitchFamily="2" charset="-122"/>
              </a:endParaRPr>
            </a:p>
            <a:p>
              <a:pPr algn="ctr"/>
              <a:r>
                <a:rPr lang="zh-CN" altLang="en-US" sz="2400" b="1">
                  <a:solidFill>
                    <a:srgbClr val="548235"/>
                  </a:solidFill>
                  <a:latin typeface="华文楷体" panose="02010600040101010101" pitchFamily="2" charset="-122"/>
                  <a:ea typeface="华文楷体" panose="02010600040101010101" pitchFamily="2" charset="-122"/>
                </a:rPr>
                <a:t>二进制？</a:t>
              </a:r>
              <a:endParaRPr lang="zh-CN" altLang="en-US" sz="2400" b="1">
                <a:solidFill>
                  <a:srgbClr val="548235"/>
                </a:solidFill>
                <a:latin typeface="华文楷体" panose="02010600040101010101" pitchFamily="2" charset="-122"/>
                <a:ea typeface="华文楷体" panose="02010600040101010101" pitchFamily="2" charset="-122"/>
              </a:endParaRPr>
            </a:p>
          </p:txBody>
        </p:sp>
        <p:cxnSp>
          <p:nvCxnSpPr>
            <p:cNvPr id="350" name="曲线连接符 349"/>
            <p:cNvCxnSpPr>
              <a:stCxn id="314" idx="3"/>
              <a:endCxn id="349" idx="0"/>
            </p:cNvCxnSpPr>
            <p:nvPr>
              <p:custDataLst>
                <p:tags r:id="rId175"/>
              </p:custDataLst>
            </p:nvPr>
          </p:nvCxnSpPr>
          <p:spPr>
            <a:xfrm>
              <a:off x="4313" y="4623"/>
              <a:ext cx="2661" cy="1105"/>
            </a:xfrm>
            <a:prstGeom prst="curvedConnector2">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1" name="曲线连接符 350"/>
            <p:cNvCxnSpPr>
              <a:stCxn id="242" idx="1"/>
              <a:endCxn id="349" idx="0"/>
            </p:cNvCxnSpPr>
            <p:nvPr>
              <p:custDataLst>
                <p:tags r:id="rId176"/>
              </p:custDataLst>
            </p:nvPr>
          </p:nvCxnSpPr>
          <p:spPr>
            <a:xfrm rot="10800000" flipV="1">
              <a:off x="6974" y="4631"/>
              <a:ext cx="2567" cy="1097"/>
            </a:xfrm>
            <a:prstGeom prst="curvedConnector2">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52" name="文本框 351"/>
          <p:cNvSpPr txBox="1"/>
          <p:nvPr>
            <p:custDataLst>
              <p:tags r:id="rId177"/>
            </p:custDataLst>
          </p:nvPr>
        </p:nvSpPr>
        <p:spPr>
          <a:xfrm>
            <a:off x="9844652" y="3791267"/>
            <a:ext cx="1207770" cy="829945"/>
          </a:xfrm>
          <a:prstGeom prst="rect">
            <a:avLst/>
          </a:prstGeom>
          <a:noFill/>
        </p:spPr>
        <p:txBody>
          <a:bodyPr wrap="square" rtlCol="0" anchor="t">
            <a:spAutoFit/>
          </a:bodyPr>
          <a:lstStyle/>
          <a:p>
            <a:pPr algn="ctr"/>
            <a:r>
              <a:rPr lang="en-US" altLang="zh-CN" sz="2400" b="1">
                <a:solidFill>
                  <a:schemeClr val="accent6">
                    <a:lumMod val="75000"/>
                  </a:schemeClr>
                </a:solidFill>
                <a:latin typeface="华文楷体" panose="02010600040101010101" pitchFamily="2" charset="-122"/>
                <a:ea typeface="华文楷体" panose="02010600040101010101" pitchFamily="2" charset="-122"/>
                <a:sym typeface="+mn-ea"/>
              </a:rPr>
              <a:t>3</a:t>
            </a:r>
            <a:r>
              <a:rPr lang="zh-CN" altLang="en-US" sz="2400" b="1">
                <a:solidFill>
                  <a:schemeClr val="accent6">
                    <a:lumMod val="75000"/>
                  </a:schemeClr>
                </a:solidFill>
                <a:latin typeface="华文楷体" panose="02010600040101010101" pitchFamily="2" charset="-122"/>
                <a:ea typeface="华文楷体" panose="02010600040101010101" pitchFamily="2" charset="-122"/>
                <a:sym typeface="+mn-ea"/>
              </a:rPr>
              <a:t>位</a:t>
            </a:r>
            <a:endParaRPr lang="zh-CN" altLang="en-US" sz="2400" b="1">
              <a:solidFill>
                <a:schemeClr val="accent6">
                  <a:lumMod val="75000"/>
                </a:schemeClr>
              </a:solidFill>
              <a:latin typeface="华文楷体" panose="02010600040101010101" pitchFamily="2" charset="-122"/>
              <a:ea typeface="华文楷体" panose="02010600040101010101" pitchFamily="2" charset="-122"/>
              <a:sym typeface="+mn-ea"/>
            </a:endParaRPr>
          </a:p>
          <a:p>
            <a:pPr algn="ctr"/>
            <a:r>
              <a:rPr lang="zh-CN" altLang="en-US" sz="2400" b="1">
                <a:solidFill>
                  <a:schemeClr val="accent6">
                    <a:lumMod val="75000"/>
                  </a:schemeClr>
                </a:solidFill>
                <a:latin typeface="华文楷体" panose="02010600040101010101" pitchFamily="2" charset="-122"/>
                <a:ea typeface="华文楷体" panose="02010600040101010101" pitchFamily="2" charset="-122"/>
                <a:sym typeface="+mn-ea"/>
              </a:rPr>
              <a:t>二进制</a:t>
            </a:r>
            <a:endParaRPr lang="zh-CN" altLang="en-US" sz="2400" b="1">
              <a:solidFill>
                <a:schemeClr val="accent6">
                  <a:lumMod val="75000"/>
                </a:schemeClr>
              </a:solidFill>
              <a:latin typeface="华文楷体" panose="02010600040101010101" pitchFamily="2" charset="-122"/>
              <a:ea typeface="华文楷体" panose="02010600040101010101" pitchFamily="2" charset="-122"/>
              <a:sym typeface="+mn-ea"/>
            </a:endParaRPr>
          </a:p>
        </p:txBody>
      </p:sp>
      <p:sp>
        <p:nvSpPr>
          <p:cNvPr id="179" name="TextBox 8"/>
          <p:cNvSpPr txBox="1">
            <a:spLocks noChangeArrowheads="1"/>
          </p:cNvSpPr>
          <p:nvPr>
            <p:custDataLst>
              <p:tags r:id="rId178"/>
            </p:custDataLst>
          </p:nvPr>
        </p:nvSpPr>
        <p:spPr bwMode="auto">
          <a:xfrm>
            <a:off x="4468715" y="328533"/>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wipe(up)">
                                      <p:cBhvr>
                                        <p:cTn id="7" dur="500"/>
                                        <p:tgtEl>
                                          <p:spTgt spid="104"/>
                                        </p:tgtEl>
                                      </p:cBhvr>
                                    </p:animEffect>
                                  </p:childTnLst>
                                </p:cTn>
                              </p:par>
                              <p:par>
                                <p:cTn id="8" presetID="22" presetClass="entr" presetSubtype="1" fill="hold" nodeType="withEffect">
                                  <p:stCondLst>
                                    <p:cond delay="0"/>
                                  </p:stCondLst>
                                  <p:childTnLst>
                                    <p:set>
                                      <p:cBhvr>
                                        <p:cTn id="9" dur="1" fill="hold">
                                          <p:stCondLst>
                                            <p:cond delay="0"/>
                                          </p:stCondLst>
                                        </p:cTn>
                                        <p:tgtEl>
                                          <p:spTgt spid="275"/>
                                        </p:tgtEl>
                                        <p:attrNameLst>
                                          <p:attrName>style.visibility</p:attrName>
                                        </p:attrNameLst>
                                      </p:cBhvr>
                                      <p:to>
                                        <p:strVal val="visible"/>
                                      </p:to>
                                    </p:set>
                                    <p:animEffect transition="in" filter="wipe(up)">
                                      <p:cBhvr>
                                        <p:cTn id="10" dur="500"/>
                                        <p:tgtEl>
                                          <p:spTgt spid="27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348"/>
                                        </p:tgtEl>
                                        <p:attrNameLst>
                                          <p:attrName>style.visibility</p:attrName>
                                        </p:attrNameLst>
                                      </p:cBhvr>
                                      <p:to>
                                        <p:strVal val="visible"/>
                                      </p:to>
                                    </p:set>
                                    <p:animEffect transition="in" filter="wipe(up)">
                                      <p:cBhvr>
                                        <p:cTn id="15" dur="500"/>
                                        <p:tgtEl>
                                          <p:spTgt spid="348"/>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4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 grpId="0"/>
      <p:bldP spid="35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custDataLst>
              <p:tags r:id="rId1"/>
            </p:custDataLst>
          </p:nvPr>
        </p:nvSpPr>
        <p:spPr>
          <a:xfrm>
            <a:off x="3359347" y="1416337"/>
            <a:ext cx="5556738" cy="553998"/>
          </a:xfrm>
          <a:prstGeom prst="rect">
            <a:avLst/>
          </a:prstGeom>
          <a:noFill/>
        </p:spPr>
        <p:txBody>
          <a:bodyPr wrap="square" rtlCol="0">
            <a:spAutoFit/>
          </a:bodyPr>
          <a:lstStyle/>
          <a:p>
            <a:pPr algn="ctr"/>
            <a:r>
              <a:rPr lang="en-US" altLang="zh-CN" sz="3000">
                <a:solidFill>
                  <a:prstClr val="black"/>
                </a:solidFill>
                <a:latin typeface="黑体" panose="02010609060101010101" charset="-122"/>
                <a:ea typeface="黑体" panose="02010609060101010101" charset="-122"/>
              </a:rPr>
              <a:t>2. </a:t>
            </a:r>
            <a:r>
              <a:rPr lang="zh-CN" altLang="en-US" sz="3000">
                <a:solidFill>
                  <a:prstClr val="black"/>
                </a:solidFill>
                <a:latin typeface="黑体" panose="02010609060101010101" charset="-122"/>
                <a:ea typeface="黑体" panose="02010609060101010101" charset="-122"/>
              </a:rPr>
              <a:t>图像量化</a:t>
            </a:r>
            <a:endParaRPr lang="zh-CN" altLang="en-US" sz="3000">
              <a:solidFill>
                <a:prstClr val="black"/>
              </a:solidFill>
              <a:latin typeface="黑体" panose="02010609060101010101" charset="-122"/>
              <a:ea typeface="黑体" panose="02010609060101010101" charset="-122"/>
            </a:endParaRPr>
          </a:p>
        </p:txBody>
      </p:sp>
      <p:cxnSp>
        <p:nvCxnSpPr>
          <p:cNvPr id="29" name="直接连接符 28"/>
          <p:cNvCxnSpPr/>
          <p:nvPr>
            <p:custDataLst>
              <p:tags r:id="rId2"/>
            </p:custDataLst>
          </p:nvPr>
        </p:nvCxnSpPr>
        <p:spPr>
          <a:xfrm flipV="1">
            <a:off x="3359346" y="2060503"/>
            <a:ext cx="5556738" cy="23447"/>
          </a:xfrm>
          <a:prstGeom prst="line">
            <a:avLst/>
          </a:prstGeom>
          <a:ln w="12700">
            <a:solidFill>
              <a:srgbClr val="01431D"/>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p:custDataLst>
              <p:tags r:id="rId3"/>
            </p:custDataLst>
          </p:nvPr>
        </p:nvGrpSpPr>
        <p:grpSpPr>
          <a:xfrm>
            <a:off x="2796635" y="1801906"/>
            <a:ext cx="445481" cy="469613"/>
            <a:chOff x="2121873" y="1511588"/>
            <a:chExt cx="445481" cy="469613"/>
          </a:xfrm>
        </p:grpSpPr>
        <p:sp>
          <p:nvSpPr>
            <p:cNvPr id="39" name="矩形 38"/>
            <p:cNvSpPr/>
            <p:nvPr>
              <p:custDataLst>
                <p:tags r:id="rId4"/>
              </p:custDataLst>
            </p:nvPr>
          </p:nvSpPr>
          <p:spPr>
            <a:xfrm>
              <a:off x="2121873" y="1511588"/>
              <a:ext cx="363415" cy="363415"/>
            </a:xfrm>
            <a:prstGeom prst="rect">
              <a:avLst/>
            </a:prstGeom>
            <a:solidFill>
              <a:srgbClr val="0143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矩形 39"/>
            <p:cNvSpPr/>
            <p:nvPr>
              <p:custDataLst>
                <p:tags r:id="rId5"/>
              </p:custDataLst>
            </p:nvPr>
          </p:nvSpPr>
          <p:spPr>
            <a:xfrm>
              <a:off x="2321171" y="1735018"/>
              <a:ext cx="246183" cy="246183"/>
            </a:xfrm>
            <a:prstGeom prst="rect">
              <a:avLst/>
            </a:prstGeom>
            <a:solidFill>
              <a:srgbClr val="0162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179" name="组合 178"/>
          <p:cNvGrpSpPr/>
          <p:nvPr>
            <p:custDataLst>
              <p:tags r:id="rId6"/>
            </p:custDataLst>
          </p:nvPr>
        </p:nvGrpSpPr>
        <p:grpSpPr>
          <a:xfrm>
            <a:off x="1243750" y="2600581"/>
            <a:ext cx="1136015" cy="3187065"/>
            <a:chOff x="472" y="4055"/>
            <a:chExt cx="1789" cy="5019"/>
          </a:xfrm>
        </p:grpSpPr>
        <p:grpSp>
          <p:nvGrpSpPr>
            <p:cNvPr id="180" name="组合 179"/>
            <p:cNvGrpSpPr/>
            <p:nvPr>
              <p:custDataLst>
                <p:tags r:id="rId7"/>
              </p:custDataLst>
            </p:nvPr>
          </p:nvGrpSpPr>
          <p:grpSpPr>
            <a:xfrm>
              <a:off x="472" y="6663"/>
              <a:ext cx="1782" cy="727"/>
              <a:chOff x="4898" y="8754"/>
              <a:chExt cx="1782" cy="727"/>
            </a:xfrm>
          </p:grpSpPr>
          <p:sp>
            <p:nvSpPr>
              <p:cNvPr id="196" name="文本框 195"/>
              <p:cNvSpPr txBox="1"/>
              <p:nvPr>
                <p:custDataLst>
                  <p:tags r:id="rId8"/>
                </p:custDataLst>
              </p:nvPr>
            </p:nvSpPr>
            <p:spPr>
              <a:xfrm>
                <a:off x="4898" y="8754"/>
                <a:ext cx="1260" cy="727"/>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黄色</a:t>
                </a:r>
                <a:endParaRPr lang="zh-CN" altLang="en-US" sz="2400">
                  <a:latin typeface="华文楷体" panose="02010600040101010101" pitchFamily="2" charset="-122"/>
                  <a:ea typeface="华文楷体" panose="02010600040101010101" pitchFamily="2" charset="-122"/>
                </a:endParaRPr>
              </a:p>
            </p:txBody>
          </p:sp>
          <p:sp>
            <p:nvSpPr>
              <p:cNvPr id="197" name="矩形 196"/>
              <p:cNvSpPr/>
              <p:nvPr>
                <p:custDataLst>
                  <p:tags r:id="rId9"/>
                </p:custDataLst>
              </p:nvPr>
            </p:nvSpPr>
            <p:spPr>
              <a:xfrm>
                <a:off x="6204" y="8871"/>
                <a:ext cx="476" cy="436"/>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grpSp>
          <p:nvGrpSpPr>
            <p:cNvPr id="181" name="组合 180"/>
            <p:cNvGrpSpPr/>
            <p:nvPr>
              <p:custDataLst>
                <p:tags r:id="rId10"/>
              </p:custDataLst>
            </p:nvPr>
          </p:nvGrpSpPr>
          <p:grpSpPr>
            <a:xfrm>
              <a:off x="472" y="8347"/>
              <a:ext cx="1782" cy="727"/>
              <a:chOff x="4898" y="9864"/>
              <a:chExt cx="1782" cy="727"/>
            </a:xfrm>
          </p:grpSpPr>
          <p:sp>
            <p:nvSpPr>
              <p:cNvPr id="194" name="文本框 193"/>
              <p:cNvSpPr txBox="1"/>
              <p:nvPr>
                <p:custDataLst>
                  <p:tags r:id="rId11"/>
                </p:custDataLst>
              </p:nvPr>
            </p:nvSpPr>
            <p:spPr>
              <a:xfrm>
                <a:off x="4898" y="9864"/>
                <a:ext cx="1260" cy="727"/>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绿色</a:t>
                </a:r>
                <a:endParaRPr lang="zh-CN" altLang="en-US" sz="2400">
                  <a:latin typeface="华文楷体" panose="02010600040101010101" pitchFamily="2" charset="-122"/>
                  <a:ea typeface="华文楷体" panose="02010600040101010101" pitchFamily="2" charset="-122"/>
                </a:endParaRPr>
              </a:p>
            </p:txBody>
          </p:sp>
          <p:sp>
            <p:nvSpPr>
              <p:cNvPr id="195" name="矩形 194"/>
              <p:cNvSpPr/>
              <p:nvPr>
                <p:custDataLst>
                  <p:tags r:id="rId12"/>
                </p:custDataLst>
              </p:nvPr>
            </p:nvSpPr>
            <p:spPr>
              <a:xfrm>
                <a:off x="6204" y="10003"/>
                <a:ext cx="476" cy="436"/>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grpSp>
          <p:nvGrpSpPr>
            <p:cNvPr id="182" name="组合 181"/>
            <p:cNvGrpSpPr/>
            <p:nvPr>
              <p:custDataLst>
                <p:tags r:id="rId13"/>
              </p:custDataLst>
            </p:nvPr>
          </p:nvGrpSpPr>
          <p:grpSpPr>
            <a:xfrm>
              <a:off x="472" y="4055"/>
              <a:ext cx="1789" cy="727"/>
              <a:chOff x="4906" y="4491"/>
              <a:chExt cx="1789" cy="727"/>
            </a:xfrm>
          </p:grpSpPr>
          <p:sp>
            <p:nvSpPr>
              <p:cNvPr id="192" name="矩形 191"/>
              <p:cNvSpPr/>
              <p:nvPr>
                <p:custDataLst>
                  <p:tags r:id="rId14"/>
                </p:custDataLst>
              </p:nvPr>
            </p:nvSpPr>
            <p:spPr>
              <a:xfrm>
                <a:off x="6219" y="4635"/>
                <a:ext cx="476" cy="437"/>
              </a:xfrm>
              <a:prstGeom prst="rect">
                <a:avLst/>
              </a:prstGeom>
              <a:noFill/>
              <a:ln w="38100">
                <a:solidFill>
                  <a:schemeClr val="tx1"/>
                </a:solidFill>
              </a:ln>
              <a:extLst>
                <a:ext uri="{909E8E84-426E-40DD-AFC4-6F175D3DCCD1}">
                  <a14:hiddenFill xmlns:a14="http://schemas.microsoft.com/office/drawing/2010/main">
                    <a:solidFill>
                      <a:srgbClr val="FF66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93" name="文本框 192"/>
              <p:cNvSpPr txBox="1"/>
              <p:nvPr>
                <p:custDataLst>
                  <p:tags r:id="rId15"/>
                </p:custDataLst>
              </p:nvPr>
            </p:nvSpPr>
            <p:spPr>
              <a:xfrm>
                <a:off x="4906" y="4491"/>
                <a:ext cx="1260" cy="727"/>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白色</a:t>
                </a:r>
                <a:endParaRPr lang="zh-CN" altLang="en-US" sz="2400">
                  <a:latin typeface="华文楷体" panose="02010600040101010101" pitchFamily="2" charset="-122"/>
                  <a:ea typeface="华文楷体" panose="02010600040101010101" pitchFamily="2" charset="-122"/>
                </a:endParaRPr>
              </a:p>
            </p:txBody>
          </p:sp>
        </p:grpSp>
        <p:grpSp>
          <p:nvGrpSpPr>
            <p:cNvPr id="183" name="组合 182"/>
            <p:cNvGrpSpPr/>
            <p:nvPr>
              <p:custDataLst>
                <p:tags r:id="rId16"/>
              </p:custDataLst>
            </p:nvPr>
          </p:nvGrpSpPr>
          <p:grpSpPr>
            <a:xfrm>
              <a:off x="472" y="5778"/>
              <a:ext cx="1782" cy="727"/>
              <a:chOff x="4898" y="7655"/>
              <a:chExt cx="1782" cy="727"/>
            </a:xfrm>
          </p:grpSpPr>
          <p:sp>
            <p:nvSpPr>
              <p:cNvPr id="190" name="矩形 189"/>
              <p:cNvSpPr/>
              <p:nvPr>
                <p:custDataLst>
                  <p:tags r:id="rId17"/>
                </p:custDataLst>
              </p:nvPr>
            </p:nvSpPr>
            <p:spPr>
              <a:xfrm>
                <a:off x="6204" y="7782"/>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91" name="文本框 190"/>
              <p:cNvSpPr txBox="1"/>
              <p:nvPr>
                <p:custDataLst>
                  <p:tags r:id="rId18"/>
                </p:custDataLst>
              </p:nvPr>
            </p:nvSpPr>
            <p:spPr>
              <a:xfrm>
                <a:off x="4898" y="7655"/>
                <a:ext cx="1260" cy="727"/>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橙色</a:t>
                </a:r>
                <a:endParaRPr lang="zh-CN" altLang="en-US" sz="2400">
                  <a:latin typeface="华文楷体" panose="02010600040101010101" pitchFamily="2" charset="-122"/>
                  <a:ea typeface="华文楷体" panose="02010600040101010101" pitchFamily="2" charset="-122"/>
                </a:endParaRPr>
              </a:p>
            </p:txBody>
          </p:sp>
        </p:grpSp>
        <p:grpSp>
          <p:nvGrpSpPr>
            <p:cNvPr id="184" name="组合 183"/>
            <p:cNvGrpSpPr/>
            <p:nvPr>
              <p:custDataLst>
                <p:tags r:id="rId19"/>
              </p:custDataLst>
            </p:nvPr>
          </p:nvGrpSpPr>
          <p:grpSpPr>
            <a:xfrm>
              <a:off x="476" y="4907"/>
              <a:ext cx="1785" cy="727"/>
              <a:chOff x="4908" y="5601"/>
              <a:chExt cx="1785" cy="727"/>
            </a:xfrm>
          </p:grpSpPr>
          <p:sp>
            <p:nvSpPr>
              <p:cNvPr id="188" name="矩形 187"/>
              <p:cNvSpPr/>
              <p:nvPr>
                <p:custDataLst>
                  <p:tags r:id="rId20"/>
                </p:custDataLst>
              </p:nvPr>
            </p:nvSpPr>
            <p:spPr>
              <a:xfrm>
                <a:off x="6222" y="5743"/>
                <a:ext cx="471"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89" name="文本框 188"/>
              <p:cNvSpPr txBox="1"/>
              <p:nvPr>
                <p:custDataLst>
                  <p:tags r:id="rId21"/>
                </p:custDataLst>
              </p:nvPr>
            </p:nvSpPr>
            <p:spPr>
              <a:xfrm>
                <a:off x="4908" y="5601"/>
                <a:ext cx="1260" cy="727"/>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红色</a:t>
                </a:r>
                <a:endParaRPr lang="zh-CN" altLang="en-US" sz="2400">
                  <a:latin typeface="华文楷体" panose="02010600040101010101" pitchFamily="2" charset="-122"/>
                  <a:ea typeface="华文楷体" panose="02010600040101010101" pitchFamily="2" charset="-122"/>
                </a:endParaRPr>
              </a:p>
            </p:txBody>
          </p:sp>
        </p:grpSp>
        <p:grpSp>
          <p:nvGrpSpPr>
            <p:cNvPr id="185" name="组合 184"/>
            <p:cNvGrpSpPr/>
            <p:nvPr>
              <p:custDataLst>
                <p:tags r:id="rId22"/>
              </p:custDataLst>
            </p:nvPr>
          </p:nvGrpSpPr>
          <p:grpSpPr>
            <a:xfrm>
              <a:off x="492" y="7534"/>
              <a:ext cx="1769" cy="727"/>
              <a:chOff x="7106" y="8192"/>
              <a:chExt cx="1769" cy="727"/>
            </a:xfrm>
          </p:grpSpPr>
          <p:sp>
            <p:nvSpPr>
              <p:cNvPr id="186" name="矩形 185"/>
              <p:cNvSpPr/>
              <p:nvPr>
                <p:custDataLst>
                  <p:tags r:id="rId23"/>
                </p:custDataLst>
              </p:nvPr>
            </p:nvSpPr>
            <p:spPr>
              <a:xfrm>
                <a:off x="8399" y="8294"/>
                <a:ext cx="476" cy="437"/>
              </a:xfrm>
              <a:prstGeom prst="rect">
                <a:avLst/>
              </a:prstGeom>
              <a:solidFill>
                <a:srgbClr val="FFC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87" name="文本框 186"/>
              <p:cNvSpPr txBox="1"/>
              <p:nvPr>
                <p:custDataLst>
                  <p:tags r:id="rId24"/>
                </p:custDataLst>
              </p:nvPr>
            </p:nvSpPr>
            <p:spPr>
              <a:xfrm>
                <a:off x="7106" y="8192"/>
                <a:ext cx="1260" cy="727"/>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深黄</a:t>
                </a:r>
                <a:endParaRPr lang="zh-CN" altLang="en-US" sz="2400">
                  <a:latin typeface="华文楷体" panose="02010600040101010101" pitchFamily="2" charset="-122"/>
                  <a:ea typeface="华文楷体" panose="02010600040101010101" pitchFamily="2" charset="-122"/>
                </a:endParaRPr>
              </a:p>
            </p:txBody>
          </p:sp>
        </p:grpSp>
      </p:grpSp>
      <p:sp>
        <p:nvSpPr>
          <p:cNvPr id="198" name="文本框 197"/>
          <p:cNvSpPr txBox="1"/>
          <p:nvPr>
            <p:custDataLst>
              <p:tags r:id="rId25"/>
            </p:custDataLst>
          </p:nvPr>
        </p:nvSpPr>
        <p:spPr>
          <a:xfrm>
            <a:off x="2537880" y="2596185"/>
            <a:ext cx="699230" cy="461665"/>
          </a:xfrm>
          <a:prstGeom prst="rect">
            <a:avLst/>
          </a:prstGeom>
          <a:noFill/>
        </p:spPr>
        <p:txBody>
          <a:bodyPr wrap="none" rtlCol="0" anchor="t">
            <a:spAutoFit/>
          </a:bodyPr>
          <a:lstStyle/>
          <a:p>
            <a:r>
              <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rPr>
              <a:t>000</a:t>
            </a:r>
            <a:endPar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199" name="文本框 198"/>
          <p:cNvSpPr txBox="1"/>
          <p:nvPr>
            <p:custDataLst>
              <p:tags r:id="rId26"/>
            </p:custDataLst>
          </p:nvPr>
        </p:nvSpPr>
        <p:spPr>
          <a:xfrm>
            <a:off x="2537880" y="3157535"/>
            <a:ext cx="699230" cy="461665"/>
          </a:xfrm>
          <a:prstGeom prst="rect">
            <a:avLst/>
          </a:prstGeom>
          <a:noFill/>
        </p:spPr>
        <p:txBody>
          <a:bodyPr wrap="none" rtlCol="0" anchor="t">
            <a:spAutoFit/>
          </a:bodyPr>
          <a:lstStyle/>
          <a:p>
            <a:r>
              <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rPr>
              <a:t>001</a:t>
            </a:r>
            <a:endPar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200" name="文本框 199"/>
          <p:cNvSpPr txBox="1"/>
          <p:nvPr>
            <p:custDataLst>
              <p:tags r:id="rId27"/>
            </p:custDataLst>
          </p:nvPr>
        </p:nvSpPr>
        <p:spPr>
          <a:xfrm>
            <a:off x="2537880" y="3675579"/>
            <a:ext cx="699230" cy="461665"/>
          </a:xfrm>
          <a:prstGeom prst="rect">
            <a:avLst/>
          </a:prstGeom>
          <a:noFill/>
        </p:spPr>
        <p:txBody>
          <a:bodyPr wrap="none" rtlCol="0" anchor="t">
            <a:spAutoFit/>
          </a:bodyPr>
          <a:lstStyle/>
          <a:p>
            <a:r>
              <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rPr>
              <a:t>010</a:t>
            </a:r>
            <a:endPar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201" name="文本框 200"/>
          <p:cNvSpPr txBox="1"/>
          <p:nvPr>
            <p:custDataLst>
              <p:tags r:id="rId28"/>
            </p:custDataLst>
          </p:nvPr>
        </p:nvSpPr>
        <p:spPr>
          <a:xfrm>
            <a:off x="2536485" y="4236929"/>
            <a:ext cx="682238" cy="461665"/>
          </a:xfrm>
          <a:prstGeom prst="rect">
            <a:avLst/>
          </a:prstGeom>
          <a:noFill/>
        </p:spPr>
        <p:txBody>
          <a:bodyPr wrap="none" rtlCol="0" anchor="t">
            <a:spAutoFit/>
          </a:bodyPr>
          <a:lstStyle/>
          <a:p>
            <a:r>
              <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rPr>
              <a:t>011</a:t>
            </a:r>
            <a:endPar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202" name="文本框 201"/>
          <p:cNvSpPr txBox="1"/>
          <p:nvPr>
            <p:custDataLst>
              <p:tags r:id="rId29"/>
            </p:custDataLst>
          </p:nvPr>
        </p:nvSpPr>
        <p:spPr>
          <a:xfrm>
            <a:off x="2516188" y="4781230"/>
            <a:ext cx="699230" cy="461665"/>
          </a:xfrm>
          <a:prstGeom prst="rect">
            <a:avLst/>
          </a:prstGeom>
          <a:noFill/>
        </p:spPr>
        <p:txBody>
          <a:bodyPr wrap="none" rtlCol="0" anchor="t">
            <a:spAutoFit/>
          </a:bodyPr>
          <a:lstStyle/>
          <a:p>
            <a:r>
              <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rPr>
              <a:t>100</a:t>
            </a:r>
            <a:endPar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203" name="文本框 202"/>
          <p:cNvSpPr txBox="1"/>
          <p:nvPr>
            <p:custDataLst>
              <p:tags r:id="rId30"/>
            </p:custDataLst>
          </p:nvPr>
        </p:nvSpPr>
        <p:spPr>
          <a:xfrm>
            <a:off x="2526583" y="5299274"/>
            <a:ext cx="699230" cy="461665"/>
          </a:xfrm>
          <a:prstGeom prst="rect">
            <a:avLst/>
          </a:prstGeom>
          <a:noFill/>
        </p:spPr>
        <p:txBody>
          <a:bodyPr wrap="none" rtlCol="0" anchor="t">
            <a:spAutoFit/>
          </a:bodyPr>
          <a:lstStyle/>
          <a:p>
            <a:r>
              <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rPr>
              <a:t>101</a:t>
            </a:r>
            <a:endPar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204" name="文本框 203"/>
          <p:cNvSpPr txBox="1"/>
          <p:nvPr>
            <p:custDataLst>
              <p:tags r:id="rId31"/>
            </p:custDataLst>
          </p:nvPr>
        </p:nvSpPr>
        <p:spPr>
          <a:xfrm>
            <a:off x="6900503" y="2538592"/>
            <a:ext cx="691515" cy="460375"/>
          </a:xfrm>
          <a:prstGeom prst="rect">
            <a:avLst/>
          </a:prstGeom>
          <a:noFill/>
        </p:spPr>
        <p:txBody>
          <a:bodyPr wrap="none" rtlCol="0" anchor="t">
            <a:spAutoFit/>
          </a:bodyPr>
          <a:lstStyle/>
          <a:p>
            <a:r>
              <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rPr>
              <a:t>000</a:t>
            </a:r>
            <a:endPar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205" name="文本框 204"/>
          <p:cNvSpPr txBox="1"/>
          <p:nvPr>
            <p:custDataLst>
              <p:tags r:id="rId32"/>
            </p:custDataLst>
          </p:nvPr>
        </p:nvSpPr>
        <p:spPr>
          <a:xfrm>
            <a:off x="7407868" y="2538592"/>
            <a:ext cx="691515" cy="460375"/>
          </a:xfrm>
          <a:prstGeom prst="rect">
            <a:avLst/>
          </a:prstGeom>
          <a:noFill/>
        </p:spPr>
        <p:txBody>
          <a:bodyPr wrap="none" rtlCol="0" anchor="t">
            <a:spAutoFit/>
          </a:bodyPr>
          <a:lstStyle/>
          <a:p>
            <a:r>
              <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rPr>
              <a:t>000</a:t>
            </a:r>
            <a:endPar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353" name="文本框 352"/>
          <p:cNvSpPr txBox="1"/>
          <p:nvPr>
            <p:custDataLst>
              <p:tags r:id="rId33"/>
            </p:custDataLst>
          </p:nvPr>
        </p:nvSpPr>
        <p:spPr>
          <a:xfrm>
            <a:off x="7915233" y="2538592"/>
            <a:ext cx="691515" cy="460375"/>
          </a:xfrm>
          <a:prstGeom prst="rect">
            <a:avLst/>
          </a:prstGeom>
          <a:noFill/>
        </p:spPr>
        <p:txBody>
          <a:bodyPr wrap="none" rtlCol="0" anchor="t">
            <a:spAutoFit/>
          </a:bodyPr>
          <a:lstStyle/>
          <a:p>
            <a:r>
              <a:rPr lang="en-US" altLang="zh-CN" sz="2400" b="1">
                <a:solidFill>
                  <a:srgbClr val="FF6600"/>
                </a:solidFill>
                <a:latin typeface="Arial" panose="020B0604020202020204" pitchFamily="34" charset="0"/>
                <a:ea typeface="华文楷体" panose="02010600040101010101" pitchFamily="2" charset="-122"/>
                <a:cs typeface="Arial" panose="020B0604020202020204" pitchFamily="34" charset="0"/>
                <a:sym typeface="+mn-ea"/>
              </a:rPr>
              <a:t>010</a:t>
            </a:r>
            <a:endParaRPr lang="en-US" altLang="zh-CN" sz="2400" b="1">
              <a:solidFill>
                <a:srgbClr val="FF6600"/>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354" name="文本框 353"/>
          <p:cNvSpPr txBox="1"/>
          <p:nvPr>
            <p:custDataLst>
              <p:tags r:id="rId34"/>
            </p:custDataLst>
          </p:nvPr>
        </p:nvSpPr>
        <p:spPr>
          <a:xfrm>
            <a:off x="8422598" y="2538592"/>
            <a:ext cx="691515" cy="460375"/>
          </a:xfrm>
          <a:prstGeom prst="rect">
            <a:avLst/>
          </a:prstGeom>
          <a:noFill/>
        </p:spPr>
        <p:txBody>
          <a:bodyPr wrap="none" rtlCol="0" anchor="t">
            <a:spAutoFit/>
          </a:bodyPr>
          <a:lstStyle/>
          <a:p>
            <a:r>
              <a:rPr lang="en-US" altLang="zh-CN" sz="2400" b="1">
                <a:solidFill>
                  <a:srgbClr val="FF6600"/>
                </a:solidFill>
                <a:latin typeface="Arial" panose="020B0604020202020204" pitchFamily="34" charset="0"/>
                <a:ea typeface="华文楷体" panose="02010600040101010101" pitchFamily="2" charset="-122"/>
                <a:cs typeface="Arial" panose="020B0604020202020204" pitchFamily="34" charset="0"/>
                <a:sym typeface="+mn-ea"/>
              </a:rPr>
              <a:t>010</a:t>
            </a:r>
            <a:endParaRPr lang="en-US" altLang="zh-CN" sz="2400" b="1">
              <a:solidFill>
                <a:srgbClr val="FF6600"/>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355" name="文本框 354"/>
          <p:cNvSpPr txBox="1"/>
          <p:nvPr>
            <p:custDataLst>
              <p:tags r:id="rId35"/>
            </p:custDataLst>
          </p:nvPr>
        </p:nvSpPr>
        <p:spPr>
          <a:xfrm>
            <a:off x="8929963" y="2538592"/>
            <a:ext cx="691515" cy="460375"/>
          </a:xfrm>
          <a:prstGeom prst="rect">
            <a:avLst/>
          </a:prstGeom>
          <a:noFill/>
        </p:spPr>
        <p:txBody>
          <a:bodyPr wrap="none" rtlCol="0" anchor="t">
            <a:spAutoFit/>
          </a:bodyPr>
          <a:lstStyle/>
          <a:p>
            <a:r>
              <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rPr>
              <a:t>000</a:t>
            </a:r>
            <a:endPar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356" name="文本框 355"/>
          <p:cNvSpPr txBox="1"/>
          <p:nvPr>
            <p:custDataLst>
              <p:tags r:id="rId36"/>
            </p:custDataLst>
          </p:nvPr>
        </p:nvSpPr>
        <p:spPr>
          <a:xfrm>
            <a:off x="9437328" y="2538592"/>
            <a:ext cx="691515" cy="460375"/>
          </a:xfrm>
          <a:prstGeom prst="rect">
            <a:avLst/>
          </a:prstGeom>
          <a:noFill/>
        </p:spPr>
        <p:txBody>
          <a:bodyPr wrap="none" rtlCol="0" anchor="t">
            <a:spAutoFit/>
          </a:bodyPr>
          <a:lstStyle/>
          <a:p>
            <a:r>
              <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rPr>
              <a:t>000</a:t>
            </a:r>
            <a:endPar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endParaRPr>
          </a:p>
        </p:txBody>
      </p:sp>
      <p:grpSp>
        <p:nvGrpSpPr>
          <p:cNvPr id="357" name="组合 356"/>
          <p:cNvGrpSpPr/>
          <p:nvPr>
            <p:custDataLst>
              <p:tags r:id="rId37"/>
            </p:custDataLst>
          </p:nvPr>
        </p:nvGrpSpPr>
        <p:grpSpPr>
          <a:xfrm>
            <a:off x="6346783" y="3261559"/>
            <a:ext cx="3810635" cy="2171065"/>
            <a:chOff x="7351" y="5354"/>
            <a:chExt cx="6001" cy="3419"/>
          </a:xfrm>
        </p:grpSpPr>
        <p:sp>
          <p:nvSpPr>
            <p:cNvPr id="358" name="右箭头 357"/>
            <p:cNvSpPr/>
            <p:nvPr>
              <p:custDataLst>
                <p:tags r:id="rId38"/>
              </p:custDataLst>
            </p:nvPr>
          </p:nvSpPr>
          <p:spPr>
            <a:xfrm>
              <a:off x="7351" y="6356"/>
              <a:ext cx="600" cy="727"/>
            </a:xfrm>
            <a:prstGeom prst="right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
          <p:nvSpPr>
            <p:cNvPr id="359" name="矩形 358"/>
            <p:cNvSpPr/>
            <p:nvPr>
              <p:custDataLst>
                <p:tags r:id="rId39"/>
              </p:custDataLst>
            </p:nvPr>
          </p:nvSpPr>
          <p:spPr>
            <a:xfrm>
              <a:off x="8223" y="5354"/>
              <a:ext cx="5129" cy="3419"/>
            </a:xfrm>
            <a:prstGeom prst="rect">
              <a:avLst/>
            </a:prstGeom>
            <a:ln w="38100">
              <a:solidFill>
                <a:srgbClr val="70AD47"/>
              </a:solidFill>
            </a:ln>
          </p:spPr>
          <p:txBody>
            <a:bodyPr wrap="square">
              <a:spAutoFit/>
            </a:bodyPr>
            <a:lstStyle/>
            <a:p>
              <a:pPr algn="ctr">
                <a:lnSpc>
                  <a:spcPct val="130000"/>
                </a:lnSpc>
              </a:pPr>
              <a:r>
                <a:rPr lang="zh-CN" altLang="en-US" sz="2600" b="1">
                  <a:latin typeface="华文楷体" panose="02010600040101010101" pitchFamily="2" charset="-122"/>
                  <a:ea typeface="华文楷体" panose="02010600040101010101" pitchFamily="2" charset="-122"/>
                </a:rPr>
                <a:t>填一填</a:t>
              </a:r>
              <a:endParaRPr lang="zh-CN" altLang="en-US" sz="2600" b="1">
                <a:latin typeface="华文楷体" panose="02010600040101010101" pitchFamily="2" charset="-122"/>
                <a:ea typeface="华文楷体" panose="02010600040101010101" pitchFamily="2" charset="-122"/>
              </a:endParaRPr>
            </a:p>
            <a:p>
              <a:pPr algn="l">
                <a:lnSpc>
                  <a:spcPct val="130000"/>
                </a:lnSpc>
              </a:pPr>
              <a:r>
                <a:rPr lang="zh-CN" altLang="en-US" sz="2600" b="1">
                  <a:latin typeface="华文楷体" panose="02010600040101010101" pitchFamily="2" charset="-122"/>
                  <a:ea typeface="华文楷体" panose="02010600040101010101" pitchFamily="2" charset="-122"/>
                </a:rPr>
                <a:t>    请在任务单中尝试将本图像量化后的二进制编码填写完成。</a:t>
              </a:r>
              <a:endParaRPr lang="zh-CN" altLang="en-US" sz="2600" b="1">
                <a:latin typeface="华文楷体" panose="02010600040101010101" pitchFamily="2" charset="-122"/>
                <a:ea typeface="华文楷体" panose="02010600040101010101" pitchFamily="2" charset="-122"/>
              </a:endParaRPr>
            </a:p>
          </p:txBody>
        </p:sp>
      </p:grpSp>
      <p:grpSp>
        <p:nvGrpSpPr>
          <p:cNvPr id="360" name="组合 359"/>
          <p:cNvGrpSpPr/>
          <p:nvPr>
            <p:custDataLst>
              <p:tags r:id="rId40"/>
            </p:custDataLst>
          </p:nvPr>
        </p:nvGrpSpPr>
        <p:grpSpPr>
          <a:xfrm>
            <a:off x="3962902" y="2626559"/>
            <a:ext cx="2125980" cy="3101340"/>
            <a:chOff x="8439" y="5220"/>
            <a:chExt cx="3095" cy="3808"/>
          </a:xfrm>
        </p:grpSpPr>
        <p:grpSp>
          <p:nvGrpSpPr>
            <p:cNvPr id="361" name="组合 360"/>
            <p:cNvGrpSpPr/>
            <p:nvPr>
              <p:custDataLst>
                <p:tags r:id="rId41"/>
              </p:custDataLst>
            </p:nvPr>
          </p:nvGrpSpPr>
          <p:grpSpPr>
            <a:xfrm>
              <a:off x="8439" y="5220"/>
              <a:ext cx="3087" cy="3808"/>
              <a:chOff x="13352" y="3024"/>
              <a:chExt cx="3246" cy="3808"/>
            </a:xfrm>
          </p:grpSpPr>
          <p:cxnSp>
            <p:nvCxnSpPr>
              <p:cNvPr id="434" name="直接连接符 433"/>
              <p:cNvCxnSpPr/>
              <p:nvPr>
                <p:custDataLst>
                  <p:tags r:id="rId42"/>
                </p:custDataLst>
              </p:nvPr>
            </p:nvCxnSpPr>
            <p:spPr>
              <a:xfrm>
                <a:off x="13352" y="683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35" name="直接连接符 434"/>
              <p:cNvCxnSpPr/>
              <p:nvPr>
                <p:custDataLst>
                  <p:tags r:id="rId43"/>
                </p:custDataLst>
              </p:nvPr>
            </p:nvCxnSpPr>
            <p:spPr>
              <a:xfrm>
                <a:off x="13352" y="302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36" name="直接连接符 435"/>
              <p:cNvCxnSpPr/>
              <p:nvPr>
                <p:custDataLst>
                  <p:tags r:id="rId44"/>
                </p:custDataLst>
              </p:nvPr>
            </p:nvCxnSpPr>
            <p:spPr>
              <a:xfrm>
                <a:off x="13352" y="350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37" name="直接连接符 436"/>
              <p:cNvCxnSpPr/>
              <p:nvPr>
                <p:custDataLst>
                  <p:tags r:id="rId45"/>
                </p:custDataLst>
              </p:nvPr>
            </p:nvCxnSpPr>
            <p:spPr>
              <a:xfrm>
                <a:off x="13352" y="3976"/>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38" name="直接连接符 437"/>
              <p:cNvCxnSpPr/>
              <p:nvPr>
                <p:custDataLst>
                  <p:tags r:id="rId46"/>
                </p:custDataLst>
              </p:nvPr>
            </p:nvCxnSpPr>
            <p:spPr>
              <a:xfrm>
                <a:off x="13352" y="445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39" name="直接连接符 438"/>
              <p:cNvCxnSpPr/>
              <p:nvPr>
                <p:custDataLst>
                  <p:tags r:id="rId47"/>
                </p:custDataLst>
              </p:nvPr>
            </p:nvCxnSpPr>
            <p:spPr>
              <a:xfrm>
                <a:off x="13352" y="4928"/>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40" name="直接连接符 439"/>
              <p:cNvCxnSpPr/>
              <p:nvPr>
                <p:custDataLst>
                  <p:tags r:id="rId48"/>
                </p:custDataLst>
              </p:nvPr>
            </p:nvCxnSpPr>
            <p:spPr>
              <a:xfrm>
                <a:off x="13352" y="540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41" name="直接连接符 440"/>
              <p:cNvCxnSpPr/>
              <p:nvPr>
                <p:custDataLst>
                  <p:tags r:id="rId49"/>
                </p:custDataLst>
              </p:nvPr>
            </p:nvCxnSpPr>
            <p:spPr>
              <a:xfrm>
                <a:off x="13352" y="588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42" name="直接连接符 441"/>
              <p:cNvCxnSpPr/>
              <p:nvPr>
                <p:custDataLst>
                  <p:tags r:id="rId50"/>
                </p:custDataLst>
              </p:nvPr>
            </p:nvCxnSpPr>
            <p:spPr>
              <a:xfrm>
                <a:off x="13352" y="6356"/>
                <a:ext cx="3247" cy="0"/>
              </a:xfrm>
              <a:prstGeom prst="line">
                <a:avLst/>
              </a:prstGeom>
              <a:ln w="28575"/>
            </p:spPr>
            <p:style>
              <a:lnRef idx="3">
                <a:schemeClr val="dk1"/>
              </a:lnRef>
              <a:fillRef idx="0">
                <a:schemeClr val="dk1"/>
              </a:fillRef>
              <a:effectRef idx="2">
                <a:schemeClr val="dk1"/>
              </a:effectRef>
              <a:fontRef idx="minor">
                <a:schemeClr val="tx1"/>
              </a:fontRef>
            </p:style>
          </p:cxnSp>
        </p:grpSp>
        <p:grpSp>
          <p:nvGrpSpPr>
            <p:cNvPr id="362" name="组合 361"/>
            <p:cNvGrpSpPr/>
            <p:nvPr>
              <p:custDataLst>
                <p:tags r:id="rId51"/>
              </p:custDataLst>
            </p:nvPr>
          </p:nvGrpSpPr>
          <p:grpSpPr>
            <a:xfrm>
              <a:off x="8459" y="5240"/>
              <a:ext cx="3064" cy="3788"/>
              <a:chOff x="4391" y="870"/>
              <a:chExt cx="3264" cy="3828"/>
            </a:xfrm>
          </p:grpSpPr>
          <p:cxnSp>
            <p:nvCxnSpPr>
              <p:cNvPr id="427" name="直接连接符 426"/>
              <p:cNvCxnSpPr/>
              <p:nvPr>
                <p:custDataLst>
                  <p:tags r:id="rId52"/>
                </p:custDataLst>
              </p:nvPr>
            </p:nvCxnSpPr>
            <p:spPr>
              <a:xfrm rot="5400000">
                <a:off x="574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28" name="直接连接符 427"/>
              <p:cNvCxnSpPr/>
              <p:nvPr>
                <p:custDataLst>
                  <p:tags r:id="rId53"/>
                </p:custDataLst>
              </p:nvPr>
            </p:nvCxnSpPr>
            <p:spPr>
              <a:xfrm rot="5400000">
                <a:off x="5197"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29" name="直接连接符 428"/>
              <p:cNvCxnSpPr/>
              <p:nvPr>
                <p:custDataLst>
                  <p:tags r:id="rId54"/>
                </p:custDataLst>
              </p:nvPr>
            </p:nvCxnSpPr>
            <p:spPr>
              <a:xfrm rot="5400000">
                <a:off x="4653"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30" name="直接连接符 429"/>
              <p:cNvCxnSpPr/>
              <p:nvPr>
                <p:custDataLst>
                  <p:tags r:id="rId55"/>
                </p:custDataLst>
              </p:nvPr>
            </p:nvCxnSpPr>
            <p:spPr>
              <a:xfrm rot="5400000">
                <a:off x="4109"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31" name="直接连接符 430"/>
              <p:cNvCxnSpPr/>
              <p:nvPr>
                <p:custDataLst>
                  <p:tags r:id="rId56"/>
                </p:custDataLst>
              </p:nvPr>
            </p:nvCxnSpPr>
            <p:spPr>
              <a:xfrm rot="5400000">
                <a:off x="3565"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32" name="直接连接符 431"/>
              <p:cNvCxnSpPr/>
              <p:nvPr>
                <p:custDataLst>
                  <p:tags r:id="rId57"/>
                </p:custDataLst>
              </p:nvPr>
            </p:nvCxnSpPr>
            <p:spPr>
              <a:xfrm rot="5400000">
                <a:off x="302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33" name="直接连接符 432"/>
              <p:cNvCxnSpPr/>
              <p:nvPr>
                <p:custDataLst>
                  <p:tags r:id="rId58"/>
                </p:custDataLst>
              </p:nvPr>
            </p:nvCxnSpPr>
            <p:spPr>
              <a:xfrm rot="5400000">
                <a:off x="2477" y="2784"/>
                <a:ext cx="3828" cy="0"/>
              </a:xfrm>
              <a:prstGeom prst="line">
                <a:avLst/>
              </a:prstGeom>
              <a:ln w="28575"/>
            </p:spPr>
            <p:style>
              <a:lnRef idx="3">
                <a:schemeClr val="dk1"/>
              </a:lnRef>
              <a:fillRef idx="0">
                <a:schemeClr val="dk1"/>
              </a:fillRef>
              <a:effectRef idx="2">
                <a:schemeClr val="dk1"/>
              </a:effectRef>
              <a:fontRef idx="minor">
                <a:schemeClr val="tx1"/>
              </a:fontRef>
            </p:style>
          </p:cxnSp>
        </p:grpSp>
        <p:sp>
          <p:nvSpPr>
            <p:cNvPr id="363" name="矩形 362"/>
            <p:cNvSpPr/>
            <p:nvPr>
              <p:custDataLst>
                <p:tags r:id="rId59"/>
              </p:custDataLst>
            </p:nvPr>
          </p:nvSpPr>
          <p:spPr>
            <a:xfrm>
              <a:off x="9497" y="5240"/>
              <a:ext cx="476" cy="483"/>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64" name="矩形 363"/>
            <p:cNvSpPr/>
            <p:nvPr>
              <p:custDataLst>
                <p:tags r:id="rId60"/>
              </p:custDataLst>
            </p:nvPr>
          </p:nvSpPr>
          <p:spPr>
            <a:xfrm>
              <a:off x="10005" y="5240"/>
              <a:ext cx="476" cy="483"/>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65" name="矩形 364"/>
            <p:cNvSpPr/>
            <p:nvPr>
              <p:custDataLst>
                <p:tags r:id="rId61"/>
              </p:custDataLst>
            </p:nvPr>
          </p:nvSpPr>
          <p:spPr>
            <a:xfrm>
              <a:off x="8997" y="5728"/>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66" name="矩形 365"/>
            <p:cNvSpPr/>
            <p:nvPr>
              <p:custDataLst>
                <p:tags r:id="rId62"/>
              </p:custDataLst>
            </p:nvPr>
          </p:nvSpPr>
          <p:spPr>
            <a:xfrm>
              <a:off x="9497" y="5728"/>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67" name="矩形 366"/>
            <p:cNvSpPr/>
            <p:nvPr>
              <p:custDataLst>
                <p:tags r:id="rId63"/>
              </p:custDataLst>
            </p:nvPr>
          </p:nvSpPr>
          <p:spPr>
            <a:xfrm>
              <a:off x="10019" y="5728"/>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68" name="矩形 367"/>
            <p:cNvSpPr/>
            <p:nvPr>
              <p:custDataLst>
                <p:tags r:id="rId64"/>
              </p:custDataLst>
            </p:nvPr>
          </p:nvSpPr>
          <p:spPr>
            <a:xfrm>
              <a:off x="10526" y="5728"/>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69" name="矩形 368"/>
            <p:cNvSpPr/>
            <p:nvPr>
              <p:custDataLst>
                <p:tags r:id="rId65"/>
              </p:custDataLst>
            </p:nvPr>
          </p:nvSpPr>
          <p:spPr>
            <a:xfrm>
              <a:off x="8480" y="6194"/>
              <a:ext cx="482"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70" name="矩形 369"/>
            <p:cNvSpPr/>
            <p:nvPr>
              <p:custDataLst>
                <p:tags r:id="rId66"/>
              </p:custDataLst>
            </p:nvPr>
          </p:nvSpPr>
          <p:spPr>
            <a:xfrm>
              <a:off x="8997" y="6194"/>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71" name="矩形 370"/>
            <p:cNvSpPr/>
            <p:nvPr>
              <p:custDataLst>
                <p:tags r:id="rId67"/>
              </p:custDataLst>
            </p:nvPr>
          </p:nvSpPr>
          <p:spPr>
            <a:xfrm>
              <a:off x="9497" y="6194"/>
              <a:ext cx="476" cy="437"/>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72" name="矩形 371"/>
            <p:cNvSpPr/>
            <p:nvPr>
              <p:custDataLst>
                <p:tags r:id="rId68"/>
              </p:custDataLst>
            </p:nvPr>
          </p:nvSpPr>
          <p:spPr>
            <a:xfrm>
              <a:off x="10019" y="6194"/>
              <a:ext cx="476" cy="437"/>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73" name="矩形 372"/>
            <p:cNvSpPr/>
            <p:nvPr>
              <p:custDataLst>
                <p:tags r:id="rId69"/>
              </p:custDataLst>
            </p:nvPr>
          </p:nvSpPr>
          <p:spPr>
            <a:xfrm>
              <a:off x="10526" y="6194"/>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74" name="矩形 373"/>
            <p:cNvSpPr/>
            <p:nvPr>
              <p:custDataLst>
                <p:tags r:id="rId70"/>
              </p:custDataLst>
            </p:nvPr>
          </p:nvSpPr>
          <p:spPr>
            <a:xfrm>
              <a:off x="8480" y="6674"/>
              <a:ext cx="482"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75" name="矩形 374"/>
            <p:cNvSpPr/>
            <p:nvPr>
              <p:custDataLst>
                <p:tags r:id="rId71"/>
              </p:custDataLst>
            </p:nvPr>
          </p:nvSpPr>
          <p:spPr>
            <a:xfrm>
              <a:off x="8997" y="6674"/>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76" name="矩形 375"/>
            <p:cNvSpPr/>
            <p:nvPr>
              <p:custDataLst>
                <p:tags r:id="rId72"/>
              </p:custDataLst>
            </p:nvPr>
          </p:nvSpPr>
          <p:spPr>
            <a:xfrm>
              <a:off x="9497" y="6674"/>
              <a:ext cx="476" cy="437"/>
            </a:xfrm>
            <a:prstGeom prst="rect">
              <a:avLst/>
            </a:prstGeom>
            <a:solidFill>
              <a:srgbClr val="FFC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77" name="矩形 376"/>
            <p:cNvSpPr/>
            <p:nvPr>
              <p:custDataLst>
                <p:tags r:id="rId73"/>
              </p:custDataLst>
            </p:nvPr>
          </p:nvSpPr>
          <p:spPr>
            <a:xfrm>
              <a:off x="10019" y="6674"/>
              <a:ext cx="476" cy="437"/>
            </a:xfrm>
            <a:prstGeom prst="rect">
              <a:avLst/>
            </a:prstGeom>
            <a:solidFill>
              <a:srgbClr val="FFC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78" name="矩形 377"/>
            <p:cNvSpPr/>
            <p:nvPr>
              <p:custDataLst>
                <p:tags r:id="rId74"/>
              </p:custDataLst>
            </p:nvPr>
          </p:nvSpPr>
          <p:spPr>
            <a:xfrm>
              <a:off x="10526" y="6674"/>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79" name="矩形 378"/>
            <p:cNvSpPr/>
            <p:nvPr>
              <p:custDataLst>
                <p:tags r:id="rId75"/>
              </p:custDataLst>
            </p:nvPr>
          </p:nvSpPr>
          <p:spPr>
            <a:xfrm>
              <a:off x="11040" y="6674"/>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80" name="矩形 379"/>
            <p:cNvSpPr/>
            <p:nvPr>
              <p:custDataLst>
                <p:tags r:id="rId76"/>
              </p:custDataLst>
            </p:nvPr>
          </p:nvSpPr>
          <p:spPr>
            <a:xfrm>
              <a:off x="8997" y="715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81" name="矩形 380"/>
            <p:cNvSpPr/>
            <p:nvPr>
              <p:custDataLst>
                <p:tags r:id="rId77"/>
              </p:custDataLst>
            </p:nvPr>
          </p:nvSpPr>
          <p:spPr>
            <a:xfrm>
              <a:off x="9497" y="7150"/>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82" name="矩形 381"/>
            <p:cNvSpPr/>
            <p:nvPr>
              <p:custDataLst>
                <p:tags r:id="rId78"/>
              </p:custDataLst>
            </p:nvPr>
          </p:nvSpPr>
          <p:spPr>
            <a:xfrm>
              <a:off x="10019" y="7150"/>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83" name="矩形 382"/>
            <p:cNvSpPr/>
            <p:nvPr>
              <p:custDataLst>
                <p:tags r:id="rId79"/>
              </p:custDataLst>
            </p:nvPr>
          </p:nvSpPr>
          <p:spPr>
            <a:xfrm>
              <a:off x="10526" y="715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84" name="矩形 383"/>
            <p:cNvSpPr/>
            <p:nvPr>
              <p:custDataLst>
                <p:tags r:id="rId80"/>
              </p:custDataLst>
            </p:nvPr>
          </p:nvSpPr>
          <p:spPr>
            <a:xfrm>
              <a:off x="9497" y="762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85" name="矩形 384"/>
            <p:cNvSpPr/>
            <p:nvPr>
              <p:custDataLst>
                <p:tags r:id="rId81"/>
              </p:custDataLst>
            </p:nvPr>
          </p:nvSpPr>
          <p:spPr>
            <a:xfrm>
              <a:off x="10019" y="762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86" name="矩形 385"/>
            <p:cNvSpPr/>
            <p:nvPr>
              <p:custDataLst>
                <p:tags r:id="rId82"/>
              </p:custDataLst>
            </p:nvPr>
          </p:nvSpPr>
          <p:spPr>
            <a:xfrm>
              <a:off x="8997" y="810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87" name="矩形 386"/>
            <p:cNvSpPr/>
            <p:nvPr>
              <p:custDataLst>
                <p:tags r:id="rId83"/>
              </p:custDataLst>
            </p:nvPr>
          </p:nvSpPr>
          <p:spPr>
            <a:xfrm>
              <a:off x="9497" y="810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88" name="矩形 387"/>
            <p:cNvSpPr/>
            <p:nvPr>
              <p:custDataLst>
                <p:tags r:id="rId84"/>
              </p:custDataLst>
            </p:nvPr>
          </p:nvSpPr>
          <p:spPr>
            <a:xfrm>
              <a:off x="10019" y="810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89" name="矩形 388"/>
            <p:cNvSpPr/>
            <p:nvPr>
              <p:custDataLst>
                <p:tags r:id="rId85"/>
              </p:custDataLst>
            </p:nvPr>
          </p:nvSpPr>
          <p:spPr>
            <a:xfrm>
              <a:off x="10526" y="810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90" name="矩形 389"/>
            <p:cNvSpPr/>
            <p:nvPr>
              <p:custDataLst>
                <p:tags r:id="rId86"/>
              </p:custDataLst>
            </p:nvPr>
          </p:nvSpPr>
          <p:spPr>
            <a:xfrm>
              <a:off x="10019" y="858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grpSp>
          <p:nvGrpSpPr>
            <p:cNvPr id="391" name="组合 390"/>
            <p:cNvGrpSpPr/>
            <p:nvPr>
              <p:custDataLst>
                <p:tags r:id="rId87"/>
              </p:custDataLst>
            </p:nvPr>
          </p:nvGrpSpPr>
          <p:grpSpPr>
            <a:xfrm>
              <a:off x="8447" y="5220"/>
              <a:ext cx="3087" cy="3808"/>
              <a:chOff x="13352" y="3024"/>
              <a:chExt cx="3246" cy="3808"/>
            </a:xfrm>
          </p:grpSpPr>
          <p:cxnSp>
            <p:nvCxnSpPr>
              <p:cNvPr id="418" name="直接连接符 417"/>
              <p:cNvCxnSpPr/>
              <p:nvPr>
                <p:custDataLst>
                  <p:tags r:id="rId88"/>
                </p:custDataLst>
              </p:nvPr>
            </p:nvCxnSpPr>
            <p:spPr>
              <a:xfrm>
                <a:off x="13352" y="683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19" name="直接连接符 418"/>
              <p:cNvCxnSpPr/>
              <p:nvPr>
                <p:custDataLst>
                  <p:tags r:id="rId89"/>
                </p:custDataLst>
              </p:nvPr>
            </p:nvCxnSpPr>
            <p:spPr>
              <a:xfrm>
                <a:off x="13352" y="302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20" name="直接连接符 419"/>
              <p:cNvCxnSpPr/>
              <p:nvPr>
                <p:custDataLst>
                  <p:tags r:id="rId90"/>
                </p:custDataLst>
              </p:nvPr>
            </p:nvCxnSpPr>
            <p:spPr>
              <a:xfrm>
                <a:off x="13352" y="350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21" name="直接连接符 420"/>
              <p:cNvCxnSpPr/>
              <p:nvPr>
                <p:custDataLst>
                  <p:tags r:id="rId91"/>
                </p:custDataLst>
              </p:nvPr>
            </p:nvCxnSpPr>
            <p:spPr>
              <a:xfrm>
                <a:off x="13352" y="3976"/>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22" name="直接连接符 421"/>
              <p:cNvCxnSpPr/>
              <p:nvPr>
                <p:custDataLst>
                  <p:tags r:id="rId92"/>
                </p:custDataLst>
              </p:nvPr>
            </p:nvCxnSpPr>
            <p:spPr>
              <a:xfrm>
                <a:off x="13352" y="445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23" name="直接连接符 422"/>
              <p:cNvCxnSpPr/>
              <p:nvPr>
                <p:custDataLst>
                  <p:tags r:id="rId93"/>
                </p:custDataLst>
              </p:nvPr>
            </p:nvCxnSpPr>
            <p:spPr>
              <a:xfrm>
                <a:off x="13352" y="4928"/>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24" name="直接连接符 423"/>
              <p:cNvCxnSpPr/>
              <p:nvPr>
                <p:custDataLst>
                  <p:tags r:id="rId94"/>
                </p:custDataLst>
              </p:nvPr>
            </p:nvCxnSpPr>
            <p:spPr>
              <a:xfrm>
                <a:off x="13352" y="540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25" name="直接连接符 424"/>
              <p:cNvCxnSpPr/>
              <p:nvPr>
                <p:custDataLst>
                  <p:tags r:id="rId95"/>
                </p:custDataLst>
              </p:nvPr>
            </p:nvCxnSpPr>
            <p:spPr>
              <a:xfrm>
                <a:off x="13352" y="588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26" name="直接连接符 425"/>
              <p:cNvCxnSpPr/>
              <p:nvPr>
                <p:custDataLst>
                  <p:tags r:id="rId96"/>
                </p:custDataLst>
              </p:nvPr>
            </p:nvCxnSpPr>
            <p:spPr>
              <a:xfrm>
                <a:off x="13352" y="6356"/>
                <a:ext cx="3247" cy="0"/>
              </a:xfrm>
              <a:prstGeom prst="line">
                <a:avLst/>
              </a:prstGeom>
              <a:ln w="28575"/>
            </p:spPr>
            <p:style>
              <a:lnRef idx="3">
                <a:schemeClr val="dk1"/>
              </a:lnRef>
              <a:fillRef idx="0">
                <a:schemeClr val="dk1"/>
              </a:fillRef>
              <a:effectRef idx="2">
                <a:schemeClr val="dk1"/>
              </a:effectRef>
              <a:fontRef idx="minor">
                <a:schemeClr val="tx1"/>
              </a:fontRef>
            </p:style>
          </p:cxnSp>
        </p:grpSp>
        <p:sp>
          <p:nvSpPr>
            <p:cNvPr id="392" name="矩形 391"/>
            <p:cNvSpPr/>
            <p:nvPr>
              <p:custDataLst>
                <p:tags r:id="rId97"/>
              </p:custDataLst>
            </p:nvPr>
          </p:nvSpPr>
          <p:spPr>
            <a:xfrm>
              <a:off x="9000" y="5716"/>
              <a:ext cx="471"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93" name="矩形 392"/>
            <p:cNvSpPr/>
            <p:nvPr>
              <p:custDataLst>
                <p:tags r:id="rId98"/>
              </p:custDataLst>
            </p:nvPr>
          </p:nvSpPr>
          <p:spPr>
            <a:xfrm>
              <a:off x="9500" y="5716"/>
              <a:ext cx="471"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94" name="矩形 393"/>
            <p:cNvSpPr/>
            <p:nvPr>
              <p:custDataLst>
                <p:tags r:id="rId99"/>
              </p:custDataLst>
            </p:nvPr>
          </p:nvSpPr>
          <p:spPr>
            <a:xfrm>
              <a:off x="10008" y="5716"/>
              <a:ext cx="471"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95" name="矩形 394"/>
            <p:cNvSpPr/>
            <p:nvPr>
              <p:custDataLst>
                <p:tags r:id="rId100"/>
              </p:custDataLst>
            </p:nvPr>
          </p:nvSpPr>
          <p:spPr>
            <a:xfrm>
              <a:off x="10529" y="5716"/>
              <a:ext cx="471"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96" name="矩形 395"/>
            <p:cNvSpPr/>
            <p:nvPr>
              <p:custDataLst>
                <p:tags r:id="rId101"/>
              </p:custDataLst>
            </p:nvPr>
          </p:nvSpPr>
          <p:spPr>
            <a:xfrm>
              <a:off x="8483" y="6194"/>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97" name="矩形 396"/>
            <p:cNvSpPr/>
            <p:nvPr>
              <p:custDataLst>
                <p:tags r:id="rId102"/>
              </p:custDataLst>
            </p:nvPr>
          </p:nvSpPr>
          <p:spPr>
            <a:xfrm>
              <a:off x="8997" y="6194"/>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98" name="矩形 397"/>
            <p:cNvSpPr/>
            <p:nvPr>
              <p:custDataLst>
                <p:tags r:id="rId103"/>
              </p:custDataLst>
            </p:nvPr>
          </p:nvSpPr>
          <p:spPr>
            <a:xfrm>
              <a:off x="9497" y="6194"/>
              <a:ext cx="476" cy="437"/>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99" name="矩形 398"/>
            <p:cNvSpPr/>
            <p:nvPr>
              <p:custDataLst>
                <p:tags r:id="rId104"/>
              </p:custDataLst>
            </p:nvPr>
          </p:nvSpPr>
          <p:spPr>
            <a:xfrm>
              <a:off x="10005" y="6194"/>
              <a:ext cx="476" cy="437"/>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00" name="矩形 399"/>
            <p:cNvSpPr/>
            <p:nvPr>
              <p:custDataLst>
                <p:tags r:id="rId105"/>
              </p:custDataLst>
            </p:nvPr>
          </p:nvSpPr>
          <p:spPr>
            <a:xfrm>
              <a:off x="10526" y="6194"/>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01" name="矩形 400"/>
            <p:cNvSpPr/>
            <p:nvPr>
              <p:custDataLst>
                <p:tags r:id="rId106"/>
              </p:custDataLst>
            </p:nvPr>
          </p:nvSpPr>
          <p:spPr>
            <a:xfrm>
              <a:off x="8483" y="6662"/>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02" name="矩形 401"/>
            <p:cNvSpPr/>
            <p:nvPr>
              <p:custDataLst>
                <p:tags r:id="rId107"/>
              </p:custDataLst>
            </p:nvPr>
          </p:nvSpPr>
          <p:spPr>
            <a:xfrm>
              <a:off x="8997" y="6662"/>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03" name="矩形 402"/>
            <p:cNvSpPr/>
            <p:nvPr>
              <p:custDataLst>
                <p:tags r:id="rId108"/>
              </p:custDataLst>
            </p:nvPr>
          </p:nvSpPr>
          <p:spPr>
            <a:xfrm>
              <a:off x="9497" y="6662"/>
              <a:ext cx="476" cy="437"/>
            </a:xfrm>
            <a:prstGeom prst="rect">
              <a:avLst/>
            </a:prstGeom>
            <a:solidFill>
              <a:srgbClr val="FFC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04" name="矩形 403"/>
            <p:cNvSpPr/>
            <p:nvPr>
              <p:custDataLst>
                <p:tags r:id="rId109"/>
              </p:custDataLst>
            </p:nvPr>
          </p:nvSpPr>
          <p:spPr>
            <a:xfrm>
              <a:off x="10005" y="6662"/>
              <a:ext cx="476" cy="437"/>
            </a:xfrm>
            <a:prstGeom prst="rect">
              <a:avLst/>
            </a:prstGeom>
            <a:solidFill>
              <a:srgbClr val="FFC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05" name="矩形 404"/>
            <p:cNvSpPr/>
            <p:nvPr>
              <p:custDataLst>
                <p:tags r:id="rId110"/>
              </p:custDataLst>
            </p:nvPr>
          </p:nvSpPr>
          <p:spPr>
            <a:xfrm>
              <a:off x="10526" y="6662"/>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06" name="矩形 405"/>
            <p:cNvSpPr/>
            <p:nvPr>
              <p:custDataLst>
                <p:tags r:id="rId111"/>
              </p:custDataLst>
            </p:nvPr>
          </p:nvSpPr>
          <p:spPr>
            <a:xfrm>
              <a:off x="11028" y="6662"/>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07" name="矩形 406"/>
            <p:cNvSpPr/>
            <p:nvPr>
              <p:custDataLst>
                <p:tags r:id="rId112"/>
              </p:custDataLst>
            </p:nvPr>
          </p:nvSpPr>
          <p:spPr>
            <a:xfrm>
              <a:off x="8997" y="715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08" name="矩形 407"/>
            <p:cNvSpPr/>
            <p:nvPr>
              <p:custDataLst>
                <p:tags r:id="rId113"/>
              </p:custDataLst>
            </p:nvPr>
          </p:nvSpPr>
          <p:spPr>
            <a:xfrm>
              <a:off x="9497" y="7150"/>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09" name="矩形 408"/>
            <p:cNvSpPr/>
            <p:nvPr>
              <p:custDataLst>
                <p:tags r:id="rId114"/>
              </p:custDataLst>
            </p:nvPr>
          </p:nvSpPr>
          <p:spPr>
            <a:xfrm>
              <a:off x="10005" y="7150"/>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10" name="矩形 409"/>
            <p:cNvSpPr/>
            <p:nvPr>
              <p:custDataLst>
                <p:tags r:id="rId115"/>
              </p:custDataLst>
            </p:nvPr>
          </p:nvSpPr>
          <p:spPr>
            <a:xfrm>
              <a:off x="10526" y="715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11" name="矩形 410"/>
            <p:cNvSpPr/>
            <p:nvPr>
              <p:custDataLst>
                <p:tags r:id="rId116"/>
              </p:custDataLst>
            </p:nvPr>
          </p:nvSpPr>
          <p:spPr>
            <a:xfrm>
              <a:off x="9497" y="764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12" name="矩形 411"/>
            <p:cNvSpPr/>
            <p:nvPr>
              <p:custDataLst>
                <p:tags r:id="rId117"/>
              </p:custDataLst>
            </p:nvPr>
          </p:nvSpPr>
          <p:spPr>
            <a:xfrm>
              <a:off x="10005" y="764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13" name="矩形 412"/>
            <p:cNvSpPr/>
            <p:nvPr>
              <p:custDataLst>
                <p:tags r:id="rId118"/>
              </p:custDataLst>
            </p:nvPr>
          </p:nvSpPr>
          <p:spPr>
            <a:xfrm>
              <a:off x="8997" y="8095"/>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14" name="矩形 413"/>
            <p:cNvSpPr/>
            <p:nvPr>
              <p:custDataLst>
                <p:tags r:id="rId119"/>
              </p:custDataLst>
            </p:nvPr>
          </p:nvSpPr>
          <p:spPr>
            <a:xfrm>
              <a:off x="9497" y="8095"/>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15" name="矩形 414"/>
            <p:cNvSpPr/>
            <p:nvPr>
              <p:custDataLst>
                <p:tags r:id="rId120"/>
              </p:custDataLst>
            </p:nvPr>
          </p:nvSpPr>
          <p:spPr>
            <a:xfrm>
              <a:off x="10005" y="8095"/>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16" name="矩形 415"/>
            <p:cNvSpPr/>
            <p:nvPr>
              <p:custDataLst>
                <p:tags r:id="rId121"/>
              </p:custDataLst>
            </p:nvPr>
          </p:nvSpPr>
          <p:spPr>
            <a:xfrm>
              <a:off x="10526" y="8095"/>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17" name="矩形 416"/>
            <p:cNvSpPr/>
            <p:nvPr>
              <p:custDataLst>
                <p:tags r:id="rId122"/>
              </p:custDataLst>
            </p:nvPr>
          </p:nvSpPr>
          <p:spPr>
            <a:xfrm>
              <a:off x="10005" y="856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grpSp>
      <p:sp>
        <p:nvSpPr>
          <p:cNvPr id="124" name="TextBox 8"/>
          <p:cNvSpPr txBox="1">
            <a:spLocks noChangeArrowheads="1"/>
          </p:cNvSpPr>
          <p:nvPr>
            <p:custDataLst>
              <p:tags r:id="rId123"/>
            </p:custDataLst>
          </p:nvPr>
        </p:nvSpPr>
        <p:spPr bwMode="auto">
          <a:xfrm>
            <a:off x="4468715" y="328533"/>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wipe(left)">
                                      <p:cBhvr>
                                        <p:cTn id="7" dur="500"/>
                                        <p:tgtEl>
                                          <p:spTgt spid="17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8"/>
                                        </p:tgtEl>
                                        <p:attrNameLst>
                                          <p:attrName>style.visibility</p:attrName>
                                        </p:attrNameLst>
                                      </p:cBhvr>
                                      <p:to>
                                        <p:strVal val="visible"/>
                                      </p:to>
                                    </p:set>
                                    <p:animEffect transition="in" filter="wipe(left)">
                                      <p:cBhvr>
                                        <p:cTn id="12" dur="500"/>
                                        <p:tgtEl>
                                          <p:spTgt spid="19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9"/>
                                        </p:tgtEl>
                                        <p:attrNameLst>
                                          <p:attrName>style.visibility</p:attrName>
                                        </p:attrNameLst>
                                      </p:cBhvr>
                                      <p:to>
                                        <p:strVal val="visible"/>
                                      </p:to>
                                    </p:set>
                                    <p:animEffect transition="in" filter="wipe(left)">
                                      <p:cBhvr>
                                        <p:cTn id="17" dur="500"/>
                                        <p:tgtEl>
                                          <p:spTgt spid="19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0"/>
                                        </p:tgtEl>
                                        <p:attrNameLst>
                                          <p:attrName>style.visibility</p:attrName>
                                        </p:attrNameLst>
                                      </p:cBhvr>
                                      <p:to>
                                        <p:strVal val="visible"/>
                                      </p:to>
                                    </p:set>
                                    <p:animEffect transition="in" filter="wipe(left)">
                                      <p:cBhvr>
                                        <p:cTn id="22" dur="500"/>
                                        <p:tgtEl>
                                          <p:spTgt spid="20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1"/>
                                        </p:tgtEl>
                                        <p:attrNameLst>
                                          <p:attrName>style.visibility</p:attrName>
                                        </p:attrNameLst>
                                      </p:cBhvr>
                                      <p:to>
                                        <p:strVal val="visible"/>
                                      </p:to>
                                    </p:set>
                                    <p:animEffect transition="in" filter="wipe(left)">
                                      <p:cBhvr>
                                        <p:cTn id="27" dur="500"/>
                                        <p:tgtEl>
                                          <p:spTgt spid="20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2"/>
                                        </p:tgtEl>
                                        <p:attrNameLst>
                                          <p:attrName>style.visibility</p:attrName>
                                        </p:attrNameLst>
                                      </p:cBhvr>
                                      <p:to>
                                        <p:strVal val="visible"/>
                                      </p:to>
                                    </p:set>
                                    <p:animEffect transition="in" filter="wipe(left)">
                                      <p:cBhvr>
                                        <p:cTn id="32" dur="500"/>
                                        <p:tgtEl>
                                          <p:spTgt spid="20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03"/>
                                        </p:tgtEl>
                                        <p:attrNameLst>
                                          <p:attrName>style.visibility</p:attrName>
                                        </p:attrNameLst>
                                      </p:cBhvr>
                                      <p:to>
                                        <p:strVal val="visible"/>
                                      </p:to>
                                    </p:set>
                                    <p:animEffect transition="in" filter="wipe(left)">
                                      <p:cBhvr>
                                        <p:cTn id="37" dur="500"/>
                                        <p:tgtEl>
                                          <p:spTgt spid="20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360"/>
                                        </p:tgtEl>
                                        <p:attrNameLst>
                                          <p:attrName>style.visibility</p:attrName>
                                        </p:attrNameLst>
                                      </p:cBhvr>
                                      <p:to>
                                        <p:strVal val="visible"/>
                                      </p:to>
                                    </p:set>
                                    <p:animEffect transition="in" filter="wipe(up)">
                                      <p:cBhvr>
                                        <p:cTn id="42" dur="500"/>
                                        <p:tgtEl>
                                          <p:spTgt spid="36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04"/>
                                        </p:tgtEl>
                                        <p:attrNameLst>
                                          <p:attrName>style.visibility</p:attrName>
                                        </p:attrNameLst>
                                      </p:cBhvr>
                                      <p:to>
                                        <p:strVal val="visible"/>
                                      </p:to>
                                    </p:set>
                                    <p:animEffect transition="in" filter="wipe(left)">
                                      <p:cBhvr>
                                        <p:cTn id="47" dur="500"/>
                                        <p:tgtEl>
                                          <p:spTgt spid="204"/>
                                        </p:tgtEl>
                                      </p:cBhvr>
                                    </p:animEffect>
                                  </p:childTnLst>
                                </p:cTn>
                              </p:par>
                            </p:childTnLst>
                          </p:cTn>
                        </p:par>
                        <p:par>
                          <p:cTn id="48" fill="hold">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205"/>
                                        </p:tgtEl>
                                        <p:attrNameLst>
                                          <p:attrName>style.visibility</p:attrName>
                                        </p:attrNameLst>
                                      </p:cBhvr>
                                      <p:to>
                                        <p:strVal val="visible"/>
                                      </p:to>
                                    </p:set>
                                    <p:animEffect transition="in" filter="wipe(left)">
                                      <p:cBhvr>
                                        <p:cTn id="51" dur="500"/>
                                        <p:tgtEl>
                                          <p:spTgt spid="205"/>
                                        </p:tgtEl>
                                      </p:cBhvr>
                                    </p:animEffect>
                                  </p:childTnLst>
                                </p:cTn>
                              </p:par>
                            </p:childTnLst>
                          </p:cTn>
                        </p:par>
                        <p:par>
                          <p:cTn id="52" fill="hold">
                            <p:stCondLst>
                              <p:cond delay="1000"/>
                            </p:stCondLst>
                            <p:childTnLst>
                              <p:par>
                                <p:cTn id="53" presetID="22" presetClass="entr" presetSubtype="8" fill="hold" grpId="0" nodeType="afterEffect">
                                  <p:stCondLst>
                                    <p:cond delay="0"/>
                                  </p:stCondLst>
                                  <p:childTnLst>
                                    <p:set>
                                      <p:cBhvr>
                                        <p:cTn id="54" dur="1" fill="hold">
                                          <p:stCondLst>
                                            <p:cond delay="0"/>
                                          </p:stCondLst>
                                        </p:cTn>
                                        <p:tgtEl>
                                          <p:spTgt spid="353"/>
                                        </p:tgtEl>
                                        <p:attrNameLst>
                                          <p:attrName>style.visibility</p:attrName>
                                        </p:attrNameLst>
                                      </p:cBhvr>
                                      <p:to>
                                        <p:strVal val="visible"/>
                                      </p:to>
                                    </p:set>
                                    <p:animEffect transition="in" filter="wipe(left)">
                                      <p:cBhvr>
                                        <p:cTn id="55" dur="500"/>
                                        <p:tgtEl>
                                          <p:spTgt spid="353"/>
                                        </p:tgtEl>
                                      </p:cBhvr>
                                    </p:animEffect>
                                  </p:childTnLst>
                                </p:cTn>
                              </p:par>
                            </p:childTnLst>
                          </p:cTn>
                        </p:par>
                        <p:par>
                          <p:cTn id="56" fill="hold">
                            <p:stCondLst>
                              <p:cond delay="1500"/>
                            </p:stCondLst>
                            <p:childTnLst>
                              <p:par>
                                <p:cTn id="57" presetID="22" presetClass="entr" presetSubtype="8" fill="hold" grpId="0" nodeType="afterEffect">
                                  <p:stCondLst>
                                    <p:cond delay="0"/>
                                  </p:stCondLst>
                                  <p:childTnLst>
                                    <p:set>
                                      <p:cBhvr>
                                        <p:cTn id="58" dur="1" fill="hold">
                                          <p:stCondLst>
                                            <p:cond delay="0"/>
                                          </p:stCondLst>
                                        </p:cTn>
                                        <p:tgtEl>
                                          <p:spTgt spid="354"/>
                                        </p:tgtEl>
                                        <p:attrNameLst>
                                          <p:attrName>style.visibility</p:attrName>
                                        </p:attrNameLst>
                                      </p:cBhvr>
                                      <p:to>
                                        <p:strVal val="visible"/>
                                      </p:to>
                                    </p:set>
                                    <p:animEffect transition="in" filter="wipe(left)">
                                      <p:cBhvr>
                                        <p:cTn id="59" dur="500"/>
                                        <p:tgtEl>
                                          <p:spTgt spid="354"/>
                                        </p:tgtEl>
                                      </p:cBhvr>
                                    </p:animEffect>
                                  </p:childTnLst>
                                </p:cTn>
                              </p:par>
                            </p:childTnLst>
                          </p:cTn>
                        </p:par>
                        <p:par>
                          <p:cTn id="60" fill="hold">
                            <p:stCondLst>
                              <p:cond delay="2000"/>
                            </p:stCondLst>
                            <p:childTnLst>
                              <p:par>
                                <p:cTn id="61" presetID="22" presetClass="entr" presetSubtype="8" fill="hold" grpId="0" nodeType="afterEffect">
                                  <p:stCondLst>
                                    <p:cond delay="0"/>
                                  </p:stCondLst>
                                  <p:childTnLst>
                                    <p:set>
                                      <p:cBhvr>
                                        <p:cTn id="62" dur="1" fill="hold">
                                          <p:stCondLst>
                                            <p:cond delay="0"/>
                                          </p:stCondLst>
                                        </p:cTn>
                                        <p:tgtEl>
                                          <p:spTgt spid="355"/>
                                        </p:tgtEl>
                                        <p:attrNameLst>
                                          <p:attrName>style.visibility</p:attrName>
                                        </p:attrNameLst>
                                      </p:cBhvr>
                                      <p:to>
                                        <p:strVal val="visible"/>
                                      </p:to>
                                    </p:set>
                                    <p:animEffect transition="in" filter="wipe(left)">
                                      <p:cBhvr>
                                        <p:cTn id="63" dur="500"/>
                                        <p:tgtEl>
                                          <p:spTgt spid="355"/>
                                        </p:tgtEl>
                                      </p:cBhvr>
                                    </p:animEffect>
                                  </p:childTnLst>
                                </p:cTn>
                              </p:par>
                            </p:childTnLst>
                          </p:cTn>
                        </p:par>
                        <p:par>
                          <p:cTn id="64" fill="hold">
                            <p:stCondLst>
                              <p:cond delay="2500"/>
                            </p:stCondLst>
                            <p:childTnLst>
                              <p:par>
                                <p:cTn id="65" presetID="22" presetClass="entr" presetSubtype="8" fill="hold" grpId="0" nodeType="afterEffect">
                                  <p:stCondLst>
                                    <p:cond delay="0"/>
                                  </p:stCondLst>
                                  <p:childTnLst>
                                    <p:set>
                                      <p:cBhvr>
                                        <p:cTn id="66" dur="1" fill="hold">
                                          <p:stCondLst>
                                            <p:cond delay="0"/>
                                          </p:stCondLst>
                                        </p:cTn>
                                        <p:tgtEl>
                                          <p:spTgt spid="356"/>
                                        </p:tgtEl>
                                        <p:attrNameLst>
                                          <p:attrName>style.visibility</p:attrName>
                                        </p:attrNameLst>
                                      </p:cBhvr>
                                      <p:to>
                                        <p:strVal val="visible"/>
                                      </p:to>
                                    </p:set>
                                    <p:animEffect transition="in" filter="wipe(left)">
                                      <p:cBhvr>
                                        <p:cTn id="67" dur="500"/>
                                        <p:tgtEl>
                                          <p:spTgt spid="35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357"/>
                                        </p:tgtEl>
                                        <p:attrNameLst>
                                          <p:attrName>style.visibility</p:attrName>
                                        </p:attrNameLst>
                                      </p:cBhvr>
                                      <p:to>
                                        <p:strVal val="visible"/>
                                      </p:to>
                                    </p:set>
                                    <p:animEffect transition="in" filter="wipe(left)">
                                      <p:cBhvr>
                                        <p:cTn id="72" dur="500"/>
                                        <p:tgtEl>
                                          <p:spTgt spid="3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 grpId="0"/>
      <p:bldP spid="199" grpId="0"/>
      <p:bldP spid="200" grpId="0"/>
      <p:bldP spid="201" grpId="0"/>
      <p:bldP spid="202" grpId="0"/>
      <p:bldP spid="203" grpId="0"/>
      <p:bldP spid="204" grpId="0"/>
      <p:bldP spid="205" grpId="0"/>
      <p:bldP spid="353" grpId="0"/>
      <p:bldP spid="354" grpId="0"/>
      <p:bldP spid="355" grpId="0"/>
      <p:bldP spid="35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custDataLst>
              <p:tags r:id="rId1"/>
            </p:custDataLst>
          </p:nvPr>
        </p:nvSpPr>
        <p:spPr>
          <a:xfrm>
            <a:off x="3359347" y="1416337"/>
            <a:ext cx="5556738" cy="553998"/>
          </a:xfrm>
          <a:prstGeom prst="rect">
            <a:avLst/>
          </a:prstGeom>
          <a:noFill/>
        </p:spPr>
        <p:txBody>
          <a:bodyPr wrap="square" rtlCol="0">
            <a:spAutoFit/>
          </a:bodyPr>
          <a:lstStyle/>
          <a:p>
            <a:pPr algn="ctr"/>
            <a:r>
              <a:rPr lang="en-US" altLang="zh-CN" sz="3000">
                <a:solidFill>
                  <a:prstClr val="black"/>
                </a:solidFill>
                <a:latin typeface="黑体" panose="02010609060101010101" charset="-122"/>
                <a:ea typeface="黑体" panose="02010609060101010101" charset="-122"/>
              </a:rPr>
              <a:t>2. </a:t>
            </a:r>
            <a:r>
              <a:rPr lang="zh-CN" altLang="en-US" sz="3000">
                <a:solidFill>
                  <a:prstClr val="black"/>
                </a:solidFill>
                <a:latin typeface="黑体" panose="02010609060101010101" charset="-122"/>
                <a:ea typeface="黑体" panose="02010609060101010101" charset="-122"/>
              </a:rPr>
              <a:t>图像量化</a:t>
            </a:r>
            <a:endParaRPr lang="zh-CN" altLang="en-US" sz="3000">
              <a:solidFill>
                <a:prstClr val="black"/>
              </a:solidFill>
              <a:latin typeface="黑体" panose="02010609060101010101" charset="-122"/>
              <a:ea typeface="黑体" panose="02010609060101010101" charset="-122"/>
            </a:endParaRPr>
          </a:p>
        </p:txBody>
      </p:sp>
      <p:cxnSp>
        <p:nvCxnSpPr>
          <p:cNvPr id="29" name="直接连接符 28"/>
          <p:cNvCxnSpPr/>
          <p:nvPr>
            <p:custDataLst>
              <p:tags r:id="rId2"/>
            </p:custDataLst>
          </p:nvPr>
        </p:nvCxnSpPr>
        <p:spPr>
          <a:xfrm flipV="1">
            <a:off x="3359346" y="2060503"/>
            <a:ext cx="5556738" cy="23447"/>
          </a:xfrm>
          <a:prstGeom prst="line">
            <a:avLst/>
          </a:prstGeom>
          <a:ln w="12700">
            <a:solidFill>
              <a:srgbClr val="01431D"/>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p:custDataLst>
              <p:tags r:id="rId3"/>
            </p:custDataLst>
          </p:nvPr>
        </p:nvGrpSpPr>
        <p:grpSpPr>
          <a:xfrm>
            <a:off x="2796635" y="1801906"/>
            <a:ext cx="445481" cy="469613"/>
            <a:chOff x="2121873" y="1511588"/>
            <a:chExt cx="445481" cy="469613"/>
          </a:xfrm>
        </p:grpSpPr>
        <p:sp>
          <p:nvSpPr>
            <p:cNvPr id="39" name="矩形 38"/>
            <p:cNvSpPr/>
            <p:nvPr>
              <p:custDataLst>
                <p:tags r:id="rId4"/>
              </p:custDataLst>
            </p:nvPr>
          </p:nvSpPr>
          <p:spPr>
            <a:xfrm>
              <a:off x="2121873" y="1511588"/>
              <a:ext cx="363415" cy="363415"/>
            </a:xfrm>
            <a:prstGeom prst="rect">
              <a:avLst/>
            </a:prstGeom>
            <a:solidFill>
              <a:srgbClr val="0143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矩形 39"/>
            <p:cNvSpPr/>
            <p:nvPr>
              <p:custDataLst>
                <p:tags r:id="rId5"/>
              </p:custDataLst>
            </p:nvPr>
          </p:nvSpPr>
          <p:spPr>
            <a:xfrm>
              <a:off x="2321171" y="1735018"/>
              <a:ext cx="246183" cy="246183"/>
            </a:xfrm>
            <a:prstGeom prst="rect">
              <a:avLst/>
            </a:prstGeom>
            <a:solidFill>
              <a:srgbClr val="0162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179" name="组合 178"/>
          <p:cNvGrpSpPr/>
          <p:nvPr>
            <p:custDataLst>
              <p:tags r:id="rId6"/>
            </p:custDataLst>
          </p:nvPr>
        </p:nvGrpSpPr>
        <p:grpSpPr>
          <a:xfrm>
            <a:off x="1243750" y="2600581"/>
            <a:ext cx="1136015" cy="3187065"/>
            <a:chOff x="472" y="4055"/>
            <a:chExt cx="1789" cy="5019"/>
          </a:xfrm>
        </p:grpSpPr>
        <p:grpSp>
          <p:nvGrpSpPr>
            <p:cNvPr id="180" name="组合 179"/>
            <p:cNvGrpSpPr/>
            <p:nvPr>
              <p:custDataLst>
                <p:tags r:id="rId7"/>
              </p:custDataLst>
            </p:nvPr>
          </p:nvGrpSpPr>
          <p:grpSpPr>
            <a:xfrm>
              <a:off x="472" y="6663"/>
              <a:ext cx="1782" cy="727"/>
              <a:chOff x="4898" y="8754"/>
              <a:chExt cx="1782" cy="727"/>
            </a:xfrm>
          </p:grpSpPr>
          <p:sp>
            <p:nvSpPr>
              <p:cNvPr id="196" name="文本框 195"/>
              <p:cNvSpPr txBox="1"/>
              <p:nvPr>
                <p:custDataLst>
                  <p:tags r:id="rId8"/>
                </p:custDataLst>
              </p:nvPr>
            </p:nvSpPr>
            <p:spPr>
              <a:xfrm>
                <a:off x="4898" y="8754"/>
                <a:ext cx="1260" cy="727"/>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黄色</a:t>
                </a:r>
                <a:endParaRPr lang="zh-CN" altLang="en-US" sz="2400">
                  <a:latin typeface="华文楷体" panose="02010600040101010101" pitchFamily="2" charset="-122"/>
                  <a:ea typeface="华文楷体" panose="02010600040101010101" pitchFamily="2" charset="-122"/>
                </a:endParaRPr>
              </a:p>
            </p:txBody>
          </p:sp>
          <p:sp>
            <p:nvSpPr>
              <p:cNvPr id="197" name="矩形 196"/>
              <p:cNvSpPr/>
              <p:nvPr>
                <p:custDataLst>
                  <p:tags r:id="rId9"/>
                </p:custDataLst>
              </p:nvPr>
            </p:nvSpPr>
            <p:spPr>
              <a:xfrm>
                <a:off x="6204" y="8871"/>
                <a:ext cx="476" cy="436"/>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grpSp>
          <p:nvGrpSpPr>
            <p:cNvPr id="181" name="组合 180"/>
            <p:cNvGrpSpPr/>
            <p:nvPr>
              <p:custDataLst>
                <p:tags r:id="rId10"/>
              </p:custDataLst>
            </p:nvPr>
          </p:nvGrpSpPr>
          <p:grpSpPr>
            <a:xfrm>
              <a:off x="472" y="8347"/>
              <a:ext cx="1782" cy="727"/>
              <a:chOff x="4898" y="9864"/>
              <a:chExt cx="1782" cy="727"/>
            </a:xfrm>
          </p:grpSpPr>
          <p:sp>
            <p:nvSpPr>
              <p:cNvPr id="194" name="文本框 193"/>
              <p:cNvSpPr txBox="1"/>
              <p:nvPr>
                <p:custDataLst>
                  <p:tags r:id="rId11"/>
                </p:custDataLst>
              </p:nvPr>
            </p:nvSpPr>
            <p:spPr>
              <a:xfrm>
                <a:off x="4898" y="9864"/>
                <a:ext cx="1260" cy="727"/>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绿色</a:t>
                </a:r>
                <a:endParaRPr lang="zh-CN" altLang="en-US" sz="2400">
                  <a:latin typeface="华文楷体" panose="02010600040101010101" pitchFamily="2" charset="-122"/>
                  <a:ea typeface="华文楷体" panose="02010600040101010101" pitchFamily="2" charset="-122"/>
                </a:endParaRPr>
              </a:p>
            </p:txBody>
          </p:sp>
          <p:sp>
            <p:nvSpPr>
              <p:cNvPr id="195" name="矩形 194"/>
              <p:cNvSpPr/>
              <p:nvPr>
                <p:custDataLst>
                  <p:tags r:id="rId12"/>
                </p:custDataLst>
              </p:nvPr>
            </p:nvSpPr>
            <p:spPr>
              <a:xfrm>
                <a:off x="6204" y="10003"/>
                <a:ext cx="476" cy="436"/>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grpSp>
          <p:nvGrpSpPr>
            <p:cNvPr id="182" name="组合 181"/>
            <p:cNvGrpSpPr/>
            <p:nvPr>
              <p:custDataLst>
                <p:tags r:id="rId13"/>
              </p:custDataLst>
            </p:nvPr>
          </p:nvGrpSpPr>
          <p:grpSpPr>
            <a:xfrm>
              <a:off x="472" y="4055"/>
              <a:ext cx="1789" cy="727"/>
              <a:chOff x="4906" y="4491"/>
              <a:chExt cx="1789" cy="727"/>
            </a:xfrm>
          </p:grpSpPr>
          <p:sp>
            <p:nvSpPr>
              <p:cNvPr id="192" name="矩形 191"/>
              <p:cNvSpPr/>
              <p:nvPr>
                <p:custDataLst>
                  <p:tags r:id="rId14"/>
                </p:custDataLst>
              </p:nvPr>
            </p:nvSpPr>
            <p:spPr>
              <a:xfrm>
                <a:off x="6219" y="4635"/>
                <a:ext cx="476" cy="437"/>
              </a:xfrm>
              <a:prstGeom prst="rect">
                <a:avLst/>
              </a:prstGeom>
              <a:noFill/>
              <a:ln w="38100">
                <a:solidFill>
                  <a:schemeClr val="tx1"/>
                </a:solidFill>
              </a:ln>
              <a:extLst>
                <a:ext uri="{909E8E84-426E-40DD-AFC4-6F175D3DCCD1}">
                  <a14:hiddenFill xmlns:a14="http://schemas.microsoft.com/office/drawing/2010/main">
                    <a:solidFill>
                      <a:srgbClr val="FF66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93" name="文本框 192"/>
              <p:cNvSpPr txBox="1"/>
              <p:nvPr>
                <p:custDataLst>
                  <p:tags r:id="rId15"/>
                </p:custDataLst>
              </p:nvPr>
            </p:nvSpPr>
            <p:spPr>
              <a:xfrm>
                <a:off x="4906" y="4491"/>
                <a:ext cx="1260" cy="727"/>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白色</a:t>
                </a:r>
                <a:endParaRPr lang="zh-CN" altLang="en-US" sz="2400">
                  <a:latin typeface="华文楷体" panose="02010600040101010101" pitchFamily="2" charset="-122"/>
                  <a:ea typeface="华文楷体" panose="02010600040101010101" pitchFamily="2" charset="-122"/>
                </a:endParaRPr>
              </a:p>
            </p:txBody>
          </p:sp>
        </p:grpSp>
        <p:grpSp>
          <p:nvGrpSpPr>
            <p:cNvPr id="183" name="组合 182"/>
            <p:cNvGrpSpPr/>
            <p:nvPr>
              <p:custDataLst>
                <p:tags r:id="rId16"/>
              </p:custDataLst>
            </p:nvPr>
          </p:nvGrpSpPr>
          <p:grpSpPr>
            <a:xfrm>
              <a:off x="472" y="5778"/>
              <a:ext cx="1782" cy="727"/>
              <a:chOff x="4898" y="7655"/>
              <a:chExt cx="1782" cy="727"/>
            </a:xfrm>
          </p:grpSpPr>
          <p:sp>
            <p:nvSpPr>
              <p:cNvPr id="190" name="矩形 189"/>
              <p:cNvSpPr/>
              <p:nvPr>
                <p:custDataLst>
                  <p:tags r:id="rId17"/>
                </p:custDataLst>
              </p:nvPr>
            </p:nvSpPr>
            <p:spPr>
              <a:xfrm>
                <a:off x="6204" y="7782"/>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91" name="文本框 190"/>
              <p:cNvSpPr txBox="1"/>
              <p:nvPr>
                <p:custDataLst>
                  <p:tags r:id="rId18"/>
                </p:custDataLst>
              </p:nvPr>
            </p:nvSpPr>
            <p:spPr>
              <a:xfrm>
                <a:off x="4898" y="7655"/>
                <a:ext cx="1260" cy="727"/>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橙色</a:t>
                </a:r>
                <a:endParaRPr lang="zh-CN" altLang="en-US" sz="2400">
                  <a:latin typeface="华文楷体" panose="02010600040101010101" pitchFamily="2" charset="-122"/>
                  <a:ea typeface="华文楷体" panose="02010600040101010101" pitchFamily="2" charset="-122"/>
                </a:endParaRPr>
              </a:p>
            </p:txBody>
          </p:sp>
        </p:grpSp>
        <p:grpSp>
          <p:nvGrpSpPr>
            <p:cNvPr id="184" name="组合 183"/>
            <p:cNvGrpSpPr/>
            <p:nvPr>
              <p:custDataLst>
                <p:tags r:id="rId19"/>
              </p:custDataLst>
            </p:nvPr>
          </p:nvGrpSpPr>
          <p:grpSpPr>
            <a:xfrm>
              <a:off x="476" y="4907"/>
              <a:ext cx="1785" cy="727"/>
              <a:chOff x="4908" y="5601"/>
              <a:chExt cx="1785" cy="727"/>
            </a:xfrm>
          </p:grpSpPr>
          <p:sp>
            <p:nvSpPr>
              <p:cNvPr id="188" name="矩形 187"/>
              <p:cNvSpPr/>
              <p:nvPr>
                <p:custDataLst>
                  <p:tags r:id="rId20"/>
                </p:custDataLst>
              </p:nvPr>
            </p:nvSpPr>
            <p:spPr>
              <a:xfrm>
                <a:off x="6222" y="5743"/>
                <a:ext cx="471"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89" name="文本框 188"/>
              <p:cNvSpPr txBox="1"/>
              <p:nvPr>
                <p:custDataLst>
                  <p:tags r:id="rId21"/>
                </p:custDataLst>
              </p:nvPr>
            </p:nvSpPr>
            <p:spPr>
              <a:xfrm>
                <a:off x="4908" y="5601"/>
                <a:ext cx="1260" cy="727"/>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红色</a:t>
                </a:r>
                <a:endParaRPr lang="zh-CN" altLang="en-US" sz="2400">
                  <a:latin typeface="华文楷体" panose="02010600040101010101" pitchFamily="2" charset="-122"/>
                  <a:ea typeface="华文楷体" panose="02010600040101010101" pitchFamily="2" charset="-122"/>
                </a:endParaRPr>
              </a:p>
            </p:txBody>
          </p:sp>
        </p:grpSp>
        <p:grpSp>
          <p:nvGrpSpPr>
            <p:cNvPr id="185" name="组合 184"/>
            <p:cNvGrpSpPr/>
            <p:nvPr>
              <p:custDataLst>
                <p:tags r:id="rId22"/>
              </p:custDataLst>
            </p:nvPr>
          </p:nvGrpSpPr>
          <p:grpSpPr>
            <a:xfrm>
              <a:off x="492" y="7534"/>
              <a:ext cx="1769" cy="727"/>
              <a:chOff x="7106" y="8192"/>
              <a:chExt cx="1769" cy="727"/>
            </a:xfrm>
          </p:grpSpPr>
          <p:sp>
            <p:nvSpPr>
              <p:cNvPr id="186" name="矩形 185"/>
              <p:cNvSpPr/>
              <p:nvPr>
                <p:custDataLst>
                  <p:tags r:id="rId23"/>
                </p:custDataLst>
              </p:nvPr>
            </p:nvSpPr>
            <p:spPr>
              <a:xfrm>
                <a:off x="8399" y="8294"/>
                <a:ext cx="476" cy="437"/>
              </a:xfrm>
              <a:prstGeom prst="rect">
                <a:avLst/>
              </a:prstGeom>
              <a:solidFill>
                <a:srgbClr val="FFC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87" name="文本框 186"/>
              <p:cNvSpPr txBox="1"/>
              <p:nvPr>
                <p:custDataLst>
                  <p:tags r:id="rId24"/>
                </p:custDataLst>
              </p:nvPr>
            </p:nvSpPr>
            <p:spPr>
              <a:xfrm>
                <a:off x="7106" y="8192"/>
                <a:ext cx="1260" cy="727"/>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深黄</a:t>
                </a:r>
                <a:endParaRPr lang="zh-CN" altLang="en-US" sz="2400">
                  <a:latin typeface="华文楷体" panose="02010600040101010101" pitchFamily="2" charset="-122"/>
                  <a:ea typeface="华文楷体" panose="02010600040101010101" pitchFamily="2" charset="-122"/>
                </a:endParaRPr>
              </a:p>
            </p:txBody>
          </p:sp>
        </p:grpSp>
      </p:grpSp>
      <p:sp>
        <p:nvSpPr>
          <p:cNvPr id="198" name="文本框 197"/>
          <p:cNvSpPr txBox="1"/>
          <p:nvPr>
            <p:custDataLst>
              <p:tags r:id="rId25"/>
            </p:custDataLst>
          </p:nvPr>
        </p:nvSpPr>
        <p:spPr>
          <a:xfrm>
            <a:off x="2537880" y="2596185"/>
            <a:ext cx="699230" cy="461665"/>
          </a:xfrm>
          <a:prstGeom prst="rect">
            <a:avLst/>
          </a:prstGeom>
          <a:noFill/>
        </p:spPr>
        <p:txBody>
          <a:bodyPr wrap="none" rtlCol="0" anchor="t">
            <a:spAutoFit/>
          </a:bodyPr>
          <a:lstStyle/>
          <a:p>
            <a:r>
              <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rPr>
              <a:t>000</a:t>
            </a:r>
            <a:endPar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199" name="文本框 198"/>
          <p:cNvSpPr txBox="1"/>
          <p:nvPr>
            <p:custDataLst>
              <p:tags r:id="rId26"/>
            </p:custDataLst>
          </p:nvPr>
        </p:nvSpPr>
        <p:spPr>
          <a:xfrm>
            <a:off x="2537880" y="3157535"/>
            <a:ext cx="699230" cy="461665"/>
          </a:xfrm>
          <a:prstGeom prst="rect">
            <a:avLst/>
          </a:prstGeom>
          <a:noFill/>
        </p:spPr>
        <p:txBody>
          <a:bodyPr wrap="none" rtlCol="0" anchor="t">
            <a:spAutoFit/>
          </a:bodyPr>
          <a:lstStyle/>
          <a:p>
            <a:r>
              <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rPr>
              <a:t>001</a:t>
            </a:r>
            <a:endPar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200" name="文本框 199"/>
          <p:cNvSpPr txBox="1"/>
          <p:nvPr>
            <p:custDataLst>
              <p:tags r:id="rId27"/>
            </p:custDataLst>
          </p:nvPr>
        </p:nvSpPr>
        <p:spPr>
          <a:xfrm>
            <a:off x="2537880" y="3675579"/>
            <a:ext cx="699230" cy="461665"/>
          </a:xfrm>
          <a:prstGeom prst="rect">
            <a:avLst/>
          </a:prstGeom>
          <a:noFill/>
        </p:spPr>
        <p:txBody>
          <a:bodyPr wrap="none" rtlCol="0" anchor="t">
            <a:spAutoFit/>
          </a:bodyPr>
          <a:lstStyle/>
          <a:p>
            <a:r>
              <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rPr>
              <a:t>010</a:t>
            </a:r>
            <a:endPar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201" name="文本框 200"/>
          <p:cNvSpPr txBox="1"/>
          <p:nvPr>
            <p:custDataLst>
              <p:tags r:id="rId28"/>
            </p:custDataLst>
          </p:nvPr>
        </p:nvSpPr>
        <p:spPr>
          <a:xfrm>
            <a:off x="2536485" y="4236929"/>
            <a:ext cx="682238" cy="461665"/>
          </a:xfrm>
          <a:prstGeom prst="rect">
            <a:avLst/>
          </a:prstGeom>
          <a:noFill/>
        </p:spPr>
        <p:txBody>
          <a:bodyPr wrap="none" rtlCol="0" anchor="t">
            <a:spAutoFit/>
          </a:bodyPr>
          <a:lstStyle/>
          <a:p>
            <a:r>
              <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rPr>
              <a:t>011</a:t>
            </a:r>
            <a:endPar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202" name="文本框 201"/>
          <p:cNvSpPr txBox="1"/>
          <p:nvPr>
            <p:custDataLst>
              <p:tags r:id="rId29"/>
            </p:custDataLst>
          </p:nvPr>
        </p:nvSpPr>
        <p:spPr>
          <a:xfrm>
            <a:off x="2516188" y="4781230"/>
            <a:ext cx="699230" cy="461665"/>
          </a:xfrm>
          <a:prstGeom prst="rect">
            <a:avLst/>
          </a:prstGeom>
          <a:noFill/>
        </p:spPr>
        <p:txBody>
          <a:bodyPr wrap="none" rtlCol="0" anchor="t">
            <a:spAutoFit/>
          </a:bodyPr>
          <a:lstStyle/>
          <a:p>
            <a:r>
              <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rPr>
              <a:t>100</a:t>
            </a:r>
            <a:endPar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203" name="文本框 202"/>
          <p:cNvSpPr txBox="1"/>
          <p:nvPr>
            <p:custDataLst>
              <p:tags r:id="rId30"/>
            </p:custDataLst>
          </p:nvPr>
        </p:nvSpPr>
        <p:spPr>
          <a:xfrm>
            <a:off x="2526583" y="5299274"/>
            <a:ext cx="699230" cy="461665"/>
          </a:xfrm>
          <a:prstGeom prst="rect">
            <a:avLst/>
          </a:prstGeom>
          <a:noFill/>
        </p:spPr>
        <p:txBody>
          <a:bodyPr wrap="none" rtlCol="0" anchor="t">
            <a:spAutoFit/>
          </a:bodyPr>
          <a:lstStyle/>
          <a:p>
            <a:r>
              <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rPr>
              <a:t>101</a:t>
            </a:r>
            <a:endPar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204" name="文本框 203"/>
          <p:cNvSpPr txBox="1"/>
          <p:nvPr>
            <p:custDataLst>
              <p:tags r:id="rId31"/>
            </p:custDataLst>
          </p:nvPr>
        </p:nvSpPr>
        <p:spPr>
          <a:xfrm>
            <a:off x="6900503" y="2538592"/>
            <a:ext cx="691515" cy="460375"/>
          </a:xfrm>
          <a:prstGeom prst="rect">
            <a:avLst/>
          </a:prstGeom>
          <a:noFill/>
        </p:spPr>
        <p:txBody>
          <a:bodyPr wrap="none" rtlCol="0" anchor="t">
            <a:spAutoFit/>
          </a:bodyPr>
          <a:lstStyle/>
          <a:p>
            <a:r>
              <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rPr>
              <a:t>000</a:t>
            </a:r>
            <a:endPar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205" name="文本框 204"/>
          <p:cNvSpPr txBox="1"/>
          <p:nvPr>
            <p:custDataLst>
              <p:tags r:id="rId32"/>
            </p:custDataLst>
          </p:nvPr>
        </p:nvSpPr>
        <p:spPr>
          <a:xfrm>
            <a:off x="7407868" y="2538592"/>
            <a:ext cx="691515" cy="460375"/>
          </a:xfrm>
          <a:prstGeom prst="rect">
            <a:avLst/>
          </a:prstGeom>
          <a:noFill/>
        </p:spPr>
        <p:txBody>
          <a:bodyPr wrap="none" rtlCol="0" anchor="t">
            <a:spAutoFit/>
          </a:bodyPr>
          <a:lstStyle/>
          <a:p>
            <a:r>
              <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rPr>
              <a:t>000</a:t>
            </a:r>
            <a:endPar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353" name="文本框 352"/>
          <p:cNvSpPr txBox="1"/>
          <p:nvPr>
            <p:custDataLst>
              <p:tags r:id="rId33"/>
            </p:custDataLst>
          </p:nvPr>
        </p:nvSpPr>
        <p:spPr>
          <a:xfrm>
            <a:off x="7915233" y="2538592"/>
            <a:ext cx="691515" cy="460375"/>
          </a:xfrm>
          <a:prstGeom prst="rect">
            <a:avLst/>
          </a:prstGeom>
          <a:noFill/>
        </p:spPr>
        <p:txBody>
          <a:bodyPr wrap="none" rtlCol="0" anchor="t">
            <a:spAutoFit/>
          </a:bodyPr>
          <a:lstStyle/>
          <a:p>
            <a:r>
              <a:rPr lang="en-US" altLang="zh-CN" sz="2400" b="1">
                <a:solidFill>
                  <a:srgbClr val="FF6600"/>
                </a:solidFill>
                <a:latin typeface="Arial" panose="020B0604020202020204" pitchFamily="34" charset="0"/>
                <a:ea typeface="华文楷体" panose="02010600040101010101" pitchFamily="2" charset="-122"/>
                <a:cs typeface="Arial" panose="020B0604020202020204" pitchFamily="34" charset="0"/>
                <a:sym typeface="+mn-ea"/>
              </a:rPr>
              <a:t>010</a:t>
            </a:r>
            <a:endParaRPr lang="en-US" altLang="zh-CN" sz="2400" b="1">
              <a:solidFill>
                <a:srgbClr val="FF6600"/>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354" name="文本框 353"/>
          <p:cNvSpPr txBox="1"/>
          <p:nvPr>
            <p:custDataLst>
              <p:tags r:id="rId34"/>
            </p:custDataLst>
          </p:nvPr>
        </p:nvSpPr>
        <p:spPr>
          <a:xfrm>
            <a:off x="8422598" y="2538592"/>
            <a:ext cx="691515" cy="460375"/>
          </a:xfrm>
          <a:prstGeom prst="rect">
            <a:avLst/>
          </a:prstGeom>
          <a:noFill/>
        </p:spPr>
        <p:txBody>
          <a:bodyPr wrap="none" rtlCol="0" anchor="t">
            <a:spAutoFit/>
          </a:bodyPr>
          <a:lstStyle/>
          <a:p>
            <a:r>
              <a:rPr lang="en-US" altLang="zh-CN" sz="2400" b="1">
                <a:solidFill>
                  <a:srgbClr val="FF6600"/>
                </a:solidFill>
                <a:latin typeface="Arial" panose="020B0604020202020204" pitchFamily="34" charset="0"/>
                <a:ea typeface="华文楷体" panose="02010600040101010101" pitchFamily="2" charset="-122"/>
                <a:cs typeface="Arial" panose="020B0604020202020204" pitchFamily="34" charset="0"/>
                <a:sym typeface="+mn-ea"/>
              </a:rPr>
              <a:t>010</a:t>
            </a:r>
            <a:endParaRPr lang="en-US" altLang="zh-CN" sz="2400" b="1">
              <a:solidFill>
                <a:srgbClr val="FF6600"/>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355" name="文本框 354"/>
          <p:cNvSpPr txBox="1"/>
          <p:nvPr>
            <p:custDataLst>
              <p:tags r:id="rId35"/>
            </p:custDataLst>
          </p:nvPr>
        </p:nvSpPr>
        <p:spPr>
          <a:xfrm>
            <a:off x="8929963" y="2538592"/>
            <a:ext cx="691515" cy="460375"/>
          </a:xfrm>
          <a:prstGeom prst="rect">
            <a:avLst/>
          </a:prstGeom>
          <a:noFill/>
        </p:spPr>
        <p:txBody>
          <a:bodyPr wrap="none" rtlCol="0" anchor="t">
            <a:spAutoFit/>
          </a:bodyPr>
          <a:lstStyle/>
          <a:p>
            <a:r>
              <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rPr>
              <a:t>000</a:t>
            </a:r>
            <a:endPar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356" name="文本框 355"/>
          <p:cNvSpPr txBox="1"/>
          <p:nvPr>
            <p:custDataLst>
              <p:tags r:id="rId36"/>
            </p:custDataLst>
          </p:nvPr>
        </p:nvSpPr>
        <p:spPr>
          <a:xfrm>
            <a:off x="9437328" y="2538592"/>
            <a:ext cx="691515" cy="460375"/>
          </a:xfrm>
          <a:prstGeom prst="rect">
            <a:avLst/>
          </a:prstGeom>
          <a:noFill/>
        </p:spPr>
        <p:txBody>
          <a:bodyPr wrap="none" rtlCol="0" anchor="t">
            <a:spAutoFit/>
          </a:bodyPr>
          <a:lstStyle/>
          <a:p>
            <a:r>
              <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rPr>
              <a:t>000</a:t>
            </a:r>
            <a:endPar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endParaRPr>
          </a:p>
        </p:txBody>
      </p:sp>
      <p:grpSp>
        <p:nvGrpSpPr>
          <p:cNvPr id="360" name="组合 359"/>
          <p:cNvGrpSpPr/>
          <p:nvPr>
            <p:custDataLst>
              <p:tags r:id="rId37"/>
            </p:custDataLst>
          </p:nvPr>
        </p:nvGrpSpPr>
        <p:grpSpPr>
          <a:xfrm>
            <a:off x="3962902" y="2626559"/>
            <a:ext cx="2125980" cy="3101340"/>
            <a:chOff x="8439" y="5220"/>
            <a:chExt cx="3095" cy="3808"/>
          </a:xfrm>
        </p:grpSpPr>
        <p:grpSp>
          <p:nvGrpSpPr>
            <p:cNvPr id="361" name="组合 360"/>
            <p:cNvGrpSpPr/>
            <p:nvPr>
              <p:custDataLst>
                <p:tags r:id="rId38"/>
              </p:custDataLst>
            </p:nvPr>
          </p:nvGrpSpPr>
          <p:grpSpPr>
            <a:xfrm>
              <a:off x="8439" y="5220"/>
              <a:ext cx="3087" cy="3808"/>
              <a:chOff x="13352" y="3024"/>
              <a:chExt cx="3246" cy="3808"/>
            </a:xfrm>
          </p:grpSpPr>
          <p:cxnSp>
            <p:nvCxnSpPr>
              <p:cNvPr id="434" name="直接连接符 433"/>
              <p:cNvCxnSpPr/>
              <p:nvPr>
                <p:custDataLst>
                  <p:tags r:id="rId39"/>
                </p:custDataLst>
              </p:nvPr>
            </p:nvCxnSpPr>
            <p:spPr>
              <a:xfrm>
                <a:off x="13352" y="683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35" name="直接连接符 434"/>
              <p:cNvCxnSpPr/>
              <p:nvPr>
                <p:custDataLst>
                  <p:tags r:id="rId40"/>
                </p:custDataLst>
              </p:nvPr>
            </p:nvCxnSpPr>
            <p:spPr>
              <a:xfrm>
                <a:off x="13352" y="302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36" name="直接连接符 435"/>
              <p:cNvCxnSpPr/>
              <p:nvPr>
                <p:custDataLst>
                  <p:tags r:id="rId41"/>
                </p:custDataLst>
              </p:nvPr>
            </p:nvCxnSpPr>
            <p:spPr>
              <a:xfrm>
                <a:off x="13352" y="350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37" name="直接连接符 436"/>
              <p:cNvCxnSpPr/>
              <p:nvPr>
                <p:custDataLst>
                  <p:tags r:id="rId42"/>
                </p:custDataLst>
              </p:nvPr>
            </p:nvCxnSpPr>
            <p:spPr>
              <a:xfrm>
                <a:off x="13352" y="3976"/>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38" name="直接连接符 437"/>
              <p:cNvCxnSpPr/>
              <p:nvPr>
                <p:custDataLst>
                  <p:tags r:id="rId43"/>
                </p:custDataLst>
              </p:nvPr>
            </p:nvCxnSpPr>
            <p:spPr>
              <a:xfrm>
                <a:off x="13352" y="445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39" name="直接连接符 438"/>
              <p:cNvCxnSpPr/>
              <p:nvPr>
                <p:custDataLst>
                  <p:tags r:id="rId44"/>
                </p:custDataLst>
              </p:nvPr>
            </p:nvCxnSpPr>
            <p:spPr>
              <a:xfrm>
                <a:off x="13352" y="4928"/>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40" name="直接连接符 439"/>
              <p:cNvCxnSpPr/>
              <p:nvPr>
                <p:custDataLst>
                  <p:tags r:id="rId45"/>
                </p:custDataLst>
              </p:nvPr>
            </p:nvCxnSpPr>
            <p:spPr>
              <a:xfrm>
                <a:off x="13352" y="540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41" name="直接连接符 440"/>
              <p:cNvCxnSpPr/>
              <p:nvPr>
                <p:custDataLst>
                  <p:tags r:id="rId46"/>
                </p:custDataLst>
              </p:nvPr>
            </p:nvCxnSpPr>
            <p:spPr>
              <a:xfrm>
                <a:off x="13352" y="588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42" name="直接连接符 441"/>
              <p:cNvCxnSpPr/>
              <p:nvPr>
                <p:custDataLst>
                  <p:tags r:id="rId47"/>
                </p:custDataLst>
              </p:nvPr>
            </p:nvCxnSpPr>
            <p:spPr>
              <a:xfrm>
                <a:off x="13352" y="6356"/>
                <a:ext cx="3247" cy="0"/>
              </a:xfrm>
              <a:prstGeom prst="line">
                <a:avLst/>
              </a:prstGeom>
              <a:ln w="28575"/>
            </p:spPr>
            <p:style>
              <a:lnRef idx="3">
                <a:schemeClr val="dk1"/>
              </a:lnRef>
              <a:fillRef idx="0">
                <a:schemeClr val="dk1"/>
              </a:fillRef>
              <a:effectRef idx="2">
                <a:schemeClr val="dk1"/>
              </a:effectRef>
              <a:fontRef idx="minor">
                <a:schemeClr val="tx1"/>
              </a:fontRef>
            </p:style>
          </p:cxnSp>
        </p:grpSp>
        <p:grpSp>
          <p:nvGrpSpPr>
            <p:cNvPr id="362" name="组合 361"/>
            <p:cNvGrpSpPr/>
            <p:nvPr>
              <p:custDataLst>
                <p:tags r:id="rId48"/>
              </p:custDataLst>
            </p:nvPr>
          </p:nvGrpSpPr>
          <p:grpSpPr>
            <a:xfrm>
              <a:off x="8459" y="5240"/>
              <a:ext cx="3064" cy="3788"/>
              <a:chOff x="4391" y="870"/>
              <a:chExt cx="3264" cy="3828"/>
            </a:xfrm>
          </p:grpSpPr>
          <p:cxnSp>
            <p:nvCxnSpPr>
              <p:cNvPr id="427" name="直接连接符 426"/>
              <p:cNvCxnSpPr/>
              <p:nvPr>
                <p:custDataLst>
                  <p:tags r:id="rId49"/>
                </p:custDataLst>
              </p:nvPr>
            </p:nvCxnSpPr>
            <p:spPr>
              <a:xfrm rot="5400000">
                <a:off x="574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28" name="直接连接符 427"/>
              <p:cNvCxnSpPr/>
              <p:nvPr>
                <p:custDataLst>
                  <p:tags r:id="rId50"/>
                </p:custDataLst>
              </p:nvPr>
            </p:nvCxnSpPr>
            <p:spPr>
              <a:xfrm rot="5400000">
                <a:off x="5197"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29" name="直接连接符 428"/>
              <p:cNvCxnSpPr/>
              <p:nvPr>
                <p:custDataLst>
                  <p:tags r:id="rId51"/>
                </p:custDataLst>
              </p:nvPr>
            </p:nvCxnSpPr>
            <p:spPr>
              <a:xfrm rot="5400000">
                <a:off x="4653"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30" name="直接连接符 429"/>
              <p:cNvCxnSpPr/>
              <p:nvPr>
                <p:custDataLst>
                  <p:tags r:id="rId52"/>
                </p:custDataLst>
              </p:nvPr>
            </p:nvCxnSpPr>
            <p:spPr>
              <a:xfrm rot="5400000">
                <a:off x="4109"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31" name="直接连接符 430"/>
              <p:cNvCxnSpPr/>
              <p:nvPr>
                <p:custDataLst>
                  <p:tags r:id="rId53"/>
                </p:custDataLst>
              </p:nvPr>
            </p:nvCxnSpPr>
            <p:spPr>
              <a:xfrm rot="5400000">
                <a:off x="3565"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32" name="直接连接符 431"/>
              <p:cNvCxnSpPr/>
              <p:nvPr>
                <p:custDataLst>
                  <p:tags r:id="rId54"/>
                </p:custDataLst>
              </p:nvPr>
            </p:nvCxnSpPr>
            <p:spPr>
              <a:xfrm rot="5400000">
                <a:off x="302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33" name="直接连接符 432"/>
              <p:cNvCxnSpPr/>
              <p:nvPr>
                <p:custDataLst>
                  <p:tags r:id="rId55"/>
                </p:custDataLst>
              </p:nvPr>
            </p:nvCxnSpPr>
            <p:spPr>
              <a:xfrm rot="5400000">
                <a:off x="2477" y="2784"/>
                <a:ext cx="3828" cy="0"/>
              </a:xfrm>
              <a:prstGeom prst="line">
                <a:avLst/>
              </a:prstGeom>
              <a:ln w="28575"/>
            </p:spPr>
            <p:style>
              <a:lnRef idx="3">
                <a:schemeClr val="dk1"/>
              </a:lnRef>
              <a:fillRef idx="0">
                <a:schemeClr val="dk1"/>
              </a:fillRef>
              <a:effectRef idx="2">
                <a:schemeClr val="dk1"/>
              </a:effectRef>
              <a:fontRef idx="minor">
                <a:schemeClr val="tx1"/>
              </a:fontRef>
            </p:style>
          </p:cxnSp>
        </p:grpSp>
        <p:sp>
          <p:nvSpPr>
            <p:cNvPr id="363" name="矩形 362"/>
            <p:cNvSpPr/>
            <p:nvPr>
              <p:custDataLst>
                <p:tags r:id="rId56"/>
              </p:custDataLst>
            </p:nvPr>
          </p:nvSpPr>
          <p:spPr>
            <a:xfrm>
              <a:off x="9497" y="5240"/>
              <a:ext cx="476" cy="483"/>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64" name="矩形 363"/>
            <p:cNvSpPr/>
            <p:nvPr>
              <p:custDataLst>
                <p:tags r:id="rId57"/>
              </p:custDataLst>
            </p:nvPr>
          </p:nvSpPr>
          <p:spPr>
            <a:xfrm>
              <a:off x="10005" y="5240"/>
              <a:ext cx="476" cy="483"/>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65" name="矩形 364"/>
            <p:cNvSpPr/>
            <p:nvPr>
              <p:custDataLst>
                <p:tags r:id="rId58"/>
              </p:custDataLst>
            </p:nvPr>
          </p:nvSpPr>
          <p:spPr>
            <a:xfrm>
              <a:off x="8997" y="5728"/>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66" name="矩形 365"/>
            <p:cNvSpPr/>
            <p:nvPr>
              <p:custDataLst>
                <p:tags r:id="rId59"/>
              </p:custDataLst>
            </p:nvPr>
          </p:nvSpPr>
          <p:spPr>
            <a:xfrm>
              <a:off x="9497" y="5728"/>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67" name="矩形 366"/>
            <p:cNvSpPr/>
            <p:nvPr>
              <p:custDataLst>
                <p:tags r:id="rId60"/>
              </p:custDataLst>
            </p:nvPr>
          </p:nvSpPr>
          <p:spPr>
            <a:xfrm>
              <a:off x="10019" y="5728"/>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68" name="矩形 367"/>
            <p:cNvSpPr/>
            <p:nvPr>
              <p:custDataLst>
                <p:tags r:id="rId61"/>
              </p:custDataLst>
            </p:nvPr>
          </p:nvSpPr>
          <p:spPr>
            <a:xfrm>
              <a:off x="10526" y="5728"/>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69" name="矩形 368"/>
            <p:cNvSpPr/>
            <p:nvPr>
              <p:custDataLst>
                <p:tags r:id="rId62"/>
              </p:custDataLst>
            </p:nvPr>
          </p:nvSpPr>
          <p:spPr>
            <a:xfrm>
              <a:off x="8480" y="6194"/>
              <a:ext cx="482"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70" name="矩形 369"/>
            <p:cNvSpPr/>
            <p:nvPr>
              <p:custDataLst>
                <p:tags r:id="rId63"/>
              </p:custDataLst>
            </p:nvPr>
          </p:nvSpPr>
          <p:spPr>
            <a:xfrm>
              <a:off x="8997" y="6194"/>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71" name="矩形 370"/>
            <p:cNvSpPr/>
            <p:nvPr>
              <p:custDataLst>
                <p:tags r:id="rId64"/>
              </p:custDataLst>
            </p:nvPr>
          </p:nvSpPr>
          <p:spPr>
            <a:xfrm>
              <a:off x="9497" y="6194"/>
              <a:ext cx="476" cy="437"/>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72" name="矩形 371"/>
            <p:cNvSpPr/>
            <p:nvPr>
              <p:custDataLst>
                <p:tags r:id="rId65"/>
              </p:custDataLst>
            </p:nvPr>
          </p:nvSpPr>
          <p:spPr>
            <a:xfrm>
              <a:off x="10019" y="6194"/>
              <a:ext cx="476" cy="437"/>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73" name="矩形 372"/>
            <p:cNvSpPr/>
            <p:nvPr>
              <p:custDataLst>
                <p:tags r:id="rId66"/>
              </p:custDataLst>
            </p:nvPr>
          </p:nvSpPr>
          <p:spPr>
            <a:xfrm>
              <a:off x="10526" y="6194"/>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74" name="矩形 373"/>
            <p:cNvSpPr/>
            <p:nvPr>
              <p:custDataLst>
                <p:tags r:id="rId67"/>
              </p:custDataLst>
            </p:nvPr>
          </p:nvSpPr>
          <p:spPr>
            <a:xfrm>
              <a:off x="8480" y="6674"/>
              <a:ext cx="482"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75" name="矩形 374"/>
            <p:cNvSpPr/>
            <p:nvPr>
              <p:custDataLst>
                <p:tags r:id="rId68"/>
              </p:custDataLst>
            </p:nvPr>
          </p:nvSpPr>
          <p:spPr>
            <a:xfrm>
              <a:off x="8997" y="6674"/>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76" name="矩形 375"/>
            <p:cNvSpPr/>
            <p:nvPr>
              <p:custDataLst>
                <p:tags r:id="rId69"/>
              </p:custDataLst>
            </p:nvPr>
          </p:nvSpPr>
          <p:spPr>
            <a:xfrm>
              <a:off x="9497" y="6674"/>
              <a:ext cx="476" cy="437"/>
            </a:xfrm>
            <a:prstGeom prst="rect">
              <a:avLst/>
            </a:prstGeom>
            <a:solidFill>
              <a:srgbClr val="FFC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77" name="矩形 376"/>
            <p:cNvSpPr/>
            <p:nvPr>
              <p:custDataLst>
                <p:tags r:id="rId70"/>
              </p:custDataLst>
            </p:nvPr>
          </p:nvSpPr>
          <p:spPr>
            <a:xfrm>
              <a:off x="10019" y="6674"/>
              <a:ext cx="476" cy="437"/>
            </a:xfrm>
            <a:prstGeom prst="rect">
              <a:avLst/>
            </a:prstGeom>
            <a:solidFill>
              <a:srgbClr val="FFC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78" name="矩形 377"/>
            <p:cNvSpPr/>
            <p:nvPr>
              <p:custDataLst>
                <p:tags r:id="rId71"/>
              </p:custDataLst>
            </p:nvPr>
          </p:nvSpPr>
          <p:spPr>
            <a:xfrm>
              <a:off x="10526" y="6674"/>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79" name="矩形 378"/>
            <p:cNvSpPr/>
            <p:nvPr>
              <p:custDataLst>
                <p:tags r:id="rId72"/>
              </p:custDataLst>
            </p:nvPr>
          </p:nvSpPr>
          <p:spPr>
            <a:xfrm>
              <a:off x="11040" y="6674"/>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80" name="矩形 379"/>
            <p:cNvSpPr/>
            <p:nvPr>
              <p:custDataLst>
                <p:tags r:id="rId73"/>
              </p:custDataLst>
            </p:nvPr>
          </p:nvSpPr>
          <p:spPr>
            <a:xfrm>
              <a:off x="8997" y="715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81" name="矩形 380"/>
            <p:cNvSpPr/>
            <p:nvPr>
              <p:custDataLst>
                <p:tags r:id="rId74"/>
              </p:custDataLst>
            </p:nvPr>
          </p:nvSpPr>
          <p:spPr>
            <a:xfrm>
              <a:off x="9497" y="7150"/>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82" name="矩形 381"/>
            <p:cNvSpPr/>
            <p:nvPr>
              <p:custDataLst>
                <p:tags r:id="rId75"/>
              </p:custDataLst>
            </p:nvPr>
          </p:nvSpPr>
          <p:spPr>
            <a:xfrm>
              <a:off x="10019" y="7150"/>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83" name="矩形 382"/>
            <p:cNvSpPr/>
            <p:nvPr>
              <p:custDataLst>
                <p:tags r:id="rId76"/>
              </p:custDataLst>
            </p:nvPr>
          </p:nvSpPr>
          <p:spPr>
            <a:xfrm>
              <a:off x="10526" y="715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84" name="矩形 383"/>
            <p:cNvSpPr/>
            <p:nvPr>
              <p:custDataLst>
                <p:tags r:id="rId77"/>
              </p:custDataLst>
            </p:nvPr>
          </p:nvSpPr>
          <p:spPr>
            <a:xfrm>
              <a:off x="9497" y="762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85" name="矩形 384"/>
            <p:cNvSpPr/>
            <p:nvPr>
              <p:custDataLst>
                <p:tags r:id="rId78"/>
              </p:custDataLst>
            </p:nvPr>
          </p:nvSpPr>
          <p:spPr>
            <a:xfrm>
              <a:off x="10019" y="762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86" name="矩形 385"/>
            <p:cNvSpPr/>
            <p:nvPr>
              <p:custDataLst>
                <p:tags r:id="rId79"/>
              </p:custDataLst>
            </p:nvPr>
          </p:nvSpPr>
          <p:spPr>
            <a:xfrm>
              <a:off x="8997" y="810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87" name="矩形 386"/>
            <p:cNvSpPr/>
            <p:nvPr>
              <p:custDataLst>
                <p:tags r:id="rId80"/>
              </p:custDataLst>
            </p:nvPr>
          </p:nvSpPr>
          <p:spPr>
            <a:xfrm>
              <a:off x="9497" y="810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88" name="矩形 387"/>
            <p:cNvSpPr/>
            <p:nvPr>
              <p:custDataLst>
                <p:tags r:id="rId81"/>
              </p:custDataLst>
            </p:nvPr>
          </p:nvSpPr>
          <p:spPr>
            <a:xfrm>
              <a:off x="10019" y="810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89" name="矩形 388"/>
            <p:cNvSpPr/>
            <p:nvPr>
              <p:custDataLst>
                <p:tags r:id="rId82"/>
              </p:custDataLst>
            </p:nvPr>
          </p:nvSpPr>
          <p:spPr>
            <a:xfrm>
              <a:off x="10526" y="810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90" name="矩形 389"/>
            <p:cNvSpPr/>
            <p:nvPr>
              <p:custDataLst>
                <p:tags r:id="rId83"/>
              </p:custDataLst>
            </p:nvPr>
          </p:nvSpPr>
          <p:spPr>
            <a:xfrm>
              <a:off x="10019" y="858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grpSp>
          <p:nvGrpSpPr>
            <p:cNvPr id="391" name="组合 390"/>
            <p:cNvGrpSpPr/>
            <p:nvPr>
              <p:custDataLst>
                <p:tags r:id="rId84"/>
              </p:custDataLst>
            </p:nvPr>
          </p:nvGrpSpPr>
          <p:grpSpPr>
            <a:xfrm>
              <a:off x="8447" y="5220"/>
              <a:ext cx="3087" cy="3808"/>
              <a:chOff x="13352" y="3024"/>
              <a:chExt cx="3246" cy="3808"/>
            </a:xfrm>
          </p:grpSpPr>
          <p:cxnSp>
            <p:nvCxnSpPr>
              <p:cNvPr id="418" name="直接连接符 417"/>
              <p:cNvCxnSpPr/>
              <p:nvPr>
                <p:custDataLst>
                  <p:tags r:id="rId85"/>
                </p:custDataLst>
              </p:nvPr>
            </p:nvCxnSpPr>
            <p:spPr>
              <a:xfrm>
                <a:off x="13352" y="683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19" name="直接连接符 418"/>
              <p:cNvCxnSpPr/>
              <p:nvPr>
                <p:custDataLst>
                  <p:tags r:id="rId86"/>
                </p:custDataLst>
              </p:nvPr>
            </p:nvCxnSpPr>
            <p:spPr>
              <a:xfrm>
                <a:off x="13352" y="302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20" name="直接连接符 419"/>
              <p:cNvCxnSpPr/>
              <p:nvPr>
                <p:custDataLst>
                  <p:tags r:id="rId87"/>
                </p:custDataLst>
              </p:nvPr>
            </p:nvCxnSpPr>
            <p:spPr>
              <a:xfrm>
                <a:off x="13352" y="350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21" name="直接连接符 420"/>
              <p:cNvCxnSpPr/>
              <p:nvPr>
                <p:custDataLst>
                  <p:tags r:id="rId88"/>
                </p:custDataLst>
              </p:nvPr>
            </p:nvCxnSpPr>
            <p:spPr>
              <a:xfrm>
                <a:off x="13352" y="3976"/>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22" name="直接连接符 421"/>
              <p:cNvCxnSpPr/>
              <p:nvPr>
                <p:custDataLst>
                  <p:tags r:id="rId89"/>
                </p:custDataLst>
              </p:nvPr>
            </p:nvCxnSpPr>
            <p:spPr>
              <a:xfrm>
                <a:off x="13352" y="445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23" name="直接连接符 422"/>
              <p:cNvCxnSpPr/>
              <p:nvPr>
                <p:custDataLst>
                  <p:tags r:id="rId90"/>
                </p:custDataLst>
              </p:nvPr>
            </p:nvCxnSpPr>
            <p:spPr>
              <a:xfrm>
                <a:off x="13352" y="4928"/>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24" name="直接连接符 423"/>
              <p:cNvCxnSpPr/>
              <p:nvPr>
                <p:custDataLst>
                  <p:tags r:id="rId91"/>
                </p:custDataLst>
              </p:nvPr>
            </p:nvCxnSpPr>
            <p:spPr>
              <a:xfrm>
                <a:off x="13352" y="540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25" name="直接连接符 424"/>
              <p:cNvCxnSpPr/>
              <p:nvPr>
                <p:custDataLst>
                  <p:tags r:id="rId92"/>
                </p:custDataLst>
              </p:nvPr>
            </p:nvCxnSpPr>
            <p:spPr>
              <a:xfrm>
                <a:off x="13352" y="588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26" name="直接连接符 425"/>
              <p:cNvCxnSpPr/>
              <p:nvPr>
                <p:custDataLst>
                  <p:tags r:id="rId93"/>
                </p:custDataLst>
              </p:nvPr>
            </p:nvCxnSpPr>
            <p:spPr>
              <a:xfrm>
                <a:off x="13352" y="6356"/>
                <a:ext cx="3247" cy="0"/>
              </a:xfrm>
              <a:prstGeom prst="line">
                <a:avLst/>
              </a:prstGeom>
              <a:ln w="28575"/>
            </p:spPr>
            <p:style>
              <a:lnRef idx="3">
                <a:schemeClr val="dk1"/>
              </a:lnRef>
              <a:fillRef idx="0">
                <a:schemeClr val="dk1"/>
              </a:fillRef>
              <a:effectRef idx="2">
                <a:schemeClr val="dk1"/>
              </a:effectRef>
              <a:fontRef idx="minor">
                <a:schemeClr val="tx1"/>
              </a:fontRef>
            </p:style>
          </p:cxnSp>
        </p:grpSp>
        <p:sp>
          <p:nvSpPr>
            <p:cNvPr id="392" name="矩形 391"/>
            <p:cNvSpPr/>
            <p:nvPr>
              <p:custDataLst>
                <p:tags r:id="rId94"/>
              </p:custDataLst>
            </p:nvPr>
          </p:nvSpPr>
          <p:spPr>
            <a:xfrm>
              <a:off x="9000" y="5716"/>
              <a:ext cx="471"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93" name="矩形 392"/>
            <p:cNvSpPr/>
            <p:nvPr>
              <p:custDataLst>
                <p:tags r:id="rId95"/>
              </p:custDataLst>
            </p:nvPr>
          </p:nvSpPr>
          <p:spPr>
            <a:xfrm>
              <a:off x="9500" y="5716"/>
              <a:ext cx="471"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94" name="矩形 393"/>
            <p:cNvSpPr/>
            <p:nvPr>
              <p:custDataLst>
                <p:tags r:id="rId96"/>
              </p:custDataLst>
            </p:nvPr>
          </p:nvSpPr>
          <p:spPr>
            <a:xfrm>
              <a:off x="10008" y="5716"/>
              <a:ext cx="471"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95" name="矩形 394"/>
            <p:cNvSpPr/>
            <p:nvPr>
              <p:custDataLst>
                <p:tags r:id="rId97"/>
              </p:custDataLst>
            </p:nvPr>
          </p:nvSpPr>
          <p:spPr>
            <a:xfrm>
              <a:off x="10529" y="5716"/>
              <a:ext cx="471"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96" name="矩形 395"/>
            <p:cNvSpPr/>
            <p:nvPr>
              <p:custDataLst>
                <p:tags r:id="rId98"/>
              </p:custDataLst>
            </p:nvPr>
          </p:nvSpPr>
          <p:spPr>
            <a:xfrm>
              <a:off x="8483" y="6194"/>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97" name="矩形 396"/>
            <p:cNvSpPr/>
            <p:nvPr>
              <p:custDataLst>
                <p:tags r:id="rId99"/>
              </p:custDataLst>
            </p:nvPr>
          </p:nvSpPr>
          <p:spPr>
            <a:xfrm>
              <a:off x="8997" y="6194"/>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98" name="矩形 397"/>
            <p:cNvSpPr/>
            <p:nvPr>
              <p:custDataLst>
                <p:tags r:id="rId100"/>
              </p:custDataLst>
            </p:nvPr>
          </p:nvSpPr>
          <p:spPr>
            <a:xfrm>
              <a:off x="9497" y="6194"/>
              <a:ext cx="476" cy="437"/>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399" name="矩形 398"/>
            <p:cNvSpPr/>
            <p:nvPr>
              <p:custDataLst>
                <p:tags r:id="rId101"/>
              </p:custDataLst>
            </p:nvPr>
          </p:nvSpPr>
          <p:spPr>
            <a:xfrm>
              <a:off x="10005" y="6194"/>
              <a:ext cx="476" cy="437"/>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00" name="矩形 399"/>
            <p:cNvSpPr/>
            <p:nvPr>
              <p:custDataLst>
                <p:tags r:id="rId102"/>
              </p:custDataLst>
            </p:nvPr>
          </p:nvSpPr>
          <p:spPr>
            <a:xfrm>
              <a:off x="10526" y="6194"/>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01" name="矩形 400"/>
            <p:cNvSpPr/>
            <p:nvPr>
              <p:custDataLst>
                <p:tags r:id="rId103"/>
              </p:custDataLst>
            </p:nvPr>
          </p:nvSpPr>
          <p:spPr>
            <a:xfrm>
              <a:off x="8483" y="6662"/>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02" name="矩形 401"/>
            <p:cNvSpPr/>
            <p:nvPr>
              <p:custDataLst>
                <p:tags r:id="rId104"/>
              </p:custDataLst>
            </p:nvPr>
          </p:nvSpPr>
          <p:spPr>
            <a:xfrm>
              <a:off x="8997" y="6662"/>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03" name="矩形 402"/>
            <p:cNvSpPr/>
            <p:nvPr>
              <p:custDataLst>
                <p:tags r:id="rId105"/>
              </p:custDataLst>
            </p:nvPr>
          </p:nvSpPr>
          <p:spPr>
            <a:xfrm>
              <a:off x="9497" y="6662"/>
              <a:ext cx="476" cy="437"/>
            </a:xfrm>
            <a:prstGeom prst="rect">
              <a:avLst/>
            </a:prstGeom>
            <a:solidFill>
              <a:srgbClr val="FFC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04" name="矩形 403"/>
            <p:cNvSpPr/>
            <p:nvPr>
              <p:custDataLst>
                <p:tags r:id="rId106"/>
              </p:custDataLst>
            </p:nvPr>
          </p:nvSpPr>
          <p:spPr>
            <a:xfrm>
              <a:off x="10005" y="6662"/>
              <a:ext cx="476" cy="437"/>
            </a:xfrm>
            <a:prstGeom prst="rect">
              <a:avLst/>
            </a:prstGeom>
            <a:solidFill>
              <a:srgbClr val="FFC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05" name="矩形 404"/>
            <p:cNvSpPr/>
            <p:nvPr>
              <p:custDataLst>
                <p:tags r:id="rId107"/>
              </p:custDataLst>
            </p:nvPr>
          </p:nvSpPr>
          <p:spPr>
            <a:xfrm>
              <a:off x="10526" y="6662"/>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06" name="矩形 405"/>
            <p:cNvSpPr/>
            <p:nvPr>
              <p:custDataLst>
                <p:tags r:id="rId108"/>
              </p:custDataLst>
            </p:nvPr>
          </p:nvSpPr>
          <p:spPr>
            <a:xfrm>
              <a:off x="11028" y="6662"/>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07" name="矩形 406"/>
            <p:cNvSpPr/>
            <p:nvPr>
              <p:custDataLst>
                <p:tags r:id="rId109"/>
              </p:custDataLst>
            </p:nvPr>
          </p:nvSpPr>
          <p:spPr>
            <a:xfrm>
              <a:off x="8997" y="715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08" name="矩形 407"/>
            <p:cNvSpPr/>
            <p:nvPr>
              <p:custDataLst>
                <p:tags r:id="rId110"/>
              </p:custDataLst>
            </p:nvPr>
          </p:nvSpPr>
          <p:spPr>
            <a:xfrm>
              <a:off x="9497" y="7150"/>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09" name="矩形 408"/>
            <p:cNvSpPr/>
            <p:nvPr>
              <p:custDataLst>
                <p:tags r:id="rId111"/>
              </p:custDataLst>
            </p:nvPr>
          </p:nvSpPr>
          <p:spPr>
            <a:xfrm>
              <a:off x="10005" y="7150"/>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10" name="矩形 409"/>
            <p:cNvSpPr/>
            <p:nvPr>
              <p:custDataLst>
                <p:tags r:id="rId112"/>
              </p:custDataLst>
            </p:nvPr>
          </p:nvSpPr>
          <p:spPr>
            <a:xfrm>
              <a:off x="10526" y="715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11" name="矩形 410"/>
            <p:cNvSpPr/>
            <p:nvPr>
              <p:custDataLst>
                <p:tags r:id="rId113"/>
              </p:custDataLst>
            </p:nvPr>
          </p:nvSpPr>
          <p:spPr>
            <a:xfrm>
              <a:off x="9497" y="764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12" name="矩形 411"/>
            <p:cNvSpPr/>
            <p:nvPr>
              <p:custDataLst>
                <p:tags r:id="rId114"/>
              </p:custDataLst>
            </p:nvPr>
          </p:nvSpPr>
          <p:spPr>
            <a:xfrm>
              <a:off x="10005" y="764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13" name="矩形 412"/>
            <p:cNvSpPr/>
            <p:nvPr>
              <p:custDataLst>
                <p:tags r:id="rId115"/>
              </p:custDataLst>
            </p:nvPr>
          </p:nvSpPr>
          <p:spPr>
            <a:xfrm>
              <a:off x="8997" y="8095"/>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14" name="矩形 413"/>
            <p:cNvSpPr/>
            <p:nvPr>
              <p:custDataLst>
                <p:tags r:id="rId116"/>
              </p:custDataLst>
            </p:nvPr>
          </p:nvSpPr>
          <p:spPr>
            <a:xfrm>
              <a:off x="9497" y="8095"/>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15" name="矩形 414"/>
            <p:cNvSpPr/>
            <p:nvPr>
              <p:custDataLst>
                <p:tags r:id="rId117"/>
              </p:custDataLst>
            </p:nvPr>
          </p:nvSpPr>
          <p:spPr>
            <a:xfrm>
              <a:off x="10005" y="8095"/>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16" name="矩形 415"/>
            <p:cNvSpPr/>
            <p:nvPr>
              <p:custDataLst>
                <p:tags r:id="rId118"/>
              </p:custDataLst>
            </p:nvPr>
          </p:nvSpPr>
          <p:spPr>
            <a:xfrm>
              <a:off x="10526" y="8095"/>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sp>
          <p:nvSpPr>
            <p:cNvPr id="417" name="矩形 416"/>
            <p:cNvSpPr/>
            <p:nvPr>
              <p:custDataLst>
                <p:tags r:id="rId119"/>
              </p:custDataLst>
            </p:nvPr>
          </p:nvSpPr>
          <p:spPr>
            <a:xfrm>
              <a:off x="10005" y="8567"/>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6">
                    <a:lumMod val="75000"/>
                  </a:schemeClr>
                </a:solidFill>
              </a:endParaRPr>
            </a:p>
          </p:txBody>
        </p:sp>
      </p:grpSp>
      <p:sp>
        <p:nvSpPr>
          <p:cNvPr id="124" name="右箭头 123"/>
          <p:cNvSpPr/>
          <p:nvPr>
            <p:custDataLst>
              <p:tags r:id="rId120"/>
            </p:custDataLst>
          </p:nvPr>
        </p:nvSpPr>
        <p:spPr>
          <a:xfrm>
            <a:off x="6438722" y="3957913"/>
            <a:ext cx="381000" cy="461645"/>
          </a:xfrm>
          <a:prstGeom prst="right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
        <p:nvSpPr>
          <p:cNvPr id="125" name="文本框 124"/>
          <p:cNvSpPr txBox="1"/>
          <p:nvPr>
            <p:custDataLst>
              <p:tags r:id="rId121"/>
            </p:custDataLst>
          </p:nvPr>
        </p:nvSpPr>
        <p:spPr>
          <a:xfrm>
            <a:off x="6904786" y="2905718"/>
            <a:ext cx="3234690" cy="3062605"/>
          </a:xfrm>
          <a:prstGeom prst="rect">
            <a:avLst/>
          </a:prstGeom>
          <a:noFill/>
        </p:spPr>
        <p:txBody>
          <a:bodyPr wrap="none" rtlCol="0" anchor="t">
            <a:spAutoFit/>
          </a:bodyPr>
          <a:lstStyle/>
          <a:p>
            <a:pPr algn="l">
              <a:lnSpc>
                <a:spcPct val="115000"/>
              </a:lnSpc>
              <a:spcBef>
                <a:spcPct val="0"/>
              </a:spcBef>
              <a:spcAft>
                <a:spcPct val="0"/>
              </a:spcAft>
            </a:pPr>
            <a:r>
              <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rPr>
              <a:t>000</a:t>
            </a:r>
            <a:r>
              <a:rPr lang="en-US" altLang="zh-CN" sz="2400" b="1">
                <a:solidFill>
                  <a:srgbClr val="C00000"/>
                </a:solidFill>
                <a:latin typeface="Arial" panose="020B0604020202020204" pitchFamily="34" charset="0"/>
                <a:ea typeface="华文楷体" panose="02010600040101010101" pitchFamily="2" charset="-122"/>
                <a:cs typeface="Arial" panose="020B0604020202020204" pitchFamily="34" charset="0"/>
                <a:sym typeface="+mn-ea"/>
              </a:rPr>
              <a:t>001001001001</a:t>
            </a:r>
            <a:r>
              <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rPr>
              <a:t>000</a:t>
            </a:r>
            <a:endPar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endParaRPr>
          </a:p>
          <a:p>
            <a:pPr algn="l">
              <a:lnSpc>
                <a:spcPct val="115000"/>
              </a:lnSpc>
              <a:spcBef>
                <a:spcPct val="0"/>
              </a:spcBef>
              <a:spcAft>
                <a:spcPct val="0"/>
              </a:spcAft>
            </a:pPr>
            <a:r>
              <a:rPr lang="en-US" altLang="zh-CN" sz="2400" b="1">
                <a:solidFill>
                  <a:srgbClr val="FF6600"/>
                </a:solidFill>
                <a:latin typeface="Arial" panose="020B0604020202020204" pitchFamily="34" charset="0"/>
                <a:ea typeface="华文楷体" panose="02010600040101010101" pitchFamily="2" charset="-122"/>
                <a:cs typeface="Arial" panose="020B0604020202020204" pitchFamily="34" charset="0"/>
                <a:sym typeface="+mn-ea"/>
              </a:rPr>
              <a:t>010010</a:t>
            </a:r>
            <a:r>
              <a:rPr lang="en-US" altLang="zh-CN" sz="2400" b="1">
                <a:solidFill>
                  <a:srgbClr val="C4C200"/>
                </a:solidFill>
                <a:latin typeface="Arial" panose="020B0604020202020204" pitchFamily="34" charset="0"/>
                <a:ea typeface="华文楷体" panose="02010600040101010101" pitchFamily="2" charset="-122"/>
                <a:cs typeface="Arial" panose="020B0604020202020204" pitchFamily="34" charset="0"/>
                <a:sym typeface="+mn-ea"/>
              </a:rPr>
              <a:t>011011</a:t>
            </a:r>
            <a:r>
              <a:rPr lang="en-US" altLang="zh-CN" sz="2400" b="1">
                <a:solidFill>
                  <a:srgbClr val="C00000"/>
                </a:solidFill>
                <a:latin typeface="Arial" panose="020B0604020202020204" pitchFamily="34" charset="0"/>
                <a:ea typeface="华文楷体" panose="02010600040101010101" pitchFamily="2" charset="-122"/>
                <a:cs typeface="Arial" panose="020B0604020202020204" pitchFamily="34" charset="0"/>
                <a:sym typeface="+mn-ea"/>
              </a:rPr>
              <a:t>001</a:t>
            </a:r>
            <a:r>
              <a:rPr lang="en-US" altLang="zh-CN" sz="2400" b="1">
                <a:latin typeface="Arial" panose="020B0604020202020204" pitchFamily="34" charset="0"/>
                <a:ea typeface="华文楷体" panose="02010600040101010101" pitchFamily="2" charset="-122"/>
                <a:cs typeface="Arial" panose="020B0604020202020204" pitchFamily="34" charset="0"/>
                <a:sym typeface="+mn-ea"/>
              </a:rPr>
              <a:t>000</a:t>
            </a:r>
            <a:endPar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endParaRPr>
          </a:p>
          <a:p>
            <a:pPr algn="l">
              <a:lnSpc>
                <a:spcPct val="115000"/>
              </a:lnSpc>
              <a:spcBef>
                <a:spcPct val="0"/>
              </a:spcBef>
              <a:spcAft>
                <a:spcPct val="0"/>
              </a:spcAft>
            </a:pPr>
            <a:r>
              <a:rPr lang="en-US" altLang="zh-CN" sz="2400" b="1">
                <a:solidFill>
                  <a:srgbClr val="FF6600"/>
                </a:solidFill>
                <a:latin typeface="Arial" panose="020B0604020202020204" pitchFamily="34" charset="0"/>
                <a:ea typeface="华文楷体" panose="02010600040101010101" pitchFamily="2" charset="-122"/>
                <a:cs typeface="Arial" panose="020B0604020202020204" pitchFamily="34" charset="0"/>
                <a:sym typeface="+mn-ea"/>
              </a:rPr>
              <a:t>010</a:t>
            </a:r>
            <a:r>
              <a:rPr lang="en-US" altLang="zh-CN" sz="2400" b="1">
                <a:solidFill>
                  <a:srgbClr val="C00000"/>
                </a:solidFill>
                <a:latin typeface="Arial" panose="020B0604020202020204" pitchFamily="34" charset="0"/>
                <a:ea typeface="华文楷体" panose="02010600040101010101" pitchFamily="2" charset="-122"/>
                <a:cs typeface="Arial" panose="020B0604020202020204" pitchFamily="34" charset="0"/>
                <a:sym typeface="+mn-ea"/>
              </a:rPr>
              <a:t>001</a:t>
            </a:r>
            <a:r>
              <a:rPr lang="en-US" altLang="zh-CN" sz="2400" b="1">
                <a:solidFill>
                  <a:srgbClr val="FFC600"/>
                </a:solidFill>
                <a:latin typeface="Arial" panose="020B0604020202020204" pitchFamily="34" charset="0"/>
                <a:ea typeface="华文楷体" panose="02010600040101010101" pitchFamily="2" charset="-122"/>
                <a:cs typeface="Arial" panose="020B0604020202020204" pitchFamily="34" charset="0"/>
                <a:sym typeface="+mn-ea"/>
              </a:rPr>
              <a:t>100100</a:t>
            </a:r>
            <a:r>
              <a:rPr lang="en-US" altLang="zh-CN" sz="2400" b="1">
                <a:solidFill>
                  <a:srgbClr val="C00000"/>
                </a:solidFill>
                <a:latin typeface="Arial" panose="020B0604020202020204" pitchFamily="34" charset="0"/>
                <a:ea typeface="华文楷体" panose="02010600040101010101" pitchFamily="2" charset="-122"/>
                <a:cs typeface="Arial" panose="020B0604020202020204" pitchFamily="34" charset="0"/>
                <a:sym typeface="+mn-ea"/>
              </a:rPr>
              <a:t>001</a:t>
            </a:r>
            <a:r>
              <a:rPr lang="en-US" altLang="zh-CN" sz="2400" b="1">
                <a:solidFill>
                  <a:srgbClr val="FF6600"/>
                </a:solidFill>
                <a:latin typeface="Arial" panose="020B0604020202020204" pitchFamily="34" charset="0"/>
                <a:ea typeface="华文楷体" panose="02010600040101010101" pitchFamily="2" charset="-122"/>
                <a:cs typeface="Arial" panose="020B0604020202020204" pitchFamily="34" charset="0"/>
                <a:sym typeface="+mn-ea"/>
              </a:rPr>
              <a:t>010</a:t>
            </a:r>
            <a:endParaRPr lang="en-US" altLang="zh-CN" sz="2400" b="1">
              <a:solidFill>
                <a:srgbClr val="FF6600"/>
              </a:solidFill>
              <a:latin typeface="Arial" panose="020B0604020202020204" pitchFamily="34" charset="0"/>
              <a:ea typeface="华文楷体" panose="02010600040101010101" pitchFamily="2" charset="-122"/>
              <a:cs typeface="Arial" panose="020B0604020202020204" pitchFamily="34" charset="0"/>
              <a:sym typeface="+mn-ea"/>
            </a:endParaRPr>
          </a:p>
          <a:p>
            <a:pPr algn="l">
              <a:lnSpc>
                <a:spcPct val="115000"/>
              </a:lnSpc>
              <a:spcBef>
                <a:spcPct val="0"/>
              </a:spcBef>
              <a:spcAft>
                <a:spcPct val="0"/>
              </a:spcAft>
            </a:pPr>
            <a:r>
              <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rPr>
              <a:t>000</a:t>
            </a:r>
            <a:r>
              <a:rPr lang="en-US" altLang="zh-CN" sz="2400" b="1">
                <a:solidFill>
                  <a:srgbClr val="FF6600"/>
                </a:solidFill>
                <a:latin typeface="Arial" panose="020B0604020202020204" pitchFamily="34" charset="0"/>
                <a:ea typeface="华文楷体" panose="02010600040101010101" pitchFamily="2" charset="-122"/>
                <a:cs typeface="Arial" panose="020B0604020202020204" pitchFamily="34" charset="0"/>
                <a:sym typeface="+mn-ea"/>
              </a:rPr>
              <a:t>010</a:t>
            </a:r>
            <a:r>
              <a:rPr lang="en-US" altLang="zh-CN" sz="2400" b="1">
                <a:solidFill>
                  <a:srgbClr val="C00000"/>
                </a:solidFill>
                <a:latin typeface="Arial" panose="020B0604020202020204" pitchFamily="34" charset="0"/>
                <a:ea typeface="华文楷体" panose="02010600040101010101" pitchFamily="2" charset="-122"/>
                <a:cs typeface="Arial" panose="020B0604020202020204" pitchFamily="34" charset="0"/>
                <a:sym typeface="+mn-ea"/>
              </a:rPr>
              <a:t>001001</a:t>
            </a:r>
            <a:r>
              <a:rPr lang="en-US" altLang="zh-CN" sz="2400" b="1">
                <a:solidFill>
                  <a:srgbClr val="FF6600"/>
                </a:solidFill>
                <a:latin typeface="Arial" panose="020B0604020202020204" pitchFamily="34" charset="0"/>
                <a:ea typeface="华文楷体" panose="02010600040101010101" pitchFamily="2" charset="-122"/>
                <a:cs typeface="Arial" panose="020B0604020202020204" pitchFamily="34" charset="0"/>
                <a:sym typeface="+mn-ea"/>
              </a:rPr>
              <a:t>010</a:t>
            </a:r>
            <a:r>
              <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rPr>
              <a:t>000</a:t>
            </a:r>
            <a:endPar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endParaRPr>
          </a:p>
          <a:p>
            <a:pPr algn="l">
              <a:lnSpc>
                <a:spcPct val="115000"/>
              </a:lnSpc>
              <a:spcBef>
                <a:spcPct val="0"/>
              </a:spcBef>
              <a:spcAft>
                <a:spcPct val="0"/>
              </a:spcAft>
            </a:pPr>
            <a:r>
              <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rPr>
              <a:t>000000</a:t>
            </a:r>
            <a:r>
              <a:rPr lang="en-US" altLang="zh-CN" sz="2400" b="1">
                <a:solidFill>
                  <a:srgbClr val="FF6600"/>
                </a:solidFill>
                <a:latin typeface="Arial" panose="020B0604020202020204" pitchFamily="34" charset="0"/>
                <a:ea typeface="华文楷体" panose="02010600040101010101" pitchFamily="2" charset="-122"/>
                <a:cs typeface="Arial" panose="020B0604020202020204" pitchFamily="34" charset="0"/>
                <a:sym typeface="+mn-ea"/>
              </a:rPr>
              <a:t>010010</a:t>
            </a:r>
            <a:r>
              <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rPr>
              <a:t>000000</a:t>
            </a:r>
            <a:endPar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endParaRPr>
          </a:p>
          <a:p>
            <a:pPr algn="l">
              <a:lnSpc>
                <a:spcPct val="115000"/>
              </a:lnSpc>
              <a:spcBef>
                <a:spcPct val="0"/>
              </a:spcBef>
              <a:spcAft>
                <a:spcPct val="0"/>
              </a:spcAft>
            </a:pPr>
            <a:r>
              <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rPr>
              <a:t>000</a:t>
            </a:r>
            <a:r>
              <a:rPr lang="en-US" altLang="zh-CN" sz="2400" b="1">
                <a:solidFill>
                  <a:srgbClr val="00A34B"/>
                </a:solidFill>
                <a:latin typeface="Arial" panose="020B0604020202020204" pitchFamily="34" charset="0"/>
                <a:ea typeface="华文楷体" panose="02010600040101010101" pitchFamily="2" charset="-122"/>
                <a:cs typeface="Arial" panose="020B0604020202020204" pitchFamily="34" charset="0"/>
                <a:sym typeface="+mn-ea"/>
              </a:rPr>
              <a:t>101101101101</a:t>
            </a:r>
            <a:r>
              <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rPr>
              <a:t>000</a:t>
            </a:r>
            <a:endPar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endParaRPr>
          </a:p>
          <a:p>
            <a:pPr algn="l">
              <a:lnSpc>
                <a:spcPct val="115000"/>
              </a:lnSpc>
              <a:spcBef>
                <a:spcPct val="0"/>
              </a:spcBef>
              <a:spcAft>
                <a:spcPct val="0"/>
              </a:spcAft>
            </a:pPr>
            <a:r>
              <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rPr>
              <a:t>000000000</a:t>
            </a:r>
            <a:r>
              <a:rPr lang="en-US" altLang="zh-CN" sz="2400" b="1">
                <a:solidFill>
                  <a:srgbClr val="00A34B"/>
                </a:solidFill>
                <a:latin typeface="Arial" panose="020B0604020202020204" pitchFamily="34" charset="0"/>
                <a:ea typeface="华文楷体" panose="02010600040101010101" pitchFamily="2" charset="-122"/>
                <a:cs typeface="Arial" panose="020B0604020202020204" pitchFamily="34" charset="0"/>
                <a:sym typeface="+mn-ea"/>
              </a:rPr>
              <a:t>101</a:t>
            </a:r>
            <a:r>
              <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rPr>
              <a:t>000000</a:t>
            </a:r>
            <a:endParaRPr lang="en-US" altLang="zh-CN" sz="2400" b="1">
              <a:solidFill>
                <a:schemeClr val="tx1"/>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123" name="TextBox 8"/>
          <p:cNvSpPr txBox="1">
            <a:spLocks noChangeArrowheads="1"/>
          </p:cNvSpPr>
          <p:nvPr>
            <p:custDataLst>
              <p:tags r:id="rId122"/>
            </p:custDataLst>
          </p:nvPr>
        </p:nvSpPr>
        <p:spPr bwMode="auto">
          <a:xfrm>
            <a:off x="4468715" y="328533"/>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wipe(left)">
                                      <p:cBhvr>
                                        <p:cTn id="7" dur="500"/>
                                        <p:tgtEl>
                                          <p:spTgt spid="17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8"/>
                                        </p:tgtEl>
                                        <p:attrNameLst>
                                          <p:attrName>style.visibility</p:attrName>
                                        </p:attrNameLst>
                                      </p:cBhvr>
                                      <p:to>
                                        <p:strVal val="visible"/>
                                      </p:to>
                                    </p:set>
                                    <p:animEffect transition="in" filter="wipe(left)">
                                      <p:cBhvr>
                                        <p:cTn id="12" dur="500"/>
                                        <p:tgtEl>
                                          <p:spTgt spid="19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9"/>
                                        </p:tgtEl>
                                        <p:attrNameLst>
                                          <p:attrName>style.visibility</p:attrName>
                                        </p:attrNameLst>
                                      </p:cBhvr>
                                      <p:to>
                                        <p:strVal val="visible"/>
                                      </p:to>
                                    </p:set>
                                    <p:animEffect transition="in" filter="wipe(left)">
                                      <p:cBhvr>
                                        <p:cTn id="17" dur="500"/>
                                        <p:tgtEl>
                                          <p:spTgt spid="19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0"/>
                                        </p:tgtEl>
                                        <p:attrNameLst>
                                          <p:attrName>style.visibility</p:attrName>
                                        </p:attrNameLst>
                                      </p:cBhvr>
                                      <p:to>
                                        <p:strVal val="visible"/>
                                      </p:to>
                                    </p:set>
                                    <p:animEffect transition="in" filter="wipe(left)">
                                      <p:cBhvr>
                                        <p:cTn id="22" dur="500"/>
                                        <p:tgtEl>
                                          <p:spTgt spid="20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1"/>
                                        </p:tgtEl>
                                        <p:attrNameLst>
                                          <p:attrName>style.visibility</p:attrName>
                                        </p:attrNameLst>
                                      </p:cBhvr>
                                      <p:to>
                                        <p:strVal val="visible"/>
                                      </p:to>
                                    </p:set>
                                    <p:animEffect transition="in" filter="wipe(left)">
                                      <p:cBhvr>
                                        <p:cTn id="27" dur="500"/>
                                        <p:tgtEl>
                                          <p:spTgt spid="20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2"/>
                                        </p:tgtEl>
                                        <p:attrNameLst>
                                          <p:attrName>style.visibility</p:attrName>
                                        </p:attrNameLst>
                                      </p:cBhvr>
                                      <p:to>
                                        <p:strVal val="visible"/>
                                      </p:to>
                                    </p:set>
                                    <p:animEffect transition="in" filter="wipe(left)">
                                      <p:cBhvr>
                                        <p:cTn id="32" dur="500"/>
                                        <p:tgtEl>
                                          <p:spTgt spid="20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03"/>
                                        </p:tgtEl>
                                        <p:attrNameLst>
                                          <p:attrName>style.visibility</p:attrName>
                                        </p:attrNameLst>
                                      </p:cBhvr>
                                      <p:to>
                                        <p:strVal val="visible"/>
                                      </p:to>
                                    </p:set>
                                    <p:animEffect transition="in" filter="wipe(left)">
                                      <p:cBhvr>
                                        <p:cTn id="37" dur="500"/>
                                        <p:tgtEl>
                                          <p:spTgt spid="20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360"/>
                                        </p:tgtEl>
                                        <p:attrNameLst>
                                          <p:attrName>style.visibility</p:attrName>
                                        </p:attrNameLst>
                                      </p:cBhvr>
                                      <p:to>
                                        <p:strVal val="visible"/>
                                      </p:to>
                                    </p:set>
                                    <p:animEffect transition="in" filter="wipe(up)">
                                      <p:cBhvr>
                                        <p:cTn id="42" dur="500"/>
                                        <p:tgtEl>
                                          <p:spTgt spid="36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04"/>
                                        </p:tgtEl>
                                        <p:attrNameLst>
                                          <p:attrName>style.visibility</p:attrName>
                                        </p:attrNameLst>
                                      </p:cBhvr>
                                      <p:to>
                                        <p:strVal val="visible"/>
                                      </p:to>
                                    </p:set>
                                    <p:animEffect transition="in" filter="wipe(left)">
                                      <p:cBhvr>
                                        <p:cTn id="47" dur="500"/>
                                        <p:tgtEl>
                                          <p:spTgt spid="204"/>
                                        </p:tgtEl>
                                      </p:cBhvr>
                                    </p:animEffect>
                                  </p:childTnLst>
                                </p:cTn>
                              </p:par>
                            </p:childTnLst>
                          </p:cTn>
                        </p:par>
                        <p:par>
                          <p:cTn id="48" fill="hold">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205"/>
                                        </p:tgtEl>
                                        <p:attrNameLst>
                                          <p:attrName>style.visibility</p:attrName>
                                        </p:attrNameLst>
                                      </p:cBhvr>
                                      <p:to>
                                        <p:strVal val="visible"/>
                                      </p:to>
                                    </p:set>
                                    <p:animEffect transition="in" filter="wipe(left)">
                                      <p:cBhvr>
                                        <p:cTn id="51" dur="500"/>
                                        <p:tgtEl>
                                          <p:spTgt spid="205"/>
                                        </p:tgtEl>
                                      </p:cBhvr>
                                    </p:animEffect>
                                  </p:childTnLst>
                                </p:cTn>
                              </p:par>
                            </p:childTnLst>
                          </p:cTn>
                        </p:par>
                        <p:par>
                          <p:cTn id="52" fill="hold">
                            <p:stCondLst>
                              <p:cond delay="1000"/>
                            </p:stCondLst>
                            <p:childTnLst>
                              <p:par>
                                <p:cTn id="53" presetID="22" presetClass="entr" presetSubtype="8" fill="hold" grpId="0" nodeType="afterEffect">
                                  <p:stCondLst>
                                    <p:cond delay="0"/>
                                  </p:stCondLst>
                                  <p:childTnLst>
                                    <p:set>
                                      <p:cBhvr>
                                        <p:cTn id="54" dur="1" fill="hold">
                                          <p:stCondLst>
                                            <p:cond delay="0"/>
                                          </p:stCondLst>
                                        </p:cTn>
                                        <p:tgtEl>
                                          <p:spTgt spid="353"/>
                                        </p:tgtEl>
                                        <p:attrNameLst>
                                          <p:attrName>style.visibility</p:attrName>
                                        </p:attrNameLst>
                                      </p:cBhvr>
                                      <p:to>
                                        <p:strVal val="visible"/>
                                      </p:to>
                                    </p:set>
                                    <p:animEffect transition="in" filter="wipe(left)">
                                      <p:cBhvr>
                                        <p:cTn id="55" dur="500"/>
                                        <p:tgtEl>
                                          <p:spTgt spid="353"/>
                                        </p:tgtEl>
                                      </p:cBhvr>
                                    </p:animEffect>
                                  </p:childTnLst>
                                </p:cTn>
                              </p:par>
                            </p:childTnLst>
                          </p:cTn>
                        </p:par>
                        <p:par>
                          <p:cTn id="56" fill="hold">
                            <p:stCondLst>
                              <p:cond delay="1500"/>
                            </p:stCondLst>
                            <p:childTnLst>
                              <p:par>
                                <p:cTn id="57" presetID="22" presetClass="entr" presetSubtype="8" fill="hold" grpId="0" nodeType="afterEffect">
                                  <p:stCondLst>
                                    <p:cond delay="0"/>
                                  </p:stCondLst>
                                  <p:childTnLst>
                                    <p:set>
                                      <p:cBhvr>
                                        <p:cTn id="58" dur="1" fill="hold">
                                          <p:stCondLst>
                                            <p:cond delay="0"/>
                                          </p:stCondLst>
                                        </p:cTn>
                                        <p:tgtEl>
                                          <p:spTgt spid="354"/>
                                        </p:tgtEl>
                                        <p:attrNameLst>
                                          <p:attrName>style.visibility</p:attrName>
                                        </p:attrNameLst>
                                      </p:cBhvr>
                                      <p:to>
                                        <p:strVal val="visible"/>
                                      </p:to>
                                    </p:set>
                                    <p:animEffect transition="in" filter="wipe(left)">
                                      <p:cBhvr>
                                        <p:cTn id="59" dur="500"/>
                                        <p:tgtEl>
                                          <p:spTgt spid="354"/>
                                        </p:tgtEl>
                                      </p:cBhvr>
                                    </p:animEffect>
                                  </p:childTnLst>
                                </p:cTn>
                              </p:par>
                            </p:childTnLst>
                          </p:cTn>
                        </p:par>
                        <p:par>
                          <p:cTn id="60" fill="hold">
                            <p:stCondLst>
                              <p:cond delay="2000"/>
                            </p:stCondLst>
                            <p:childTnLst>
                              <p:par>
                                <p:cTn id="61" presetID="22" presetClass="entr" presetSubtype="8" fill="hold" grpId="0" nodeType="afterEffect">
                                  <p:stCondLst>
                                    <p:cond delay="0"/>
                                  </p:stCondLst>
                                  <p:childTnLst>
                                    <p:set>
                                      <p:cBhvr>
                                        <p:cTn id="62" dur="1" fill="hold">
                                          <p:stCondLst>
                                            <p:cond delay="0"/>
                                          </p:stCondLst>
                                        </p:cTn>
                                        <p:tgtEl>
                                          <p:spTgt spid="355"/>
                                        </p:tgtEl>
                                        <p:attrNameLst>
                                          <p:attrName>style.visibility</p:attrName>
                                        </p:attrNameLst>
                                      </p:cBhvr>
                                      <p:to>
                                        <p:strVal val="visible"/>
                                      </p:to>
                                    </p:set>
                                    <p:animEffect transition="in" filter="wipe(left)">
                                      <p:cBhvr>
                                        <p:cTn id="63" dur="500"/>
                                        <p:tgtEl>
                                          <p:spTgt spid="355"/>
                                        </p:tgtEl>
                                      </p:cBhvr>
                                    </p:animEffect>
                                  </p:childTnLst>
                                </p:cTn>
                              </p:par>
                            </p:childTnLst>
                          </p:cTn>
                        </p:par>
                        <p:par>
                          <p:cTn id="64" fill="hold">
                            <p:stCondLst>
                              <p:cond delay="2500"/>
                            </p:stCondLst>
                            <p:childTnLst>
                              <p:par>
                                <p:cTn id="65" presetID="22" presetClass="entr" presetSubtype="8" fill="hold" grpId="0" nodeType="afterEffect">
                                  <p:stCondLst>
                                    <p:cond delay="0"/>
                                  </p:stCondLst>
                                  <p:childTnLst>
                                    <p:set>
                                      <p:cBhvr>
                                        <p:cTn id="66" dur="1" fill="hold">
                                          <p:stCondLst>
                                            <p:cond delay="0"/>
                                          </p:stCondLst>
                                        </p:cTn>
                                        <p:tgtEl>
                                          <p:spTgt spid="356"/>
                                        </p:tgtEl>
                                        <p:attrNameLst>
                                          <p:attrName>style.visibility</p:attrName>
                                        </p:attrNameLst>
                                      </p:cBhvr>
                                      <p:to>
                                        <p:strVal val="visible"/>
                                      </p:to>
                                    </p:set>
                                    <p:animEffect transition="in" filter="wipe(left)">
                                      <p:cBhvr>
                                        <p:cTn id="67" dur="500"/>
                                        <p:tgtEl>
                                          <p:spTgt spid="356"/>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 grpId="0"/>
      <p:bldP spid="199" grpId="0"/>
      <p:bldP spid="200" grpId="0"/>
      <p:bldP spid="201" grpId="0"/>
      <p:bldP spid="202" grpId="0"/>
      <p:bldP spid="203" grpId="0"/>
      <p:bldP spid="204" grpId="0"/>
      <p:bldP spid="205" grpId="0"/>
      <p:bldP spid="353" grpId="0"/>
      <p:bldP spid="354" grpId="0"/>
      <p:bldP spid="355" grpId="0"/>
      <p:bldP spid="356" grpId="0"/>
      <p:bldP spid="12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custDataLst>
              <p:tags r:id="rId1"/>
            </p:custDataLst>
          </p:nvPr>
        </p:nvSpPr>
        <p:spPr>
          <a:xfrm>
            <a:off x="3359347" y="1416337"/>
            <a:ext cx="5556738" cy="553998"/>
          </a:xfrm>
          <a:prstGeom prst="rect">
            <a:avLst/>
          </a:prstGeom>
          <a:noFill/>
        </p:spPr>
        <p:txBody>
          <a:bodyPr wrap="square" rtlCol="0">
            <a:spAutoFit/>
          </a:bodyPr>
          <a:lstStyle/>
          <a:p>
            <a:pPr algn="ctr"/>
            <a:r>
              <a:rPr lang="en-US" altLang="zh-CN" sz="3000">
                <a:solidFill>
                  <a:prstClr val="black"/>
                </a:solidFill>
                <a:latin typeface="黑体" panose="02010609060101010101" charset="-122"/>
                <a:ea typeface="黑体" panose="02010609060101010101" charset="-122"/>
              </a:rPr>
              <a:t>2. </a:t>
            </a:r>
            <a:r>
              <a:rPr lang="zh-CN" altLang="en-US" sz="3000">
                <a:solidFill>
                  <a:prstClr val="black"/>
                </a:solidFill>
                <a:latin typeface="黑体" panose="02010609060101010101" charset="-122"/>
                <a:ea typeface="黑体" panose="02010609060101010101" charset="-122"/>
              </a:rPr>
              <a:t>图像量化</a:t>
            </a:r>
            <a:endParaRPr lang="zh-CN" altLang="en-US" sz="3000">
              <a:solidFill>
                <a:prstClr val="black"/>
              </a:solidFill>
              <a:latin typeface="黑体" panose="02010609060101010101" charset="-122"/>
              <a:ea typeface="黑体" panose="02010609060101010101" charset="-122"/>
            </a:endParaRPr>
          </a:p>
        </p:txBody>
      </p:sp>
      <p:cxnSp>
        <p:nvCxnSpPr>
          <p:cNvPr id="29" name="直接连接符 28"/>
          <p:cNvCxnSpPr/>
          <p:nvPr>
            <p:custDataLst>
              <p:tags r:id="rId2"/>
            </p:custDataLst>
          </p:nvPr>
        </p:nvCxnSpPr>
        <p:spPr>
          <a:xfrm flipV="1">
            <a:off x="3359346" y="2060503"/>
            <a:ext cx="5556738" cy="23447"/>
          </a:xfrm>
          <a:prstGeom prst="line">
            <a:avLst/>
          </a:prstGeom>
          <a:ln w="12700">
            <a:solidFill>
              <a:srgbClr val="01431D"/>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p:custDataLst>
              <p:tags r:id="rId3"/>
            </p:custDataLst>
          </p:nvPr>
        </p:nvGrpSpPr>
        <p:grpSpPr>
          <a:xfrm>
            <a:off x="2796635" y="1801906"/>
            <a:ext cx="445481" cy="469613"/>
            <a:chOff x="2121873" y="1511588"/>
            <a:chExt cx="445481" cy="469613"/>
          </a:xfrm>
        </p:grpSpPr>
        <p:sp>
          <p:nvSpPr>
            <p:cNvPr id="39" name="矩形 38"/>
            <p:cNvSpPr/>
            <p:nvPr>
              <p:custDataLst>
                <p:tags r:id="rId4"/>
              </p:custDataLst>
            </p:nvPr>
          </p:nvSpPr>
          <p:spPr>
            <a:xfrm>
              <a:off x="2121873" y="1511588"/>
              <a:ext cx="363415" cy="363415"/>
            </a:xfrm>
            <a:prstGeom prst="rect">
              <a:avLst/>
            </a:prstGeom>
            <a:solidFill>
              <a:srgbClr val="0143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矩形 39"/>
            <p:cNvSpPr/>
            <p:nvPr>
              <p:custDataLst>
                <p:tags r:id="rId5"/>
              </p:custDataLst>
            </p:nvPr>
          </p:nvSpPr>
          <p:spPr>
            <a:xfrm>
              <a:off x="2321171" y="1735018"/>
              <a:ext cx="246183" cy="246183"/>
            </a:xfrm>
            <a:prstGeom prst="rect">
              <a:avLst/>
            </a:prstGeom>
            <a:solidFill>
              <a:srgbClr val="0162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123" name="文本框 122"/>
          <p:cNvSpPr txBox="1"/>
          <p:nvPr>
            <p:custDataLst>
              <p:tags r:id="rId6"/>
            </p:custDataLst>
          </p:nvPr>
        </p:nvSpPr>
        <p:spPr>
          <a:xfrm>
            <a:off x="6854544" y="2687201"/>
            <a:ext cx="3269615" cy="2861310"/>
          </a:xfrm>
          <a:prstGeom prst="rect">
            <a:avLst/>
          </a:prstGeom>
          <a:noFill/>
        </p:spPr>
        <p:txBody>
          <a:bodyPr wrap="square" rtlCol="0" anchor="t">
            <a:spAutoFit/>
          </a:bodyPr>
          <a:lstStyle/>
          <a:p>
            <a:pPr marL="457200" indent="-457200" algn="l" fontAlgn="auto">
              <a:lnSpc>
                <a:spcPct val="125000"/>
              </a:lnSpc>
              <a:buFont typeface="Arial" panose="020B0604020202020204" pitchFamily="34" charset="0"/>
              <a:buChar char="•"/>
            </a:pPr>
            <a:endParaRPr lang="zh-CN" altLang="en-US" sz="2400" b="1">
              <a:latin typeface="华文楷体" panose="02010600040101010101" pitchFamily="2" charset="-122"/>
              <a:ea typeface="华文楷体" panose="02010600040101010101" pitchFamily="2" charset="-122"/>
              <a:cs typeface="华文楷体" panose="02010600040101010101" pitchFamily="2" charset="-122"/>
              <a:sym typeface="+mn-ea"/>
            </a:endParaRPr>
          </a:p>
          <a:p>
            <a:pPr marL="457200" indent="-457200" algn="l" fontAlgn="auto">
              <a:lnSpc>
                <a:spcPct val="125000"/>
              </a:lnSpc>
              <a:buFont typeface="Arial" panose="020B0604020202020204" pitchFamily="34" charset="0"/>
              <a:buChar char="•"/>
            </a:pPr>
            <a:r>
              <a:rPr lang="zh-CN" altLang="en-US" sz="2400" b="1">
                <a:latin typeface="华文楷体" panose="02010600040101010101" pitchFamily="2" charset="-122"/>
                <a:ea typeface="华文楷体" panose="02010600040101010101" pitchFamily="2" charset="-122"/>
                <a:cs typeface="华文楷体" panose="02010600040101010101" pitchFamily="2" charset="-122"/>
                <a:sym typeface="+mn-ea"/>
              </a:rPr>
              <a:t>颜色深度：像素颜色所占二进制位数</a:t>
            </a:r>
            <a:endParaRPr lang="zh-CN" altLang="en-US" sz="2400" b="1">
              <a:latin typeface="华文楷体" panose="02010600040101010101" pitchFamily="2" charset="-122"/>
              <a:ea typeface="华文楷体" panose="02010600040101010101" pitchFamily="2" charset="-122"/>
              <a:cs typeface="华文楷体" panose="02010600040101010101" pitchFamily="2" charset="-122"/>
              <a:sym typeface="+mn-ea"/>
            </a:endParaRPr>
          </a:p>
          <a:p>
            <a:pPr indent="0" algn="l" fontAlgn="auto">
              <a:lnSpc>
                <a:spcPct val="125000"/>
              </a:lnSpc>
              <a:buFont typeface="Arial" panose="020B0604020202020204" pitchFamily="34" charset="0"/>
              <a:buNone/>
            </a:pPr>
            <a:endParaRPr lang="zh-CN" altLang="en-US" sz="2400" b="1">
              <a:latin typeface="华文楷体" panose="02010600040101010101" pitchFamily="2" charset="-122"/>
              <a:ea typeface="华文楷体" panose="02010600040101010101" pitchFamily="2" charset="-122"/>
              <a:cs typeface="华文楷体" panose="02010600040101010101" pitchFamily="2" charset="-122"/>
              <a:sym typeface="+mn-ea"/>
            </a:endParaRPr>
          </a:p>
          <a:p>
            <a:pPr marL="457200" indent="-457200" algn="l" fontAlgn="auto">
              <a:lnSpc>
                <a:spcPct val="125000"/>
              </a:lnSpc>
              <a:buFont typeface="Arial" panose="020B0604020202020204" pitchFamily="34" charset="0"/>
              <a:buChar char="•"/>
            </a:pPr>
            <a:endParaRPr lang="zh-CN" altLang="en-US" sz="2400" b="1">
              <a:latin typeface="华文楷体" panose="02010600040101010101" pitchFamily="2" charset="-122"/>
              <a:ea typeface="华文楷体" panose="02010600040101010101" pitchFamily="2" charset="-122"/>
              <a:cs typeface="华文楷体" panose="02010600040101010101" pitchFamily="2" charset="-122"/>
              <a:sym typeface="+mn-ea"/>
            </a:endParaRPr>
          </a:p>
          <a:p>
            <a:pPr marL="457200" indent="-457200" algn="l" fontAlgn="auto">
              <a:lnSpc>
                <a:spcPct val="125000"/>
              </a:lnSpc>
              <a:buFont typeface="Arial" panose="020B0604020202020204" pitchFamily="34" charset="0"/>
              <a:buChar char="•"/>
            </a:pPr>
            <a:endParaRPr lang="zh-CN" altLang="en-US" sz="2400" b="1">
              <a:latin typeface="华文楷体" panose="02010600040101010101" pitchFamily="2" charset="-122"/>
              <a:ea typeface="华文楷体" panose="02010600040101010101" pitchFamily="2" charset="-122"/>
              <a:cs typeface="华文楷体" panose="02010600040101010101" pitchFamily="2" charset="-122"/>
              <a:sym typeface="+mn-ea"/>
            </a:endParaRPr>
          </a:p>
        </p:txBody>
      </p:sp>
      <p:sp>
        <p:nvSpPr>
          <p:cNvPr id="126" name="圆角矩形 125"/>
          <p:cNvSpPr/>
          <p:nvPr>
            <p:custDataLst>
              <p:tags r:id="rId7"/>
            </p:custDataLst>
          </p:nvPr>
        </p:nvSpPr>
        <p:spPr>
          <a:xfrm>
            <a:off x="7698459" y="2388751"/>
            <a:ext cx="1861820" cy="576580"/>
          </a:xfrm>
          <a:prstGeom prst="roundRect">
            <a:avLst/>
          </a:prstGeom>
          <a:solidFill>
            <a:srgbClr val="669473"/>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zh-CN" altLang="en-US" sz="2800" b="1">
                <a:solidFill>
                  <a:schemeClr val="bg1"/>
                </a:solidFill>
                <a:latin typeface="华文楷体" panose="02010600040101010101" pitchFamily="2" charset="-122"/>
                <a:ea typeface="华文楷体" panose="02010600040101010101" pitchFamily="2" charset="-122"/>
              </a:rPr>
              <a:t>图像量化</a:t>
            </a:r>
            <a:endParaRPr lang="zh-CN" altLang="en-US" sz="2800" b="1">
              <a:solidFill>
                <a:schemeClr val="bg1"/>
              </a:solidFill>
              <a:latin typeface="华文楷体" panose="02010600040101010101" pitchFamily="2" charset="-122"/>
              <a:ea typeface="华文楷体" panose="02010600040101010101" pitchFamily="2" charset="-122"/>
            </a:endParaRPr>
          </a:p>
        </p:txBody>
      </p:sp>
      <p:grpSp>
        <p:nvGrpSpPr>
          <p:cNvPr id="127" name="组合 126"/>
          <p:cNvGrpSpPr/>
          <p:nvPr>
            <p:custDataLst>
              <p:tags r:id="rId8"/>
            </p:custDataLst>
          </p:nvPr>
        </p:nvGrpSpPr>
        <p:grpSpPr>
          <a:xfrm>
            <a:off x="2042831" y="2494949"/>
            <a:ext cx="4389755" cy="3305175"/>
            <a:chOff x="925" y="4102"/>
            <a:chExt cx="6913" cy="5205"/>
          </a:xfrm>
        </p:grpSpPr>
        <p:grpSp>
          <p:nvGrpSpPr>
            <p:cNvPr id="128" name="组合 127"/>
            <p:cNvGrpSpPr/>
            <p:nvPr>
              <p:custDataLst>
                <p:tags r:id="rId9"/>
              </p:custDataLst>
            </p:nvPr>
          </p:nvGrpSpPr>
          <p:grpSpPr>
            <a:xfrm>
              <a:off x="925" y="4688"/>
              <a:ext cx="3087" cy="3808"/>
              <a:chOff x="13352" y="3024"/>
              <a:chExt cx="3246" cy="3808"/>
            </a:xfrm>
          </p:grpSpPr>
          <p:cxnSp>
            <p:nvCxnSpPr>
              <p:cNvPr id="238" name="直接连接符 237"/>
              <p:cNvCxnSpPr/>
              <p:nvPr>
                <p:custDataLst>
                  <p:tags r:id="rId10"/>
                </p:custDataLst>
              </p:nvPr>
            </p:nvCxnSpPr>
            <p:spPr>
              <a:xfrm>
                <a:off x="13352" y="683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39" name="直接连接符 238"/>
              <p:cNvCxnSpPr/>
              <p:nvPr>
                <p:custDataLst>
                  <p:tags r:id="rId11"/>
                </p:custDataLst>
              </p:nvPr>
            </p:nvCxnSpPr>
            <p:spPr>
              <a:xfrm>
                <a:off x="13352" y="302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40" name="直接连接符 239"/>
              <p:cNvCxnSpPr/>
              <p:nvPr>
                <p:custDataLst>
                  <p:tags r:id="rId12"/>
                </p:custDataLst>
              </p:nvPr>
            </p:nvCxnSpPr>
            <p:spPr>
              <a:xfrm>
                <a:off x="13352" y="350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41" name="直接连接符 240"/>
              <p:cNvCxnSpPr/>
              <p:nvPr>
                <p:custDataLst>
                  <p:tags r:id="rId13"/>
                </p:custDataLst>
              </p:nvPr>
            </p:nvCxnSpPr>
            <p:spPr>
              <a:xfrm>
                <a:off x="13352" y="3976"/>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42" name="直接连接符 241"/>
              <p:cNvCxnSpPr/>
              <p:nvPr>
                <p:custDataLst>
                  <p:tags r:id="rId14"/>
                </p:custDataLst>
              </p:nvPr>
            </p:nvCxnSpPr>
            <p:spPr>
              <a:xfrm>
                <a:off x="13352" y="445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43" name="直接连接符 242"/>
              <p:cNvCxnSpPr/>
              <p:nvPr>
                <p:custDataLst>
                  <p:tags r:id="rId15"/>
                </p:custDataLst>
              </p:nvPr>
            </p:nvCxnSpPr>
            <p:spPr>
              <a:xfrm>
                <a:off x="13352" y="4928"/>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44" name="直接连接符 243"/>
              <p:cNvCxnSpPr/>
              <p:nvPr>
                <p:custDataLst>
                  <p:tags r:id="rId16"/>
                </p:custDataLst>
              </p:nvPr>
            </p:nvCxnSpPr>
            <p:spPr>
              <a:xfrm>
                <a:off x="13352" y="540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45" name="直接连接符 244"/>
              <p:cNvCxnSpPr/>
              <p:nvPr>
                <p:custDataLst>
                  <p:tags r:id="rId17"/>
                </p:custDataLst>
              </p:nvPr>
            </p:nvCxnSpPr>
            <p:spPr>
              <a:xfrm>
                <a:off x="13352" y="588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46" name="直接连接符 245"/>
              <p:cNvCxnSpPr/>
              <p:nvPr>
                <p:custDataLst>
                  <p:tags r:id="rId18"/>
                </p:custDataLst>
              </p:nvPr>
            </p:nvCxnSpPr>
            <p:spPr>
              <a:xfrm>
                <a:off x="13352" y="6356"/>
                <a:ext cx="3247" cy="0"/>
              </a:xfrm>
              <a:prstGeom prst="line">
                <a:avLst/>
              </a:prstGeom>
              <a:ln w="28575"/>
            </p:spPr>
            <p:style>
              <a:lnRef idx="3">
                <a:schemeClr val="dk1"/>
              </a:lnRef>
              <a:fillRef idx="0">
                <a:schemeClr val="dk1"/>
              </a:fillRef>
              <a:effectRef idx="2">
                <a:schemeClr val="dk1"/>
              </a:effectRef>
              <a:fontRef idx="minor">
                <a:schemeClr val="tx1"/>
              </a:fontRef>
            </p:style>
          </p:cxnSp>
        </p:grpSp>
        <p:grpSp>
          <p:nvGrpSpPr>
            <p:cNvPr id="129" name="组合 128"/>
            <p:cNvGrpSpPr/>
            <p:nvPr>
              <p:custDataLst>
                <p:tags r:id="rId19"/>
              </p:custDataLst>
            </p:nvPr>
          </p:nvGrpSpPr>
          <p:grpSpPr>
            <a:xfrm>
              <a:off x="945" y="4708"/>
              <a:ext cx="3064" cy="3788"/>
              <a:chOff x="4391" y="870"/>
              <a:chExt cx="3264" cy="3828"/>
            </a:xfrm>
          </p:grpSpPr>
          <p:cxnSp>
            <p:nvCxnSpPr>
              <p:cNvPr id="231" name="直接连接符 230"/>
              <p:cNvCxnSpPr/>
              <p:nvPr>
                <p:custDataLst>
                  <p:tags r:id="rId20"/>
                </p:custDataLst>
              </p:nvPr>
            </p:nvCxnSpPr>
            <p:spPr>
              <a:xfrm rot="5400000">
                <a:off x="574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32" name="直接连接符 231"/>
              <p:cNvCxnSpPr/>
              <p:nvPr>
                <p:custDataLst>
                  <p:tags r:id="rId21"/>
                </p:custDataLst>
              </p:nvPr>
            </p:nvCxnSpPr>
            <p:spPr>
              <a:xfrm rot="5400000">
                <a:off x="5197"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33" name="直接连接符 232"/>
              <p:cNvCxnSpPr/>
              <p:nvPr>
                <p:custDataLst>
                  <p:tags r:id="rId22"/>
                </p:custDataLst>
              </p:nvPr>
            </p:nvCxnSpPr>
            <p:spPr>
              <a:xfrm rot="5400000">
                <a:off x="4653"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34" name="直接连接符 233"/>
              <p:cNvCxnSpPr/>
              <p:nvPr>
                <p:custDataLst>
                  <p:tags r:id="rId23"/>
                </p:custDataLst>
              </p:nvPr>
            </p:nvCxnSpPr>
            <p:spPr>
              <a:xfrm rot="5400000">
                <a:off x="4109"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35" name="直接连接符 234"/>
              <p:cNvCxnSpPr/>
              <p:nvPr>
                <p:custDataLst>
                  <p:tags r:id="rId24"/>
                </p:custDataLst>
              </p:nvPr>
            </p:nvCxnSpPr>
            <p:spPr>
              <a:xfrm rot="5400000">
                <a:off x="3565"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36" name="直接连接符 235"/>
              <p:cNvCxnSpPr/>
              <p:nvPr>
                <p:custDataLst>
                  <p:tags r:id="rId25"/>
                </p:custDataLst>
              </p:nvPr>
            </p:nvCxnSpPr>
            <p:spPr>
              <a:xfrm rot="5400000">
                <a:off x="302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37" name="直接连接符 236"/>
              <p:cNvCxnSpPr/>
              <p:nvPr>
                <p:custDataLst>
                  <p:tags r:id="rId26"/>
                </p:custDataLst>
              </p:nvPr>
            </p:nvCxnSpPr>
            <p:spPr>
              <a:xfrm rot="5400000">
                <a:off x="2477" y="2784"/>
                <a:ext cx="3828" cy="0"/>
              </a:xfrm>
              <a:prstGeom prst="line">
                <a:avLst/>
              </a:prstGeom>
              <a:ln w="28575"/>
            </p:spPr>
            <p:style>
              <a:lnRef idx="3">
                <a:schemeClr val="dk1"/>
              </a:lnRef>
              <a:fillRef idx="0">
                <a:schemeClr val="dk1"/>
              </a:fillRef>
              <a:effectRef idx="2">
                <a:schemeClr val="dk1"/>
              </a:effectRef>
              <a:fontRef idx="minor">
                <a:schemeClr val="tx1"/>
              </a:fontRef>
            </p:style>
          </p:cxnSp>
        </p:grpSp>
        <p:sp>
          <p:nvSpPr>
            <p:cNvPr id="130" name="矩形 129"/>
            <p:cNvSpPr/>
            <p:nvPr>
              <p:custDataLst>
                <p:tags r:id="rId27"/>
              </p:custDataLst>
            </p:nvPr>
          </p:nvSpPr>
          <p:spPr>
            <a:xfrm>
              <a:off x="1983" y="472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矩形 130"/>
            <p:cNvSpPr/>
            <p:nvPr>
              <p:custDataLst>
                <p:tags r:id="rId28"/>
              </p:custDataLst>
            </p:nvPr>
          </p:nvSpPr>
          <p:spPr>
            <a:xfrm>
              <a:off x="2505" y="472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矩形 131"/>
            <p:cNvSpPr/>
            <p:nvPr>
              <p:custDataLst>
                <p:tags r:id="rId29"/>
              </p:custDataLst>
            </p:nvPr>
          </p:nvSpPr>
          <p:spPr>
            <a:xfrm>
              <a:off x="1483" y="5196"/>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矩形 132"/>
            <p:cNvSpPr/>
            <p:nvPr>
              <p:custDataLst>
                <p:tags r:id="rId30"/>
              </p:custDataLst>
            </p:nvPr>
          </p:nvSpPr>
          <p:spPr>
            <a:xfrm>
              <a:off x="1983" y="5196"/>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矩形 133"/>
            <p:cNvSpPr/>
            <p:nvPr>
              <p:custDataLst>
                <p:tags r:id="rId31"/>
              </p:custDataLst>
            </p:nvPr>
          </p:nvSpPr>
          <p:spPr>
            <a:xfrm>
              <a:off x="2505" y="5196"/>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矩形 134"/>
            <p:cNvSpPr/>
            <p:nvPr>
              <p:custDataLst>
                <p:tags r:id="rId32"/>
              </p:custDataLst>
            </p:nvPr>
          </p:nvSpPr>
          <p:spPr>
            <a:xfrm>
              <a:off x="3012" y="5196"/>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矩形 135"/>
            <p:cNvSpPr/>
            <p:nvPr>
              <p:custDataLst>
                <p:tags r:id="rId33"/>
              </p:custDataLst>
            </p:nvPr>
          </p:nvSpPr>
          <p:spPr>
            <a:xfrm>
              <a:off x="966" y="5662"/>
              <a:ext cx="482"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矩形 136"/>
            <p:cNvSpPr/>
            <p:nvPr>
              <p:custDataLst>
                <p:tags r:id="rId34"/>
              </p:custDataLst>
            </p:nvPr>
          </p:nvSpPr>
          <p:spPr>
            <a:xfrm>
              <a:off x="1483" y="5662"/>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矩形 137"/>
            <p:cNvSpPr/>
            <p:nvPr>
              <p:custDataLst>
                <p:tags r:id="rId35"/>
              </p:custDataLst>
            </p:nvPr>
          </p:nvSpPr>
          <p:spPr>
            <a:xfrm>
              <a:off x="1983" y="5662"/>
              <a:ext cx="476" cy="437"/>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矩形 138"/>
            <p:cNvSpPr/>
            <p:nvPr>
              <p:custDataLst>
                <p:tags r:id="rId36"/>
              </p:custDataLst>
            </p:nvPr>
          </p:nvSpPr>
          <p:spPr>
            <a:xfrm>
              <a:off x="2505" y="5662"/>
              <a:ext cx="476" cy="437"/>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矩形 139"/>
            <p:cNvSpPr/>
            <p:nvPr>
              <p:custDataLst>
                <p:tags r:id="rId37"/>
              </p:custDataLst>
            </p:nvPr>
          </p:nvSpPr>
          <p:spPr>
            <a:xfrm>
              <a:off x="3012" y="5662"/>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矩形 140"/>
            <p:cNvSpPr/>
            <p:nvPr>
              <p:custDataLst>
                <p:tags r:id="rId38"/>
              </p:custDataLst>
            </p:nvPr>
          </p:nvSpPr>
          <p:spPr>
            <a:xfrm>
              <a:off x="966" y="6142"/>
              <a:ext cx="482"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矩形 141"/>
            <p:cNvSpPr/>
            <p:nvPr>
              <p:custDataLst>
                <p:tags r:id="rId39"/>
              </p:custDataLst>
            </p:nvPr>
          </p:nvSpPr>
          <p:spPr>
            <a:xfrm>
              <a:off x="1483" y="6142"/>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矩形 142"/>
            <p:cNvSpPr/>
            <p:nvPr>
              <p:custDataLst>
                <p:tags r:id="rId40"/>
              </p:custDataLst>
            </p:nvPr>
          </p:nvSpPr>
          <p:spPr>
            <a:xfrm>
              <a:off x="1983" y="6142"/>
              <a:ext cx="476" cy="437"/>
            </a:xfrm>
            <a:prstGeom prst="rect">
              <a:avLst/>
            </a:prstGeom>
            <a:solidFill>
              <a:srgbClr val="FFC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矩形 143"/>
            <p:cNvSpPr/>
            <p:nvPr>
              <p:custDataLst>
                <p:tags r:id="rId41"/>
              </p:custDataLst>
            </p:nvPr>
          </p:nvSpPr>
          <p:spPr>
            <a:xfrm>
              <a:off x="2505" y="6142"/>
              <a:ext cx="476" cy="437"/>
            </a:xfrm>
            <a:prstGeom prst="rect">
              <a:avLst/>
            </a:prstGeom>
            <a:solidFill>
              <a:srgbClr val="FFC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矩形 144"/>
            <p:cNvSpPr/>
            <p:nvPr>
              <p:custDataLst>
                <p:tags r:id="rId42"/>
              </p:custDataLst>
            </p:nvPr>
          </p:nvSpPr>
          <p:spPr>
            <a:xfrm>
              <a:off x="3012" y="6142"/>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矩形 145"/>
            <p:cNvSpPr/>
            <p:nvPr>
              <p:custDataLst>
                <p:tags r:id="rId43"/>
              </p:custDataLst>
            </p:nvPr>
          </p:nvSpPr>
          <p:spPr>
            <a:xfrm>
              <a:off x="3526" y="6142"/>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custDataLst>
                <p:tags r:id="rId44"/>
              </p:custDataLst>
            </p:nvPr>
          </p:nvSpPr>
          <p:spPr>
            <a:xfrm>
              <a:off x="1483" y="6618"/>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custDataLst>
                <p:tags r:id="rId45"/>
              </p:custDataLst>
            </p:nvPr>
          </p:nvSpPr>
          <p:spPr>
            <a:xfrm>
              <a:off x="1983" y="6618"/>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custDataLst>
                <p:tags r:id="rId46"/>
              </p:custDataLst>
            </p:nvPr>
          </p:nvSpPr>
          <p:spPr>
            <a:xfrm>
              <a:off x="2505" y="6618"/>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custDataLst>
                <p:tags r:id="rId47"/>
              </p:custDataLst>
            </p:nvPr>
          </p:nvSpPr>
          <p:spPr>
            <a:xfrm>
              <a:off x="3012" y="6618"/>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custDataLst>
                <p:tags r:id="rId48"/>
              </p:custDataLst>
            </p:nvPr>
          </p:nvSpPr>
          <p:spPr>
            <a:xfrm>
              <a:off x="1983" y="7088"/>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custDataLst>
                <p:tags r:id="rId49"/>
              </p:custDataLst>
            </p:nvPr>
          </p:nvSpPr>
          <p:spPr>
            <a:xfrm>
              <a:off x="2505" y="7088"/>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矩形 152"/>
            <p:cNvSpPr/>
            <p:nvPr>
              <p:custDataLst>
                <p:tags r:id="rId50"/>
              </p:custDataLst>
            </p:nvPr>
          </p:nvSpPr>
          <p:spPr>
            <a:xfrm>
              <a:off x="1483" y="7575"/>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矩形 153"/>
            <p:cNvSpPr/>
            <p:nvPr>
              <p:custDataLst>
                <p:tags r:id="rId51"/>
              </p:custDataLst>
            </p:nvPr>
          </p:nvSpPr>
          <p:spPr>
            <a:xfrm>
              <a:off x="1983" y="7575"/>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矩形 154"/>
            <p:cNvSpPr/>
            <p:nvPr>
              <p:custDataLst>
                <p:tags r:id="rId52"/>
              </p:custDataLst>
            </p:nvPr>
          </p:nvSpPr>
          <p:spPr>
            <a:xfrm>
              <a:off x="2505" y="7575"/>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custDataLst>
                <p:tags r:id="rId53"/>
              </p:custDataLst>
            </p:nvPr>
          </p:nvSpPr>
          <p:spPr>
            <a:xfrm>
              <a:off x="3012" y="7575"/>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custDataLst>
                <p:tags r:id="rId54"/>
              </p:custDataLst>
            </p:nvPr>
          </p:nvSpPr>
          <p:spPr>
            <a:xfrm>
              <a:off x="2505" y="8055"/>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8" name="组合 157"/>
            <p:cNvGrpSpPr/>
            <p:nvPr>
              <p:custDataLst>
                <p:tags r:id="rId55"/>
              </p:custDataLst>
            </p:nvPr>
          </p:nvGrpSpPr>
          <p:grpSpPr>
            <a:xfrm>
              <a:off x="933" y="4688"/>
              <a:ext cx="3087" cy="3808"/>
              <a:chOff x="13352" y="3024"/>
              <a:chExt cx="3246" cy="3808"/>
            </a:xfrm>
          </p:grpSpPr>
          <p:cxnSp>
            <p:nvCxnSpPr>
              <p:cNvPr id="222" name="直接连接符 221"/>
              <p:cNvCxnSpPr/>
              <p:nvPr>
                <p:custDataLst>
                  <p:tags r:id="rId56"/>
                </p:custDataLst>
              </p:nvPr>
            </p:nvCxnSpPr>
            <p:spPr>
              <a:xfrm>
                <a:off x="13352" y="683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23" name="直接连接符 222"/>
              <p:cNvCxnSpPr/>
              <p:nvPr>
                <p:custDataLst>
                  <p:tags r:id="rId57"/>
                </p:custDataLst>
              </p:nvPr>
            </p:nvCxnSpPr>
            <p:spPr>
              <a:xfrm>
                <a:off x="13352" y="302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24" name="直接连接符 223"/>
              <p:cNvCxnSpPr/>
              <p:nvPr>
                <p:custDataLst>
                  <p:tags r:id="rId58"/>
                </p:custDataLst>
              </p:nvPr>
            </p:nvCxnSpPr>
            <p:spPr>
              <a:xfrm>
                <a:off x="13352" y="350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25" name="直接连接符 224"/>
              <p:cNvCxnSpPr/>
              <p:nvPr>
                <p:custDataLst>
                  <p:tags r:id="rId59"/>
                </p:custDataLst>
              </p:nvPr>
            </p:nvCxnSpPr>
            <p:spPr>
              <a:xfrm>
                <a:off x="13352" y="3976"/>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26" name="直接连接符 225"/>
              <p:cNvCxnSpPr/>
              <p:nvPr>
                <p:custDataLst>
                  <p:tags r:id="rId60"/>
                </p:custDataLst>
              </p:nvPr>
            </p:nvCxnSpPr>
            <p:spPr>
              <a:xfrm>
                <a:off x="13352" y="445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27" name="直接连接符 226"/>
              <p:cNvCxnSpPr/>
              <p:nvPr>
                <p:custDataLst>
                  <p:tags r:id="rId61"/>
                </p:custDataLst>
              </p:nvPr>
            </p:nvCxnSpPr>
            <p:spPr>
              <a:xfrm>
                <a:off x="13352" y="4928"/>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28" name="直接连接符 227"/>
              <p:cNvCxnSpPr/>
              <p:nvPr>
                <p:custDataLst>
                  <p:tags r:id="rId62"/>
                </p:custDataLst>
              </p:nvPr>
            </p:nvCxnSpPr>
            <p:spPr>
              <a:xfrm>
                <a:off x="13352" y="540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29" name="直接连接符 228"/>
              <p:cNvCxnSpPr/>
              <p:nvPr>
                <p:custDataLst>
                  <p:tags r:id="rId63"/>
                </p:custDataLst>
              </p:nvPr>
            </p:nvCxnSpPr>
            <p:spPr>
              <a:xfrm>
                <a:off x="13352" y="588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30" name="直接连接符 229"/>
              <p:cNvCxnSpPr/>
              <p:nvPr>
                <p:custDataLst>
                  <p:tags r:id="rId64"/>
                </p:custDataLst>
              </p:nvPr>
            </p:nvCxnSpPr>
            <p:spPr>
              <a:xfrm>
                <a:off x="13352" y="6356"/>
                <a:ext cx="3247" cy="0"/>
              </a:xfrm>
              <a:prstGeom prst="line">
                <a:avLst/>
              </a:prstGeom>
              <a:ln w="28575"/>
            </p:spPr>
            <p:style>
              <a:lnRef idx="3">
                <a:schemeClr val="dk1"/>
              </a:lnRef>
              <a:fillRef idx="0">
                <a:schemeClr val="dk1"/>
              </a:fillRef>
              <a:effectRef idx="2">
                <a:schemeClr val="dk1"/>
              </a:effectRef>
              <a:fontRef idx="minor">
                <a:schemeClr val="tx1"/>
              </a:fontRef>
            </p:style>
          </p:cxnSp>
        </p:grpSp>
        <p:grpSp>
          <p:nvGrpSpPr>
            <p:cNvPr id="159" name="组合 158"/>
            <p:cNvGrpSpPr/>
            <p:nvPr>
              <p:custDataLst>
                <p:tags r:id="rId65"/>
              </p:custDataLst>
            </p:nvPr>
          </p:nvGrpSpPr>
          <p:grpSpPr>
            <a:xfrm>
              <a:off x="953" y="4708"/>
              <a:ext cx="3064" cy="3788"/>
              <a:chOff x="4391" y="870"/>
              <a:chExt cx="3264" cy="3828"/>
            </a:xfrm>
          </p:grpSpPr>
          <p:cxnSp>
            <p:nvCxnSpPr>
              <p:cNvPr id="215" name="直接连接符 214"/>
              <p:cNvCxnSpPr/>
              <p:nvPr>
                <p:custDataLst>
                  <p:tags r:id="rId66"/>
                </p:custDataLst>
              </p:nvPr>
            </p:nvCxnSpPr>
            <p:spPr>
              <a:xfrm rot="5400000">
                <a:off x="574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16" name="直接连接符 215"/>
              <p:cNvCxnSpPr/>
              <p:nvPr>
                <p:custDataLst>
                  <p:tags r:id="rId67"/>
                </p:custDataLst>
              </p:nvPr>
            </p:nvCxnSpPr>
            <p:spPr>
              <a:xfrm rot="5400000">
                <a:off x="5197"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17" name="直接连接符 216"/>
              <p:cNvCxnSpPr/>
              <p:nvPr>
                <p:custDataLst>
                  <p:tags r:id="rId68"/>
                </p:custDataLst>
              </p:nvPr>
            </p:nvCxnSpPr>
            <p:spPr>
              <a:xfrm rot="5400000">
                <a:off x="4653"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18" name="直接连接符 217"/>
              <p:cNvCxnSpPr/>
              <p:nvPr>
                <p:custDataLst>
                  <p:tags r:id="rId69"/>
                </p:custDataLst>
              </p:nvPr>
            </p:nvCxnSpPr>
            <p:spPr>
              <a:xfrm rot="5400000">
                <a:off x="4109"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19" name="直接连接符 218"/>
              <p:cNvCxnSpPr/>
              <p:nvPr>
                <p:custDataLst>
                  <p:tags r:id="rId70"/>
                </p:custDataLst>
              </p:nvPr>
            </p:nvCxnSpPr>
            <p:spPr>
              <a:xfrm rot="5400000">
                <a:off x="3565"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20" name="直接连接符 219"/>
              <p:cNvCxnSpPr/>
              <p:nvPr>
                <p:custDataLst>
                  <p:tags r:id="rId71"/>
                </p:custDataLst>
              </p:nvPr>
            </p:nvCxnSpPr>
            <p:spPr>
              <a:xfrm rot="5400000">
                <a:off x="302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21" name="直接连接符 220"/>
              <p:cNvCxnSpPr/>
              <p:nvPr>
                <p:custDataLst>
                  <p:tags r:id="rId72"/>
                </p:custDataLst>
              </p:nvPr>
            </p:nvCxnSpPr>
            <p:spPr>
              <a:xfrm rot="5400000">
                <a:off x="2477" y="2784"/>
                <a:ext cx="3828" cy="0"/>
              </a:xfrm>
              <a:prstGeom prst="line">
                <a:avLst/>
              </a:prstGeom>
              <a:ln w="28575"/>
            </p:spPr>
            <p:style>
              <a:lnRef idx="3">
                <a:schemeClr val="dk1"/>
              </a:lnRef>
              <a:fillRef idx="0">
                <a:schemeClr val="dk1"/>
              </a:fillRef>
              <a:effectRef idx="2">
                <a:schemeClr val="dk1"/>
              </a:effectRef>
              <a:fontRef idx="minor">
                <a:schemeClr val="tx1"/>
              </a:fontRef>
            </p:style>
          </p:cxnSp>
        </p:grpSp>
        <p:sp>
          <p:nvSpPr>
            <p:cNvPr id="160" name="矩形 159"/>
            <p:cNvSpPr/>
            <p:nvPr>
              <p:custDataLst>
                <p:tags r:id="rId73"/>
              </p:custDataLst>
            </p:nvPr>
          </p:nvSpPr>
          <p:spPr>
            <a:xfrm>
              <a:off x="969" y="6142"/>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custDataLst>
                <p:tags r:id="rId74"/>
              </p:custDataLst>
            </p:nvPr>
          </p:nvSpPr>
          <p:spPr>
            <a:xfrm>
              <a:off x="1983" y="7108"/>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p:cNvSpPr/>
            <p:nvPr>
              <p:custDataLst>
                <p:tags r:id="rId75"/>
              </p:custDataLst>
            </p:nvPr>
          </p:nvSpPr>
          <p:spPr>
            <a:xfrm>
              <a:off x="2505" y="7108"/>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右箭头 162"/>
            <p:cNvSpPr/>
            <p:nvPr>
              <p:custDataLst>
                <p:tags r:id="rId76"/>
              </p:custDataLst>
            </p:nvPr>
          </p:nvSpPr>
          <p:spPr>
            <a:xfrm>
              <a:off x="4258" y="5997"/>
              <a:ext cx="600" cy="727"/>
            </a:xfrm>
            <a:prstGeom prst="right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grpSp>
          <p:nvGrpSpPr>
            <p:cNvPr id="164" name="组合 163"/>
            <p:cNvGrpSpPr/>
            <p:nvPr>
              <p:custDataLst>
                <p:tags r:id="rId77"/>
              </p:custDataLst>
            </p:nvPr>
          </p:nvGrpSpPr>
          <p:grpSpPr>
            <a:xfrm>
              <a:off x="4799" y="6790"/>
              <a:ext cx="1604" cy="724"/>
              <a:chOff x="5076" y="8787"/>
              <a:chExt cx="1604" cy="724"/>
            </a:xfrm>
          </p:grpSpPr>
          <p:sp>
            <p:nvSpPr>
              <p:cNvPr id="213" name="文本框 212"/>
              <p:cNvSpPr txBox="1"/>
              <p:nvPr>
                <p:custDataLst>
                  <p:tags r:id="rId78"/>
                </p:custDataLst>
              </p:nvPr>
            </p:nvSpPr>
            <p:spPr>
              <a:xfrm>
                <a:off x="5076" y="8787"/>
                <a:ext cx="1248" cy="725"/>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黄色</a:t>
                </a:r>
                <a:endParaRPr lang="zh-CN" altLang="en-US" sz="2400">
                  <a:latin typeface="华文楷体" panose="02010600040101010101" pitchFamily="2" charset="-122"/>
                  <a:ea typeface="华文楷体" panose="02010600040101010101" pitchFamily="2" charset="-122"/>
                </a:endParaRPr>
              </a:p>
            </p:txBody>
          </p:sp>
          <p:sp>
            <p:nvSpPr>
              <p:cNvPr id="214" name="矩形 213"/>
              <p:cNvSpPr/>
              <p:nvPr>
                <p:custDataLst>
                  <p:tags r:id="rId79"/>
                </p:custDataLst>
              </p:nvPr>
            </p:nvSpPr>
            <p:spPr>
              <a:xfrm>
                <a:off x="6204" y="8931"/>
                <a:ext cx="476" cy="436"/>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grpSp>
          <p:nvGrpSpPr>
            <p:cNvPr id="165" name="组合 164"/>
            <p:cNvGrpSpPr/>
            <p:nvPr>
              <p:custDataLst>
                <p:tags r:id="rId80"/>
              </p:custDataLst>
            </p:nvPr>
          </p:nvGrpSpPr>
          <p:grpSpPr>
            <a:xfrm>
              <a:off x="4799" y="8582"/>
              <a:ext cx="1604" cy="724"/>
              <a:chOff x="5076" y="9936"/>
              <a:chExt cx="1604" cy="724"/>
            </a:xfrm>
          </p:grpSpPr>
          <p:sp>
            <p:nvSpPr>
              <p:cNvPr id="211" name="文本框 210"/>
              <p:cNvSpPr txBox="1"/>
              <p:nvPr>
                <p:custDataLst>
                  <p:tags r:id="rId81"/>
                </p:custDataLst>
              </p:nvPr>
            </p:nvSpPr>
            <p:spPr>
              <a:xfrm>
                <a:off x="5076" y="9936"/>
                <a:ext cx="1248" cy="725"/>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绿色</a:t>
                </a:r>
                <a:endParaRPr lang="zh-CN" altLang="en-US" sz="2400">
                  <a:latin typeface="华文楷体" panose="02010600040101010101" pitchFamily="2" charset="-122"/>
                  <a:ea typeface="华文楷体" panose="02010600040101010101" pitchFamily="2" charset="-122"/>
                </a:endParaRPr>
              </a:p>
            </p:txBody>
          </p:sp>
          <p:sp>
            <p:nvSpPr>
              <p:cNvPr id="212" name="矩形 211"/>
              <p:cNvSpPr/>
              <p:nvPr>
                <p:custDataLst>
                  <p:tags r:id="rId82"/>
                </p:custDataLst>
              </p:nvPr>
            </p:nvSpPr>
            <p:spPr>
              <a:xfrm>
                <a:off x="6204" y="10063"/>
                <a:ext cx="476" cy="436"/>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grpSp>
          <p:nvGrpSpPr>
            <p:cNvPr id="166" name="组合 165"/>
            <p:cNvGrpSpPr/>
            <p:nvPr>
              <p:custDataLst>
                <p:tags r:id="rId83"/>
              </p:custDataLst>
            </p:nvPr>
          </p:nvGrpSpPr>
          <p:grpSpPr>
            <a:xfrm>
              <a:off x="4791" y="4102"/>
              <a:ext cx="1619" cy="725"/>
              <a:chOff x="5076" y="4576"/>
              <a:chExt cx="1619" cy="725"/>
            </a:xfrm>
          </p:grpSpPr>
          <p:sp>
            <p:nvSpPr>
              <p:cNvPr id="209" name="矩形 208"/>
              <p:cNvSpPr/>
              <p:nvPr>
                <p:custDataLst>
                  <p:tags r:id="rId84"/>
                </p:custDataLst>
              </p:nvPr>
            </p:nvSpPr>
            <p:spPr>
              <a:xfrm>
                <a:off x="6219" y="4695"/>
                <a:ext cx="476" cy="437"/>
              </a:xfrm>
              <a:prstGeom prst="rect">
                <a:avLst/>
              </a:prstGeom>
              <a:noFill/>
              <a:ln w="38100">
                <a:solidFill>
                  <a:schemeClr val="tx1"/>
                </a:solidFill>
              </a:ln>
              <a:extLst>
                <a:ext uri="{909E8E84-426E-40DD-AFC4-6F175D3DCCD1}">
                  <a14:hiddenFill xmlns:a14="http://schemas.microsoft.com/office/drawing/2010/main">
                    <a:solidFill>
                      <a:srgbClr val="FF66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10" name="文本框 209"/>
              <p:cNvSpPr txBox="1"/>
              <p:nvPr>
                <p:custDataLst>
                  <p:tags r:id="rId85"/>
                </p:custDataLst>
              </p:nvPr>
            </p:nvSpPr>
            <p:spPr>
              <a:xfrm>
                <a:off x="5076" y="4576"/>
                <a:ext cx="1248" cy="725"/>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白色</a:t>
                </a:r>
                <a:endParaRPr lang="zh-CN" altLang="en-US" sz="2400">
                  <a:latin typeface="华文楷体" panose="02010600040101010101" pitchFamily="2" charset="-122"/>
                  <a:ea typeface="华文楷体" panose="02010600040101010101" pitchFamily="2" charset="-122"/>
                </a:endParaRPr>
              </a:p>
            </p:txBody>
          </p:sp>
        </p:grpSp>
        <p:grpSp>
          <p:nvGrpSpPr>
            <p:cNvPr id="167" name="组合 166"/>
            <p:cNvGrpSpPr/>
            <p:nvPr>
              <p:custDataLst>
                <p:tags r:id="rId86"/>
              </p:custDataLst>
            </p:nvPr>
          </p:nvGrpSpPr>
          <p:grpSpPr>
            <a:xfrm>
              <a:off x="4799" y="5894"/>
              <a:ext cx="1604" cy="724"/>
              <a:chOff x="5076" y="7721"/>
              <a:chExt cx="1604" cy="724"/>
            </a:xfrm>
          </p:grpSpPr>
          <p:sp>
            <p:nvSpPr>
              <p:cNvPr id="207" name="矩形 206"/>
              <p:cNvSpPr/>
              <p:nvPr>
                <p:custDataLst>
                  <p:tags r:id="rId87"/>
                </p:custDataLst>
              </p:nvPr>
            </p:nvSpPr>
            <p:spPr>
              <a:xfrm>
                <a:off x="6204" y="7842"/>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08" name="文本框 207"/>
              <p:cNvSpPr txBox="1"/>
              <p:nvPr>
                <p:custDataLst>
                  <p:tags r:id="rId88"/>
                </p:custDataLst>
              </p:nvPr>
            </p:nvSpPr>
            <p:spPr>
              <a:xfrm>
                <a:off x="5076" y="7721"/>
                <a:ext cx="1248" cy="725"/>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橙色</a:t>
                </a:r>
                <a:endParaRPr lang="zh-CN" altLang="en-US" sz="2400">
                  <a:latin typeface="华文楷体" panose="02010600040101010101" pitchFamily="2" charset="-122"/>
                  <a:ea typeface="华文楷体" panose="02010600040101010101" pitchFamily="2" charset="-122"/>
                </a:endParaRPr>
              </a:p>
            </p:txBody>
          </p:sp>
        </p:grpSp>
        <p:grpSp>
          <p:nvGrpSpPr>
            <p:cNvPr id="168" name="组合 167"/>
            <p:cNvGrpSpPr/>
            <p:nvPr>
              <p:custDataLst>
                <p:tags r:id="rId89"/>
              </p:custDataLst>
            </p:nvPr>
          </p:nvGrpSpPr>
          <p:grpSpPr>
            <a:xfrm>
              <a:off x="4793" y="4998"/>
              <a:ext cx="1616" cy="724"/>
              <a:chOff x="5076" y="5686"/>
              <a:chExt cx="1616" cy="724"/>
            </a:xfrm>
          </p:grpSpPr>
          <p:sp>
            <p:nvSpPr>
              <p:cNvPr id="178" name="矩形 177"/>
              <p:cNvSpPr/>
              <p:nvPr>
                <p:custDataLst>
                  <p:tags r:id="rId90"/>
                </p:custDataLst>
              </p:nvPr>
            </p:nvSpPr>
            <p:spPr>
              <a:xfrm>
                <a:off x="6222" y="5803"/>
                <a:ext cx="471"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06" name="文本框 205"/>
              <p:cNvSpPr txBox="1"/>
              <p:nvPr>
                <p:custDataLst>
                  <p:tags r:id="rId91"/>
                </p:custDataLst>
              </p:nvPr>
            </p:nvSpPr>
            <p:spPr>
              <a:xfrm>
                <a:off x="5076" y="5686"/>
                <a:ext cx="1248" cy="725"/>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红色</a:t>
                </a:r>
                <a:endParaRPr lang="zh-CN" altLang="en-US" sz="2400">
                  <a:latin typeface="华文楷体" panose="02010600040101010101" pitchFamily="2" charset="-122"/>
                  <a:ea typeface="华文楷体" panose="02010600040101010101" pitchFamily="2" charset="-122"/>
                </a:endParaRPr>
              </a:p>
            </p:txBody>
          </p:sp>
        </p:grpSp>
        <p:grpSp>
          <p:nvGrpSpPr>
            <p:cNvPr id="169" name="组合 168"/>
            <p:cNvGrpSpPr/>
            <p:nvPr>
              <p:custDataLst>
                <p:tags r:id="rId92"/>
              </p:custDataLst>
            </p:nvPr>
          </p:nvGrpSpPr>
          <p:grpSpPr>
            <a:xfrm>
              <a:off x="4791" y="7686"/>
              <a:ext cx="1619" cy="724"/>
              <a:chOff x="7256" y="8206"/>
              <a:chExt cx="1619" cy="724"/>
            </a:xfrm>
          </p:grpSpPr>
          <p:sp>
            <p:nvSpPr>
              <p:cNvPr id="176" name="矩形 175"/>
              <p:cNvSpPr/>
              <p:nvPr>
                <p:custDataLst>
                  <p:tags r:id="rId93"/>
                </p:custDataLst>
              </p:nvPr>
            </p:nvSpPr>
            <p:spPr>
              <a:xfrm>
                <a:off x="8399" y="8354"/>
                <a:ext cx="476" cy="437"/>
              </a:xfrm>
              <a:prstGeom prst="rect">
                <a:avLst/>
              </a:prstGeom>
              <a:solidFill>
                <a:srgbClr val="FFC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77" name="文本框 176"/>
              <p:cNvSpPr txBox="1"/>
              <p:nvPr>
                <p:custDataLst>
                  <p:tags r:id="rId94"/>
                </p:custDataLst>
              </p:nvPr>
            </p:nvSpPr>
            <p:spPr>
              <a:xfrm>
                <a:off x="7256" y="8206"/>
                <a:ext cx="1248" cy="725"/>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深黄</a:t>
                </a:r>
                <a:endParaRPr lang="zh-CN" altLang="en-US" sz="2400">
                  <a:latin typeface="华文楷体" panose="02010600040101010101" pitchFamily="2" charset="-122"/>
                  <a:ea typeface="华文楷体" panose="02010600040101010101" pitchFamily="2" charset="-122"/>
                </a:endParaRPr>
              </a:p>
            </p:txBody>
          </p:sp>
        </p:grpSp>
        <p:sp>
          <p:nvSpPr>
            <p:cNvPr id="170" name="文本框 169"/>
            <p:cNvSpPr txBox="1"/>
            <p:nvPr>
              <p:custDataLst>
                <p:tags r:id="rId95"/>
              </p:custDataLst>
            </p:nvPr>
          </p:nvSpPr>
          <p:spPr>
            <a:xfrm>
              <a:off x="6749" y="4102"/>
              <a:ext cx="1089" cy="725"/>
            </a:xfrm>
            <a:prstGeom prst="rect">
              <a:avLst/>
            </a:prstGeom>
            <a:noFill/>
          </p:spPr>
          <p:txBody>
            <a:bodyPr wrap="none" rtlCol="0" anchor="t">
              <a:spAutoFit/>
            </a:bodyPr>
            <a:lstStyle/>
            <a:p>
              <a:r>
                <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rPr>
                <a:t>000</a:t>
              </a:r>
              <a:endPar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171" name="文本框 170"/>
            <p:cNvSpPr txBox="1"/>
            <p:nvPr>
              <p:custDataLst>
                <p:tags r:id="rId96"/>
              </p:custDataLst>
            </p:nvPr>
          </p:nvSpPr>
          <p:spPr>
            <a:xfrm>
              <a:off x="6749" y="4998"/>
              <a:ext cx="1089" cy="725"/>
            </a:xfrm>
            <a:prstGeom prst="rect">
              <a:avLst/>
            </a:prstGeom>
            <a:noFill/>
          </p:spPr>
          <p:txBody>
            <a:bodyPr wrap="none" rtlCol="0" anchor="t">
              <a:spAutoFit/>
            </a:bodyPr>
            <a:lstStyle/>
            <a:p>
              <a:r>
                <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rPr>
                <a:t>001</a:t>
              </a:r>
              <a:endPar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172" name="文本框 171"/>
            <p:cNvSpPr txBox="1"/>
            <p:nvPr>
              <p:custDataLst>
                <p:tags r:id="rId97"/>
              </p:custDataLst>
            </p:nvPr>
          </p:nvSpPr>
          <p:spPr>
            <a:xfrm>
              <a:off x="6749" y="5894"/>
              <a:ext cx="1089" cy="725"/>
            </a:xfrm>
            <a:prstGeom prst="rect">
              <a:avLst/>
            </a:prstGeom>
            <a:noFill/>
          </p:spPr>
          <p:txBody>
            <a:bodyPr wrap="none" rtlCol="0" anchor="t">
              <a:spAutoFit/>
            </a:bodyPr>
            <a:lstStyle/>
            <a:p>
              <a:r>
                <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rPr>
                <a:t>010</a:t>
              </a:r>
              <a:endPar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173" name="文本框 172"/>
            <p:cNvSpPr txBox="1"/>
            <p:nvPr>
              <p:custDataLst>
                <p:tags r:id="rId98"/>
              </p:custDataLst>
            </p:nvPr>
          </p:nvSpPr>
          <p:spPr>
            <a:xfrm>
              <a:off x="6763" y="6790"/>
              <a:ext cx="1062" cy="725"/>
            </a:xfrm>
            <a:prstGeom prst="rect">
              <a:avLst/>
            </a:prstGeom>
            <a:noFill/>
          </p:spPr>
          <p:txBody>
            <a:bodyPr wrap="none" rtlCol="0" anchor="t">
              <a:spAutoFit/>
            </a:bodyPr>
            <a:lstStyle/>
            <a:p>
              <a:r>
                <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rPr>
                <a:t>011</a:t>
              </a:r>
              <a:endPar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174" name="文本框 173"/>
            <p:cNvSpPr txBox="1"/>
            <p:nvPr>
              <p:custDataLst>
                <p:tags r:id="rId99"/>
              </p:custDataLst>
            </p:nvPr>
          </p:nvSpPr>
          <p:spPr>
            <a:xfrm>
              <a:off x="6749" y="7686"/>
              <a:ext cx="1089" cy="725"/>
            </a:xfrm>
            <a:prstGeom prst="rect">
              <a:avLst/>
            </a:prstGeom>
            <a:noFill/>
          </p:spPr>
          <p:txBody>
            <a:bodyPr wrap="none" rtlCol="0" anchor="t">
              <a:spAutoFit/>
            </a:bodyPr>
            <a:lstStyle/>
            <a:p>
              <a:r>
                <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rPr>
                <a:t>100</a:t>
              </a:r>
              <a:endPar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175" name="文本框 174"/>
            <p:cNvSpPr txBox="1"/>
            <p:nvPr>
              <p:custDataLst>
                <p:tags r:id="rId100"/>
              </p:custDataLst>
            </p:nvPr>
          </p:nvSpPr>
          <p:spPr>
            <a:xfrm>
              <a:off x="6749" y="8582"/>
              <a:ext cx="1089" cy="725"/>
            </a:xfrm>
            <a:prstGeom prst="rect">
              <a:avLst/>
            </a:prstGeom>
            <a:noFill/>
          </p:spPr>
          <p:txBody>
            <a:bodyPr wrap="none" rtlCol="0" anchor="t">
              <a:spAutoFit/>
            </a:bodyPr>
            <a:lstStyle/>
            <a:p>
              <a:r>
                <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rPr>
                <a:t>101</a:t>
              </a:r>
              <a:endPar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endParaRPr>
            </a:p>
          </p:txBody>
        </p:sp>
      </p:grpSp>
      <p:sp>
        <p:nvSpPr>
          <p:cNvPr id="102" name="TextBox 8"/>
          <p:cNvSpPr txBox="1">
            <a:spLocks noChangeArrowheads="1"/>
          </p:cNvSpPr>
          <p:nvPr>
            <p:custDataLst>
              <p:tags r:id="rId101"/>
            </p:custDataLst>
          </p:nvPr>
        </p:nvSpPr>
        <p:spPr bwMode="auto">
          <a:xfrm>
            <a:off x="4468715" y="328533"/>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p:bldP spid="12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custDataLst>
              <p:tags r:id="rId1"/>
            </p:custDataLst>
          </p:nvPr>
        </p:nvSpPr>
        <p:spPr>
          <a:xfrm>
            <a:off x="3359347" y="1416337"/>
            <a:ext cx="5556738" cy="553998"/>
          </a:xfrm>
          <a:prstGeom prst="rect">
            <a:avLst/>
          </a:prstGeom>
          <a:noFill/>
        </p:spPr>
        <p:txBody>
          <a:bodyPr wrap="square" rtlCol="0">
            <a:spAutoFit/>
          </a:bodyPr>
          <a:lstStyle/>
          <a:p>
            <a:pPr algn="ctr"/>
            <a:r>
              <a:rPr lang="en-US" altLang="zh-CN" sz="3000">
                <a:solidFill>
                  <a:prstClr val="black"/>
                </a:solidFill>
                <a:latin typeface="黑体" panose="02010609060101010101" charset="-122"/>
                <a:ea typeface="黑体" panose="02010609060101010101" charset="-122"/>
              </a:rPr>
              <a:t>2. </a:t>
            </a:r>
            <a:r>
              <a:rPr lang="zh-CN" altLang="en-US" sz="3000">
                <a:solidFill>
                  <a:prstClr val="black"/>
                </a:solidFill>
                <a:latin typeface="黑体" panose="02010609060101010101" charset="-122"/>
                <a:ea typeface="黑体" panose="02010609060101010101" charset="-122"/>
              </a:rPr>
              <a:t>图像量化</a:t>
            </a:r>
            <a:endParaRPr lang="zh-CN" altLang="en-US" sz="3000">
              <a:solidFill>
                <a:prstClr val="black"/>
              </a:solidFill>
              <a:latin typeface="黑体" panose="02010609060101010101" charset="-122"/>
              <a:ea typeface="黑体" panose="02010609060101010101" charset="-122"/>
            </a:endParaRPr>
          </a:p>
        </p:txBody>
      </p:sp>
      <p:cxnSp>
        <p:nvCxnSpPr>
          <p:cNvPr id="29" name="直接连接符 28"/>
          <p:cNvCxnSpPr/>
          <p:nvPr>
            <p:custDataLst>
              <p:tags r:id="rId2"/>
            </p:custDataLst>
          </p:nvPr>
        </p:nvCxnSpPr>
        <p:spPr>
          <a:xfrm flipV="1">
            <a:off x="3359346" y="2060503"/>
            <a:ext cx="5556738" cy="23447"/>
          </a:xfrm>
          <a:prstGeom prst="line">
            <a:avLst/>
          </a:prstGeom>
          <a:ln w="12700">
            <a:solidFill>
              <a:srgbClr val="01431D"/>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p:custDataLst>
              <p:tags r:id="rId3"/>
            </p:custDataLst>
          </p:nvPr>
        </p:nvGrpSpPr>
        <p:grpSpPr>
          <a:xfrm>
            <a:off x="2796635" y="1801906"/>
            <a:ext cx="445481" cy="469613"/>
            <a:chOff x="2121873" y="1511588"/>
            <a:chExt cx="445481" cy="469613"/>
          </a:xfrm>
        </p:grpSpPr>
        <p:sp>
          <p:nvSpPr>
            <p:cNvPr id="39" name="矩形 38"/>
            <p:cNvSpPr/>
            <p:nvPr>
              <p:custDataLst>
                <p:tags r:id="rId4"/>
              </p:custDataLst>
            </p:nvPr>
          </p:nvSpPr>
          <p:spPr>
            <a:xfrm>
              <a:off x="2121873" y="1511588"/>
              <a:ext cx="363415" cy="363415"/>
            </a:xfrm>
            <a:prstGeom prst="rect">
              <a:avLst/>
            </a:prstGeom>
            <a:solidFill>
              <a:srgbClr val="0143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矩形 39"/>
            <p:cNvSpPr/>
            <p:nvPr>
              <p:custDataLst>
                <p:tags r:id="rId5"/>
              </p:custDataLst>
            </p:nvPr>
          </p:nvSpPr>
          <p:spPr>
            <a:xfrm>
              <a:off x="2321171" y="1735018"/>
              <a:ext cx="246183" cy="246183"/>
            </a:xfrm>
            <a:prstGeom prst="rect">
              <a:avLst/>
            </a:prstGeom>
            <a:solidFill>
              <a:srgbClr val="0162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pic>
        <p:nvPicPr>
          <p:cNvPr id="102" name="图片 101" descr="1211809811 黑白"/>
          <p:cNvPicPr>
            <a:picLocks noChangeAspect="1"/>
          </p:cNvPicPr>
          <p:nvPr>
            <p:custDataLst>
              <p:tags r:id="rId6"/>
            </p:custDataLst>
          </p:nvPr>
        </p:nvPicPr>
        <p:blipFill>
          <a:blip r:embed="rId7"/>
          <a:stretch>
            <a:fillRect/>
          </a:stretch>
        </p:blipFill>
        <p:spPr>
          <a:xfrm>
            <a:off x="2058600" y="2469657"/>
            <a:ext cx="2112292" cy="2112292"/>
          </a:xfrm>
          <a:prstGeom prst="rect">
            <a:avLst/>
          </a:prstGeom>
        </p:spPr>
      </p:pic>
      <p:sp>
        <p:nvSpPr>
          <p:cNvPr id="103" name="文本框 102"/>
          <p:cNvSpPr txBox="1"/>
          <p:nvPr>
            <p:custDataLst>
              <p:tags r:id="rId8"/>
            </p:custDataLst>
          </p:nvPr>
        </p:nvSpPr>
        <p:spPr>
          <a:xfrm>
            <a:off x="3145557" y="4835526"/>
            <a:ext cx="718185" cy="491490"/>
          </a:xfrm>
          <a:prstGeom prst="rect">
            <a:avLst/>
          </a:prstGeom>
          <a:noFill/>
        </p:spPr>
        <p:txBody>
          <a:bodyPr wrap="square" rtlCol="0" anchor="t">
            <a:spAutoFit/>
          </a:bodyPr>
          <a:lstStyle/>
          <a:p>
            <a:r>
              <a:rPr lang="zh-CN" altLang="en-US" sz="2600" b="1">
                <a:solidFill>
                  <a:srgbClr val="557B60"/>
                </a:solidFill>
                <a:latin typeface="华文楷体" panose="02010600040101010101" pitchFamily="2" charset="-122"/>
                <a:ea typeface="华文楷体" panose="02010600040101010101" pitchFamily="2" charset="-122"/>
                <a:sym typeface="+mn-ea"/>
              </a:rPr>
              <a:t>1位</a:t>
            </a:r>
            <a:endParaRPr lang="zh-CN" altLang="en-US" sz="2600" b="1">
              <a:solidFill>
                <a:srgbClr val="557B60"/>
              </a:solidFill>
              <a:latin typeface="华文楷体" panose="02010600040101010101" pitchFamily="2" charset="-122"/>
              <a:ea typeface="华文楷体" panose="02010600040101010101" pitchFamily="2" charset="-122"/>
              <a:sym typeface="+mn-ea"/>
            </a:endParaRPr>
          </a:p>
        </p:txBody>
      </p:sp>
      <p:sp>
        <p:nvSpPr>
          <p:cNvPr id="104" name="文本框 103"/>
          <p:cNvSpPr txBox="1"/>
          <p:nvPr>
            <p:custDataLst>
              <p:tags r:id="rId9"/>
            </p:custDataLst>
          </p:nvPr>
        </p:nvSpPr>
        <p:spPr>
          <a:xfrm>
            <a:off x="2238631" y="4835050"/>
            <a:ext cx="1035083" cy="492443"/>
          </a:xfrm>
          <a:prstGeom prst="rect">
            <a:avLst/>
          </a:prstGeom>
          <a:noFill/>
        </p:spPr>
        <p:txBody>
          <a:bodyPr wrap="square" rtlCol="0" anchor="t">
            <a:spAutoFit/>
          </a:bodyPr>
          <a:lstStyle>
            <a:defPPr>
              <a:defRPr lang="zh-CN"/>
            </a:defPPr>
            <a:lvl1pPr>
              <a:defRPr sz="2600" b="1">
                <a:solidFill>
                  <a:srgbClr val="557B60"/>
                </a:solidFill>
                <a:latin typeface="华文楷体" panose="02010600040101010101" pitchFamily="2" charset="-122"/>
                <a:ea typeface="华文楷体" panose="02010600040101010101" pitchFamily="2" charset="-122"/>
              </a:defRPr>
            </a:lvl1pPr>
          </a:lstStyle>
          <a:p>
            <a:r>
              <a:rPr lang="zh-CN" altLang="en-US">
                <a:solidFill>
                  <a:schemeClr val="tx1"/>
                </a:solidFill>
                <a:sym typeface="+mn-ea"/>
              </a:rPr>
              <a:t>黑白：</a:t>
            </a:r>
            <a:endParaRPr lang="zh-CN" altLang="en-US">
              <a:solidFill>
                <a:schemeClr val="tx1"/>
              </a:solidFill>
              <a:sym typeface="+mn-ea"/>
            </a:endParaRPr>
          </a:p>
        </p:txBody>
      </p:sp>
      <p:pic>
        <p:nvPicPr>
          <p:cNvPr id="105" name="图片 104" descr="1211809811 hui"/>
          <p:cNvPicPr>
            <a:picLocks noChangeAspect="1"/>
          </p:cNvPicPr>
          <p:nvPr>
            <p:custDataLst>
              <p:tags r:id="rId10"/>
            </p:custDataLst>
          </p:nvPr>
        </p:nvPicPr>
        <p:blipFill>
          <a:blip r:embed="rId11"/>
          <a:stretch>
            <a:fillRect/>
          </a:stretch>
        </p:blipFill>
        <p:spPr>
          <a:xfrm>
            <a:off x="4816300" y="2469657"/>
            <a:ext cx="2111920" cy="2112292"/>
          </a:xfrm>
          <a:prstGeom prst="rect">
            <a:avLst/>
          </a:prstGeom>
        </p:spPr>
      </p:pic>
      <p:sp>
        <p:nvSpPr>
          <p:cNvPr id="106" name="文本框 105"/>
          <p:cNvSpPr txBox="1"/>
          <p:nvPr>
            <p:custDataLst>
              <p:tags r:id="rId12"/>
            </p:custDataLst>
          </p:nvPr>
        </p:nvSpPr>
        <p:spPr>
          <a:xfrm>
            <a:off x="4659884" y="4835050"/>
            <a:ext cx="1794287" cy="492443"/>
          </a:xfrm>
          <a:prstGeom prst="rect">
            <a:avLst/>
          </a:prstGeom>
          <a:noFill/>
        </p:spPr>
        <p:txBody>
          <a:bodyPr wrap="square" rtlCol="0" anchor="t">
            <a:spAutoFit/>
          </a:bodyPr>
          <a:lstStyle>
            <a:defPPr>
              <a:defRPr lang="zh-CN"/>
            </a:defPPr>
            <a:lvl1pPr>
              <a:defRPr sz="2600" b="1">
                <a:solidFill>
                  <a:srgbClr val="548235"/>
                </a:solidFill>
                <a:latin typeface="华文楷体" panose="02010600040101010101" pitchFamily="2" charset="-122"/>
                <a:ea typeface="华文楷体" panose="02010600040101010101" pitchFamily="2" charset="-122"/>
              </a:defRPr>
            </a:lvl1pPr>
          </a:lstStyle>
          <a:p>
            <a:r>
              <a:rPr lang="zh-CN" altLang="en-US" dirty="0">
                <a:solidFill>
                  <a:schemeClr val="tx1"/>
                </a:solidFill>
                <a:sym typeface="+mn-ea"/>
              </a:rPr>
              <a:t>256阶灰度：</a:t>
            </a:r>
            <a:endParaRPr lang="zh-CN" altLang="en-US" dirty="0">
              <a:solidFill>
                <a:schemeClr val="tx1"/>
              </a:solidFill>
              <a:sym typeface="+mn-ea"/>
            </a:endParaRPr>
          </a:p>
        </p:txBody>
      </p:sp>
      <p:sp>
        <p:nvSpPr>
          <p:cNvPr id="107" name="文本框 106"/>
          <p:cNvSpPr txBox="1"/>
          <p:nvPr>
            <p:custDataLst>
              <p:tags r:id="rId13"/>
            </p:custDataLst>
          </p:nvPr>
        </p:nvSpPr>
        <p:spPr>
          <a:xfrm>
            <a:off x="6369523" y="4835526"/>
            <a:ext cx="718185" cy="491490"/>
          </a:xfrm>
          <a:prstGeom prst="rect">
            <a:avLst/>
          </a:prstGeom>
          <a:noFill/>
        </p:spPr>
        <p:txBody>
          <a:bodyPr wrap="square" rtlCol="0" anchor="t">
            <a:spAutoFit/>
          </a:bodyPr>
          <a:lstStyle/>
          <a:p>
            <a:r>
              <a:rPr lang="en-US" altLang="zh-CN" sz="2600" b="1">
                <a:solidFill>
                  <a:srgbClr val="548235"/>
                </a:solidFill>
                <a:latin typeface="华文楷体" panose="02010600040101010101" pitchFamily="2" charset="-122"/>
                <a:ea typeface="华文楷体" panose="02010600040101010101" pitchFamily="2" charset="-122"/>
                <a:sym typeface="+mn-ea"/>
              </a:rPr>
              <a:t>8</a:t>
            </a:r>
            <a:r>
              <a:rPr lang="zh-CN" altLang="en-US" sz="2600" b="1">
                <a:solidFill>
                  <a:srgbClr val="548235"/>
                </a:solidFill>
                <a:latin typeface="华文楷体" panose="02010600040101010101" pitchFamily="2" charset="-122"/>
                <a:ea typeface="华文楷体" panose="02010600040101010101" pitchFamily="2" charset="-122"/>
                <a:sym typeface="+mn-ea"/>
              </a:rPr>
              <a:t>位</a:t>
            </a:r>
            <a:endParaRPr lang="zh-CN" altLang="en-US" sz="2600" b="1">
              <a:solidFill>
                <a:srgbClr val="548235"/>
              </a:solidFill>
              <a:latin typeface="华文楷体" panose="02010600040101010101" pitchFamily="2" charset="-122"/>
              <a:ea typeface="华文楷体" panose="02010600040101010101" pitchFamily="2" charset="-122"/>
              <a:sym typeface="+mn-ea"/>
            </a:endParaRPr>
          </a:p>
        </p:txBody>
      </p:sp>
      <p:pic>
        <p:nvPicPr>
          <p:cNvPr id="108" name="图片 107" descr="1211809811"/>
          <p:cNvPicPr>
            <a:picLocks noChangeAspect="1"/>
          </p:cNvPicPr>
          <p:nvPr>
            <p:custDataLst>
              <p:tags r:id="rId14"/>
            </p:custDataLst>
          </p:nvPr>
        </p:nvPicPr>
        <p:blipFill>
          <a:blip r:embed="rId15"/>
          <a:stretch>
            <a:fillRect/>
          </a:stretch>
        </p:blipFill>
        <p:spPr>
          <a:xfrm>
            <a:off x="8237423" y="2469657"/>
            <a:ext cx="2190783" cy="2112292"/>
          </a:xfrm>
          <a:prstGeom prst="rect">
            <a:avLst/>
          </a:prstGeom>
        </p:spPr>
      </p:pic>
      <p:sp>
        <p:nvSpPr>
          <p:cNvPr id="109" name="文本框 108"/>
          <p:cNvSpPr txBox="1"/>
          <p:nvPr>
            <p:custDataLst>
              <p:tags r:id="rId16"/>
            </p:custDataLst>
          </p:nvPr>
        </p:nvSpPr>
        <p:spPr>
          <a:xfrm>
            <a:off x="7414941" y="4835526"/>
            <a:ext cx="4068124" cy="492443"/>
          </a:xfrm>
          <a:prstGeom prst="rect">
            <a:avLst/>
          </a:prstGeom>
          <a:noFill/>
        </p:spPr>
        <p:txBody>
          <a:bodyPr wrap="square" rtlCol="0" anchor="t">
            <a:spAutoFit/>
          </a:bodyPr>
          <a:lstStyle>
            <a:defPPr>
              <a:defRPr lang="zh-CN"/>
            </a:defPPr>
            <a:lvl1pPr>
              <a:defRPr sz="2600" b="1">
                <a:solidFill>
                  <a:srgbClr val="548235"/>
                </a:solidFill>
                <a:latin typeface="华文楷体" panose="02010600040101010101" pitchFamily="2" charset="-122"/>
                <a:ea typeface="华文楷体" panose="02010600040101010101" pitchFamily="2" charset="-122"/>
              </a:defRPr>
            </a:lvl1pPr>
          </a:lstStyle>
          <a:p>
            <a:r>
              <a:rPr lang="zh-CN" altLang="en-US" dirty="0">
                <a:solidFill>
                  <a:schemeClr val="tx1"/>
                </a:solidFill>
                <a:sym typeface="+mn-ea"/>
              </a:rPr>
              <a:t>彩色</a:t>
            </a:r>
            <a:r>
              <a:rPr lang="en-US" altLang="zh-CN" dirty="0">
                <a:solidFill>
                  <a:schemeClr val="tx1"/>
                </a:solidFill>
                <a:sym typeface="+mn-ea"/>
              </a:rPr>
              <a:t>:</a:t>
            </a:r>
            <a:r>
              <a:rPr lang="en-US" altLang="zh-CN" dirty="0">
                <a:sym typeface="+mn-ea"/>
              </a:rPr>
              <a:t> 16</a:t>
            </a:r>
            <a:r>
              <a:rPr lang="zh-CN" altLang="en-US" dirty="0">
                <a:sym typeface="+mn-ea"/>
              </a:rPr>
              <a:t>位、</a:t>
            </a:r>
            <a:r>
              <a:rPr lang="en-US" altLang="zh-CN" dirty="0">
                <a:sym typeface="+mn-ea"/>
              </a:rPr>
              <a:t>24</a:t>
            </a:r>
            <a:r>
              <a:rPr lang="zh-CN" altLang="en-US" dirty="0">
                <a:sym typeface="+mn-ea"/>
              </a:rPr>
              <a:t>位、</a:t>
            </a:r>
            <a:r>
              <a:rPr lang="en-US" altLang="zh-CN" dirty="0">
                <a:sym typeface="+mn-ea"/>
              </a:rPr>
              <a:t>32</a:t>
            </a:r>
            <a:r>
              <a:rPr lang="zh-CN" altLang="en-US" dirty="0">
                <a:sym typeface="+mn-ea"/>
              </a:rPr>
              <a:t>位等</a:t>
            </a:r>
            <a:endParaRPr lang="zh-CN" altLang="en-US" dirty="0">
              <a:sym typeface="+mn-ea"/>
            </a:endParaRPr>
          </a:p>
        </p:txBody>
      </p:sp>
      <p:sp>
        <p:nvSpPr>
          <p:cNvPr id="15" name="TextBox 8"/>
          <p:cNvSpPr txBox="1">
            <a:spLocks noChangeArrowheads="1"/>
          </p:cNvSpPr>
          <p:nvPr>
            <p:custDataLst>
              <p:tags r:id="rId17"/>
            </p:custDataLst>
          </p:nvPr>
        </p:nvSpPr>
        <p:spPr bwMode="auto">
          <a:xfrm>
            <a:off x="4468715" y="328533"/>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p:bldP spid="104" grpId="0"/>
      <p:bldP spid="106" grpId="0"/>
      <p:bldP spid="107" grpId="0"/>
      <p:bldP spid="10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custDataLst>
              <p:tags r:id="rId1"/>
            </p:custDataLst>
          </p:nvPr>
        </p:nvSpPr>
        <p:spPr>
          <a:xfrm>
            <a:off x="3359347" y="1416337"/>
            <a:ext cx="5556738" cy="553998"/>
          </a:xfrm>
          <a:prstGeom prst="rect">
            <a:avLst/>
          </a:prstGeom>
          <a:noFill/>
        </p:spPr>
        <p:txBody>
          <a:bodyPr wrap="square" rtlCol="0">
            <a:spAutoFit/>
          </a:bodyPr>
          <a:lstStyle/>
          <a:p>
            <a:pPr algn="ctr"/>
            <a:r>
              <a:rPr lang="en-US" altLang="zh-CN" sz="3000">
                <a:solidFill>
                  <a:prstClr val="black"/>
                </a:solidFill>
                <a:latin typeface="黑体" panose="02010609060101010101" charset="-122"/>
                <a:ea typeface="黑体" panose="02010609060101010101" charset="-122"/>
              </a:rPr>
              <a:t>2. </a:t>
            </a:r>
            <a:r>
              <a:rPr lang="zh-CN" altLang="en-US" sz="3000">
                <a:solidFill>
                  <a:prstClr val="black"/>
                </a:solidFill>
                <a:latin typeface="黑体" panose="02010609060101010101" charset="-122"/>
                <a:ea typeface="黑体" panose="02010609060101010101" charset="-122"/>
              </a:rPr>
              <a:t>图像量化</a:t>
            </a:r>
            <a:endParaRPr lang="zh-CN" altLang="en-US" sz="3000">
              <a:solidFill>
                <a:prstClr val="black"/>
              </a:solidFill>
              <a:latin typeface="黑体" panose="02010609060101010101" charset="-122"/>
              <a:ea typeface="黑体" panose="02010609060101010101" charset="-122"/>
            </a:endParaRPr>
          </a:p>
        </p:txBody>
      </p:sp>
      <p:cxnSp>
        <p:nvCxnSpPr>
          <p:cNvPr id="29" name="直接连接符 28"/>
          <p:cNvCxnSpPr/>
          <p:nvPr>
            <p:custDataLst>
              <p:tags r:id="rId2"/>
            </p:custDataLst>
          </p:nvPr>
        </p:nvCxnSpPr>
        <p:spPr>
          <a:xfrm flipV="1">
            <a:off x="3359346" y="2060503"/>
            <a:ext cx="5556738" cy="23447"/>
          </a:xfrm>
          <a:prstGeom prst="line">
            <a:avLst/>
          </a:prstGeom>
          <a:ln w="12700">
            <a:solidFill>
              <a:srgbClr val="01431D"/>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p:custDataLst>
              <p:tags r:id="rId3"/>
            </p:custDataLst>
          </p:nvPr>
        </p:nvGrpSpPr>
        <p:grpSpPr>
          <a:xfrm>
            <a:off x="2796635" y="1801906"/>
            <a:ext cx="445481" cy="469613"/>
            <a:chOff x="2121873" y="1511588"/>
            <a:chExt cx="445481" cy="469613"/>
          </a:xfrm>
        </p:grpSpPr>
        <p:sp>
          <p:nvSpPr>
            <p:cNvPr id="39" name="矩形 38"/>
            <p:cNvSpPr/>
            <p:nvPr>
              <p:custDataLst>
                <p:tags r:id="rId4"/>
              </p:custDataLst>
            </p:nvPr>
          </p:nvSpPr>
          <p:spPr>
            <a:xfrm>
              <a:off x="2121873" y="1511588"/>
              <a:ext cx="363415" cy="363415"/>
            </a:xfrm>
            <a:prstGeom prst="rect">
              <a:avLst/>
            </a:prstGeom>
            <a:solidFill>
              <a:srgbClr val="0143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矩形 39"/>
            <p:cNvSpPr/>
            <p:nvPr>
              <p:custDataLst>
                <p:tags r:id="rId5"/>
              </p:custDataLst>
            </p:nvPr>
          </p:nvSpPr>
          <p:spPr>
            <a:xfrm>
              <a:off x="2321171" y="1735018"/>
              <a:ext cx="246183" cy="246183"/>
            </a:xfrm>
            <a:prstGeom prst="rect">
              <a:avLst/>
            </a:prstGeom>
            <a:solidFill>
              <a:srgbClr val="0162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123" name="文本框 122"/>
          <p:cNvSpPr txBox="1"/>
          <p:nvPr>
            <p:custDataLst>
              <p:tags r:id="rId6"/>
            </p:custDataLst>
          </p:nvPr>
        </p:nvSpPr>
        <p:spPr>
          <a:xfrm>
            <a:off x="6854544" y="2687201"/>
            <a:ext cx="3269615" cy="4247317"/>
          </a:xfrm>
          <a:prstGeom prst="rect">
            <a:avLst/>
          </a:prstGeom>
          <a:noFill/>
        </p:spPr>
        <p:txBody>
          <a:bodyPr wrap="square" rtlCol="0" anchor="t">
            <a:spAutoFit/>
          </a:bodyPr>
          <a:lstStyle/>
          <a:p>
            <a:pPr marL="457200" indent="-457200" algn="l" fontAlgn="auto">
              <a:lnSpc>
                <a:spcPct val="125000"/>
              </a:lnSpc>
              <a:buFont typeface="Arial" panose="020B0604020202020204" pitchFamily="34" charset="0"/>
              <a:buChar char="•"/>
            </a:pPr>
            <a:endParaRPr lang="zh-CN" altLang="en-US" sz="2400" b="1">
              <a:latin typeface="华文楷体" panose="02010600040101010101" pitchFamily="2" charset="-122"/>
              <a:ea typeface="华文楷体" panose="02010600040101010101" pitchFamily="2" charset="-122"/>
              <a:cs typeface="华文楷体" panose="02010600040101010101" pitchFamily="2" charset="-122"/>
              <a:sym typeface="+mn-ea"/>
            </a:endParaRPr>
          </a:p>
          <a:p>
            <a:pPr marL="457200" indent="-457200" algn="l" fontAlgn="auto">
              <a:lnSpc>
                <a:spcPct val="125000"/>
              </a:lnSpc>
              <a:buFont typeface="Arial" panose="020B0604020202020204" pitchFamily="34" charset="0"/>
              <a:buChar char="•"/>
            </a:pPr>
            <a:r>
              <a:rPr lang="zh-CN" altLang="en-US" sz="2400" b="1">
                <a:latin typeface="华文楷体" panose="02010600040101010101" pitchFamily="2" charset="-122"/>
                <a:ea typeface="华文楷体" panose="02010600040101010101" pitchFamily="2" charset="-122"/>
                <a:cs typeface="华文楷体" panose="02010600040101010101" pitchFamily="2" charset="-122"/>
                <a:sym typeface="+mn-ea"/>
              </a:rPr>
              <a:t>颜色深度：像素颜色所占二进制位数</a:t>
            </a:r>
            <a:endParaRPr lang="en-US" altLang="zh-CN" sz="2400" b="1">
              <a:latin typeface="华文楷体" panose="02010600040101010101" pitchFamily="2" charset="-122"/>
              <a:ea typeface="华文楷体" panose="02010600040101010101" pitchFamily="2" charset="-122"/>
              <a:cs typeface="华文楷体" panose="02010600040101010101" pitchFamily="2" charset="-122"/>
              <a:sym typeface="+mn-ea"/>
            </a:endParaRPr>
          </a:p>
          <a:p>
            <a:pPr marL="457200" indent="-457200">
              <a:lnSpc>
                <a:spcPct val="125000"/>
              </a:lnSpc>
              <a:buFont typeface="Arial" panose="020B0604020202020204" pitchFamily="34" charset="0"/>
              <a:buChar char="•"/>
            </a:pPr>
            <a:r>
              <a:rPr lang="zh-CN" altLang="en-US" sz="2400" b="1">
                <a:latin typeface="华文楷体" panose="02010600040101010101" pitchFamily="2" charset="-122"/>
                <a:ea typeface="华文楷体" panose="02010600040101010101" pitchFamily="2" charset="-122"/>
                <a:cs typeface="华文楷体" panose="02010600040101010101" pitchFamily="2" charset="-122"/>
                <a:sym typeface="+mn-ea"/>
              </a:rPr>
              <a:t>颜色深度越多，可表达的色彩越丰富；但存储容量也越大。</a:t>
            </a:r>
            <a:endParaRPr lang="zh-CN" altLang="en-US" sz="2400" b="1">
              <a:latin typeface="华文楷体" panose="02010600040101010101" pitchFamily="2" charset="-122"/>
              <a:ea typeface="华文楷体" panose="02010600040101010101" pitchFamily="2" charset="-122"/>
              <a:cs typeface="华文楷体" panose="02010600040101010101" pitchFamily="2" charset="-122"/>
              <a:sym typeface="+mn-ea"/>
            </a:endParaRPr>
          </a:p>
          <a:p>
            <a:pPr indent="0" algn="l" fontAlgn="auto">
              <a:lnSpc>
                <a:spcPct val="125000"/>
              </a:lnSpc>
              <a:buFont typeface="Arial" panose="020B0604020202020204" pitchFamily="34" charset="0"/>
              <a:buNone/>
            </a:pPr>
            <a:endParaRPr lang="zh-CN" altLang="en-US" sz="2400" b="1">
              <a:latin typeface="华文楷体" panose="02010600040101010101" pitchFamily="2" charset="-122"/>
              <a:ea typeface="华文楷体" panose="02010600040101010101" pitchFamily="2" charset="-122"/>
              <a:cs typeface="华文楷体" panose="02010600040101010101" pitchFamily="2" charset="-122"/>
              <a:sym typeface="+mn-ea"/>
            </a:endParaRPr>
          </a:p>
          <a:p>
            <a:pPr marL="457200" indent="-457200" algn="l" fontAlgn="auto">
              <a:lnSpc>
                <a:spcPct val="125000"/>
              </a:lnSpc>
              <a:buFont typeface="Arial" panose="020B0604020202020204" pitchFamily="34" charset="0"/>
              <a:buChar char="•"/>
            </a:pPr>
            <a:endParaRPr lang="zh-CN" altLang="en-US" sz="2400" b="1">
              <a:latin typeface="华文楷体" panose="02010600040101010101" pitchFamily="2" charset="-122"/>
              <a:ea typeface="华文楷体" panose="02010600040101010101" pitchFamily="2" charset="-122"/>
              <a:cs typeface="华文楷体" panose="02010600040101010101" pitchFamily="2" charset="-122"/>
              <a:sym typeface="+mn-ea"/>
            </a:endParaRPr>
          </a:p>
          <a:p>
            <a:pPr marL="457200" indent="-457200" algn="l" fontAlgn="auto">
              <a:lnSpc>
                <a:spcPct val="125000"/>
              </a:lnSpc>
              <a:buFont typeface="Arial" panose="020B0604020202020204" pitchFamily="34" charset="0"/>
              <a:buChar char="•"/>
            </a:pPr>
            <a:endParaRPr lang="zh-CN" altLang="en-US" sz="2400" b="1">
              <a:latin typeface="华文楷体" panose="02010600040101010101" pitchFamily="2" charset="-122"/>
              <a:ea typeface="华文楷体" panose="02010600040101010101" pitchFamily="2" charset="-122"/>
              <a:cs typeface="华文楷体" panose="02010600040101010101" pitchFamily="2" charset="-122"/>
              <a:sym typeface="+mn-ea"/>
            </a:endParaRPr>
          </a:p>
        </p:txBody>
      </p:sp>
      <p:sp>
        <p:nvSpPr>
          <p:cNvPr id="126" name="圆角矩形 125"/>
          <p:cNvSpPr/>
          <p:nvPr>
            <p:custDataLst>
              <p:tags r:id="rId7"/>
            </p:custDataLst>
          </p:nvPr>
        </p:nvSpPr>
        <p:spPr>
          <a:xfrm>
            <a:off x="7698459" y="2388751"/>
            <a:ext cx="1861820" cy="576580"/>
          </a:xfrm>
          <a:prstGeom prst="roundRect">
            <a:avLst/>
          </a:prstGeom>
          <a:solidFill>
            <a:srgbClr val="669473"/>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zh-CN" altLang="en-US" sz="2800" b="1">
                <a:solidFill>
                  <a:schemeClr val="bg1"/>
                </a:solidFill>
                <a:latin typeface="华文楷体" panose="02010600040101010101" pitchFamily="2" charset="-122"/>
                <a:ea typeface="华文楷体" panose="02010600040101010101" pitchFamily="2" charset="-122"/>
              </a:rPr>
              <a:t>图像量化</a:t>
            </a:r>
            <a:endParaRPr lang="zh-CN" altLang="en-US" sz="2800" b="1">
              <a:solidFill>
                <a:schemeClr val="bg1"/>
              </a:solidFill>
              <a:latin typeface="华文楷体" panose="02010600040101010101" pitchFamily="2" charset="-122"/>
              <a:ea typeface="华文楷体" panose="02010600040101010101" pitchFamily="2" charset="-122"/>
            </a:endParaRPr>
          </a:p>
        </p:txBody>
      </p:sp>
      <p:grpSp>
        <p:nvGrpSpPr>
          <p:cNvPr id="127" name="组合 126"/>
          <p:cNvGrpSpPr/>
          <p:nvPr>
            <p:custDataLst>
              <p:tags r:id="rId8"/>
            </p:custDataLst>
          </p:nvPr>
        </p:nvGrpSpPr>
        <p:grpSpPr>
          <a:xfrm>
            <a:off x="2042831" y="2494949"/>
            <a:ext cx="4389755" cy="3305175"/>
            <a:chOff x="925" y="4102"/>
            <a:chExt cx="6913" cy="5205"/>
          </a:xfrm>
        </p:grpSpPr>
        <p:grpSp>
          <p:nvGrpSpPr>
            <p:cNvPr id="128" name="组合 127"/>
            <p:cNvGrpSpPr/>
            <p:nvPr>
              <p:custDataLst>
                <p:tags r:id="rId9"/>
              </p:custDataLst>
            </p:nvPr>
          </p:nvGrpSpPr>
          <p:grpSpPr>
            <a:xfrm>
              <a:off x="925" y="4688"/>
              <a:ext cx="3087" cy="3808"/>
              <a:chOff x="13352" y="3024"/>
              <a:chExt cx="3246" cy="3808"/>
            </a:xfrm>
          </p:grpSpPr>
          <p:cxnSp>
            <p:nvCxnSpPr>
              <p:cNvPr id="238" name="直接连接符 237"/>
              <p:cNvCxnSpPr/>
              <p:nvPr>
                <p:custDataLst>
                  <p:tags r:id="rId10"/>
                </p:custDataLst>
              </p:nvPr>
            </p:nvCxnSpPr>
            <p:spPr>
              <a:xfrm>
                <a:off x="13352" y="683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39" name="直接连接符 238"/>
              <p:cNvCxnSpPr/>
              <p:nvPr>
                <p:custDataLst>
                  <p:tags r:id="rId11"/>
                </p:custDataLst>
              </p:nvPr>
            </p:nvCxnSpPr>
            <p:spPr>
              <a:xfrm>
                <a:off x="13352" y="302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40" name="直接连接符 239"/>
              <p:cNvCxnSpPr/>
              <p:nvPr>
                <p:custDataLst>
                  <p:tags r:id="rId12"/>
                </p:custDataLst>
              </p:nvPr>
            </p:nvCxnSpPr>
            <p:spPr>
              <a:xfrm>
                <a:off x="13352" y="350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41" name="直接连接符 240"/>
              <p:cNvCxnSpPr/>
              <p:nvPr>
                <p:custDataLst>
                  <p:tags r:id="rId13"/>
                </p:custDataLst>
              </p:nvPr>
            </p:nvCxnSpPr>
            <p:spPr>
              <a:xfrm>
                <a:off x="13352" y="3976"/>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42" name="直接连接符 241"/>
              <p:cNvCxnSpPr/>
              <p:nvPr>
                <p:custDataLst>
                  <p:tags r:id="rId14"/>
                </p:custDataLst>
              </p:nvPr>
            </p:nvCxnSpPr>
            <p:spPr>
              <a:xfrm>
                <a:off x="13352" y="445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43" name="直接连接符 242"/>
              <p:cNvCxnSpPr/>
              <p:nvPr>
                <p:custDataLst>
                  <p:tags r:id="rId15"/>
                </p:custDataLst>
              </p:nvPr>
            </p:nvCxnSpPr>
            <p:spPr>
              <a:xfrm>
                <a:off x="13352" y="4928"/>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44" name="直接连接符 243"/>
              <p:cNvCxnSpPr/>
              <p:nvPr>
                <p:custDataLst>
                  <p:tags r:id="rId16"/>
                </p:custDataLst>
              </p:nvPr>
            </p:nvCxnSpPr>
            <p:spPr>
              <a:xfrm>
                <a:off x="13352" y="540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45" name="直接连接符 244"/>
              <p:cNvCxnSpPr/>
              <p:nvPr>
                <p:custDataLst>
                  <p:tags r:id="rId17"/>
                </p:custDataLst>
              </p:nvPr>
            </p:nvCxnSpPr>
            <p:spPr>
              <a:xfrm>
                <a:off x="13352" y="588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46" name="直接连接符 245"/>
              <p:cNvCxnSpPr/>
              <p:nvPr>
                <p:custDataLst>
                  <p:tags r:id="rId18"/>
                </p:custDataLst>
              </p:nvPr>
            </p:nvCxnSpPr>
            <p:spPr>
              <a:xfrm>
                <a:off x="13352" y="6356"/>
                <a:ext cx="3247" cy="0"/>
              </a:xfrm>
              <a:prstGeom prst="line">
                <a:avLst/>
              </a:prstGeom>
              <a:ln w="28575"/>
            </p:spPr>
            <p:style>
              <a:lnRef idx="3">
                <a:schemeClr val="dk1"/>
              </a:lnRef>
              <a:fillRef idx="0">
                <a:schemeClr val="dk1"/>
              </a:fillRef>
              <a:effectRef idx="2">
                <a:schemeClr val="dk1"/>
              </a:effectRef>
              <a:fontRef idx="minor">
                <a:schemeClr val="tx1"/>
              </a:fontRef>
            </p:style>
          </p:cxnSp>
        </p:grpSp>
        <p:grpSp>
          <p:nvGrpSpPr>
            <p:cNvPr id="129" name="组合 128"/>
            <p:cNvGrpSpPr/>
            <p:nvPr>
              <p:custDataLst>
                <p:tags r:id="rId19"/>
              </p:custDataLst>
            </p:nvPr>
          </p:nvGrpSpPr>
          <p:grpSpPr>
            <a:xfrm>
              <a:off x="945" y="4708"/>
              <a:ext cx="3064" cy="3788"/>
              <a:chOff x="4391" y="870"/>
              <a:chExt cx="3264" cy="3828"/>
            </a:xfrm>
          </p:grpSpPr>
          <p:cxnSp>
            <p:nvCxnSpPr>
              <p:cNvPr id="231" name="直接连接符 230"/>
              <p:cNvCxnSpPr/>
              <p:nvPr>
                <p:custDataLst>
                  <p:tags r:id="rId20"/>
                </p:custDataLst>
              </p:nvPr>
            </p:nvCxnSpPr>
            <p:spPr>
              <a:xfrm rot="5400000">
                <a:off x="574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32" name="直接连接符 231"/>
              <p:cNvCxnSpPr/>
              <p:nvPr>
                <p:custDataLst>
                  <p:tags r:id="rId21"/>
                </p:custDataLst>
              </p:nvPr>
            </p:nvCxnSpPr>
            <p:spPr>
              <a:xfrm rot="5400000">
                <a:off x="5197"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33" name="直接连接符 232"/>
              <p:cNvCxnSpPr/>
              <p:nvPr>
                <p:custDataLst>
                  <p:tags r:id="rId22"/>
                </p:custDataLst>
              </p:nvPr>
            </p:nvCxnSpPr>
            <p:spPr>
              <a:xfrm rot="5400000">
                <a:off x="4653"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34" name="直接连接符 233"/>
              <p:cNvCxnSpPr/>
              <p:nvPr>
                <p:custDataLst>
                  <p:tags r:id="rId23"/>
                </p:custDataLst>
              </p:nvPr>
            </p:nvCxnSpPr>
            <p:spPr>
              <a:xfrm rot="5400000">
                <a:off x="4109"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35" name="直接连接符 234"/>
              <p:cNvCxnSpPr/>
              <p:nvPr>
                <p:custDataLst>
                  <p:tags r:id="rId24"/>
                </p:custDataLst>
              </p:nvPr>
            </p:nvCxnSpPr>
            <p:spPr>
              <a:xfrm rot="5400000">
                <a:off x="3565"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36" name="直接连接符 235"/>
              <p:cNvCxnSpPr/>
              <p:nvPr>
                <p:custDataLst>
                  <p:tags r:id="rId25"/>
                </p:custDataLst>
              </p:nvPr>
            </p:nvCxnSpPr>
            <p:spPr>
              <a:xfrm rot="5400000">
                <a:off x="302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37" name="直接连接符 236"/>
              <p:cNvCxnSpPr/>
              <p:nvPr>
                <p:custDataLst>
                  <p:tags r:id="rId26"/>
                </p:custDataLst>
              </p:nvPr>
            </p:nvCxnSpPr>
            <p:spPr>
              <a:xfrm rot="5400000">
                <a:off x="2477" y="2784"/>
                <a:ext cx="3828" cy="0"/>
              </a:xfrm>
              <a:prstGeom prst="line">
                <a:avLst/>
              </a:prstGeom>
              <a:ln w="28575"/>
            </p:spPr>
            <p:style>
              <a:lnRef idx="3">
                <a:schemeClr val="dk1"/>
              </a:lnRef>
              <a:fillRef idx="0">
                <a:schemeClr val="dk1"/>
              </a:fillRef>
              <a:effectRef idx="2">
                <a:schemeClr val="dk1"/>
              </a:effectRef>
              <a:fontRef idx="minor">
                <a:schemeClr val="tx1"/>
              </a:fontRef>
            </p:style>
          </p:cxnSp>
        </p:grpSp>
        <p:sp>
          <p:nvSpPr>
            <p:cNvPr id="130" name="矩形 129"/>
            <p:cNvSpPr/>
            <p:nvPr>
              <p:custDataLst>
                <p:tags r:id="rId27"/>
              </p:custDataLst>
            </p:nvPr>
          </p:nvSpPr>
          <p:spPr>
            <a:xfrm>
              <a:off x="1983" y="472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矩形 130"/>
            <p:cNvSpPr/>
            <p:nvPr>
              <p:custDataLst>
                <p:tags r:id="rId28"/>
              </p:custDataLst>
            </p:nvPr>
          </p:nvSpPr>
          <p:spPr>
            <a:xfrm>
              <a:off x="2505" y="4720"/>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矩形 131"/>
            <p:cNvSpPr/>
            <p:nvPr>
              <p:custDataLst>
                <p:tags r:id="rId29"/>
              </p:custDataLst>
            </p:nvPr>
          </p:nvSpPr>
          <p:spPr>
            <a:xfrm>
              <a:off x="1483" y="5196"/>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矩形 132"/>
            <p:cNvSpPr/>
            <p:nvPr>
              <p:custDataLst>
                <p:tags r:id="rId30"/>
              </p:custDataLst>
            </p:nvPr>
          </p:nvSpPr>
          <p:spPr>
            <a:xfrm>
              <a:off x="1983" y="5196"/>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矩形 133"/>
            <p:cNvSpPr/>
            <p:nvPr>
              <p:custDataLst>
                <p:tags r:id="rId31"/>
              </p:custDataLst>
            </p:nvPr>
          </p:nvSpPr>
          <p:spPr>
            <a:xfrm>
              <a:off x="2505" y="5196"/>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矩形 134"/>
            <p:cNvSpPr/>
            <p:nvPr>
              <p:custDataLst>
                <p:tags r:id="rId32"/>
              </p:custDataLst>
            </p:nvPr>
          </p:nvSpPr>
          <p:spPr>
            <a:xfrm>
              <a:off x="3012" y="5196"/>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矩形 135"/>
            <p:cNvSpPr/>
            <p:nvPr>
              <p:custDataLst>
                <p:tags r:id="rId33"/>
              </p:custDataLst>
            </p:nvPr>
          </p:nvSpPr>
          <p:spPr>
            <a:xfrm>
              <a:off x="966" y="5662"/>
              <a:ext cx="482"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矩形 136"/>
            <p:cNvSpPr/>
            <p:nvPr>
              <p:custDataLst>
                <p:tags r:id="rId34"/>
              </p:custDataLst>
            </p:nvPr>
          </p:nvSpPr>
          <p:spPr>
            <a:xfrm>
              <a:off x="1483" y="5662"/>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矩形 137"/>
            <p:cNvSpPr/>
            <p:nvPr>
              <p:custDataLst>
                <p:tags r:id="rId35"/>
              </p:custDataLst>
            </p:nvPr>
          </p:nvSpPr>
          <p:spPr>
            <a:xfrm>
              <a:off x="1983" y="5662"/>
              <a:ext cx="476" cy="437"/>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矩形 138"/>
            <p:cNvSpPr/>
            <p:nvPr>
              <p:custDataLst>
                <p:tags r:id="rId36"/>
              </p:custDataLst>
            </p:nvPr>
          </p:nvSpPr>
          <p:spPr>
            <a:xfrm>
              <a:off x="2505" y="5662"/>
              <a:ext cx="476" cy="437"/>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矩形 139"/>
            <p:cNvSpPr/>
            <p:nvPr>
              <p:custDataLst>
                <p:tags r:id="rId37"/>
              </p:custDataLst>
            </p:nvPr>
          </p:nvSpPr>
          <p:spPr>
            <a:xfrm>
              <a:off x="3012" y="5662"/>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矩形 140"/>
            <p:cNvSpPr/>
            <p:nvPr>
              <p:custDataLst>
                <p:tags r:id="rId38"/>
              </p:custDataLst>
            </p:nvPr>
          </p:nvSpPr>
          <p:spPr>
            <a:xfrm>
              <a:off x="966" y="6142"/>
              <a:ext cx="482"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矩形 141"/>
            <p:cNvSpPr/>
            <p:nvPr>
              <p:custDataLst>
                <p:tags r:id="rId39"/>
              </p:custDataLst>
            </p:nvPr>
          </p:nvSpPr>
          <p:spPr>
            <a:xfrm>
              <a:off x="1483" y="6142"/>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矩形 142"/>
            <p:cNvSpPr/>
            <p:nvPr>
              <p:custDataLst>
                <p:tags r:id="rId40"/>
              </p:custDataLst>
            </p:nvPr>
          </p:nvSpPr>
          <p:spPr>
            <a:xfrm>
              <a:off x="1983" y="6142"/>
              <a:ext cx="476" cy="437"/>
            </a:xfrm>
            <a:prstGeom prst="rect">
              <a:avLst/>
            </a:prstGeom>
            <a:solidFill>
              <a:srgbClr val="FFC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矩形 143"/>
            <p:cNvSpPr/>
            <p:nvPr>
              <p:custDataLst>
                <p:tags r:id="rId41"/>
              </p:custDataLst>
            </p:nvPr>
          </p:nvSpPr>
          <p:spPr>
            <a:xfrm>
              <a:off x="2505" y="6142"/>
              <a:ext cx="476" cy="437"/>
            </a:xfrm>
            <a:prstGeom prst="rect">
              <a:avLst/>
            </a:prstGeom>
            <a:solidFill>
              <a:srgbClr val="FFC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矩形 144"/>
            <p:cNvSpPr/>
            <p:nvPr>
              <p:custDataLst>
                <p:tags r:id="rId42"/>
              </p:custDataLst>
            </p:nvPr>
          </p:nvSpPr>
          <p:spPr>
            <a:xfrm>
              <a:off x="3012" y="6142"/>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矩形 145"/>
            <p:cNvSpPr/>
            <p:nvPr>
              <p:custDataLst>
                <p:tags r:id="rId43"/>
              </p:custDataLst>
            </p:nvPr>
          </p:nvSpPr>
          <p:spPr>
            <a:xfrm>
              <a:off x="3526" y="6142"/>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custDataLst>
                <p:tags r:id="rId44"/>
              </p:custDataLst>
            </p:nvPr>
          </p:nvSpPr>
          <p:spPr>
            <a:xfrm>
              <a:off x="1483" y="6618"/>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custDataLst>
                <p:tags r:id="rId45"/>
              </p:custDataLst>
            </p:nvPr>
          </p:nvSpPr>
          <p:spPr>
            <a:xfrm>
              <a:off x="1983" y="6618"/>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custDataLst>
                <p:tags r:id="rId46"/>
              </p:custDataLst>
            </p:nvPr>
          </p:nvSpPr>
          <p:spPr>
            <a:xfrm>
              <a:off x="2505" y="6618"/>
              <a:ext cx="476"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custDataLst>
                <p:tags r:id="rId47"/>
              </p:custDataLst>
            </p:nvPr>
          </p:nvSpPr>
          <p:spPr>
            <a:xfrm>
              <a:off x="3012" y="6618"/>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custDataLst>
                <p:tags r:id="rId48"/>
              </p:custDataLst>
            </p:nvPr>
          </p:nvSpPr>
          <p:spPr>
            <a:xfrm>
              <a:off x="1983" y="7088"/>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custDataLst>
                <p:tags r:id="rId49"/>
              </p:custDataLst>
            </p:nvPr>
          </p:nvSpPr>
          <p:spPr>
            <a:xfrm>
              <a:off x="2505" y="7088"/>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矩形 152"/>
            <p:cNvSpPr/>
            <p:nvPr>
              <p:custDataLst>
                <p:tags r:id="rId50"/>
              </p:custDataLst>
            </p:nvPr>
          </p:nvSpPr>
          <p:spPr>
            <a:xfrm>
              <a:off x="1483" y="7575"/>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矩形 153"/>
            <p:cNvSpPr/>
            <p:nvPr>
              <p:custDataLst>
                <p:tags r:id="rId51"/>
              </p:custDataLst>
            </p:nvPr>
          </p:nvSpPr>
          <p:spPr>
            <a:xfrm>
              <a:off x="1983" y="7575"/>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矩形 154"/>
            <p:cNvSpPr/>
            <p:nvPr>
              <p:custDataLst>
                <p:tags r:id="rId52"/>
              </p:custDataLst>
            </p:nvPr>
          </p:nvSpPr>
          <p:spPr>
            <a:xfrm>
              <a:off x="2505" y="7575"/>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custDataLst>
                <p:tags r:id="rId53"/>
              </p:custDataLst>
            </p:nvPr>
          </p:nvSpPr>
          <p:spPr>
            <a:xfrm>
              <a:off x="3012" y="7575"/>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custDataLst>
                <p:tags r:id="rId54"/>
              </p:custDataLst>
            </p:nvPr>
          </p:nvSpPr>
          <p:spPr>
            <a:xfrm>
              <a:off x="2505" y="8055"/>
              <a:ext cx="476" cy="437"/>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8" name="组合 157"/>
            <p:cNvGrpSpPr/>
            <p:nvPr>
              <p:custDataLst>
                <p:tags r:id="rId55"/>
              </p:custDataLst>
            </p:nvPr>
          </p:nvGrpSpPr>
          <p:grpSpPr>
            <a:xfrm>
              <a:off x="933" y="4688"/>
              <a:ext cx="3087" cy="3808"/>
              <a:chOff x="13352" y="3024"/>
              <a:chExt cx="3246" cy="3808"/>
            </a:xfrm>
          </p:grpSpPr>
          <p:cxnSp>
            <p:nvCxnSpPr>
              <p:cNvPr id="222" name="直接连接符 221"/>
              <p:cNvCxnSpPr/>
              <p:nvPr>
                <p:custDataLst>
                  <p:tags r:id="rId56"/>
                </p:custDataLst>
              </p:nvPr>
            </p:nvCxnSpPr>
            <p:spPr>
              <a:xfrm>
                <a:off x="13352" y="683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23" name="直接连接符 222"/>
              <p:cNvCxnSpPr/>
              <p:nvPr>
                <p:custDataLst>
                  <p:tags r:id="rId57"/>
                </p:custDataLst>
              </p:nvPr>
            </p:nvCxnSpPr>
            <p:spPr>
              <a:xfrm>
                <a:off x="13352" y="302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24" name="直接连接符 223"/>
              <p:cNvCxnSpPr/>
              <p:nvPr>
                <p:custDataLst>
                  <p:tags r:id="rId58"/>
                </p:custDataLst>
              </p:nvPr>
            </p:nvCxnSpPr>
            <p:spPr>
              <a:xfrm>
                <a:off x="13352" y="350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25" name="直接连接符 224"/>
              <p:cNvCxnSpPr/>
              <p:nvPr>
                <p:custDataLst>
                  <p:tags r:id="rId59"/>
                </p:custDataLst>
              </p:nvPr>
            </p:nvCxnSpPr>
            <p:spPr>
              <a:xfrm>
                <a:off x="13352" y="3976"/>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26" name="直接连接符 225"/>
              <p:cNvCxnSpPr/>
              <p:nvPr>
                <p:custDataLst>
                  <p:tags r:id="rId60"/>
                </p:custDataLst>
              </p:nvPr>
            </p:nvCxnSpPr>
            <p:spPr>
              <a:xfrm>
                <a:off x="13352" y="4452"/>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27" name="直接连接符 226"/>
              <p:cNvCxnSpPr/>
              <p:nvPr>
                <p:custDataLst>
                  <p:tags r:id="rId61"/>
                </p:custDataLst>
              </p:nvPr>
            </p:nvCxnSpPr>
            <p:spPr>
              <a:xfrm>
                <a:off x="13352" y="4928"/>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28" name="直接连接符 227"/>
              <p:cNvCxnSpPr/>
              <p:nvPr>
                <p:custDataLst>
                  <p:tags r:id="rId62"/>
                </p:custDataLst>
              </p:nvPr>
            </p:nvCxnSpPr>
            <p:spPr>
              <a:xfrm>
                <a:off x="13352" y="5404"/>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29" name="直接连接符 228"/>
              <p:cNvCxnSpPr/>
              <p:nvPr>
                <p:custDataLst>
                  <p:tags r:id="rId63"/>
                </p:custDataLst>
              </p:nvPr>
            </p:nvCxnSpPr>
            <p:spPr>
              <a:xfrm>
                <a:off x="13352" y="5880"/>
                <a:ext cx="3247"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30" name="直接连接符 229"/>
              <p:cNvCxnSpPr/>
              <p:nvPr>
                <p:custDataLst>
                  <p:tags r:id="rId64"/>
                </p:custDataLst>
              </p:nvPr>
            </p:nvCxnSpPr>
            <p:spPr>
              <a:xfrm>
                <a:off x="13352" y="6356"/>
                <a:ext cx="3247" cy="0"/>
              </a:xfrm>
              <a:prstGeom prst="line">
                <a:avLst/>
              </a:prstGeom>
              <a:ln w="28575"/>
            </p:spPr>
            <p:style>
              <a:lnRef idx="3">
                <a:schemeClr val="dk1"/>
              </a:lnRef>
              <a:fillRef idx="0">
                <a:schemeClr val="dk1"/>
              </a:fillRef>
              <a:effectRef idx="2">
                <a:schemeClr val="dk1"/>
              </a:effectRef>
              <a:fontRef idx="minor">
                <a:schemeClr val="tx1"/>
              </a:fontRef>
            </p:style>
          </p:cxnSp>
        </p:grpSp>
        <p:grpSp>
          <p:nvGrpSpPr>
            <p:cNvPr id="159" name="组合 158"/>
            <p:cNvGrpSpPr/>
            <p:nvPr>
              <p:custDataLst>
                <p:tags r:id="rId65"/>
              </p:custDataLst>
            </p:nvPr>
          </p:nvGrpSpPr>
          <p:grpSpPr>
            <a:xfrm>
              <a:off x="953" y="4708"/>
              <a:ext cx="3064" cy="3788"/>
              <a:chOff x="4391" y="870"/>
              <a:chExt cx="3264" cy="3828"/>
            </a:xfrm>
          </p:grpSpPr>
          <p:cxnSp>
            <p:nvCxnSpPr>
              <p:cNvPr id="215" name="直接连接符 214"/>
              <p:cNvCxnSpPr/>
              <p:nvPr>
                <p:custDataLst>
                  <p:tags r:id="rId66"/>
                </p:custDataLst>
              </p:nvPr>
            </p:nvCxnSpPr>
            <p:spPr>
              <a:xfrm rot="5400000">
                <a:off x="574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16" name="直接连接符 215"/>
              <p:cNvCxnSpPr/>
              <p:nvPr>
                <p:custDataLst>
                  <p:tags r:id="rId67"/>
                </p:custDataLst>
              </p:nvPr>
            </p:nvCxnSpPr>
            <p:spPr>
              <a:xfrm rot="5400000">
                <a:off x="5197"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17" name="直接连接符 216"/>
              <p:cNvCxnSpPr/>
              <p:nvPr>
                <p:custDataLst>
                  <p:tags r:id="rId68"/>
                </p:custDataLst>
              </p:nvPr>
            </p:nvCxnSpPr>
            <p:spPr>
              <a:xfrm rot="5400000">
                <a:off x="4653"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18" name="直接连接符 217"/>
              <p:cNvCxnSpPr/>
              <p:nvPr>
                <p:custDataLst>
                  <p:tags r:id="rId69"/>
                </p:custDataLst>
              </p:nvPr>
            </p:nvCxnSpPr>
            <p:spPr>
              <a:xfrm rot="5400000">
                <a:off x="4109"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19" name="直接连接符 218"/>
              <p:cNvCxnSpPr/>
              <p:nvPr>
                <p:custDataLst>
                  <p:tags r:id="rId70"/>
                </p:custDataLst>
              </p:nvPr>
            </p:nvCxnSpPr>
            <p:spPr>
              <a:xfrm rot="5400000">
                <a:off x="3565"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20" name="直接连接符 219"/>
              <p:cNvCxnSpPr/>
              <p:nvPr>
                <p:custDataLst>
                  <p:tags r:id="rId71"/>
                </p:custDataLst>
              </p:nvPr>
            </p:nvCxnSpPr>
            <p:spPr>
              <a:xfrm rot="5400000">
                <a:off x="3021" y="2784"/>
                <a:ext cx="3828"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221" name="直接连接符 220"/>
              <p:cNvCxnSpPr/>
              <p:nvPr>
                <p:custDataLst>
                  <p:tags r:id="rId72"/>
                </p:custDataLst>
              </p:nvPr>
            </p:nvCxnSpPr>
            <p:spPr>
              <a:xfrm rot="5400000">
                <a:off x="2477" y="2784"/>
                <a:ext cx="3828" cy="0"/>
              </a:xfrm>
              <a:prstGeom prst="line">
                <a:avLst/>
              </a:prstGeom>
              <a:ln w="28575"/>
            </p:spPr>
            <p:style>
              <a:lnRef idx="3">
                <a:schemeClr val="dk1"/>
              </a:lnRef>
              <a:fillRef idx="0">
                <a:schemeClr val="dk1"/>
              </a:fillRef>
              <a:effectRef idx="2">
                <a:schemeClr val="dk1"/>
              </a:effectRef>
              <a:fontRef idx="minor">
                <a:schemeClr val="tx1"/>
              </a:fontRef>
            </p:style>
          </p:cxnSp>
        </p:grpSp>
        <p:sp>
          <p:nvSpPr>
            <p:cNvPr id="160" name="矩形 159"/>
            <p:cNvSpPr/>
            <p:nvPr>
              <p:custDataLst>
                <p:tags r:id="rId73"/>
              </p:custDataLst>
            </p:nvPr>
          </p:nvSpPr>
          <p:spPr>
            <a:xfrm>
              <a:off x="969" y="6142"/>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custDataLst>
                <p:tags r:id="rId74"/>
              </p:custDataLst>
            </p:nvPr>
          </p:nvSpPr>
          <p:spPr>
            <a:xfrm>
              <a:off x="1983" y="7108"/>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p:cNvSpPr/>
            <p:nvPr>
              <p:custDataLst>
                <p:tags r:id="rId75"/>
              </p:custDataLst>
            </p:nvPr>
          </p:nvSpPr>
          <p:spPr>
            <a:xfrm>
              <a:off x="2505" y="7108"/>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右箭头 162"/>
            <p:cNvSpPr/>
            <p:nvPr>
              <p:custDataLst>
                <p:tags r:id="rId76"/>
              </p:custDataLst>
            </p:nvPr>
          </p:nvSpPr>
          <p:spPr>
            <a:xfrm>
              <a:off x="4258" y="5997"/>
              <a:ext cx="600" cy="727"/>
            </a:xfrm>
            <a:prstGeom prst="right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grpSp>
          <p:nvGrpSpPr>
            <p:cNvPr id="164" name="组合 163"/>
            <p:cNvGrpSpPr/>
            <p:nvPr>
              <p:custDataLst>
                <p:tags r:id="rId77"/>
              </p:custDataLst>
            </p:nvPr>
          </p:nvGrpSpPr>
          <p:grpSpPr>
            <a:xfrm>
              <a:off x="4799" y="6790"/>
              <a:ext cx="1604" cy="724"/>
              <a:chOff x="5076" y="8787"/>
              <a:chExt cx="1604" cy="724"/>
            </a:xfrm>
          </p:grpSpPr>
          <p:sp>
            <p:nvSpPr>
              <p:cNvPr id="213" name="文本框 212"/>
              <p:cNvSpPr txBox="1"/>
              <p:nvPr>
                <p:custDataLst>
                  <p:tags r:id="rId78"/>
                </p:custDataLst>
              </p:nvPr>
            </p:nvSpPr>
            <p:spPr>
              <a:xfrm>
                <a:off x="5076" y="8787"/>
                <a:ext cx="1248" cy="725"/>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黄色</a:t>
                </a:r>
                <a:endParaRPr lang="zh-CN" altLang="en-US" sz="2400">
                  <a:latin typeface="华文楷体" panose="02010600040101010101" pitchFamily="2" charset="-122"/>
                  <a:ea typeface="华文楷体" panose="02010600040101010101" pitchFamily="2" charset="-122"/>
                </a:endParaRPr>
              </a:p>
            </p:txBody>
          </p:sp>
          <p:sp>
            <p:nvSpPr>
              <p:cNvPr id="214" name="矩形 213"/>
              <p:cNvSpPr/>
              <p:nvPr>
                <p:custDataLst>
                  <p:tags r:id="rId79"/>
                </p:custDataLst>
              </p:nvPr>
            </p:nvSpPr>
            <p:spPr>
              <a:xfrm>
                <a:off x="6204" y="8931"/>
                <a:ext cx="476" cy="436"/>
              </a:xfrm>
              <a:prstGeom prst="rect">
                <a:avLst/>
              </a:prstGeom>
              <a:solidFill>
                <a:srgbClr val="FFFF3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grpSp>
          <p:nvGrpSpPr>
            <p:cNvPr id="165" name="组合 164"/>
            <p:cNvGrpSpPr/>
            <p:nvPr>
              <p:custDataLst>
                <p:tags r:id="rId80"/>
              </p:custDataLst>
            </p:nvPr>
          </p:nvGrpSpPr>
          <p:grpSpPr>
            <a:xfrm>
              <a:off x="4799" y="8582"/>
              <a:ext cx="1604" cy="724"/>
              <a:chOff x="5076" y="9936"/>
              <a:chExt cx="1604" cy="724"/>
            </a:xfrm>
          </p:grpSpPr>
          <p:sp>
            <p:nvSpPr>
              <p:cNvPr id="211" name="文本框 210"/>
              <p:cNvSpPr txBox="1"/>
              <p:nvPr>
                <p:custDataLst>
                  <p:tags r:id="rId81"/>
                </p:custDataLst>
              </p:nvPr>
            </p:nvSpPr>
            <p:spPr>
              <a:xfrm>
                <a:off x="5076" y="9936"/>
                <a:ext cx="1248" cy="725"/>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绿色</a:t>
                </a:r>
                <a:endParaRPr lang="zh-CN" altLang="en-US" sz="2400">
                  <a:latin typeface="华文楷体" panose="02010600040101010101" pitchFamily="2" charset="-122"/>
                  <a:ea typeface="华文楷体" panose="02010600040101010101" pitchFamily="2" charset="-122"/>
                </a:endParaRPr>
              </a:p>
            </p:txBody>
          </p:sp>
          <p:sp>
            <p:nvSpPr>
              <p:cNvPr id="212" name="矩形 211"/>
              <p:cNvSpPr/>
              <p:nvPr>
                <p:custDataLst>
                  <p:tags r:id="rId82"/>
                </p:custDataLst>
              </p:nvPr>
            </p:nvSpPr>
            <p:spPr>
              <a:xfrm>
                <a:off x="6204" y="10063"/>
                <a:ext cx="476" cy="436"/>
              </a:xfrm>
              <a:prstGeom prst="rect">
                <a:avLst/>
              </a:prstGeom>
              <a:solidFill>
                <a:srgbClr val="00A34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grpSp>
          <p:nvGrpSpPr>
            <p:cNvPr id="166" name="组合 165"/>
            <p:cNvGrpSpPr/>
            <p:nvPr>
              <p:custDataLst>
                <p:tags r:id="rId83"/>
              </p:custDataLst>
            </p:nvPr>
          </p:nvGrpSpPr>
          <p:grpSpPr>
            <a:xfrm>
              <a:off x="4791" y="4102"/>
              <a:ext cx="1619" cy="725"/>
              <a:chOff x="5076" y="4576"/>
              <a:chExt cx="1619" cy="725"/>
            </a:xfrm>
          </p:grpSpPr>
          <p:sp>
            <p:nvSpPr>
              <p:cNvPr id="209" name="矩形 208"/>
              <p:cNvSpPr/>
              <p:nvPr>
                <p:custDataLst>
                  <p:tags r:id="rId84"/>
                </p:custDataLst>
              </p:nvPr>
            </p:nvSpPr>
            <p:spPr>
              <a:xfrm>
                <a:off x="6219" y="4695"/>
                <a:ext cx="476" cy="437"/>
              </a:xfrm>
              <a:prstGeom prst="rect">
                <a:avLst/>
              </a:prstGeom>
              <a:noFill/>
              <a:ln w="38100">
                <a:solidFill>
                  <a:schemeClr val="tx1"/>
                </a:solidFill>
              </a:ln>
              <a:extLst>
                <a:ext uri="{909E8E84-426E-40DD-AFC4-6F175D3DCCD1}">
                  <a14:hiddenFill xmlns:a14="http://schemas.microsoft.com/office/drawing/2010/main">
                    <a:solidFill>
                      <a:srgbClr val="FF66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10" name="文本框 209"/>
              <p:cNvSpPr txBox="1"/>
              <p:nvPr>
                <p:custDataLst>
                  <p:tags r:id="rId85"/>
                </p:custDataLst>
              </p:nvPr>
            </p:nvSpPr>
            <p:spPr>
              <a:xfrm>
                <a:off x="5076" y="4576"/>
                <a:ext cx="1248" cy="725"/>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白色</a:t>
                </a:r>
                <a:endParaRPr lang="zh-CN" altLang="en-US" sz="2400">
                  <a:latin typeface="华文楷体" panose="02010600040101010101" pitchFamily="2" charset="-122"/>
                  <a:ea typeface="华文楷体" panose="02010600040101010101" pitchFamily="2" charset="-122"/>
                </a:endParaRPr>
              </a:p>
            </p:txBody>
          </p:sp>
        </p:grpSp>
        <p:grpSp>
          <p:nvGrpSpPr>
            <p:cNvPr id="167" name="组合 166"/>
            <p:cNvGrpSpPr/>
            <p:nvPr>
              <p:custDataLst>
                <p:tags r:id="rId86"/>
              </p:custDataLst>
            </p:nvPr>
          </p:nvGrpSpPr>
          <p:grpSpPr>
            <a:xfrm>
              <a:off x="4799" y="5894"/>
              <a:ext cx="1604" cy="724"/>
              <a:chOff x="5076" y="7721"/>
              <a:chExt cx="1604" cy="724"/>
            </a:xfrm>
          </p:grpSpPr>
          <p:sp>
            <p:nvSpPr>
              <p:cNvPr id="207" name="矩形 206"/>
              <p:cNvSpPr/>
              <p:nvPr>
                <p:custDataLst>
                  <p:tags r:id="rId87"/>
                </p:custDataLst>
              </p:nvPr>
            </p:nvSpPr>
            <p:spPr>
              <a:xfrm>
                <a:off x="6204" y="7842"/>
                <a:ext cx="476" cy="437"/>
              </a:xfrm>
              <a:prstGeom prst="rect">
                <a:avLst/>
              </a:prstGeom>
              <a:solidFill>
                <a:srgbClr val="FF6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08" name="文本框 207"/>
              <p:cNvSpPr txBox="1"/>
              <p:nvPr>
                <p:custDataLst>
                  <p:tags r:id="rId88"/>
                </p:custDataLst>
              </p:nvPr>
            </p:nvSpPr>
            <p:spPr>
              <a:xfrm>
                <a:off x="5076" y="7721"/>
                <a:ext cx="1248" cy="725"/>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橙色</a:t>
                </a:r>
                <a:endParaRPr lang="zh-CN" altLang="en-US" sz="2400">
                  <a:latin typeface="华文楷体" panose="02010600040101010101" pitchFamily="2" charset="-122"/>
                  <a:ea typeface="华文楷体" panose="02010600040101010101" pitchFamily="2" charset="-122"/>
                </a:endParaRPr>
              </a:p>
            </p:txBody>
          </p:sp>
        </p:grpSp>
        <p:grpSp>
          <p:nvGrpSpPr>
            <p:cNvPr id="168" name="组合 167"/>
            <p:cNvGrpSpPr/>
            <p:nvPr>
              <p:custDataLst>
                <p:tags r:id="rId89"/>
              </p:custDataLst>
            </p:nvPr>
          </p:nvGrpSpPr>
          <p:grpSpPr>
            <a:xfrm>
              <a:off x="4793" y="4998"/>
              <a:ext cx="1616" cy="724"/>
              <a:chOff x="5076" y="5686"/>
              <a:chExt cx="1616" cy="724"/>
            </a:xfrm>
          </p:grpSpPr>
          <p:sp>
            <p:nvSpPr>
              <p:cNvPr id="178" name="矩形 177"/>
              <p:cNvSpPr/>
              <p:nvPr>
                <p:custDataLst>
                  <p:tags r:id="rId90"/>
                </p:custDataLst>
              </p:nvPr>
            </p:nvSpPr>
            <p:spPr>
              <a:xfrm>
                <a:off x="6222" y="5803"/>
                <a:ext cx="471" cy="437"/>
              </a:xfrm>
              <a:prstGeom prst="rect">
                <a:avLst/>
              </a:prstGeom>
              <a:solidFill>
                <a:srgbClr val="C0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06" name="文本框 205"/>
              <p:cNvSpPr txBox="1"/>
              <p:nvPr>
                <p:custDataLst>
                  <p:tags r:id="rId91"/>
                </p:custDataLst>
              </p:nvPr>
            </p:nvSpPr>
            <p:spPr>
              <a:xfrm>
                <a:off x="5076" y="5686"/>
                <a:ext cx="1248" cy="725"/>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红色</a:t>
                </a:r>
                <a:endParaRPr lang="zh-CN" altLang="en-US" sz="2400">
                  <a:latin typeface="华文楷体" panose="02010600040101010101" pitchFamily="2" charset="-122"/>
                  <a:ea typeface="华文楷体" panose="02010600040101010101" pitchFamily="2" charset="-122"/>
                </a:endParaRPr>
              </a:p>
            </p:txBody>
          </p:sp>
        </p:grpSp>
        <p:grpSp>
          <p:nvGrpSpPr>
            <p:cNvPr id="169" name="组合 168"/>
            <p:cNvGrpSpPr/>
            <p:nvPr>
              <p:custDataLst>
                <p:tags r:id="rId92"/>
              </p:custDataLst>
            </p:nvPr>
          </p:nvGrpSpPr>
          <p:grpSpPr>
            <a:xfrm>
              <a:off x="4791" y="7686"/>
              <a:ext cx="1619" cy="724"/>
              <a:chOff x="7256" y="8206"/>
              <a:chExt cx="1619" cy="724"/>
            </a:xfrm>
          </p:grpSpPr>
          <p:sp>
            <p:nvSpPr>
              <p:cNvPr id="176" name="矩形 175"/>
              <p:cNvSpPr/>
              <p:nvPr>
                <p:custDataLst>
                  <p:tags r:id="rId93"/>
                </p:custDataLst>
              </p:nvPr>
            </p:nvSpPr>
            <p:spPr>
              <a:xfrm>
                <a:off x="8399" y="8354"/>
                <a:ext cx="476" cy="437"/>
              </a:xfrm>
              <a:prstGeom prst="rect">
                <a:avLst/>
              </a:prstGeom>
              <a:solidFill>
                <a:srgbClr val="FFC6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77" name="文本框 176"/>
              <p:cNvSpPr txBox="1"/>
              <p:nvPr>
                <p:custDataLst>
                  <p:tags r:id="rId94"/>
                </p:custDataLst>
              </p:nvPr>
            </p:nvSpPr>
            <p:spPr>
              <a:xfrm>
                <a:off x="7256" y="8206"/>
                <a:ext cx="1248" cy="725"/>
              </a:xfrm>
              <a:prstGeom prst="rect">
                <a:avLst/>
              </a:prstGeom>
              <a:noFill/>
            </p:spPr>
            <p:txBody>
              <a:bodyPr wrap="none" rtlCol="0" anchor="t">
                <a:spAutoFit/>
              </a:bodyPr>
              <a:lstStyle/>
              <a:p>
                <a:r>
                  <a:rPr lang="zh-CN" altLang="en-US" sz="2400">
                    <a:latin typeface="华文楷体" panose="02010600040101010101" pitchFamily="2" charset="-122"/>
                    <a:ea typeface="华文楷体" panose="02010600040101010101" pitchFamily="2" charset="-122"/>
                  </a:rPr>
                  <a:t>深黄</a:t>
                </a:r>
                <a:endParaRPr lang="zh-CN" altLang="en-US" sz="2400">
                  <a:latin typeface="华文楷体" panose="02010600040101010101" pitchFamily="2" charset="-122"/>
                  <a:ea typeface="华文楷体" panose="02010600040101010101" pitchFamily="2" charset="-122"/>
                </a:endParaRPr>
              </a:p>
            </p:txBody>
          </p:sp>
        </p:grpSp>
        <p:sp>
          <p:nvSpPr>
            <p:cNvPr id="170" name="文本框 169"/>
            <p:cNvSpPr txBox="1"/>
            <p:nvPr>
              <p:custDataLst>
                <p:tags r:id="rId95"/>
              </p:custDataLst>
            </p:nvPr>
          </p:nvSpPr>
          <p:spPr>
            <a:xfrm>
              <a:off x="6749" y="4102"/>
              <a:ext cx="1089" cy="725"/>
            </a:xfrm>
            <a:prstGeom prst="rect">
              <a:avLst/>
            </a:prstGeom>
            <a:noFill/>
          </p:spPr>
          <p:txBody>
            <a:bodyPr wrap="none" rtlCol="0" anchor="t">
              <a:spAutoFit/>
            </a:bodyPr>
            <a:lstStyle/>
            <a:p>
              <a:r>
                <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rPr>
                <a:t>000</a:t>
              </a:r>
              <a:endPar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171" name="文本框 170"/>
            <p:cNvSpPr txBox="1"/>
            <p:nvPr>
              <p:custDataLst>
                <p:tags r:id="rId96"/>
              </p:custDataLst>
            </p:nvPr>
          </p:nvSpPr>
          <p:spPr>
            <a:xfrm>
              <a:off x="6749" y="4998"/>
              <a:ext cx="1089" cy="725"/>
            </a:xfrm>
            <a:prstGeom prst="rect">
              <a:avLst/>
            </a:prstGeom>
            <a:noFill/>
          </p:spPr>
          <p:txBody>
            <a:bodyPr wrap="none" rtlCol="0" anchor="t">
              <a:spAutoFit/>
            </a:bodyPr>
            <a:lstStyle/>
            <a:p>
              <a:r>
                <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rPr>
                <a:t>001</a:t>
              </a:r>
              <a:endPar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172" name="文本框 171"/>
            <p:cNvSpPr txBox="1"/>
            <p:nvPr>
              <p:custDataLst>
                <p:tags r:id="rId97"/>
              </p:custDataLst>
            </p:nvPr>
          </p:nvSpPr>
          <p:spPr>
            <a:xfrm>
              <a:off x="6749" y="5894"/>
              <a:ext cx="1089" cy="725"/>
            </a:xfrm>
            <a:prstGeom prst="rect">
              <a:avLst/>
            </a:prstGeom>
            <a:noFill/>
          </p:spPr>
          <p:txBody>
            <a:bodyPr wrap="none" rtlCol="0" anchor="t">
              <a:spAutoFit/>
            </a:bodyPr>
            <a:lstStyle/>
            <a:p>
              <a:r>
                <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rPr>
                <a:t>010</a:t>
              </a:r>
              <a:endPar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173" name="文本框 172"/>
            <p:cNvSpPr txBox="1"/>
            <p:nvPr>
              <p:custDataLst>
                <p:tags r:id="rId98"/>
              </p:custDataLst>
            </p:nvPr>
          </p:nvSpPr>
          <p:spPr>
            <a:xfrm>
              <a:off x="6763" y="6790"/>
              <a:ext cx="1062" cy="725"/>
            </a:xfrm>
            <a:prstGeom prst="rect">
              <a:avLst/>
            </a:prstGeom>
            <a:noFill/>
          </p:spPr>
          <p:txBody>
            <a:bodyPr wrap="none" rtlCol="0" anchor="t">
              <a:spAutoFit/>
            </a:bodyPr>
            <a:lstStyle/>
            <a:p>
              <a:r>
                <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rPr>
                <a:t>011</a:t>
              </a:r>
              <a:endPar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174" name="文本框 173"/>
            <p:cNvSpPr txBox="1"/>
            <p:nvPr>
              <p:custDataLst>
                <p:tags r:id="rId99"/>
              </p:custDataLst>
            </p:nvPr>
          </p:nvSpPr>
          <p:spPr>
            <a:xfrm>
              <a:off x="6749" y="7686"/>
              <a:ext cx="1089" cy="725"/>
            </a:xfrm>
            <a:prstGeom prst="rect">
              <a:avLst/>
            </a:prstGeom>
            <a:noFill/>
          </p:spPr>
          <p:txBody>
            <a:bodyPr wrap="none" rtlCol="0" anchor="t">
              <a:spAutoFit/>
            </a:bodyPr>
            <a:lstStyle/>
            <a:p>
              <a:r>
                <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rPr>
                <a:t>100</a:t>
              </a:r>
              <a:endPar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endParaRPr>
            </a:p>
          </p:txBody>
        </p:sp>
        <p:sp>
          <p:nvSpPr>
            <p:cNvPr id="175" name="文本框 174"/>
            <p:cNvSpPr txBox="1"/>
            <p:nvPr>
              <p:custDataLst>
                <p:tags r:id="rId100"/>
              </p:custDataLst>
            </p:nvPr>
          </p:nvSpPr>
          <p:spPr>
            <a:xfrm>
              <a:off x="6749" y="8582"/>
              <a:ext cx="1089" cy="725"/>
            </a:xfrm>
            <a:prstGeom prst="rect">
              <a:avLst/>
            </a:prstGeom>
            <a:noFill/>
          </p:spPr>
          <p:txBody>
            <a:bodyPr wrap="none" rtlCol="0" anchor="t">
              <a:spAutoFit/>
            </a:bodyPr>
            <a:lstStyle/>
            <a:p>
              <a:r>
                <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rPr>
                <a:t>101</a:t>
              </a:r>
              <a:endParaRPr lang="en-US" altLang="zh-CN" sz="2400" b="1">
                <a:solidFill>
                  <a:schemeClr val="accent6">
                    <a:lumMod val="75000"/>
                  </a:schemeClr>
                </a:solidFill>
                <a:latin typeface="Arial" panose="020B0604020202020204" pitchFamily="34" charset="0"/>
                <a:ea typeface="华文楷体" panose="02010600040101010101" pitchFamily="2" charset="-122"/>
                <a:cs typeface="Arial" panose="020B0604020202020204" pitchFamily="34" charset="0"/>
                <a:sym typeface="+mn-ea"/>
              </a:endParaRPr>
            </a:p>
          </p:txBody>
        </p:sp>
      </p:grpSp>
      <p:sp>
        <p:nvSpPr>
          <p:cNvPr id="102" name="TextBox 8"/>
          <p:cNvSpPr txBox="1">
            <a:spLocks noChangeArrowheads="1"/>
          </p:cNvSpPr>
          <p:nvPr>
            <p:custDataLst>
              <p:tags r:id="rId101"/>
            </p:custDataLst>
          </p:nvPr>
        </p:nvSpPr>
        <p:spPr bwMode="auto">
          <a:xfrm>
            <a:off x="4468715" y="328533"/>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p:bldP spid="12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custDataLst>
              <p:tags r:id="rId1"/>
            </p:custDataLst>
          </p:nvPr>
        </p:nvSpPr>
        <p:spPr>
          <a:xfrm>
            <a:off x="3359347" y="1416337"/>
            <a:ext cx="5556738" cy="553998"/>
          </a:xfrm>
          <a:prstGeom prst="rect">
            <a:avLst/>
          </a:prstGeom>
          <a:noFill/>
        </p:spPr>
        <p:txBody>
          <a:bodyPr wrap="square" rtlCol="0">
            <a:spAutoFit/>
          </a:bodyPr>
          <a:lstStyle/>
          <a:p>
            <a:pPr algn="ctr"/>
            <a:r>
              <a:rPr lang="en-US" altLang="zh-CN" sz="3000">
                <a:solidFill>
                  <a:prstClr val="black"/>
                </a:solidFill>
                <a:latin typeface="黑体" panose="02010609060101010101" charset="-122"/>
                <a:ea typeface="黑体" panose="02010609060101010101" charset="-122"/>
              </a:rPr>
              <a:t>3. </a:t>
            </a:r>
            <a:r>
              <a:rPr lang="zh-CN" altLang="en-US" sz="3000">
                <a:solidFill>
                  <a:prstClr val="black"/>
                </a:solidFill>
                <a:latin typeface="黑体" panose="02010609060101010101" charset="-122"/>
                <a:ea typeface="黑体" panose="02010609060101010101" charset="-122"/>
              </a:rPr>
              <a:t>图像编码</a:t>
            </a:r>
            <a:endParaRPr lang="zh-CN" altLang="en-US" sz="3000">
              <a:solidFill>
                <a:prstClr val="black"/>
              </a:solidFill>
              <a:latin typeface="黑体" panose="02010609060101010101" charset="-122"/>
              <a:ea typeface="黑体" panose="02010609060101010101" charset="-122"/>
            </a:endParaRPr>
          </a:p>
        </p:txBody>
      </p:sp>
      <p:cxnSp>
        <p:nvCxnSpPr>
          <p:cNvPr id="29" name="直接连接符 28"/>
          <p:cNvCxnSpPr/>
          <p:nvPr>
            <p:custDataLst>
              <p:tags r:id="rId2"/>
            </p:custDataLst>
          </p:nvPr>
        </p:nvCxnSpPr>
        <p:spPr>
          <a:xfrm flipV="1">
            <a:off x="3359346" y="2060503"/>
            <a:ext cx="5556738" cy="23447"/>
          </a:xfrm>
          <a:prstGeom prst="line">
            <a:avLst/>
          </a:prstGeom>
          <a:ln w="12700">
            <a:solidFill>
              <a:srgbClr val="01431D"/>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p:custDataLst>
              <p:tags r:id="rId3"/>
            </p:custDataLst>
          </p:nvPr>
        </p:nvGrpSpPr>
        <p:grpSpPr>
          <a:xfrm>
            <a:off x="2796635" y="1801906"/>
            <a:ext cx="445481" cy="469613"/>
            <a:chOff x="2121873" y="1511588"/>
            <a:chExt cx="445481" cy="469613"/>
          </a:xfrm>
        </p:grpSpPr>
        <p:sp>
          <p:nvSpPr>
            <p:cNvPr id="39" name="矩形 38"/>
            <p:cNvSpPr/>
            <p:nvPr>
              <p:custDataLst>
                <p:tags r:id="rId4"/>
              </p:custDataLst>
            </p:nvPr>
          </p:nvSpPr>
          <p:spPr>
            <a:xfrm>
              <a:off x="2121873" y="1511588"/>
              <a:ext cx="363415" cy="363415"/>
            </a:xfrm>
            <a:prstGeom prst="rect">
              <a:avLst/>
            </a:prstGeom>
            <a:solidFill>
              <a:srgbClr val="0143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矩形 39"/>
            <p:cNvSpPr/>
            <p:nvPr>
              <p:custDataLst>
                <p:tags r:id="rId5"/>
              </p:custDataLst>
            </p:nvPr>
          </p:nvSpPr>
          <p:spPr>
            <a:xfrm>
              <a:off x="2321171" y="1735018"/>
              <a:ext cx="246183" cy="246183"/>
            </a:xfrm>
            <a:prstGeom prst="rect">
              <a:avLst/>
            </a:prstGeom>
            <a:solidFill>
              <a:srgbClr val="0162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15" name="文本框 14"/>
          <p:cNvSpPr txBox="1"/>
          <p:nvPr>
            <p:custDataLst>
              <p:tags r:id="rId6"/>
            </p:custDataLst>
          </p:nvPr>
        </p:nvSpPr>
        <p:spPr>
          <a:xfrm>
            <a:off x="6830908" y="2997038"/>
            <a:ext cx="3359756" cy="2399665"/>
          </a:xfrm>
          <a:prstGeom prst="rect">
            <a:avLst/>
          </a:prstGeom>
          <a:noFill/>
        </p:spPr>
        <p:txBody>
          <a:bodyPr wrap="square" rtlCol="0" anchor="t">
            <a:spAutoFit/>
          </a:bodyPr>
          <a:lstStyle/>
          <a:p>
            <a:pPr marL="457200" indent="-457200" algn="l" fontAlgn="auto">
              <a:lnSpc>
                <a:spcPct val="125000"/>
              </a:lnSpc>
              <a:buFont typeface="Arial" panose="020B0604020202020204" pitchFamily="34" charset="0"/>
              <a:buChar char="•"/>
            </a:pPr>
            <a:endParaRPr lang="zh-CN" altLang="en-US" sz="2400" b="1">
              <a:latin typeface="华文楷体" panose="02010600040101010101" pitchFamily="2" charset="-122"/>
              <a:ea typeface="华文楷体" panose="02010600040101010101" pitchFamily="2" charset="-122"/>
              <a:cs typeface="华文楷体" panose="02010600040101010101" pitchFamily="2" charset="-122"/>
              <a:sym typeface="+mn-ea"/>
            </a:endParaRPr>
          </a:p>
          <a:p>
            <a:pPr marL="457200" indent="-457200" algn="l" fontAlgn="auto">
              <a:lnSpc>
                <a:spcPct val="125000"/>
              </a:lnSpc>
              <a:buFont typeface="Arial" panose="020B0604020202020204" pitchFamily="34" charset="0"/>
              <a:buChar char="•"/>
            </a:pPr>
            <a:r>
              <a:rPr lang="zh-CN" altLang="en-US" sz="2400" b="1">
                <a:latin typeface="华文楷体" panose="02010600040101010101" pitchFamily="2" charset="-122"/>
                <a:ea typeface="华文楷体" panose="02010600040101010101" pitchFamily="2" charset="-122"/>
                <a:cs typeface="华文楷体" panose="02010600040101010101" pitchFamily="2" charset="-122"/>
                <a:sym typeface="+mn-ea"/>
              </a:rPr>
              <a:t>确立编码的方法，生成不同文件</a:t>
            </a:r>
            <a:endParaRPr lang="zh-CN" altLang="en-US" sz="2400" b="1">
              <a:latin typeface="华文楷体" panose="02010600040101010101" pitchFamily="2" charset="-122"/>
              <a:ea typeface="华文楷体" panose="02010600040101010101" pitchFamily="2" charset="-122"/>
              <a:cs typeface="华文楷体" panose="02010600040101010101" pitchFamily="2" charset="-122"/>
              <a:sym typeface="+mn-ea"/>
            </a:endParaRPr>
          </a:p>
          <a:p>
            <a:pPr marL="457200" indent="-457200" algn="l" fontAlgn="auto">
              <a:lnSpc>
                <a:spcPct val="125000"/>
              </a:lnSpc>
              <a:buFont typeface="Arial" panose="020B0604020202020204" pitchFamily="34" charset="0"/>
              <a:buChar char="•"/>
            </a:pPr>
            <a:r>
              <a:rPr lang="zh-CN" altLang="en-US" sz="2400" b="1">
                <a:latin typeface="华文楷体" panose="02010600040101010101" pitchFamily="2" charset="-122"/>
                <a:ea typeface="华文楷体" panose="02010600040101010101" pitchFamily="2" charset="-122"/>
                <a:cs typeface="华文楷体" panose="02010600040101010101" pitchFamily="2" charset="-122"/>
                <a:sym typeface="+mn-ea"/>
              </a:rPr>
              <a:t>借助图像压缩技术</a:t>
            </a:r>
            <a:endParaRPr lang="zh-CN" altLang="en-US" sz="2400" b="1">
              <a:latin typeface="华文楷体" panose="02010600040101010101" pitchFamily="2" charset="-122"/>
              <a:ea typeface="华文楷体" panose="02010600040101010101" pitchFamily="2" charset="-122"/>
              <a:cs typeface="华文楷体" panose="02010600040101010101" pitchFamily="2" charset="-122"/>
              <a:sym typeface="+mn-ea"/>
            </a:endParaRPr>
          </a:p>
          <a:p>
            <a:pPr marL="457200" indent="-457200" algn="l" fontAlgn="auto">
              <a:lnSpc>
                <a:spcPct val="125000"/>
              </a:lnSpc>
              <a:buFont typeface="Arial" panose="020B0604020202020204" pitchFamily="34" charset="0"/>
              <a:buChar char="•"/>
            </a:pPr>
            <a:endParaRPr lang="zh-CN" altLang="en-US" sz="2400" b="1">
              <a:latin typeface="华文楷体" panose="02010600040101010101" pitchFamily="2" charset="-122"/>
              <a:ea typeface="华文楷体" panose="02010600040101010101" pitchFamily="2" charset="-122"/>
              <a:cs typeface="华文楷体" panose="02010600040101010101" pitchFamily="2" charset="-122"/>
              <a:sym typeface="+mn-ea"/>
            </a:endParaRPr>
          </a:p>
        </p:txBody>
      </p:sp>
      <p:sp>
        <p:nvSpPr>
          <p:cNvPr id="17" name="圆角矩形 16"/>
          <p:cNvSpPr/>
          <p:nvPr>
            <p:custDataLst>
              <p:tags r:id="rId7"/>
            </p:custDataLst>
          </p:nvPr>
        </p:nvSpPr>
        <p:spPr>
          <a:xfrm>
            <a:off x="7579876" y="2708748"/>
            <a:ext cx="1861820" cy="576580"/>
          </a:xfrm>
          <a:prstGeom prst="roundRect">
            <a:avLst/>
          </a:prstGeom>
          <a:solidFill>
            <a:srgbClr val="669473"/>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zh-CN" altLang="en-US" sz="2800" b="1">
                <a:solidFill>
                  <a:schemeClr val="bg1"/>
                </a:solidFill>
                <a:latin typeface="华文楷体" panose="02010600040101010101" pitchFamily="2" charset="-122"/>
                <a:ea typeface="华文楷体" panose="02010600040101010101" pitchFamily="2" charset="-122"/>
              </a:rPr>
              <a:t>图像编码</a:t>
            </a:r>
            <a:endParaRPr lang="zh-CN" altLang="en-US" sz="2800" b="1">
              <a:solidFill>
                <a:schemeClr val="bg1"/>
              </a:solidFill>
              <a:latin typeface="华文楷体" panose="02010600040101010101" pitchFamily="2" charset="-122"/>
              <a:ea typeface="华文楷体" panose="02010600040101010101" pitchFamily="2" charset="-122"/>
            </a:endParaRPr>
          </a:p>
        </p:txBody>
      </p:sp>
      <p:grpSp>
        <p:nvGrpSpPr>
          <p:cNvPr id="18" name="组合 17"/>
          <p:cNvGrpSpPr/>
          <p:nvPr>
            <p:custDataLst>
              <p:tags r:id="rId8"/>
            </p:custDataLst>
          </p:nvPr>
        </p:nvGrpSpPr>
        <p:grpSpPr>
          <a:xfrm>
            <a:off x="3320418" y="2865327"/>
            <a:ext cx="3506470" cy="2967355"/>
            <a:chOff x="3035" y="4729"/>
            <a:chExt cx="5522" cy="4673"/>
          </a:xfrm>
        </p:grpSpPr>
        <p:pic>
          <p:nvPicPr>
            <p:cNvPr id="19" name="图片 18"/>
            <p:cNvPicPr>
              <a:picLocks noChangeAspect="1"/>
            </p:cNvPicPr>
            <p:nvPr>
              <p:custDataLst>
                <p:tags r:id="rId9"/>
              </p:custDataLst>
            </p:nvPr>
          </p:nvPicPr>
          <p:blipFill>
            <a:blip r:embed="rId10"/>
            <a:stretch>
              <a:fillRect/>
            </a:stretch>
          </p:blipFill>
          <p:spPr>
            <a:xfrm flipH="1">
              <a:off x="3884" y="4729"/>
              <a:ext cx="4673" cy="4673"/>
            </a:xfrm>
            <a:prstGeom prst="rect">
              <a:avLst/>
            </a:prstGeom>
          </p:spPr>
        </p:pic>
        <p:sp>
          <p:nvSpPr>
            <p:cNvPr id="20" name="KSO_Shape"/>
            <p:cNvSpPr/>
            <p:nvPr>
              <p:custDataLst>
                <p:tags r:id="rId11"/>
              </p:custDataLst>
            </p:nvPr>
          </p:nvSpPr>
          <p:spPr>
            <a:xfrm flipV="1">
              <a:off x="3035" y="5852"/>
              <a:ext cx="1699" cy="955"/>
            </a:xfrm>
            <a:custGeom>
              <a:avLst/>
              <a:gdLst/>
              <a:ahLst/>
              <a:cxnLst/>
              <a:rect l="l" t="t" r="r" b="b"/>
              <a:pathLst>
                <a:path w="680191" h="454265">
                  <a:moveTo>
                    <a:pt x="468336" y="47"/>
                  </a:moveTo>
                  <a:cubicBezTo>
                    <a:pt x="478099" y="535"/>
                    <a:pt x="487676" y="4747"/>
                    <a:pt x="494753" y="12568"/>
                  </a:cubicBezTo>
                  <a:lnTo>
                    <a:pt x="495914" y="13852"/>
                  </a:lnTo>
                  <a:lnTo>
                    <a:pt x="495975" y="12630"/>
                  </a:lnTo>
                  <a:lnTo>
                    <a:pt x="680191" y="175623"/>
                  </a:lnTo>
                  <a:lnTo>
                    <a:pt x="480647" y="319444"/>
                  </a:lnTo>
                  <a:lnTo>
                    <a:pt x="480708" y="318222"/>
                  </a:lnTo>
                  <a:lnTo>
                    <a:pt x="479425" y="319383"/>
                  </a:lnTo>
                  <a:cubicBezTo>
                    <a:pt x="463783" y="333537"/>
                    <a:pt x="439628" y="332331"/>
                    <a:pt x="425475" y="316688"/>
                  </a:cubicBezTo>
                  <a:lnTo>
                    <a:pt x="425007" y="316171"/>
                  </a:lnTo>
                  <a:cubicBezTo>
                    <a:pt x="417730" y="306981"/>
                    <a:pt x="413766" y="295193"/>
                    <a:pt x="414396" y="282572"/>
                  </a:cubicBezTo>
                  <a:lnTo>
                    <a:pt x="416628" y="237907"/>
                  </a:lnTo>
                  <a:cubicBezTo>
                    <a:pt x="370476" y="233023"/>
                    <a:pt x="354533" y="225392"/>
                    <a:pt x="300033" y="260342"/>
                  </a:cubicBezTo>
                  <a:cubicBezTo>
                    <a:pt x="231733" y="306688"/>
                    <a:pt x="167091" y="385964"/>
                    <a:pt x="84156" y="454265"/>
                  </a:cubicBezTo>
                  <a:lnTo>
                    <a:pt x="0" y="355474"/>
                  </a:lnTo>
                  <a:cubicBezTo>
                    <a:pt x="143343" y="270179"/>
                    <a:pt x="214194" y="98585"/>
                    <a:pt x="423834" y="93659"/>
                  </a:cubicBezTo>
                  <a:lnTo>
                    <a:pt x="426379" y="42716"/>
                  </a:lnTo>
                  <a:cubicBezTo>
                    <a:pt x="427010" y="30094"/>
                    <a:pt x="432128" y="18760"/>
                    <a:pt x="440285" y="10342"/>
                  </a:cubicBezTo>
                  <a:lnTo>
                    <a:pt x="440803" y="9873"/>
                  </a:lnTo>
                  <a:cubicBezTo>
                    <a:pt x="448624" y="2796"/>
                    <a:pt x="458573" y="-441"/>
                    <a:pt x="468336" y="47"/>
                  </a:cubicBezTo>
                  <a:close/>
                </a:path>
              </a:pathLst>
            </a:custGeom>
          </p:spPr>
          <p:style>
            <a:lnRef idx="1">
              <a:schemeClr val="accent3"/>
            </a:lnRef>
            <a:fillRef idx="3">
              <a:schemeClr val="accent3"/>
            </a:fillRef>
            <a:effectRef idx="2">
              <a:schemeClr val="accent3"/>
            </a:effectRef>
            <a:fontRef idx="minor">
              <a:schemeClr val="lt1"/>
            </a:fontRef>
          </p:style>
          <p:txBody>
            <a:bodyPr anchor="ctr">
              <a:scene3d>
                <a:camera prst="orthographicFront"/>
                <a:lightRig rig="threePt" dir="t"/>
              </a:scene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ct val="0"/>
                </a:spcBef>
                <a:spcAft>
                  <a:spcPct val="0"/>
                </a:spcAft>
                <a:defRPr/>
              </a:pPr>
              <a:endParaRPr lang="zh-CN" altLang="en-US" sz="1600">
                <a:solidFill>
                  <a:srgbClr val="FFFFFF"/>
                </a:solidFill>
              </a:endParaRPr>
            </a:p>
          </p:txBody>
        </p:sp>
      </p:grpSp>
      <p:sp>
        <p:nvSpPr>
          <p:cNvPr id="21" name="矩形 20"/>
          <p:cNvSpPr/>
          <p:nvPr>
            <p:custDataLst>
              <p:tags r:id="rId12"/>
            </p:custDataLst>
          </p:nvPr>
        </p:nvSpPr>
        <p:spPr>
          <a:xfrm>
            <a:off x="1699898" y="2813892"/>
            <a:ext cx="1620520" cy="953135"/>
          </a:xfrm>
          <a:prstGeom prst="rect">
            <a:avLst/>
          </a:prstGeom>
        </p:spPr>
        <p:txBody>
          <a:bodyPr wrap="square">
            <a:spAutoFit/>
          </a:bodyPr>
          <a:lstStyle/>
          <a:p>
            <a:r>
              <a:rPr lang="en-US" altLang="zh-CN" sz="2800" b="1">
                <a:solidFill>
                  <a:schemeClr val="tx1">
                    <a:lumMod val="65000"/>
                    <a:lumOff val="35000"/>
                  </a:schemeClr>
                </a:solidFill>
                <a:latin typeface="Arial" panose="020B0604020202020204" pitchFamily="34" charset="0"/>
                <a:ea typeface="华文楷体" panose="02010600040101010101" pitchFamily="2" charset="-122"/>
                <a:cs typeface="Arial" panose="020B0604020202020204" pitchFamily="34" charset="0"/>
              </a:rPr>
              <a:t>01010010100…</a:t>
            </a:r>
            <a:endParaRPr lang="en-US" altLang="zh-CN" sz="2800" b="1">
              <a:solidFill>
                <a:schemeClr val="tx1">
                  <a:lumMod val="65000"/>
                  <a:lumOff val="35000"/>
                </a:schemeClr>
              </a:solidFill>
              <a:latin typeface="Arial" panose="020B0604020202020204" pitchFamily="34" charset="0"/>
              <a:ea typeface="华文楷体" panose="02010600040101010101" pitchFamily="2" charset="-122"/>
              <a:cs typeface="Arial" panose="020B0604020202020204" pitchFamily="34" charset="0"/>
            </a:endParaRPr>
          </a:p>
        </p:txBody>
      </p:sp>
      <p:sp>
        <p:nvSpPr>
          <p:cNvPr id="22" name="文本框 21"/>
          <p:cNvSpPr txBox="1"/>
          <p:nvPr>
            <p:custDataLst>
              <p:tags r:id="rId13"/>
            </p:custDataLst>
          </p:nvPr>
        </p:nvSpPr>
        <p:spPr>
          <a:xfrm>
            <a:off x="2070671" y="4034044"/>
            <a:ext cx="1964055" cy="629920"/>
          </a:xfrm>
          <a:prstGeom prst="rect">
            <a:avLst/>
          </a:prstGeom>
          <a:noFill/>
        </p:spPr>
        <p:txBody>
          <a:bodyPr wrap="none" rtlCol="0" anchor="t">
            <a:spAutoFit/>
          </a:bodyPr>
          <a:lstStyle/>
          <a:p>
            <a:pPr indent="0" algn="l" fontAlgn="auto">
              <a:lnSpc>
                <a:spcPct val="125000"/>
              </a:lnSpc>
              <a:buFont typeface="Arial" panose="020B0604020202020204" pitchFamily="34" charset="0"/>
              <a:buNone/>
            </a:pPr>
            <a:r>
              <a:rPr lang="zh-CN" altLang="en-US" sz="2800" b="1">
                <a:solidFill>
                  <a:schemeClr val="accent6">
                    <a:lumMod val="75000"/>
                  </a:schemeClr>
                </a:solidFill>
                <a:latin typeface="华文楷体" panose="02010600040101010101" pitchFamily="2" charset="-122"/>
                <a:ea typeface="华文楷体" panose="02010600040101010101" pitchFamily="2" charset="-122"/>
                <a:cs typeface="华文楷体" panose="02010600040101010101" pitchFamily="2" charset="-122"/>
                <a:sym typeface="+mn-ea"/>
              </a:rPr>
              <a:t>如何存储？</a:t>
            </a:r>
            <a:endParaRPr lang="zh-CN" altLang="en-US" sz="2800" b="1">
              <a:solidFill>
                <a:schemeClr val="accent6">
                  <a:lumMod val="75000"/>
                </a:schemeClr>
              </a:solidFill>
              <a:latin typeface="华文楷体" panose="02010600040101010101" pitchFamily="2" charset="-122"/>
              <a:ea typeface="华文楷体" panose="02010600040101010101" pitchFamily="2" charset="-122"/>
              <a:cs typeface="华文楷体" panose="02010600040101010101" pitchFamily="2" charset="-122"/>
              <a:sym typeface="+mn-ea"/>
            </a:endParaRPr>
          </a:p>
        </p:txBody>
      </p:sp>
      <p:sp>
        <p:nvSpPr>
          <p:cNvPr id="14" name="TextBox 8"/>
          <p:cNvSpPr txBox="1">
            <a:spLocks noChangeArrowheads="1"/>
          </p:cNvSpPr>
          <p:nvPr>
            <p:custDataLst>
              <p:tags r:id="rId14"/>
            </p:custDataLst>
          </p:nvPr>
        </p:nvSpPr>
        <p:spPr bwMode="auto">
          <a:xfrm>
            <a:off x="4468715" y="328533"/>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spd="slow">
    <p:push dir="u"/>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p:cNvSpPr txBox="1">
            <a:spLocks noChangeArrowheads="1"/>
          </p:cNvSpPr>
          <p:nvPr>
            <p:custDataLst>
              <p:tags r:id="rId1"/>
            </p:custDataLst>
          </p:nvPr>
        </p:nvSpPr>
        <p:spPr bwMode="auto">
          <a:xfrm>
            <a:off x="4468715" y="28654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数据编码</a:t>
            </a:r>
            <a:endPar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19" name="图片 18"/>
          <p:cNvPicPr>
            <a:picLocks noChangeAspect="1"/>
          </p:cNvPicPr>
          <p:nvPr>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748665" y="3292475"/>
            <a:ext cx="2959100" cy="998855"/>
          </a:xfrm>
          <a:prstGeom prst="rect">
            <a:avLst/>
          </a:prstGeom>
        </p:spPr>
      </p:pic>
      <p:sp>
        <p:nvSpPr>
          <p:cNvPr id="12" name="椭圆 11"/>
          <p:cNvSpPr/>
          <p:nvPr>
            <p:custDataLst>
              <p:tags r:id="rId4"/>
            </p:custDataLst>
          </p:nvPr>
        </p:nvSpPr>
        <p:spPr>
          <a:xfrm>
            <a:off x="2684780" y="2933700"/>
            <a:ext cx="1592580" cy="1701165"/>
          </a:xfrm>
          <a:prstGeom prst="ellipse">
            <a:avLst/>
          </a:prstGeom>
          <a:ln w="5715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endParaRPr>
              <a:latin typeface="微软雅黑" panose="020B0503020204020204" pitchFamily="34" charset="-122"/>
              <a:ea typeface="微软雅黑" panose="020B0503020204020204" pitchFamily="34" charset="-122"/>
              <a:cs typeface="Impact" panose="020B0806030902050204" pitchFamily="34" charset="0"/>
            </a:endParaRPr>
          </a:p>
        </p:txBody>
      </p:sp>
      <p:sp>
        <p:nvSpPr>
          <p:cNvPr id="13" name="弧形 12"/>
          <p:cNvSpPr/>
          <p:nvPr>
            <p:custDataLst>
              <p:tags r:id="rId5"/>
            </p:custDataLst>
          </p:nvPr>
        </p:nvSpPr>
        <p:spPr>
          <a:xfrm>
            <a:off x="2494280" y="2729865"/>
            <a:ext cx="1974215" cy="2108835"/>
          </a:xfrm>
          <a:prstGeom prst="arc">
            <a:avLst>
              <a:gd name="adj1" fmla="val 16200000"/>
              <a:gd name="adj2" fmla="val 5400000"/>
            </a:avLst>
          </a:prstGeom>
          <a:ln w="38100">
            <a:solidFill>
              <a:srgbClr val="000000">
                <a:lumMod val="60000"/>
                <a:lumOff val="40000"/>
              </a:srgbClr>
            </a:solidFill>
            <a:tailEnd type="stealth" w="lg" len="lg"/>
          </a:ln>
        </p:spPr>
        <p:style>
          <a:lnRef idx="1">
            <a:srgbClr val="1F74AD"/>
          </a:lnRef>
          <a:fillRef idx="0">
            <a:srgbClr val="1F74AD"/>
          </a:fillRef>
          <a:effectRef idx="0">
            <a:srgbClr val="1F74AD"/>
          </a:effectRef>
          <a:fontRef idx="minor">
            <a:srgbClr val="000000"/>
          </a:fontRef>
        </p:style>
        <p:txBody>
          <a:bodyPr anchor="ctr"/>
          <a:lstStyle/>
          <a:p>
            <a:pPr algn="ctr">
              <a:lnSpc>
                <a:spcPct val="130000"/>
              </a:lnSpc>
            </a:pPr>
            <a:endParaRPr>
              <a:latin typeface="微软雅黑" panose="020B0503020204020204" pitchFamily="34" charset="-122"/>
              <a:ea typeface="微软雅黑" panose="020B0503020204020204" pitchFamily="34" charset="-122"/>
              <a:cs typeface="Impact" panose="020B0806030902050204" pitchFamily="34" charset="0"/>
            </a:endParaRPr>
          </a:p>
        </p:txBody>
      </p:sp>
      <p:sp>
        <p:nvSpPr>
          <p:cNvPr id="17" name="椭圆 16"/>
          <p:cNvSpPr/>
          <p:nvPr>
            <p:custDataLst>
              <p:tags r:id="rId6"/>
            </p:custDataLst>
          </p:nvPr>
        </p:nvSpPr>
        <p:spPr>
          <a:xfrm>
            <a:off x="4116705" y="4312920"/>
            <a:ext cx="256540" cy="273685"/>
          </a:xfrm>
          <a:prstGeom prst="ellipse">
            <a:avLst/>
          </a:prstGeom>
          <a:solidFill>
            <a:srgbClr val="3498DB"/>
          </a:solidFill>
          <a:ln w="3810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endParaRPr>
              <a:latin typeface="微软雅黑" panose="020B0503020204020204" pitchFamily="34" charset="-122"/>
              <a:ea typeface="微软雅黑" panose="020B0503020204020204" pitchFamily="34" charset="-122"/>
              <a:cs typeface="Impact" panose="020B0806030902050204" pitchFamily="34" charset="0"/>
            </a:endParaRPr>
          </a:p>
        </p:txBody>
      </p:sp>
      <p:sp>
        <p:nvSpPr>
          <p:cNvPr id="18" name="任意多边形 17"/>
          <p:cNvSpPr/>
          <p:nvPr>
            <p:custDataLst>
              <p:tags r:id="rId7"/>
            </p:custDataLst>
          </p:nvPr>
        </p:nvSpPr>
        <p:spPr bwMode="auto">
          <a:xfrm>
            <a:off x="4169410" y="4372610"/>
            <a:ext cx="150495" cy="154940"/>
          </a:xfrm>
          <a:custGeom>
            <a:avLst/>
            <a:gdLst>
              <a:gd name="T0" fmla="*/ 4096 w 6827"/>
              <a:gd name="T1" fmla="*/ 4551 h 6827"/>
              <a:gd name="T2" fmla="*/ 6258 w 6827"/>
              <a:gd name="T3" fmla="*/ 4096 h 6827"/>
              <a:gd name="T4" fmla="*/ 2348 w 6827"/>
              <a:gd name="T5" fmla="*/ 4911 h 6827"/>
              <a:gd name="T6" fmla="*/ 569 w 6827"/>
              <a:gd name="T7" fmla="*/ 4551 h 6827"/>
              <a:gd name="T8" fmla="*/ 569 w 6827"/>
              <a:gd name="T9" fmla="*/ 3982 h 6827"/>
              <a:gd name="T10" fmla="*/ 1707 w 6827"/>
              <a:gd name="T11" fmla="*/ 2503 h 6827"/>
              <a:gd name="T12" fmla="*/ 3868 w 6827"/>
              <a:gd name="T13" fmla="*/ 2731 h 6827"/>
              <a:gd name="T14" fmla="*/ 5827 w 6827"/>
              <a:gd name="T15" fmla="*/ 2004 h 6827"/>
              <a:gd name="T16" fmla="*/ 6258 w 6827"/>
              <a:gd name="T17" fmla="*/ 1820 h 6827"/>
              <a:gd name="T18" fmla="*/ 4779 w 6827"/>
              <a:gd name="T19" fmla="*/ 0 h 6827"/>
              <a:gd name="T20" fmla="*/ 2854 w 6827"/>
              <a:gd name="T21" fmla="*/ 2381 h 6827"/>
              <a:gd name="T22" fmla="*/ 1239 w 6827"/>
              <a:gd name="T23" fmla="*/ 2257 h 6827"/>
              <a:gd name="T24" fmla="*/ 569 w 6827"/>
              <a:gd name="T25" fmla="*/ 2844 h 6827"/>
              <a:gd name="T26" fmla="*/ 569 w 6827"/>
              <a:gd name="T27" fmla="*/ 2276 h 6827"/>
              <a:gd name="T28" fmla="*/ 569 w 6827"/>
              <a:gd name="T29" fmla="*/ 1707 h 6827"/>
              <a:gd name="T30" fmla="*/ 569 w 6827"/>
              <a:gd name="T31" fmla="*/ 1138 h 6827"/>
              <a:gd name="T32" fmla="*/ 569 w 6827"/>
              <a:gd name="T33" fmla="*/ 569 h 6827"/>
              <a:gd name="T34" fmla="*/ 341 w 6827"/>
              <a:gd name="T35" fmla="*/ 0 h 6827"/>
              <a:gd name="T36" fmla="*/ 114 w 6827"/>
              <a:gd name="T37" fmla="*/ 569 h 6827"/>
              <a:gd name="T38" fmla="*/ 114 w 6827"/>
              <a:gd name="T39" fmla="*/ 1138 h 6827"/>
              <a:gd name="T40" fmla="*/ 114 w 6827"/>
              <a:gd name="T41" fmla="*/ 1707 h 6827"/>
              <a:gd name="T42" fmla="*/ 114 w 6827"/>
              <a:gd name="T43" fmla="*/ 2276 h 6827"/>
              <a:gd name="T44" fmla="*/ 114 w 6827"/>
              <a:gd name="T45" fmla="*/ 2844 h 6827"/>
              <a:gd name="T46" fmla="*/ 114 w 6827"/>
              <a:gd name="T47" fmla="*/ 3413 h 6827"/>
              <a:gd name="T48" fmla="*/ 114 w 6827"/>
              <a:gd name="T49" fmla="*/ 3982 h 6827"/>
              <a:gd name="T50" fmla="*/ 114 w 6827"/>
              <a:gd name="T51" fmla="*/ 4551 h 6827"/>
              <a:gd name="T52" fmla="*/ 114 w 6827"/>
              <a:gd name="T53" fmla="*/ 5120 h 6827"/>
              <a:gd name="T54" fmla="*/ 114 w 6827"/>
              <a:gd name="T55" fmla="*/ 5689 h 6827"/>
              <a:gd name="T56" fmla="*/ 114 w 6827"/>
              <a:gd name="T57" fmla="*/ 6258 h 6827"/>
              <a:gd name="T58" fmla="*/ 683 w 6827"/>
              <a:gd name="T59" fmla="*/ 6713 h 6827"/>
              <a:gd name="T60" fmla="*/ 1252 w 6827"/>
              <a:gd name="T61" fmla="*/ 6713 h 6827"/>
              <a:gd name="T62" fmla="*/ 1820 w 6827"/>
              <a:gd name="T63" fmla="*/ 6713 h 6827"/>
              <a:gd name="T64" fmla="*/ 2389 w 6827"/>
              <a:gd name="T65" fmla="*/ 6713 h 6827"/>
              <a:gd name="T66" fmla="*/ 2958 w 6827"/>
              <a:gd name="T67" fmla="*/ 6713 h 6827"/>
              <a:gd name="T68" fmla="*/ 3527 w 6827"/>
              <a:gd name="T69" fmla="*/ 6713 h 6827"/>
              <a:gd name="T70" fmla="*/ 4096 w 6827"/>
              <a:gd name="T71" fmla="*/ 6713 h 6827"/>
              <a:gd name="T72" fmla="*/ 4665 w 6827"/>
              <a:gd name="T73" fmla="*/ 6713 h 6827"/>
              <a:gd name="T74" fmla="*/ 5234 w 6827"/>
              <a:gd name="T75" fmla="*/ 6713 h 6827"/>
              <a:gd name="T76" fmla="*/ 5803 w 6827"/>
              <a:gd name="T77" fmla="*/ 6713 h 6827"/>
              <a:gd name="T78" fmla="*/ 6371 w 6827"/>
              <a:gd name="T79" fmla="*/ 6713 h 6827"/>
              <a:gd name="T80" fmla="*/ 6827 w 6827"/>
              <a:gd name="T81" fmla="*/ 6485 h 6827"/>
              <a:gd name="T82" fmla="*/ 6371 w 6827"/>
              <a:gd name="T83" fmla="*/ 6258 h 6827"/>
              <a:gd name="T84" fmla="*/ 5803 w 6827"/>
              <a:gd name="T85" fmla="*/ 6258 h 6827"/>
              <a:gd name="T86" fmla="*/ 5234 w 6827"/>
              <a:gd name="T87" fmla="*/ 6258 h 6827"/>
              <a:gd name="T88" fmla="*/ 4665 w 6827"/>
              <a:gd name="T89" fmla="*/ 6258 h 6827"/>
              <a:gd name="T90" fmla="*/ 4096 w 6827"/>
              <a:gd name="T91" fmla="*/ 6258 h 6827"/>
              <a:gd name="T92" fmla="*/ 3527 w 6827"/>
              <a:gd name="T93" fmla="*/ 6258 h 6827"/>
              <a:gd name="T94" fmla="*/ 2958 w 6827"/>
              <a:gd name="T95" fmla="*/ 6258 h 6827"/>
              <a:gd name="T96" fmla="*/ 2389 w 6827"/>
              <a:gd name="T97" fmla="*/ 6258 h 6827"/>
              <a:gd name="T98" fmla="*/ 1820 w 6827"/>
              <a:gd name="T99" fmla="*/ 6258 h 6827"/>
              <a:gd name="T100" fmla="*/ 1252 w 6827"/>
              <a:gd name="T101" fmla="*/ 6258 h 6827"/>
              <a:gd name="T102" fmla="*/ 683 w 6827"/>
              <a:gd name="T103" fmla="*/ 6258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826" h="6826">
                <a:moveTo>
                  <a:pt x="1263" y="5234"/>
                </a:moveTo>
                <a:cubicBezTo>
                  <a:pt x="1316" y="5493"/>
                  <a:pt x="1546" y="5689"/>
                  <a:pt x="1820" y="5689"/>
                </a:cubicBezTo>
                <a:cubicBezTo>
                  <a:pt x="2114" y="5689"/>
                  <a:pt x="2354" y="5464"/>
                  <a:pt x="2383" y="5178"/>
                </a:cubicBezTo>
                <a:lnTo>
                  <a:pt x="3568" y="4191"/>
                </a:lnTo>
                <a:cubicBezTo>
                  <a:pt x="3652" y="4401"/>
                  <a:pt x="3856" y="4551"/>
                  <a:pt x="4096" y="4551"/>
                </a:cubicBezTo>
                <a:cubicBezTo>
                  <a:pt x="4348" y="4551"/>
                  <a:pt x="4560" y="4385"/>
                  <a:pt x="4635" y="4157"/>
                </a:cubicBezTo>
                <a:lnTo>
                  <a:pt x="5696" y="4736"/>
                </a:lnTo>
                <a:cubicBezTo>
                  <a:pt x="5732" y="5016"/>
                  <a:pt x="5969" y="5234"/>
                  <a:pt x="6258" y="5234"/>
                </a:cubicBezTo>
                <a:cubicBezTo>
                  <a:pt x="6571" y="5234"/>
                  <a:pt x="6827" y="4979"/>
                  <a:pt x="6827" y="4665"/>
                </a:cubicBezTo>
                <a:cubicBezTo>
                  <a:pt x="6827" y="4351"/>
                  <a:pt x="6571" y="4096"/>
                  <a:pt x="6258" y="4096"/>
                </a:cubicBezTo>
                <a:cubicBezTo>
                  <a:pt x="6006" y="4096"/>
                  <a:pt x="5794" y="4262"/>
                  <a:pt x="5719" y="4490"/>
                </a:cubicBezTo>
                <a:lnTo>
                  <a:pt x="4658" y="3911"/>
                </a:lnTo>
                <a:cubicBezTo>
                  <a:pt x="4622" y="3631"/>
                  <a:pt x="4385" y="3413"/>
                  <a:pt x="4096" y="3413"/>
                </a:cubicBezTo>
                <a:cubicBezTo>
                  <a:pt x="3802" y="3413"/>
                  <a:pt x="3563" y="3638"/>
                  <a:pt x="3533" y="3924"/>
                </a:cubicBezTo>
                <a:lnTo>
                  <a:pt x="2348" y="4911"/>
                </a:lnTo>
                <a:cubicBezTo>
                  <a:pt x="2265" y="4701"/>
                  <a:pt x="2060" y="4551"/>
                  <a:pt x="1820" y="4551"/>
                </a:cubicBezTo>
                <a:cubicBezTo>
                  <a:pt x="1546" y="4551"/>
                  <a:pt x="1316" y="4747"/>
                  <a:pt x="1263" y="5006"/>
                </a:cubicBezTo>
                <a:lnTo>
                  <a:pt x="455" y="5006"/>
                </a:lnTo>
                <a:lnTo>
                  <a:pt x="455" y="4551"/>
                </a:lnTo>
                <a:lnTo>
                  <a:pt x="569" y="4551"/>
                </a:lnTo>
                <a:cubicBezTo>
                  <a:pt x="632" y="4551"/>
                  <a:pt x="683" y="4500"/>
                  <a:pt x="683" y="4437"/>
                </a:cubicBezTo>
                <a:cubicBezTo>
                  <a:pt x="683" y="4374"/>
                  <a:pt x="632" y="4324"/>
                  <a:pt x="569" y="4324"/>
                </a:cubicBezTo>
                <a:lnTo>
                  <a:pt x="455" y="4324"/>
                </a:lnTo>
                <a:lnTo>
                  <a:pt x="455" y="3982"/>
                </a:lnTo>
                <a:lnTo>
                  <a:pt x="569" y="3982"/>
                </a:lnTo>
                <a:cubicBezTo>
                  <a:pt x="632" y="3982"/>
                  <a:pt x="683" y="3931"/>
                  <a:pt x="683" y="3868"/>
                </a:cubicBezTo>
                <a:cubicBezTo>
                  <a:pt x="683" y="3806"/>
                  <a:pt x="632" y="3755"/>
                  <a:pt x="569" y="3755"/>
                </a:cubicBezTo>
                <a:lnTo>
                  <a:pt x="480" y="3755"/>
                </a:lnTo>
                <a:lnTo>
                  <a:pt x="1407" y="2416"/>
                </a:lnTo>
                <a:cubicBezTo>
                  <a:pt x="1494" y="2470"/>
                  <a:pt x="1596" y="2503"/>
                  <a:pt x="1707" y="2503"/>
                </a:cubicBezTo>
                <a:cubicBezTo>
                  <a:pt x="1888" y="2503"/>
                  <a:pt x="2048" y="2416"/>
                  <a:pt x="2152" y="2284"/>
                </a:cubicBezTo>
                <a:lnTo>
                  <a:pt x="2752" y="2584"/>
                </a:lnTo>
                <a:cubicBezTo>
                  <a:pt x="2740" y="2631"/>
                  <a:pt x="2731" y="2680"/>
                  <a:pt x="2731" y="2731"/>
                </a:cubicBezTo>
                <a:cubicBezTo>
                  <a:pt x="2731" y="3044"/>
                  <a:pt x="2986" y="3300"/>
                  <a:pt x="3300" y="3300"/>
                </a:cubicBezTo>
                <a:cubicBezTo>
                  <a:pt x="3613" y="3300"/>
                  <a:pt x="3868" y="3044"/>
                  <a:pt x="3868" y="2731"/>
                </a:cubicBezTo>
                <a:cubicBezTo>
                  <a:pt x="3868" y="2608"/>
                  <a:pt x="3829" y="2496"/>
                  <a:pt x="3763" y="2403"/>
                </a:cubicBezTo>
                <a:lnTo>
                  <a:pt x="4488" y="1055"/>
                </a:lnTo>
                <a:cubicBezTo>
                  <a:pt x="4574" y="1107"/>
                  <a:pt x="4672" y="1138"/>
                  <a:pt x="4779" y="1138"/>
                </a:cubicBezTo>
                <a:cubicBezTo>
                  <a:pt x="4891" y="1138"/>
                  <a:pt x="4995" y="1104"/>
                  <a:pt x="5083" y="1048"/>
                </a:cubicBezTo>
                <a:lnTo>
                  <a:pt x="5827" y="2004"/>
                </a:lnTo>
                <a:cubicBezTo>
                  <a:pt x="5829" y="2007"/>
                  <a:pt x="5833" y="2009"/>
                  <a:pt x="5836" y="2011"/>
                </a:cubicBezTo>
                <a:cubicBezTo>
                  <a:pt x="5745" y="2112"/>
                  <a:pt x="5689" y="2244"/>
                  <a:pt x="5689" y="2389"/>
                </a:cubicBezTo>
                <a:cubicBezTo>
                  <a:pt x="5689" y="2703"/>
                  <a:pt x="5944" y="2958"/>
                  <a:pt x="6258" y="2958"/>
                </a:cubicBezTo>
                <a:cubicBezTo>
                  <a:pt x="6571" y="2958"/>
                  <a:pt x="6827" y="2703"/>
                  <a:pt x="6827" y="2389"/>
                </a:cubicBezTo>
                <a:cubicBezTo>
                  <a:pt x="6827" y="2076"/>
                  <a:pt x="6571" y="1820"/>
                  <a:pt x="6258" y="1820"/>
                </a:cubicBezTo>
                <a:cubicBezTo>
                  <a:pt x="6170" y="1820"/>
                  <a:pt x="6087" y="1842"/>
                  <a:pt x="6013" y="1878"/>
                </a:cubicBezTo>
                <a:cubicBezTo>
                  <a:pt x="6010" y="1874"/>
                  <a:pt x="6010" y="1869"/>
                  <a:pt x="6006" y="1864"/>
                </a:cubicBezTo>
                <a:lnTo>
                  <a:pt x="5248" y="890"/>
                </a:lnTo>
                <a:cubicBezTo>
                  <a:pt x="5311" y="798"/>
                  <a:pt x="5348" y="688"/>
                  <a:pt x="5348" y="569"/>
                </a:cubicBezTo>
                <a:cubicBezTo>
                  <a:pt x="5348" y="255"/>
                  <a:pt x="5092" y="0"/>
                  <a:pt x="4779" y="0"/>
                </a:cubicBezTo>
                <a:cubicBezTo>
                  <a:pt x="4465" y="0"/>
                  <a:pt x="4210" y="255"/>
                  <a:pt x="4210" y="569"/>
                </a:cubicBezTo>
                <a:cubicBezTo>
                  <a:pt x="4210" y="691"/>
                  <a:pt x="4249" y="804"/>
                  <a:pt x="4315" y="897"/>
                </a:cubicBezTo>
                <a:lnTo>
                  <a:pt x="3590" y="2244"/>
                </a:lnTo>
                <a:cubicBezTo>
                  <a:pt x="3505" y="2193"/>
                  <a:pt x="3406" y="2162"/>
                  <a:pt x="3300" y="2162"/>
                </a:cubicBezTo>
                <a:cubicBezTo>
                  <a:pt x="3118" y="2162"/>
                  <a:pt x="2959" y="2248"/>
                  <a:pt x="2854" y="2381"/>
                </a:cubicBezTo>
                <a:lnTo>
                  <a:pt x="2254" y="2081"/>
                </a:lnTo>
                <a:cubicBezTo>
                  <a:pt x="2267" y="2034"/>
                  <a:pt x="2276" y="1985"/>
                  <a:pt x="2276" y="1934"/>
                </a:cubicBezTo>
                <a:cubicBezTo>
                  <a:pt x="2276" y="1621"/>
                  <a:pt x="2020" y="1365"/>
                  <a:pt x="1707" y="1365"/>
                </a:cubicBezTo>
                <a:cubicBezTo>
                  <a:pt x="1393" y="1365"/>
                  <a:pt x="1138" y="1621"/>
                  <a:pt x="1138" y="1934"/>
                </a:cubicBezTo>
                <a:cubicBezTo>
                  <a:pt x="1138" y="2054"/>
                  <a:pt x="1176" y="2166"/>
                  <a:pt x="1239" y="2257"/>
                </a:cubicBezTo>
                <a:lnTo>
                  <a:pt x="593" y="3191"/>
                </a:lnTo>
                <a:cubicBezTo>
                  <a:pt x="585" y="3189"/>
                  <a:pt x="578" y="3186"/>
                  <a:pt x="569" y="3186"/>
                </a:cubicBezTo>
                <a:lnTo>
                  <a:pt x="455" y="3186"/>
                </a:lnTo>
                <a:lnTo>
                  <a:pt x="455" y="2844"/>
                </a:lnTo>
                <a:lnTo>
                  <a:pt x="569" y="2844"/>
                </a:lnTo>
                <a:cubicBezTo>
                  <a:pt x="632" y="2844"/>
                  <a:pt x="683" y="2794"/>
                  <a:pt x="683" y="2731"/>
                </a:cubicBezTo>
                <a:cubicBezTo>
                  <a:pt x="683" y="2668"/>
                  <a:pt x="632" y="2617"/>
                  <a:pt x="569" y="2617"/>
                </a:cubicBezTo>
                <a:lnTo>
                  <a:pt x="455" y="2617"/>
                </a:lnTo>
                <a:lnTo>
                  <a:pt x="455" y="2276"/>
                </a:lnTo>
                <a:lnTo>
                  <a:pt x="569" y="2276"/>
                </a:lnTo>
                <a:cubicBezTo>
                  <a:pt x="632" y="2276"/>
                  <a:pt x="683" y="2225"/>
                  <a:pt x="683" y="2162"/>
                </a:cubicBezTo>
                <a:cubicBezTo>
                  <a:pt x="683" y="2099"/>
                  <a:pt x="632" y="2048"/>
                  <a:pt x="569" y="2048"/>
                </a:cubicBezTo>
                <a:lnTo>
                  <a:pt x="455" y="2048"/>
                </a:lnTo>
                <a:lnTo>
                  <a:pt x="455" y="1707"/>
                </a:lnTo>
                <a:lnTo>
                  <a:pt x="569" y="1707"/>
                </a:lnTo>
                <a:cubicBezTo>
                  <a:pt x="632" y="1707"/>
                  <a:pt x="683" y="1656"/>
                  <a:pt x="683" y="1593"/>
                </a:cubicBezTo>
                <a:cubicBezTo>
                  <a:pt x="683" y="1530"/>
                  <a:pt x="632" y="1479"/>
                  <a:pt x="569" y="1479"/>
                </a:cubicBezTo>
                <a:lnTo>
                  <a:pt x="455" y="1479"/>
                </a:lnTo>
                <a:lnTo>
                  <a:pt x="455" y="1138"/>
                </a:lnTo>
                <a:lnTo>
                  <a:pt x="569" y="1138"/>
                </a:lnTo>
                <a:cubicBezTo>
                  <a:pt x="632" y="1138"/>
                  <a:pt x="683" y="1087"/>
                  <a:pt x="683" y="1024"/>
                </a:cubicBezTo>
                <a:cubicBezTo>
                  <a:pt x="683" y="961"/>
                  <a:pt x="632" y="910"/>
                  <a:pt x="569" y="910"/>
                </a:cubicBezTo>
                <a:lnTo>
                  <a:pt x="455" y="910"/>
                </a:lnTo>
                <a:lnTo>
                  <a:pt x="455" y="569"/>
                </a:lnTo>
                <a:lnTo>
                  <a:pt x="569" y="569"/>
                </a:lnTo>
                <a:cubicBezTo>
                  <a:pt x="632" y="569"/>
                  <a:pt x="683" y="518"/>
                  <a:pt x="683" y="455"/>
                </a:cubicBezTo>
                <a:cubicBezTo>
                  <a:pt x="683" y="392"/>
                  <a:pt x="632" y="341"/>
                  <a:pt x="569" y="341"/>
                </a:cubicBezTo>
                <a:lnTo>
                  <a:pt x="455" y="341"/>
                </a:lnTo>
                <a:lnTo>
                  <a:pt x="455" y="114"/>
                </a:lnTo>
                <a:cubicBezTo>
                  <a:pt x="455" y="51"/>
                  <a:pt x="404" y="0"/>
                  <a:pt x="341" y="0"/>
                </a:cubicBezTo>
                <a:cubicBezTo>
                  <a:pt x="278" y="0"/>
                  <a:pt x="228" y="51"/>
                  <a:pt x="228" y="114"/>
                </a:cubicBezTo>
                <a:lnTo>
                  <a:pt x="228" y="341"/>
                </a:lnTo>
                <a:lnTo>
                  <a:pt x="114" y="341"/>
                </a:lnTo>
                <a:cubicBezTo>
                  <a:pt x="51" y="341"/>
                  <a:pt x="0" y="392"/>
                  <a:pt x="0" y="455"/>
                </a:cubicBezTo>
                <a:cubicBezTo>
                  <a:pt x="0" y="518"/>
                  <a:pt x="51" y="569"/>
                  <a:pt x="114" y="569"/>
                </a:cubicBezTo>
                <a:lnTo>
                  <a:pt x="228" y="569"/>
                </a:lnTo>
                <a:lnTo>
                  <a:pt x="228" y="910"/>
                </a:lnTo>
                <a:lnTo>
                  <a:pt x="114" y="910"/>
                </a:lnTo>
                <a:cubicBezTo>
                  <a:pt x="51" y="910"/>
                  <a:pt x="0" y="961"/>
                  <a:pt x="0" y="1024"/>
                </a:cubicBezTo>
                <a:cubicBezTo>
                  <a:pt x="0" y="1087"/>
                  <a:pt x="51" y="1138"/>
                  <a:pt x="114" y="1138"/>
                </a:cubicBezTo>
                <a:lnTo>
                  <a:pt x="228" y="1138"/>
                </a:lnTo>
                <a:lnTo>
                  <a:pt x="228" y="1479"/>
                </a:lnTo>
                <a:lnTo>
                  <a:pt x="114" y="1479"/>
                </a:lnTo>
                <a:cubicBezTo>
                  <a:pt x="51" y="1479"/>
                  <a:pt x="0" y="1530"/>
                  <a:pt x="0" y="1593"/>
                </a:cubicBezTo>
                <a:cubicBezTo>
                  <a:pt x="0" y="1656"/>
                  <a:pt x="51" y="1707"/>
                  <a:pt x="114" y="1707"/>
                </a:cubicBezTo>
                <a:lnTo>
                  <a:pt x="228" y="1707"/>
                </a:lnTo>
                <a:lnTo>
                  <a:pt x="228" y="2048"/>
                </a:lnTo>
                <a:lnTo>
                  <a:pt x="114" y="2048"/>
                </a:lnTo>
                <a:cubicBezTo>
                  <a:pt x="51" y="2048"/>
                  <a:pt x="0" y="2099"/>
                  <a:pt x="0" y="2162"/>
                </a:cubicBezTo>
                <a:cubicBezTo>
                  <a:pt x="0" y="2225"/>
                  <a:pt x="51" y="2276"/>
                  <a:pt x="114" y="2276"/>
                </a:cubicBezTo>
                <a:lnTo>
                  <a:pt x="228" y="2276"/>
                </a:lnTo>
                <a:lnTo>
                  <a:pt x="228" y="2617"/>
                </a:lnTo>
                <a:lnTo>
                  <a:pt x="114" y="2617"/>
                </a:lnTo>
                <a:cubicBezTo>
                  <a:pt x="51" y="2617"/>
                  <a:pt x="0" y="2668"/>
                  <a:pt x="0" y="2731"/>
                </a:cubicBezTo>
                <a:cubicBezTo>
                  <a:pt x="0" y="2794"/>
                  <a:pt x="51" y="2844"/>
                  <a:pt x="114" y="2844"/>
                </a:cubicBezTo>
                <a:lnTo>
                  <a:pt x="228" y="2844"/>
                </a:lnTo>
                <a:lnTo>
                  <a:pt x="228" y="3186"/>
                </a:lnTo>
                <a:lnTo>
                  <a:pt x="114" y="3186"/>
                </a:lnTo>
                <a:cubicBezTo>
                  <a:pt x="51" y="3186"/>
                  <a:pt x="0" y="3237"/>
                  <a:pt x="0" y="3300"/>
                </a:cubicBezTo>
                <a:cubicBezTo>
                  <a:pt x="0" y="3362"/>
                  <a:pt x="51" y="3413"/>
                  <a:pt x="114" y="3413"/>
                </a:cubicBezTo>
                <a:lnTo>
                  <a:pt x="228" y="3413"/>
                </a:lnTo>
                <a:lnTo>
                  <a:pt x="228" y="3755"/>
                </a:lnTo>
                <a:lnTo>
                  <a:pt x="114" y="3755"/>
                </a:lnTo>
                <a:cubicBezTo>
                  <a:pt x="51" y="3755"/>
                  <a:pt x="0" y="3806"/>
                  <a:pt x="0" y="3868"/>
                </a:cubicBezTo>
                <a:cubicBezTo>
                  <a:pt x="0" y="3931"/>
                  <a:pt x="51" y="3982"/>
                  <a:pt x="114" y="3982"/>
                </a:cubicBezTo>
                <a:lnTo>
                  <a:pt x="228" y="3982"/>
                </a:lnTo>
                <a:lnTo>
                  <a:pt x="228" y="4324"/>
                </a:lnTo>
                <a:lnTo>
                  <a:pt x="114" y="4324"/>
                </a:lnTo>
                <a:cubicBezTo>
                  <a:pt x="51" y="4324"/>
                  <a:pt x="0" y="4374"/>
                  <a:pt x="0" y="4437"/>
                </a:cubicBezTo>
                <a:cubicBezTo>
                  <a:pt x="0" y="4500"/>
                  <a:pt x="51" y="4551"/>
                  <a:pt x="114" y="4551"/>
                </a:cubicBezTo>
                <a:lnTo>
                  <a:pt x="228" y="4551"/>
                </a:lnTo>
                <a:lnTo>
                  <a:pt x="228" y="4892"/>
                </a:lnTo>
                <a:lnTo>
                  <a:pt x="114" y="4892"/>
                </a:lnTo>
                <a:cubicBezTo>
                  <a:pt x="51" y="4892"/>
                  <a:pt x="0" y="4943"/>
                  <a:pt x="0" y="5006"/>
                </a:cubicBezTo>
                <a:cubicBezTo>
                  <a:pt x="0" y="5069"/>
                  <a:pt x="51" y="5120"/>
                  <a:pt x="114" y="5120"/>
                </a:cubicBezTo>
                <a:lnTo>
                  <a:pt x="228" y="5120"/>
                </a:lnTo>
                <a:lnTo>
                  <a:pt x="228" y="5461"/>
                </a:lnTo>
                <a:lnTo>
                  <a:pt x="114" y="5461"/>
                </a:lnTo>
                <a:cubicBezTo>
                  <a:pt x="51" y="5461"/>
                  <a:pt x="0" y="5512"/>
                  <a:pt x="0" y="5575"/>
                </a:cubicBezTo>
                <a:cubicBezTo>
                  <a:pt x="0" y="5638"/>
                  <a:pt x="51" y="5689"/>
                  <a:pt x="114" y="5689"/>
                </a:cubicBezTo>
                <a:lnTo>
                  <a:pt x="228" y="5689"/>
                </a:lnTo>
                <a:lnTo>
                  <a:pt x="228" y="6030"/>
                </a:lnTo>
                <a:lnTo>
                  <a:pt x="114" y="6030"/>
                </a:lnTo>
                <a:cubicBezTo>
                  <a:pt x="51" y="6030"/>
                  <a:pt x="0" y="6081"/>
                  <a:pt x="0" y="6144"/>
                </a:cubicBezTo>
                <a:cubicBezTo>
                  <a:pt x="0" y="6207"/>
                  <a:pt x="51" y="6258"/>
                  <a:pt x="114" y="6258"/>
                </a:cubicBezTo>
                <a:lnTo>
                  <a:pt x="228" y="6258"/>
                </a:lnTo>
                <a:lnTo>
                  <a:pt x="228" y="6485"/>
                </a:lnTo>
                <a:cubicBezTo>
                  <a:pt x="228" y="6548"/>
                  <a:pt x="278" y="6599"/>
                  <a:pt x="341" y="6599"/>
                </a:cubicBezTo>
                <a:lnTo>
                  <a:pt x="683" y="6599"/>
                </a:lnTo>
                <a:lnTo>
                  <a:pt x="683" y="6713"/>
                </a:lnTo>
                <a:cubicBezTo>
                  <a:pt x="683" y="6776"/>
                  <a:pt x="734" y="6827"/>
                  <a:pt x="796" y="6827"/>
                </a:cubicBezTo>
                <a:cubicBezTo>
                  <a:pt x="859" y="6827"/>
                  <a:pt x="910" y="6776"/>
                  <a:pt x="910" y="6713"/>
                </a:cubicBezTo>
                <a:lnTo>
                  <a:pt x="910" y="6599"/>
                </a:lnTo>
                <a:lnTo>
                  <a:pt x="1252" y="6599"/>
                </a:lnTo>
                <a:lnTo>
                  <a:pt x="1252" y="6713"/>
                </a:lnTo>
                <a:cubicBezTo>
                  <a:pt x="1252" y="6776"/>
                  <a:pt x="1302" y="6827"/>
                  <a:pt x="1365" y="6827"/>
                </a:cubicBezTo>
                <a:cubicBezTo>
                  <a:pt x="1428" y="6827"/>
                  <a:pt x="1479" y="6776"/>
                  <a:pt x="1479" y="6713"/>
                </a:cubicBezTo>
                <a:lnTo>
                  <a:pt x="1479" y="6599"/>
                </a:lnTo>
                <a:lnTo>
                  <a:pt x="1820" y="6599"/>
                </a:lnTo>
                <a:lnTo>
                  <a:pt x="1820" y="6713"/>
                </a:lnTo>
                <a:cubicBezTo>
                  <a:pt x="1820" y="6776"/>
                  <a:pt x="1871" y="6827"/>
                  <a:pt x="1934" y="6827"/>
                </a:cubicBezTo>
                <a:cubicBezTo>
                  <a:pt x="1997" y="6827"/>
                  <a:pt x="2048" y="6776"/>
                  <a:pt x="2048" y="6713"/>
                </a:cubicBezTo>
                <a:lnTo>
                  <a:pt x="2048" y="6599"/>
                </a:lnTo>
                <a:lnTo>
                  <a:pt x="2389" y="6599"/>
                </a:lnTo>
                <a:lnTo>
                  <a:pt x="2389" y="6713"/>
                </a:lnTo>
                <a:cubicBezTo>
                  <a:pt x="2389" y="6776"/>
                  <a:pt x="2440" y="6827"/>
                  <a:pt x="2503" y="6827"/>
                </a:cubicBezTo>
                <a:cubicBezTo>
                  <a:pt x="2566" y="6827"/>
                  <a:pt x="2617" y="6776"/>
                  <a:pt x="2617" y="6713"/>
                </a:cubicBezTo>
                <a:lnTo>
                  <a:pt x="2617" y="6599"/>
                </a:lnTo>
                <a:lnTo>
                  <a:pt x="2958" y="6599"/>
                </a:lnTo>
                <a:lnTo>
                  <a:pt x="2958" y="6713"/>
                </a:lnTo>
                <a:cubicBezTo>
                  <a:pt x="2958" y="6776"/>
                  <a:pt x="3009" y="6827"/>
                  <a:pt x="3072" y="6827"/>
                </a:cubicBezTo>
                <a:cubicBezTo>
                  <a:pt x="3135" y="6827"/>
                  <a:pt x="3186" y="6776"/>
                  <a:pt x="3186" y="6713"/>
                </a:cubicBezTo>
                <a:lnTo>
                  <a:pt x="3186" y="6599"/>
                </a:lnTo>
                <a:lnTo>
                  <a:pt x="3527" y="6599"/>
                </a:lnTo>
                <a:lnTo>
                  <a:pt x="3527" y="6713"/>
                </a:lnTo>
                <a:cubicBezTo>
                  <a:pt x="3527" y="6776"/>
                  <a:pt x="3578" y="6827"/>
                  <a:pt x="3641" y="6827"/>
                </a:cubicBezTo>
                <a:cubicBezTo>
                  <a:pt x="3704" y="6827"/>
                  <a:pt x="3755" y="6776"/>
                  <a:pt x="3755" y="6713"/>
                </a:cubicBezTo>
                <a:lnTo>
                  <a:pt x="3755" y="6599"/>
                </a:lnTo>
                <a:lnTo>
                  <a:pt x="4096" y="6599"/>
                </a:lnTo>
                <a:lnTo>
                  <a:pt x="4096" y="6713"/>
                </a:lnTo>
                <a:cubicBezTo>
                  <a:pt x="4096" y="6776"/>
                  <a:pt x="4147" y="6827"/>
                  <a:pt x="4210" y="6827"/>
                </a:cubicBezTo>
                <a:cubicBezTo>
                  <a:pt x="4273" y="6827"/>
                  <a:pt x="4323" y="6776"/>
                  <a:pt x="4323" y="6713"/>
                </a:cubicBezTo>
                <a:lnTo>
                  <a:pt x="4323" y="6599"/>
                </a:lnTo>
                <a:lnTo>
                  <a:pt x="4665" y="6599"/>
                </a:lnTo>
                <a:lnTo>
                  <a:pt x="4665" y="6713"/>
                </a:lnTo>
                <a:cubicBezTo>
                  <a:pt x="4665" y="6776"/>
                  <a:pt x="4716" y="6827"/>
                  <a:pt x="4779" y="6827"/>
                </a:cubicBezTo>
                <a:cubicBezTo>
                  <a:pt x="4842" y="6827"/>
                  <a:pt x="4892" y="6776"/>
                  <a:pt x="4892" y="6713"/>
                </a:cubicBezTo>
                <a:lnTo>
                  <a:pt x="4892" y="6599"/>
                </a:lnTo>
                <a:lnTo>
                  <a:pt x="5234" y="6599"/>
                </a:lnTo>
                <a:lnTo>
                  <a:pt x="5234" y="6713"/>
                </a:lnTo>
                <a:cubicBezTo>
                  <a:pt x="5234" y="6776"/>
                  <a:pt x="5285" y="6827"/>
                  <a:pt x="5347" y="6827"/>
                </a:cubicBezTo>
                <a:cubicBezTo>
                  <a:pt x="5410" y="6827"/>
                  <a:pt x="5461" y="6776"/>
                  <a:pt x="5461" y="6713"/>
                </a:cubicBezTo>
                <a:lnTo>
                  <a:pt x="5461" y="6599"/>
                </a:lnTo>
                <a:lnTo>
                  <a:pt x="5803" y="6599"/>
                </a:lnTo>
                <a:lnTo>
                  <a:pt x="5803" y="6713"/>
                </a:lnTo>
                <a:cubicBezTo>
                  <a:pt x="5803" y="6776"/>
                  <a:pt x="5853" y="6827"/>
                  <a:pt x="5916" y="6827"/>
                </a:cubicBezTo>
                <a:cubicBezTo>
                  <a:pt x="5979" y="6827"/>
                  <a:pt x="6030" y="6776"/>
                  <a:pt x="6030" y="6713"/>
                </a:cubicBezTo>
                <a:lnTo>
                  <a:pt x="6030" y="6599"/>
                </a:lnTo>
                <a:lnTo>
                  <a:pt x="6371" y="6599"/>
                </a:lnTo>
                <a:lnTo>
                  <a:pt x="6371" y="6713"/>
                </a:lnTo>
                <a:cubicBezTo>
                  <a:pt x="6371" y="6776"/>
                  <a:pt x="6422" y="6827"/>
                  <a:pt x="6485" y="6827"/>
                </a:cubicBezTo>
                <a:cubicBezTo>
                  <a:pt x="6548" y="6827"/>
                  <a:pt x="6599" y="6776"/>
                  <a:pt x="6599" y="6713"/>
                </a:cubicBezTo>
                <a:lnTo>
                  <a:pt x="6599" y="6599"/>
                </a:lnTo>
                <a:lnTo>
                  <a:pt x="6713" y="6599"/>
                </a:lnTo>
                <a:cubicBezTo>
                  <a:pt x="6776" y="6599"/>
                  <a:pt x="6827" y="6548"/>
                  <a:pt x="6827" y="6485"/>
                </a:cubicBezTo>
                <a:cubicBezTo>
                  <a:pt x="6827" y="6422"/>
                  <a:pt x="6776" y="6372"/>
                  <a:pt x="6713" y="6372"/>
                </a:cubicBezTo>
                <a:lnTo>
                  <a:pt x="6599" y="6372"/>
                </a:lnTo>
                <a:lnTo>
                  <a:pt x="6599" y="6258"/>
                </a:lnTo>
                <a:cubicBezTo>
                  <a:pt x="6599" y="6195"/>
                  <a:pt x="6548" y="6144"/>
                  <a:pt x="6485" y="6144"/>
                </a:cubicBezTo>
                <a:cubicBezTo>
                  <a:pt x="6422" y="6144"/>
                  <a:pt x="6371" y="6195"/>
                  <a:pt x="6371" y="6258"/>
                </a:cubicBezTo>
                <a:lnTo>
                  <a:pt x="6371" y="6372"/>
                </a:lnTo>
                <a:lnTo>
                  <a:pt x="6030" y="6372"/>
                </a:lnTo>
                <a:lnTo>
                  <a:pt x="6030" y="6258"/>
                </a:lnTo>
                <a:cubicBezTo>
                  <a:pt x="6030" y="6195"/>
                  <a:pt x="5979" y="6144"/>
                  <a:pt x="5916" y="6144"/>
                </a:cubicBezTo>
                <a:cubicBezTo>
                  <a:pt x="5853" y="6144"/>
                  <a:pt x="5803" y="6195"/>
                  <a:pt x="5803" y="6258"/>
                </a:cubicBezTo>
                <a:lnTo>
                  <a:pt x="5803" y="6372"/>
                </a:lnTo>
                <a:lnTo>
                  <a:pt x="5461" y="6372"/>
                </a:lnTo>
                <a:lnTo>
                  <a:pt x="5461" y="6258"/>
                </a:lnTo>
                <a:cubicBezTo>
                  <a:pt x="5461" y="6195"/>
                  <a:pt x="5410" y="6144"/>
                  <a:pt x="5347" y="6144"/>
                </a:cubicBezTo>
                <a:cubicBezTo>
                  <a:pt x="5285" y="6144"/>
                  <a:pt x="5234" y="6195"/>
                  <a:pt x="5234" y="6258"/>
                </a:cubicBezTo>
                <a:lnTo>
                  <a:pt x="5234" y="6372"/>
                </a:lnTo>
                <a:lnTo>
                  <a:pt x="4892" y="6372"/>
                </a:lnTo>
                <a:lnTo>
                  <a:pt x="4892" y="6258"/>
                </a:lnTo>
                <a:cubicBezTo>
                  <a:pt x="4892" y="6195"/>
                  <a:pt x="4842" y="6144"/>
                  <a:pt x="4779" y="6144"/>
                </a:cubicBezTo>
                <a:cubicBezTo>
                  <a:pt x="4716" y="6144"/>
                  <a:pt x="4665" y="6195"/>
                  <a:pt x="4665" y="6258"/>
                </a:cubicBezTo>
                <a:lnTo>
                  <a:pt x="4665" y="6372"/>
                </a:lnTo>
                <a:lnTo>
                  <a:pt x="4323" y="6372"/>
                </a:lnTo>
                <a:lnTo>
                  <a:pt x="4323" y="6258"/>
                </a:lnTo>
                <a:cubicBezTo>
                  <a:pt x="4323" y="6195"/>
                  <a:pt x="4273" y="6144"/>
                  <a:pt x="4210" y="6144"/>
                </a:cubicBezTo>
                <a:cubicBezTo>
                  <a:pt x="4147" y="6144"/>
                  <a:pt x="4096" y="6195"/>
                  <a:pt x="4096" y="6258"/>
                </a:cubicBezTo>
                <a:lnTo>
                  <a:pt x="4096" y="6372"/>
                </a:lnTo>
                <a:lnTo>
                  <a:pt x="3755" y="6372"/>
                </a:lnTo>
                <a:lnTo>
                  <a:pt x="3755" y="6258"/>
                </a:lnTo>
                <a:cubicBezTo>
                  <a:pt x="3755" y="6195"/>
                  <a:pt x="3704" y="6144"/>
                  <a:pt x="3641" y="6144"/>
                </a:cubicBezTo>
                <a:cubicBezTo>
                  <a:pt x="3578" y="6144"/>
                  <a:pt x="3527" y="6195"/>
                  <a:pt x="3527" y="6258"/>
                </a:cubicBezTo>
                <a:lnTo>
                  <a:pt x="3527" y="6372"/>
                </a:lnTo>
                <a:lnTo>
                  <a:pt x="3186" y="6372"/>
                </a:lnTo>
                <a:lnTo>
                  <a:pt x="3186" y="6258"/>
                </a:lnTo>
                <a:cubicBezTo>
                  <a:pt x="3186" y="6195"/>
                  <a:pt x="3135" y="6144"/>
                  <a:pt x="3072" y="6144"/>
                </a:cubicBezTo>
                <a:cubicBezTo>
                  <a:pt x="3009" y="6144"/>
                  <a:pt x="2958" y="6195"/>
                  <a:pt x="2958" y="6258"/>
                </a:cubicBezTo>
                <a:lnTo>
                  <a:pt x="2958" y="6372"/>
                </a:lnTo>
                <a:lnTo>
                  <a:pt x="2617" y="6372"/>
                </a:lnTo>
                <a:lnTo>
                  <a:pt x="2617" y="6258"/>
                </a:lnTo>
                <a:cubicBezTo>
                  <a:pt x="2617" y="6195"/>
                  <a:pt x="2566" y="6144"/>
                  <a:pt x="2503" y="6144"/>
                </a:cubicBezTo>
                <a:cubicBezTo>
                  <a:pt x="2440" y="6144"/>
                  <a:pt x="2389" y="6195"/>
                  <a:pt x="2389" y="6258"/>
                </a:cubicBezTo>
                <a:lnTo>
                  <a:pt x="2389" y="6372"/>
                </a:lnTo>
                <a:lnTo>
                  <a:pt x="2048" y="6372"/>
                </a:lnTo>
                <a:lnTo>
                  <a:pt x="2048" y="6258"/>
                </a:lnTo>
                <a:cubicBezTo>
                  <a:pt x="2048" y="6195"/>
                  <a:pt x="1997" y="6144"/>
                  <a:pt x="1934" y="6144"/>
                </a:cubicBezTo>
                <a:cubicBezTo>
                  <a:pt x="1871" y="6144"/>
                  <a:pt x="1820" y="6195"/>
                  <a:pt x="1820" y="6258"/>
                </a:cubicBezTo>
                <a:lnTo>
                  <a:pt x="1820" y="6372"/>
                </a:lnTo>
                <a:lnTo>
                  <a:pt x="1479" y="6372"/>
                </a:lnTo>
                <a:lnTo>
                  <a:pt x="1479" y="6258"/>
                </a:lnTo>
                <a:cubicBezTo>
                  <a:pt x="1479" y="6195"/>
                  <a:pt x="1428" y="6144"/>
                  <a:pt x="1365" y="6144"/>
                </a:cubicBezTo>
                <a:cubicBezTo>
                  <a:pt x="1302" y="6144"/>
                  <a:pt x="1252" y="6195"/>
                  <a:pt x="1252" y="6258"/>
                </a:cubicBezTo>
                <a:lnTo>
                  <a:pt x="1252" y="6372"/>
                </a:lnTo>
                <a:lnTo>
                  <a:pt x="910" y="6372"/>
                </a:lnTo>
                <a:lnTo>
                  <a:pt x="910" y="6258"/>
                </a:lnTo>
                <a:cubicBezTo>
                  <a:pt x="910" y="6195"/>
                  <a:pt x="859" y="6144"/>
                  <a:pt x="796" y="6144"/>
                </a:cubicBezTo>
                <a:cubicBezTo>
                  <a:pt x="734" y="6144"/>
                  <a:pt x="683" y="6195"/>
                  <a:pt x="683" y="6258"/>
                </a:cubicBezTo>
                <a:lnTo>
                  <a:pt x="683" y="6372"/>
                </a:lnTo>
                <a:lnTo>
                  <a:pt x="455" y="6372"/>
                </a:lnTo>
                <a:lnTo>
                  <a:pt x="455" y="5234"/>
                </a:lnTo>
                <a:lnTo>
                  <a:pt x="1263" y="5234"/>
                </a:lnTo>
                <a:close/>
              </a:path>
            </a:pathLst>
          </a:custGeom>
          <a:solidFill>
            <a:sysClr val="window" lastClr="FFFFFF"/>
          </a:solidFill>
          <a:ln>
            <a:noFill/>
          </a:ln>
        </p:spPr>
        <p:txBody>
          <a:bodyPr anchor="ctr"/>
          <a:lstStyle/>
          <a:p>
            <a:pPr algn="ctr">
              <a:lnSpc>
                <a:spcPct val="130000"/>
              </a:lnSpc>
            </a:pPr>
            <a:endParaRPr>
              <a:latin typeface="微软雅黑" panose="020B0503020204020204" pitchFamily="34" charset="-122"/>
              <a:ea typeface="微软雅黑" panose="020B0503020204020204" pitchFamily="34" charset="-122"/>
              <a:cs typeface="Impact" panose="020B0806030902050204" pitchFamily="34" charset="0"/>
            </a:endParaRPr>
          </a:p>
        </p:txBody>
      </p:sp>
      <p:sp>
        <p:nvSpPr>
          <p:cNvPr id="15" name="椭圆 14"/>
          <p:cNvSpPr/>
          <p:nvPr>
            <p:custDataLst>
              <p:tags r:id="rId8"/>
            </p:custDataLst>
          </p:nvPr>
        </p:nvSpPr>
        <p:spPr>
          <a:xfrm>
            <a:off x="4116705" y="2973070"/>
            <a:ext cx="256540" cy="273685"/>
          </a:xfrm>
          <a:prstGeom prst="ellipse">
            <a:avLst/>
          </a:prstGeom>
          <a:solidFill>
            <a:srgbClr val="1F74AD"/>
          </a:solidFill>
          <a:ln w="3810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endParaRPr>
              <a:latin typeface="微软雅黑" panose="020B0503020204020204" pitchFamily="34" charset="-122"/>
              <a:ea typeface="微软雅黑" panose="020B0503020204020204" pitchFamily="34" charset="-122"/>
              <a:cs typeface="Impact" panose="020B0806030902050204" pitchFamily="34" charset="0"/>
            </a:endParaRPr>
          </a:p>
        </p:txBody>
      </p:sp>
      <p:sp>
        <p:nvSpPr>
          <p:cNvPr id="16" name="任意多边形 15"/>
          <p:cNvSpPr/>
          <p:nvPr>
            <p:custDataLst>
              <p:tags r:id="rId9"/>
            </p:custDataLst>
          </p:nvPr>
        </p:nvSpPr>
        <p:spPr bwMode="auto">
          <a:xfrm>
            <a:off x="4169410" y="3032760"/>
            <a:ext cx="150495" cy="154940"/>
          </a:xfrm>
          <a:custGeom>
            <a:avLst/>
            <a:gdLst>
              <a:gd name="T0" fmla="*/ 3413 w 6827"/>
              <a:gd name="T1" fmla="*/ 0 h 5912"/>
              <a:gd name="T2" fmla="*/ 0 w 6827"/>
              <a:gd name="T3" fmla="*/ 5912 h 5912"/>
              <a:gd name="T4" fmla="*/ 6827 w 6827"/>
              <a:gd name="T5" fmla="*/ 5912 h 5912"/>
              <a:gd name="T6" fmla="*/ 3413 w 6827"/>
              <a:gd name="T7" fmla="*/ 0 h 5912"/>
              <a:gd name="T8" fmla="*/ 3413 w 6827"/>
              <a:gd name="T9" fmla="*/ 972 h 5912"/>
              <a:gd name="T10" fmla="*/ 4489 w 6827"/>
              <a:gd name="T11" fmla="*/ 2835 h 5912"/>
              <a:gd name="T12" fmla="*/ 2338 w 6827"/>
              <a:gd name="T13" fmla="*/ 2835 h 5912"/>
              <a:gd name="T14" fmla="*/ 3413 w 6827"/>
              <a:gd name="T15" fmla="*/ 972 h 5912"/>
              <a:gd name="T16" fmla="*/ 842 w 6827"/>
              <a:gd name="T17" fmla="*/ 5426 h 5912"/>
              <a:gd name="T18" fmla="*/ 1917 w 6827"/>
              <a:gd name="T19" fmla="*/ 3564 h 5912"/>
              <a:gd name="T20" fmla="*/ 2993 w 6827"/>
              <a:gd name="T21" fmla="*/ 5426 h 5912"/>
              <a:gd name="T22" fmla="*/ 842 w 6827"/>
              <a:gd name="T23" fmla="*/ 5426 h 5912"/>
              <a:gd name="T24" fmla="*/ 2338 w 6827"/>
              <a:gd name="T25" fmla="*/ 3321 h 5912"/>
              <a:gd name="T26" fmla="*/ 4489 w 6827"/>
              <a:gd name="T27" fmla="*/ 3321 h 5912"/>
              <a:gd name="T28" fmla="*/ 3413 w 6827"/>
              <a:gd name="T29" fmla="*/ 5183 h 5912"/>
              <a:gd name="T30" fmla="*/ 2338 w 6827"/>
              <a:gd name="T31" fmla="*/ 3321 h 5912"/>
              <a:gd name="T32" fmla="*/ 4910 w 6827"/>
              <a:gd name="T33" fmla="*/ 3564 h 5912"/>
              <a:gd name="T34" fmla="*/ 5985 w 6827"/>
              <a:gd name="T35" fmla="*/ 5426 h 5912"/>
              <a:gd name="T36" fmla="*/ 3834 w 6827"/>
              <a:gd name="T37" fmla="*/ 5426 h 5912"/>
              <a:gd name="T38" fmla="*/ 4910 w 6827"/>
              <a:gd name="T39" fmla="*/ 3564 h 5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826" h="5912">
                <a:moveTo>
                  <a:pt x="3413" y="0"/>
                </a:moveTo>
                <a:lnTo>
                  <a:pt x="0" y="5912"/>
                </a:lnTo>
                <a:lnTo>
                  <a:pt x="6827" y="5912"/>
                </a:lnTo>
                <a:lnTo>
                  <a:pt x="3413" y="0"/>
                </a:lnTo>
                <a:close/>
                <a:moveTo>
                  <a:pt x="3413" y="972"/>
                </a:moveTo>
                <a:lnTo>
                  <a:pt x="4489" y="2835"/>
                </a:lnTo>
                <a:lnTo>
                  <a:pt x="2338" y="2835"/>
                </a:lnTo>
                <a:lnTo>
                  <a:pt x="3413" y="972"/>
                </a:lnTo>
                <a:close/>
                <a:moveTo>
                  <a:pt x="842" y="5426"/>
                </a:moveTo>
                <a:lnTo>
                  <a:pt x="1917" y="3564"/>
                </a:lnTo>
                <a:lnTo>
                  <a:pt x="2993" y="5426"/>
                </a:lnTo>
                <a:lnTo>
                  <a:pt x="842" y="5426"/>
                </a:lnTo>
                <a:close/>
                <a:moveTo>
                  <a:pt x="2338" y="3321"/>
                </a:moveTo>
                <a:lnTo>
                  <a:pt x="4489" y="3321"/>
                </a:lnTo>
                <a:lnTo>
                  <a:pt x="3413" y="5183"/>
                </a:lnTo>
                <a:lnTo>
                  <a:pt x="2338" y="3321"/>
                </a:lnTo>
                <a:close/>
                <a:moveTo>
                  <a:pt x="4910" y="3564"/>
                </a:moveTo>
                <a:lnTo>
                  <a:pt x="5985" y="5426"/>
                </a:lnTo>
                <a:lnTo>
                  <a:pt x="3834" y="5426"/>
                </a:lnTo>
                <a:lnTo>
                  <a:pt x="4910" y="3564"/>
                </a:lnTo>
                <a:close/>
              </a:path>
            </a:pathLst>
          </a:custGeom>
          <a:solidFill>
            <a:sysClr val="window" lastClr="FFFFFF"/>
          </a:solidFill>
          <a:ln>
            <a:noFill/>
          </a:ln>
        </p:spPr>
        <p:txBody>
          <a:bodyPr anchor="ctr"/>
          <a:lstStyle/>
          <a:p>
            <a:pPr algn="ctr">
              <a:lnSpc>
                <a:spcPct val="130000"/>
              </a:lnSpc>
            </a:pPr>
            <a:endParaRPr>
              <a:latin typeface="微软雅黑" panose="020B0503020204020204" pitchFamily="34" charset="-122"/>
              <a:ea typeface="微软雅黑" panose="020B0503020204020204" pitchFamily="34" charset="-122"/>
              <a:cs typeface="Impact" panose="020B0806030902050204" pitchFamily="34" charset="0"/>
            </a:endParaRPr>
          </a:p>
        </p:txBody>
      </p:sp>
      <p:sp>
        <p:nvSpPr>
          <p:cNvPr id="22" name="文本框 21"/>
          <p:cNvSpPr txBox="1"/>
          <p:nvPr>
            <p:custDataLst>
              <p:tags r:id="rId10"/>
            </p:custDataLst>
          </p:nvPr>
        </p:nvSpPr>
        <p:spPr>
          <a:xfrm>
            <a:off x="2807970" y="3247390"/>
            <a:ext cx="1346200" cy="940435"/>
          </a:xfrm>
          <a:prstGeom prst="rect">
            <a:avLst/>
          </a:prstGeom>
          <a:noFill/>
        </p:spPr>
        <p:txBody>
          <a:bodyPr wrap="square" lIns="90000" tIns="46800" rIns="90000" bIns="0" anchor="ctr" anchorCtr="0"/>
          <a:lstStyle/>
          <a:p>
            <a:pPr algn="ctr">
              <a:lnSpc>
                <a:spcPct val="130000"/>
              </a:lnSpc>
            </a:pPr>
            <a:r>
              <a:rPr lang="zh-CN" altLang="en-US" sz="2800" b="1" spc="300">
                <a:solidFill>
                  <a:sysClr val="window" lastClr="FFFFFF"/>
                </a:solidFill>
                <a:latin typeface="微软雅黑" panose="020B0503020204020204" pitchFamily="34" charset="-122"/>
                <a:ea typeface="微软雅黑" panose="020B0503020204020204" pitchFamily="34" charset="-122"/>
                <a:cs typeface="+mn-ea"/>
              </a:rPr>
              <a:t>编码计算</a:t>
            </a:r>
            <a:endParaRPr lang="zh-CN" altLang="en-US" sz="2800" b="1" spc="300">
              <a:solidFill>
                <a:sysClr val="window" lastClr="FFFFFF"/>
              </a:solidFill>
              <a:latin typeface="微软雅黑" panose="020B0503020204020204" pitchFamily="34" charset="-122"/>
              <a:ea typeface="微软雅黑" panose="020B0503020204020204" pitchFamily="34" charset="-122"/>
              <a:cs typeface="+mn-ea"/>
            </a:endParaRPr>
          </a:p>
        </p:txBody>
      </p:sp>
      <p:cxnSp>
        <p:nvCxnSpPr>
          <p:cNvPr id="24" name="直接连接符 23"/>
          <p:cNvCxnSpPr/>
          <p:nvPr>
            <p:custDataLst>
              <p:tags r:id="rId11"/>
            </p:custDataLst>
          </p:nvPr>
        </p:nvCxnSpPr>
        <p:spPr>
          <a:xfrm>
            <a:off x="5789891" y="2526847"/>
            <a:ext cx="2801215" cy="0"/>
          </a:xfrm>
          <a:prstGeom prst="line">
            <a:avLst/>
          </a:prstGeom>
          <a:ln>
            <a:solidFill>
              <a:srgbClr val="000000">
                <a:lumMod val="40000"/>
                <a:lumOff val="60000"/>
              </a:srgbClr>
            </a:solidFill>
          </a:ln>
        </p:spPr>
        <p:style>
          <a:lnRef idx="1">
            <a:srgbClr val="1F74AD"/>
          </a:lnRef>
          <a:fillRef idx="0">
            <a:srgbClr val="1F74AD"/>
          </a:fillRef>
          <a:effectRef idx="0">
            <a:srgbClr val="1F74AD"/>
          </a:effectRef>
          <a:fontRef idx="minor">
            <a:srgbClr val="000000"/>
          </a:fontRef>
        </p:style>
      </p:cxnSp>
      <p:sp>
        <p:nvSpPr>
          <p:cNvPr id="27" name="文本框 26"/>
          <p:cNvSpPr txBox="1"/>
          <p:nvPr>
            <p:custDataLst>
              <p:tags r:id="rId12"/>
            </p:custDataLst>
          </p:nvPr>
        </p:nvSpPr>
        <p:spPr>
          <a:xfrm>
            <a:off x="4657059" y="2975552"/>
            <a:ext cx="7049387" cy="1212274"/>
          </a:xfrm>
          <a:prstGeom prst="rect">
            <a:avLst/>
          </a:prstGeom>
          <a:noFill/>
        </p:spPr>
        <p:txBody>
          <a:bodyPr wrap="square" lIns="90000" tIns="0" rIns="90000" bIns="46800" anchor="t"/>
          <a:lstStyle/>
          <a:p>
            <a:pPr defTabSz="913765">
              <a:lnSpc>
                <a:spcPct val="150000"/>
              </a:lnSpc>
              <a:spcBef>
                <a:spcPct val="0"/>
              </a:spcBef>
              <a:defRPr/>
            </a:pPr>
            <a:r>
              <a:rPr kumimoji="1" lang="zh-CN" altLang="en-US" sz="2000" b="1" dirty="0">
                <a:latin typeface="微软雅黑" panose="020B0503020204020204" pitchFamily="34" charset="-122"/>
                <a:ea typeface="微软雅黑" panose="020B0503020204020204" pitchFamily="34" charset="-122"/>
                <a:sym typeface="+mn-ea"/>
              </a:rPr>
              <a:t>一幅图像可以看作由许多彩色或各种级别灰度的点组成的，这些点按横纵进行排列，被称为像素</a:t>
            </a:r>
            <a:r>
              <a:rPr kumimoji="1" lang="zh-CN" altLang="en-US" sz="2000" b="1" dirty="0" smtClean="0">
                <a:latin typeface="微软雅黑" panose="020B0503020204020204" pitchFamily="34" charset="-122"/>
                <a:ea typeface="微软雅黑" panose="020B0503020204020204" pitchFamily="34" charset="-122"/>
                <a:sym typeface="+mn-ea"/>
              </a:rPr>
              <a:t>。  </a:t>
            </a:r>
            <a:endParaRPr kumimoji="1" lang="zh-CN" altLang="en-US" sz="2000" b="1" dirty="0">
              <a:latin typeface="微软雅黑" panose="020B0503020204020204" pitchFamily="34" charset="-122"/>
              <a:ea typeface="微软雅黑" panose="020B0503020204020204" pitchFamily="34" charset="-122"/>
              <a:sym typeface="+mn-ea"/>
            </a:endParaRPr>
          </a:p>
          <a:p>
            <a:pPr defTabSz="913765">
              <a:lnSpc>
                <a:spcPct val="150000"/>
              </a:lnSpc>
              <a:spcBef>
                <a:spcPts val="1800"/>
              </a:spcBef>
              <a:defRPr/>
            </a:pPr>
            <a:endParaRPr kumimoji="1" lang="en-US" altLang="zh-CN" sz="2000" b="1" spc="150" dirty="0">
              <a:latin typeface="微软雅黑" panose="020B0503020204020204" pitchFamily="34" charset="-122"/>
              <a:ea typeface="微软雅黑" panose="020B0503020204020204" pitchFamily="34" charset="-122"/>
              <a:sym typeface="+mn-ea"/>
            </a:endParaRPr>
          </a:p>
        </p:txBody>
      </p:sp>
      <p:sp>
        <p:nvSpPr>
          <p:cNvPr id="28" name="文本框 27"/>
          <p:cNvSpPr txBox="1"/>
          <p:nvPr>
            <p:custDataLst>
              <p:tags r:id="rId13"/>
            </p:custDataLst>
          </p:nvPr>
        </p:nvSpPr>
        <p:spPr>
          <a:xfrm>
            <a:off x="5789892" y="2121877"/>
            <a:ext cx="3013867" cy="404970"/>
          </a:xfrm>
          <a:prstGeom prst="rect">
            <a:avLst/>
          </a:prstGeom>
          <a:noFill/>
        </p:spPr>
        <p:txBody>
          <a:bodyPr wrap="square" lIns="90000" tIns="46800" rIns="90000" bIns="0" anchor="b" anchorCtr="0">
            <a:noAutofit/>
          </a:bodyPr>
          <a:lstStyle/>
          <a:p>
            <a:pPr defTabSz="913765">
              <a:lnSpc>
                <a:spcPct val="120000"/>
              </a:lnSpc>
              <a:spcBef>
                <a:spcPct val="0"/>
              </a:spcBef>
              <a:defRPr/>
            </a:pPr>
            <a:r>
              <a:rPr lang="zh-CN" altLang="en-US" sz="2800" b="1" spc="300" dirty="0">
                <a:solidFill>
                  <a:srgbClr val="1F74AD"/>
                </a:solidFill>
                <a:latin typeface="微软雅黑" panose="020B0503020204020204" pitchFamily="34" charset="-122"/>
                <a:ea typeface="微软雅黑" panose="020B0503020204020204" pitchFamily="34" charset="-122"/>
              </a:rPr>
              <a:t>图像与视频编码</a:t>
            </a:r>
            <a:endParaRPr lang="zh-CN" altLang="en-US" sz="2800" b="1" spc="300" dirty="0">
              <a:solidFill>
                <a:srgbClr val="1F74AD"/>
              </a:solidFill>
              <a:latin typeface="微软雅黑" panose="020B0503020204020204" pitchFamily="34" charset="-122"/>
              <a:ea typeface="微软雅黑" panose="020B0503020204020204" pitchFamily="34" charset="-122"/>
            </a:endParaRPr>
          </a:p>
        </p:txBody>
      </p:sp>
      <p:sp>
        <p:nvSpPr>
          <p:cNvPr id="14" name="文本框 26"/>
          <p:cNvSpPr txBox="1"/>
          <p:nvPr>
            <p:custDataLst>
              <p:tags r:id="rId14"/>
            </p:custDataLst>
          </p:nvPr>
        </p:nvSpPr>
        <p:spPr>
          <a:xfrm>
            <a:off x="1670670" y="5060167"/>
            <a:ext cx="9020780" cy="807306"/>
          </a:xfrm>
          <a:prstGeom prst="rect">
            <a:avLst/>
          </a:prstGeom>
          <a:noFill/>
        </p:spPr>
        <p:txBody>
          <a:bodyPr wrap="square" lIns="90000" tIns="0" rIns="90000" bIns="46800" anchor="t"/>
          <a:lstStyle/>
          <a:p>
            <a:pPr defTabSz="913765">
              <a:lnSpc>
                <a:spcPct val="150000"/>
              </a:lnSpc>
              <a:spcBef>
                <a:spcPts val="1800"/>
              </a:spcBef>
              <a:defRPr/>
            </a:pPr>
            <a:r>
              <a:rPr kumimoji="1" lang="zh-CN" altLang="en-US" sz="2000" b="1" dirty="0" smtClean="0">
                <a:latin typeface="微软雅黑" panose="020B0503020204020204" pitchFamily="34" charset="-122"/>
                <a:ea typeface="微软雅黑" panose="020B0503020204020204" pitchFamily="34" charset="-122"/>
                <a:sym typeface="+mn-ea"/>
              </a:rPr>
              <a:t>图像</a:t>
            </a:r>
            <a:r>
              <a:rPr kumimoji="1" lang="zh-CN" altLang="en-US" sz="2000" b="1" dirty="0">
                <a:latin typeface="微软雅黑" panose="020B0503020204020204" pitchFamily="34" charset="-122"/>
                <a:ea typeface="微软雅黑" panose="020B0503020204020204" pitchFamily="34" charset="-122"/>
                <a:sym typeface="+mn-ea"/>
              </a:rPr>
              <a:t>所占的</a:t>
            </a:r>
            <a:r>
              <a:rPr kumimoji="1" lang="zh-CN" altLang="en-US" sz="2000" b="1" dirty="0" smtClean="0">
                <a:latin typeface="微软雅黑" panose="020B0503020204020204" pitchFamily="34" charset="-122"/>
                <a:ea typeface="微软雅黑" panose="020B0503020204020204" pitchFamily="34" charset="-122"/>
                <a:sym typeface="+mn-ea"/>
              </a:rPr>
              <a:t>存储容量</a:t>
            </a:r>
            <a:r>
              <a:rPr kumimoji="1" lang="en-US" altLang="zh-CN" sz="2000" b="1" dirty="0" smtClean="0">
                <a:latin typeface="微软雅黑" panose="020B0503020204020204" pitchFamily="34" charset="-122"/>
                <a:ea typeface="微软雅黑" panose="020B0503020204020204" pitchFamily="34" charset="-122"/>
                <a:sym typeface="+mn-ea"/>
              </a:rPr>
              <a:t>(MB)=</a:t>
            </a:r>
            <a:r>
              <a:rPr kumimoji="1" lang="zh-CN" altLang="en-US" sz="2000" b="1" dirty="0" smtClean="0">
                <a:latin typeface="微软雅黑" panose="020B0503020204020204" pitchFamily="34" charset="-122"/>
                <a:ea typeface="微软雅黑" panose="020B0503020204020204" pitchFamily="34" charset="-122"/>
                <a:sym typeface="+mn-ea"/>
              </a:rPr>
              <a:t>水平</a:t>
            </a:r>
            <a:r>
              <a:rPr kumimoji="1" lang="zh-CN" altLang="en-US" sz="2000" b="1" dirty="0">
                <a:latin typeface="微软雅黑" panose="020B0503020204020204" pitchFamily="34" charset="-122"/>
                <a:ea typeface="微软雅黑" panose="020B0503020204020204" pitchFamily="34" charset="-122"/>
                <a:sym typeface="+mn-ea"/>
              </a:rPr>
              <a:t>像素数</a:t>
            </a:r>
            <a:r>
              <a:rPr kumimoji="1" lang="en-US" altLang="zh-CN" sz="2000" b="1" dirty="0">
                <a:latin typeface="微软雅黑" panose="020B0503020204020204" pitchFamily="34" charset="-122"/>
                <a:ea typeface="微软雅黑" panose="020B0503020204020204" pitchFamily="34" charset="-122"/>
                <a:sym typeface="+mn-ea"/>
              </a:rPr>
              <a:t>×</a:t>
            </a:r>
            <a:r>
              <a:rPr kumimoji="1" lang="zh-CN" altLang="en-US" sz="2000" b="1" dirty="0">
                <a:latin typeface="微软雅黑" panose="020B0503020204020204" pitchFamily="34" charset="-122"/>
                <a:ea typeface="微软雅黑" panose="020B0503020204020204" pitchFamily="34" charset="-122"/>
                <a:sym typeface="+mn-ea"/>
              </a:rPr>
              <a:t>垂直像素数</a:t>
            </a:r>
            <a:r>
              <a:rPr kumimoji="1" lang="en-US" altLang="zh-CN" sz="2000" b="1" dirty="0">
                <a:latin typeface="微软雅黑" panose="020B0503020204020204" pitchFamily="34" charset="-122"/>
                <a:ea typeface="微软雅黑" panose="020B0503020204020204" pitchFamily="34" charset="-122"/>
                <a:sym typeface="+mn-ea"/>
              </a:rPr>
              <a:t>×</a:t>
            </a:r>
            <a:r>
              <a:rPr kumimoji="1" lang="zh-CN" altLang="en-US" sz="2000" b="1" dirty="0">
                <a:latin typeface="微软雅黑" panose="020B0503020204020204" pitchFamily="34" charset="-122"/>
                <a:ea typeface="微软雅黑" panose="020B0503020204020204" pitchFamily="34" charset="-122"/>
                <a:sym typeface="+mn-ea"/>
              </a:rPr>
              <a:t>颜色深度</a:t>
            </a:r>
            <a:r>
              <a:rPr kumimoji="1" lang="en-US" altLang="zh-CN" sz="2000" b="1" dirty="0">
                <a:latin typeface="微软雅黑" panose="020B0503020204020204" pitchFamily="34" charset="-122"/>
                <a:ea typeface="微软雅黑" panose="020B0503020204020204" pitchFamily="34" charset="-122"/>
                <a:sym typeface="+mn-ea"/>
              </a:rPr>
              <a:t>/</a:t>
            </a:r>
            <a:r>
              <a:rPr kumimoji="1" lang="en-US" altLang="zh-CN" sz="2000" b="1" dirty="0" smtClean="0">
                <a:latin typeface="微软雅黑" panose="020B0503020204020204" pitchFamily="34" charset="-122"/>
                <a:ea typeface="微软雅黑" panose="020B0503020204020204" pitchFamily="34" charset="-122"/>
                <a:sym typeface="+mn-ea"/>
              </a:rPr>
              <a:t>8</a:t>
            </a:r>
            <a:r>
              <a:rPr lang="en-US" altLang="zh-CN" sz="2000" b="1" dirty="0" smtClean="0">
                <a:latin typeface="微软雅黑" panose="020B0503020204020204" pitchFamily="34" charset="-122"/>
                <a:ea typeface="微软雅黑" panose="020B0503020204020204" pitchFamily="34" charset="-122"/>
              </a:rPr>
              <a:t>/1024/1024</a:t>
            </a:r>
            <a:endParaRPr lang="zh-CN" altLang="en-US" sz="2000" b="1" dirty="0">
              <a:latin typeface="微软雅黑" panose="020B0503020204020204" pitchFamily="34" charset="-122"/>
              <a:ea typeface="微软雅黑" panose="020B0503020204020204" pitchFamily="34" charset="-122"/>
            </a:endParaRPr>
          </a:p>
          <a:p>
            <a:pPr defTabSz="913765">
              <a:lnSpc>
                <a:spcPct val="150000"/>
              </a:lnSpc>
              <a:spcBef>
                <a:spcPts val="1800"/>
              </a:spcBef>
              <a:defRPr/>
            </a:pPr>
            <a:endParaRPr kumimoji="1" lang="en-US" altLang="zh-CN" sz="2000" b="1" spc="150" dirty="0">
              <a:latin typeface="微软雅黑" panose="020B0503020204020204" pitchFamily="34" charset="-122"/>
              <a:ea typeface="微软雅黑" panose="020B0503020204020204" pitchFamily="34" charset="-122"/>
              <a:sym typeface="+mn-ea"/>
            </a:endParaRPr>
          </a:p>
        </p:txBody>
      </p:sp>
      <p:sp>
        <p:nvSpPr>
          <p:cNvPr id="3" name="TextBox 2"/>
          <p:cNvSpPr txBox="1"/>
          <p:nvPr/>
        </p:nvSpPr>
        <p:spPr>
          <a:xfrm>
            <a:off x="8830088" y="4838316"/>
            <a:ext cx="409354" cy="369332"/>
          </a:xfrm>
          <a:prstGeom prst="rect">
            <a:avLst/>
          </a:prstGeom>
          <a:noFill/>
        </p:spPr>
        <p:txBody>
          <a:bodyPr wrap="square" rtlCol="0">
            <a:spAutoFit/>
          </a:bodyPr>
          <a:lstStyle/>
          <a:p>
            <a:r>
              <a:rPr lang="en-US" altLang="zh-CN" b="1" dirty="0" smtClean="0">
                <a:solidFill>
                  <a:srgbClr val="FF0000"/>
                </a:solidFill>
              </a:rPr>
              <a:t>B</a:t>
            </a:r>
            <a:endParaRPr lang="zh-CN" altLang="en-US" b="1" dirty="0">
              <a:solidFill>
                <a:srgbClr val="FF0000"/>
              </a:solidFill>
            </a:endParaRPr>
          </a:p>
        </p:txBody>
      </p:sp>
      <p:sp>
        <p:nvSpPr>
          <p:cNvPr id="4" name="TextBox 3"/>
          <p:cNvSpPr txBox="1"/>
          <p:nvPr/>
        </p:nvSpPr>
        <p:spPr>
          <a:xfrm>
            <a:off x="9240003" y="5498141"/>
            <a:ext cx="584789" cy="369332"/>
          </a:xfrm>
          <a:prstGeom prst="rect">
            <a:avLst/>
          </a:prstGeom>
          <a:noFill/>
        </p:spPr>
        <p:txBody>
          <a:bodyPr wrap="square" rtlCol="0">
            <a:spAutoFit/>
          </a:bodyPr>
          <a:lstStyle/>
          <a:p>
            <a:r>
              <a:rPr lang="en-US" altLang="zh-CN" b="1" dirty="0" smtClean="0">
                <a:solidFill>
                  <a:srgbClr val="FF0000"/>
                </a:solidFill>
              </a:rPr>
              <a:t>KB</a:t>
            </a:r>
            <a:endParaRPr lang="zh-CN" altLang="en-US" b="1" dirty="0">
              <a:solidFill>
                <a:srgbClr val="FF0000"/>
              </a:solidFill>
            </a:endParaRPr>
          </a:p>
        </p:txBody>
      </p:sp>
      <p:sp>
        <p:nvSpPr>
          <p:cNvPr id="5" name="TextBox 4"/>
          <p:cNvSpPr txBox="1"/>
          <p:nvPr/>
        </p:nvSpPr>
        <p:spPr>
          <a:xfrm>
            <a:off x="10085751" y="4838465"/>
            <a:ext cx="606054" cy="369332"/>
          </a:xfrm>
          <a:prstGeom prst="rect">
            <a:avLst/>
          </a:prstGeom>
          <a:noFill/>
        </p:spPr>
        <p:txBody>
          <a:bodyPr wrap="square" rtlCol="0">
            <a:spAutoFit/>
          </a:bodyPr>
          <a:lstStyle/>
          <a:p>
            <a:r>
              <a:rPr lang="en-US" altLang="zh-CN" b="1" dirty="0" smtClean="0">
                <a:solidFill>
                  <a:srgbClr val="FF0000"/>
                </a:solidFill>
              </a:rPr>
              <a:t>MB</a:t>
            </a:r>
            <a:endParaRPr lang="zh-CN" altLang="en-US" b="1" dirty="0">
              <a:solidFill>
                <a:srgbClr val="FF0000"/>
              </a:solidFill>
            </a:endParaRPr>
          </a:p>
        </p:txBody>
      </p:sp>
    </p:spTree>
  </p:cSld>
  <p:clrMapOvr>
    <a:masterClrMapping/>
  </p:clrMapOvr>
  <p:transition spd="slow">
    <p:push dir="u"/>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Box 44"/>
          <p:cNvSpPr txBox="1"/>
          <p:nvPr>
            <p:custDataLst>
              <p:tags r:id="rId3"/>
            </p:custDataLst>
          </p:nvPr>
        </p:nvSpPr>
        <p:spPr>
          <a:xfrm>
            <a:off x="2843549" y="1475126"/>
            <a:ext cx="1938002" cy="830997"/>
          </a:xfrm>
          <a:prstGeom prst="rect">
            <a:avLst/>
          </a:prstGeom>
          <a:noFill/>
        </p:spPr>
        <p:txBody>
          <a:bodyPr wrap="square" rtlCol="0">
            <a:spAutoFit/>
          </a:bodyPr>
          <a:lstStyle/>
          <a:p>
            <a:pPr algn="ctr"/>
            <a:r>
              <a:rPr lang="zh-CN" altLang="en-US" sz="4800" b="1" dirty="0" smtClean="0">
                <a:solidFill>
                  <a:srgbClr val="2D9F7E"/>
                </a:solidFill>
                <a:latin typeface="微软雅黑" panose="020B0503020204020204" pitchFamily="34" charset="-122"/>
                <a:ea typeface="微软雅黑" panose="020B0503020204020204" pitchFamily="34" charset="-122"/>
              </a:rPr>
              <a:t>问</a:t>
            </a:r>
            <a:endParaRPr lang="en-US" altLang="zh-CN" sz="4800" b="1" dirty="0">
              <a:solidFill>
                <a:srgbClr val="2D9F7E"/>
              </a:solidFill>
              <a:latin typeface="微软雅黑" panose="020B0503020204020204" pitchFamily="34" charset="-122"/>
              <a:ea typeface="微软雅黑" panose="020B0503020204020204" pitchFamily="34" charset="-122"/>
            </a:endParaRPr>
          </a:p>
        </p:txBody>
      </p:sp>
      <p:sp>
        <p:nvSpPr>
          <p:cNvPr id="7" name="TextBox 44"/>
          <p:cNvSpPr txBox="1"/>
          <p:nvPr>
            <p:custDataLst>
              <p:tags r:id="rId4"/>
            </p:custDataLst>
          </p:nvPr>
        </p:nvSpPr>
        <p:spPr>
          <a:xfrm>
            <a:off x="5177174" y="1475126"/>
            <a:ext cx="1938002" cy="829945"/>
          </a:xfrm>
          <a:prstGeom prst="rect">
            <a:avLst/>
          </a:prstGeom>
          <a:noFill/>
        </p:spPr>
        <p:txBody>
          <a:bodyPr wrap="square" rtlCol="0">
            <a:spAutoFit/>
          </a:bodyPr>
          <a:lstStyle/>
          <a:p>
            <a:pPr algn="ctr"/>
            <a:r>
              <a:rPr lang="zh-CN" altLang="en-US" sz="4800" b="1" dirty="0" smtClean="0">
                <a:solidFill>
                  <a:srgbClr val="2D9F7E"/>
                </a:solidFill>
                <a:latin typeface="微软雅黑" panose="020B0503020204020204" pitchFamily="34" charset="-122"/>
                <a:ea typeface="微软雅黑" panose="020B0503020204020204" pitchFamily="34" charset="-122"/>
              </a:rPr>
              <a:t>题</a:t>
            </a:r>
            <a:endParaRPr lang="zh-CN" sz="4800" b="1" dirty="0">
              <a:solidFill>
                <a:srgbClr val="2D9F7E"/>
              </a:solidFill>
              <a:latin typeface="微软雅黑" panose="020B0503020204020204" pitchFamily="34" charset="-122"/>
              <a:ea typeface="微软雅黑" panose="020B0503020204020204" pitchFamily="34" charset="-122"/>
            </a:endParaRPr>
          </a:p>
        </p:txBody>
      </p:sp>
      <p:sp>
        <p:nvSpPr>
          <p:cNvPr id="8" name="TextBox 44"/>
          <p:cNvSpPr txBox="1"/>
          <p:nvPr>
            <p:custDataLst>
              <p:tags r:id="rId5"/>
            </p:custDataLst>
          </p:nvPr>
        </p:nvSpPr>
        <p:spPr>
          <a:xfrm>
            <a:off x="7510799" y="1475126"/>
            <a:ext cx="1938002" cy="830997"/>
          </a:xfrm>
          <a:prstGeom prst="rect">
            <a:avLst/>
          </a:prstGeom>
          <a:noFill/>
        </p:spPr>
        <p:txBody>
          <a:bodyPr wrap="square" rtlCol="0">
            <a:spAutoFit/>
          </a:bodyPr>
          <a:lstStyle/>
          <a:p>
            <a:pPr algn="ctr"/>
            <a:r>
              <a:rPr lang="zh-CN" altLang="en-US" sz="4800" b="1" dirty="0">
                <a:solidFill>
                  <a:srgbClr val="2D9F7E"/>
                </a:solidFill>
                <a:latin typeface="微软雅黑" panose="020B0503020204020204" pitchFamily="34" charset="-122"/>
                <a:ea typeface="微软雅黑" panose="020B0503020204020204" pitchFamily="34" charset="-122"/>
              </a:rPr>
              <a:t>五</a:t>
            </a:r>
            <a:endParaRPr lang="en-US" altLang="zh-CN" sz="4800" b="1" dirty="0">
              <a:solidFill>
                <a:srgbClr val="2D9F7E"/>
              </a:solidFill>
              <a:latin typeface="微软雅黑" panose="020B0503020204020204" pitchFamily="34" charset="-122"/>
              <a:ea typeface="微软雅黑" panose="020B0503020204020204" pitchFamily="34" charset="-122"/>
            </a:endParaRPr>
          </a:p>
        </p:txBody>
      </p:sp>
      <p:sp>
        <p:nvSpPr>
          <p:cNvPr id="13" name="矩形 12"/>
          <p:cNvSpPr/>
          <p:nvPr>
            <p:custDataLst>
              <p:tags r:id="rId6"/>
            </p:custDataLst>
          </p:nvPr>
        </p:nvSpPr>
        <p:spPr>
          <a:xfrm>
            <a:off x="2381250" y="3632195"/>
            <a:ext cx="7824312" cy="1045210"/>
          </a:xfrm>
          <a:prstGeom prst="rect">
            <a:avLst/>
          </a:prstGeom>
        </p:spPr>
        <p:txBody>
          <a:bodyPr wrap="square">
            <a:spAutoFit/>
          </a:bodyPr>
          <a:lstStyle/>
          <a:p>
            <a:pPr algn="ctr"/>
            <a:r>
              <a:rPr lang="zh-CN" altLang="en-US" sz="6200" b="1" spc="2200">
                <a:solidFill>
                  <a:srgbClr val="2D9F7E"/>
                </a:solidFill>
                <a:latin typeface="微软雅黑" panose="020B0503020204020204" pitchFamily="34" charset="-122"/>
                <a:ea typeface="微软雅黑" panose="020B0503020204020204" pitchFamily="34" charset="-122"/>
              </a:rPr>
              <a:t>数据压缩</a:t>
            </a:r>
            <a:endParaRPr lang="zh-CN" altLang="en-US" sz="6200" b="1" spc="2200">
              <a:solidFill>
                <a:srgbClr val="2D9F7E"/>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p:cNvSpPr txBox="1">
            <a:spLocks noChangeArrowheads="1"/>
          </p:cNvSpPr>
          <p:nvPr>
            <p:custDataLst>
              <p:tags r:id="rId1"/>
            </p:custDataLst>
          </p:nvPr>
        </p:nvSpPr>
        <p:spPr bwMode="auto">
          <a:xfrm>
            <a:off x="4468715" y="28654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数据压缩</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9" name="文本框 28"/>
          <p:cNvSpPr txBox="1"/>
          <p:nvPr>
            <p:custDataLst>
              <p:tags r:id="rId2"/>
            </p:custDataLst>
          </p:nvPr>
        </p:nvSpPr>
        <p:spPr>
          <a:xfrm>
            <a:off x="6985591" y="1892921"/>
            <a:ext cx="4052570" cy="523240"/>
          </a:xfrm>
          <a:prstGeom prst="rect">
            <a:avLst/>
          </a:prstGeom>
        </p:spPr>
        <p:txBody>
          <a:bodyPr wrap="square" anchor="b" anchorCtr="0">
            <a:noAutofit/>
          </a:bodyPr>
          <a:lstStyle>
            <a:defPPr>
              <a:defRPr lang="zh-CN"/>
            </a:defPPr>
            <a:lvl1pPr algn="just">
              <a:lnSpc>
                <a:spcPct val="120000"/>
              </a:lnSpc>
              <a:defRPr sz="2000" b="1" i="0" spc="300">
                <a:solidFill>
                  <a:sysClr val="windowText" lastClr="000000">
                    <a:lumMod val="75000"/>
                    <a:lumOff val="25000"/>
                  </a:sysClr>
                </a:solidFill>
                <a:latin typeface="Arial" panose="020B0604020202020204" pitchFamily="34" charset="0"/>
                <a:ea typeface="微软雅黑" panose="020B0503020204020204" pitchFamily="34" charset="-122"/>
                <a:cs typeface="+mn-ea"/>
              </a:defRPr>
            </a:lvl1pPr>
          </a:lstStyle>
          <a:p>
            <a:r>
              <a:rPr lang="zh-CN" altLang="en-US" sz="2400" dirty="0">
                <a:sym typeface="Arial" panose="020B0604020202020204" pitchFamily="34" charset="0"/>
              </a:rPr>
              <a:t>无损压缩</a:t>
            </a:r>
            <a:endParaRPr lang="zh-CN" altLang="en-US" sz="2400" dirty="0">
              <a:sym typeface="Arial" panose="020B0604020202020204" pitchFamily="34" charset="0"/>
            </a:endParaRPr>
          </a:p>
        </p:txBody>
      </p:sp>
      <p:sp>
        <p:nvSpPr>
          <p:cNvPr id="30" name="文本框 29"/>
          <p:cNvSpPr txBox="1"/>
          <p:nvPr>
            <p:custDataLst>
              <p:tags r:id="rId3"/>
            </p:custDataLst>
          </p:nvPr>
        </p:nvSpPr>
        <p:spPr>
          <a:xfrm>
            <a:off x="7066316" y="2522581"/>
            <a:ext cx="4051935" cy="1100455"/>
          </a:xfrm>
          <a:prstGeom prst="rect">
            <a:avLst/>
          </a:prstGeom>
        </p:spPr>
        <p:txBody>
          <a:bodyPr wrap="square"/>
          <a:lstStyle>
            <a:defPPr>
              <a:defRPr lang="zh-CN"/>
            </a:defPPr>
            <a:lvl1pPr>
              <a:lnSpc>
                <a:spcPct val="120000"/>
              </a:lnSpc>
              <a:defRPr sz="1400" spc="150">
                <a:solidFill>
                  <a:sysClr val="windowText" lastClr="000000">
                    <a:lumMod val="75000"/>
                    <a:lumOff val="25000"/>
                  </a:sysClr>
                </a:solidFill>
                <a:latin typeface="Arial" panose="020B0604020202020204" pitchFamily="34" charset="0"/>
                <a:ea typeface="微软雅黑" panose="020B0503020204020204" pitchFamily="34" charset="-122"/>
              </a:defRPr>
            </a:lvl1pPr>
          </a:lstStyle>
          <a:p>
            <a:pPr>
              <a:lnSpc>
                <a:spcPct val="150000"/>
              </a:lnSpc>
            </a:pPr>
            <a:r>
              <a:rPr kumimoji="1" lang="zh-CN" altLang="en-US" sz="2000" b="1" dirty="0">
                <a:solidFill>
                  <a:schemeClr val="tx1"/>
                </a:solidFill>
                <a:latin typeface="微软雅黑" panose="020B0503020204020204" pitchFamily="34" charset="-122"/>
                <a:sym typeface="+mn-ea"/>
              </a:rPr>
              <a:t>无损压缩指对压缩后的数据进行还原后，得到的数据与压缩前完全相同。</a:t>
            </a:r>
            <a:endParaRPr kumimoji="1" lang="zh-CN" altLang="en-US" sz="2000" b="1" dirty="0">
              <a:solidFill>
                <a:schemeClr val="tx1"/>
              </a:solidFill>
              <a:latin typeface="微软雅黑" panose="020B0503020204020204" pitchFamily="34" charset="-122"/>
              <a:sym typeface="+mn-ea"/>
            </a:endParaRPr>
          </a:p>
        </p:txBody>
      </p:sp>
      <p:sp>
        <p:nvSpPr>
          <p:cNvPr id="31" name="任意多边形 30"/>
          <p:cNvSpPr/>
          <p:nvPr>
            <p:custDataLst>
              <p:tags r:id="rId4"/>
            </p:custDataLst>
          </p:nvPr>
        </p:nvSpPr>
        <p:spPr>
          <a:xfrm>
            <a:off x="4714370" y="2820284"/>
            <a:ext cx="1293026" cy="915841"/>
          </a:xfrm>
          <a:custGeom>
            <a:avLst/>
            <a:gdLst>
              <a:gd name="connsiteX0" fmla="*/ 4495800 w 4495800"/>
              <a:gd name="connsiteY0" fmla="*/ 0 h 923494"/>
              <a:gd name="connsiteX1" fmla="*/ 2647950 w 4495800"/>
              <a:gd name="connsiteY1" fmla="*/ 323850 h 923494"/>
              <a:gd name="connsiteX2" fmla="*/ 1466850 w 4495800"/>
              <a:gd name="connsiteY2" fmla="*/ 895350 h 923494"/>
              <a:gd name="connsiteX3" fmla="*/ 0 w 4495800"/>
              <a:gd name="connsiteY3" fmla="*/ 876300 h 923494"/>
              <a:gd name="connsiteX0-1" fmla="*/ 4533900 w 4533900"/>
              <a:gd name="connsiteY0-2" fmla="*/ 0 h 980063"/>
              <a:gd name="connsiteX1-3" fmla="*/ 2686050 w 4533900"/>
              <a:gd name="connsiteY1-4" fmla="*/ 323850 h 980063"/>
              <a:gd name="connsiteX2-5" fmla="*/ 1504950 w 4533900"/>
              <a:gd name="connsiteY2-6" fmla="*/ 895350 h 980063"/>
              <a:gd name="connsiteX3-7" fmla="*/ 0 w 4533900"/>
              <a:gd name="connsiteY3-8" fmla="*/ 980063 h 980063"/>
            </a:gdLst>
            <a:ahLst/>
            <a:cxnLst>
              <a:cxn ang="0">
                <a:pos x="connsiteX0-1" y="connsiteY0-2"/>
              </a:cxn>
              <a:cxn ang="0">
                <a:pos x="connsiteX1-3" y="connsiteY1-4"/>
              </a:cxn>
              <a:cxn ang="0">
                <a:pos x="connsiteX2-5" y="connsiteY2-6"/>
              </a:cxn>
              <a:cxn ang="0">
                <a:pos x="connsiteX3-7" y="connsiteY3-8"/>
              </a:cxn>
            </a:cxnLst>
            <a:rect l="l" t="t" r="r" b="b"/>
            <a:pathLst>
              <a:path w="4533900" h="980063">
                <a:moveTo>
                  <a:pt x="4533900" y="0"/>
                </a:moveTo>
                <a:cubicBezTo>
                  <a:pt x="3862387" y="87312"/>
                  <a:pt x="3190875" y="174625"/>
                  <a:pt x="2686050" y="323850"/>
                </a:cubicBezTo>
                <a:cubicBezTo>
                  <a:pt x="2181225" y="473075"/>
                  <a:pt x="1952625" y="785981"/>
                  <a:pt x="1504950" y="895350"/>
                </a:cubicBezTo>
                <a:cubicBezTo>
                  <a:pt x="1057275" y="1004719"/>
                  <a:pt x="127000" y="922913"/>
                  <a:pt x="0" y="980063"/>
                </a:cubicBezTo>
              </a:path>
            </a:pathLst>
          </a:custGeom>
          <a:noFill/>
          <a:ln>
            <a:solidFill>
              <a:srgbClr val="8590CA"/>
            </a:solidFill>
          </a:ln>
        </p:spPr>
        <p:style>
          <a:lnRef idx="2">
            <a:srgbClr val="8590CA">
              <a:shade val="50000"/>
            </a:srgbClr>
          </a:lnRef>
          <a:fillRef idx="1">
            <a:srgbClr val="8590CA"/>
          </a:fillRef>
          <a:effectRef idx="0">
            <a:srgbClr val="8590CA"/>
          </a:effectRef>
          <a:fontRef idx="minor">
            <a:sysClr val="window" lastClr="FFFFFF"/>
          </a:fontRef>
        </p:style>
        <p:txBody>
          <a:bodyPr rtlCol="0" anchor="ctr"/>
          <a:lstStyle/>
          <a:p>
            <a:pPr algn="ctr">
              <a:lnSpc>
                <a:spcPct val="120000"/>
              </a:lnSpc>
            </a:pPr>
            <a:endParaRPr lang="zh-CN" altLang="en-US" sz="1050">
              <a:solidFill>
                <a:sysClr val="windowText" lastClr="000000">
                  <a:lumMod val="75000"/>
                  <a:lumOff val="25000"/>
                </a:sys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2" name="任意多边形 31"/>
          <p:cNvSpPr/>
          <p:nvPr>
            <p:custDataLst>
              <p:tags r:id="rId5"/>
            </p:custDataLst>
          </p:nvPr>
        </p:nvSpPr>
        <p:spPr>
          <a:xfrm flipV="1">
            <a:off x="4714369" y="3710599"/>
            <a:ext cx="1381631" cy="777089"/>
          </a:xfrm>
          <a:custGeom>
            <a:avLst/>
            <a:gdLst>
              <a:gd name="connsiteX0" fmla="*/ 4495800 w 4495800"/>
              <a:gd name="connsiteY0" fmla="*/ 0 h 923494"/>
              <a:gd name="connsiteX1" fmla="*/ 2647950 w 4495800"/>
              <a:gd name="connsiteY1" fmla="*/ 323850 h 923494"/>
              <a:gd name="connsiteX2" fmla="*/ 1466850 w 4495800"/>
              <a:gd name="connsiteY2" fmla="*/ 895350 h 923494"/>
              <a:gd name="connsiteX3" fmla="*/ 0 w 4495800"/>
              <a:gd name="connsiteY3" fmla="*/ 876300 h 923494"/>
              <a:gd name="connsiteX0-1" fmla="*/ 4533900 w 4533900"/>
              <a:gd name="connsiteY0-2" fmla="*/ 0 h 980063"/>
              <a:gd name="connsiteX1-3" fmla="*/ 2686050 w 4533900"/>
              <a:gd name="connsiteY1-4" fmla="*/ 323850 h 980063"/>
              <a:gd name="connsiteX2-5" fmla="*/ 1504950 w 4533900"/>
              <a:gd name="connsiteY2-6" fmla="*/ 895350 h 980063"/>
              <a:gd name="connsiteX3-7" fmla="*/ 0 w 4533900"/>
              <a:gd name="connsiteY3-8" fmla="*/ 980063 h 980063"/>
            </a:gdLst>
            <a:ahLst/>
            <a:cxnLst>
              <a:cxn ang="0">
                <a:pos x="connsiteX0-1" y="connsiteY0-2"/>
              </a:cxn>
              <a:cxn ang="0">
                <a:pos x="connsiteX1-3" y="connsiteY1-4"/>
              </a:cxn>
              <a:cxn ang="0">
                <a:pos x="connsiteX2-5" y="connsiteY2-6"/>
              </a:cxn>
              <a:cxn ang="0">
                <a:pos x="connsiteX3-7" y="connsiteY3-8"/>
              </a:cxn>
            </a:cxnLst>
            <a:rect l="l" t="t" r="r" b="b"/>
            <a:pathLst>
              <a:path w="4533900" h="980063">
                <a:moveTo>
                  <a:pt x="4533900" y="0"/>
                </a:moveTo>
                <a:cubicBezTo>
                  <a:pt x="3862387" y="87312"/>
                  <a:pt x="3190875" y="174625"/>
                  <a:pt x="2686050" y="323850"/>
                </a:cubicBezTo>
                <a:cubicBezTo>
                  <a:pt x="2181225" y="473075"/>
                  <a:pt x="1952625" y="785981"/>
                  <a:pt x="1504950" y="895350"/>
                </a:cubicBezTo>
                <a:cubicBezTo>
                  <a:pt x="1057275" y="1004719"/>
                  <a:pt x="127000" y="922913"/>
                  <a:pt x="0" y="980063"/>
                </a:cubicBezTo>
              </a:path>
            </a:pathLst>
          </a:custGeom>
          <a:noFill/>
          <a:ln>
            <a:solidFill>
              <a:srgbClr val="8590CA"/>
            </a:solidFill>
          </a:ln>
        </p:spPr>
        <p:style>
          <a:lnRef idx="2">
            <a:srgbClr val="8590CA">
              <a:shade val="50000"/>
            </a:srgbClr>
          </a:lnRef>
          <a:fillRef idx="1">
            <a:srgbClr val="8590CA"/>
          </a:fillRef>
          <a:effectRef idx="0">
            <a:srgbClr val="8590CA"/>
          </a:effectRef>
          <a:fontRef idx="minor">
            <a:sysClr val="window" lastClr="FFFFFF"/>
          </a:fontRef>
        </p:style>
        <p:txBody>
          <a:bodyPr rtlCol="0" anchor="ctr"/>
          <a:lstStyle/>
          <a:p>
            <a:pPr algn="ctr">
              <a:lnSpc>
                <a:spcPct val="120000"/>
              </a:lnSpc>
            </a:pPr>
            <a:endParaRPr lang="zh-CN" altLang="en-US" sz="1050">
              <a:solidFill>
                <a:sysClr val="windowText" lastClr="000000">
                  <a:lumMod val="75000"/>
                  <a:lumOff val="25000"/>
                </a:sys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3" name="等腰三角形 32"/>
          <p:cNvSpPr/>
          <p:nvPr>
            <p:custDataLst>
              <p:tags r:id="rId6"/>
            </p:custDataLst>
          </p:nvPr>
        </p:nvSpPr>
        <p:spPr>
          <a:xfrm rot="16200000">
            <a:off x="4346688" y="3513008"/>
            <a:ext cx="317993" cy="417367"/>
          </a:xfrm>
          <a:prstGeom prst="triangle">
            <a:avLst/>
          </a:prstGeom>
          <a:solidFill>
            <a:schemeClr val="accent6">
              <a:lumMod val="60000"/>
              <a:lumOff val="40000"/>
            </a:schemeClr>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lstStyle/>
          <a:p>
            <a:pPr algn="ctr">
              <a:lnSpc>
                <a:spcPct val="120000"/>
              </a:lnSpc>
            </a:pPr>
            <a:endParaRPr lang="zh-CN" altLang="en-US" sz="1050">
              <a:solidFill>
                <a:sysClr val="windowText" lastClr="000000">
                  <a:lumMod val="75000"/>
                  <a:lumOff val="25000"/>
                </a:sys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4" name="Oval 6"/>
          <p:cNvSpPr/>
          <p:nvPr>
            <p:custDataLst>
              <p:tags r:id="rId7"/>
            </p:custDataLst>
          </p:nvPr>
        </p:nvSpPr>
        <p:spPr bwMode="auto">
          <a:xfrm>
            <a:off x="6164189" y="4143006"/>
            <a:ext cx="901492" cy="841588"/>
          </a:xfrm>
          <a:prstGeom prst="ellipse">
            <a:avLst/>
          </a:prstGeom>
          <a:solidFill>
            <a:srgbClr val="8590CA"/>
          </a:solidFill>
          <a:ln w="25400">
            <a:solidFill>
              <a:sysClr val="windowText" lastClr="000000">
                <a:alpha val="0"/>
              </a:sysClr>
            </a:solidFill>
            <a:miter lim="800000"/>
          </a:ln>
        </p:spPr>
        <p:txBody>
          <a:bodyPr lIns="0" tIns="0" rIns="0" bIns="0"/>
          <a:lstStyle>
            <a:lvl1pPr eaLnBrk="0" hangingPunct="0">
              <a:defRPr sz="5800">
                <a:solidFill>
                  <a:srgbClr val="000000"/>
                </a:solidFill>
                <a:latin typeface="Gill Sans" charset="0"/>
                <a:ea typeface="ヒラギノ角ゴ ProN W3" pitchFamily="2" charset="-128"/>
                <a:sym typeface="Gill Sans" charset="0"/>
              </a:defRPr>
            </a:lvl1pPr>
            <a:lvl2pPr marL="742950" indent="-285750" eaLnBrk="0" hangingPunct="0">
              <a:defRPr sz="5800">
                <a:solidFill>
                  <a:srgbClr val="000000"/>
                </a:solidFill>
                <a:latin typeface="Gill Sans" charset="0"/>
                <a:ea typeface="ヒラギノ角ゴ ProN W3" pitchFamily="2" charset="-128"/>
                <a:sym typeface="Gill Sans" charset="0"/>
              </a:defRPr>
            </a:lvl2pPr>
            <a:lvl3pPr marL="1143000" indent="-228600" eaLnBrk="0" hangingPunct="0">
              <a:defRPr sz="5800">
                <a:solidFill>
                  <a:srgbClr val="000000"/>
                </a:solidFill>
                <a:latin typeface="Gill Sans" charset="0"/>
                <a:ea typeface="ヒラギノ角ゴ ProN W3" pitchFamily="2" charset="-128"/>
                <a:sym typeface="Gill Sans" charset="0"/>
              </a:defRPr>
            </a:lvl3pPr>
            <a:lvl4pPr marL="1600200" indent="-228600" eaLnBrk="0" hangingPunct="0">
              <a:defRPr sz="5800">
                <a:solidFill>
                  <a:srgbClr val="000000"/>
                </a:solidFill>
                <a:latin typeface="Gill Sans" charset="0"/>
                <a:ea typeface="ヒラギノ角ゴ ProN W3" pitchFamily="2" charset="-128"/>
                <a:sym typeface="Gill Sans" charset="0"/>
              </a:defRPr>
            </a:lvl4pPr>
            <a:lvl5pPr marL="2057400" indent="-228600" eaLnBrk="0" hangingPunct="0">
              <a:defRPr sz="5800">
                <a:solidFill>
                  <a:srgbClr val="000000"/>
                </a:solidFill>
                <a:latin typeface="Gill Sans" charset="0"/>
                <a:ea typeface="ヒラギノ角ゴ ProN W3" pitchFamily="2" charset="-128"/>
                <a:sym typeface="Gill Sans" charset="0"/>
              </a:defRPr>
            </a:lvl5pPr>
            <a:lvl6pPr marL="25146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6pPr>
            <a:lvl7pPr marL="29718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7pPr>
            <a:lvl8pPr marL="34290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8pPr>
            <a:lvl9pPr marL="38862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9pPr>
          </a:lstStyle>
          <a:p>
            <a:pPr algn="ctr" eaLnBrk="1" hangingPunct="1">
              <a:lnSpc>
                <a:spcPct val="120000"/>
              </a:lnSpc>
            </a:pPr>
            <a:endParaRPr lang="es-ES">
              <a:solidFill>
                <a:sysClr val="windowText" lastClr="000000">
                  <a:lumMod val="75000"/>
                  <a:lumOff val="25000"/>
                </a:sys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5" name="Freeform 343"/>
          <p:cNvSpPr>
            <a:spLocks noEditPoints="1"/>
          </p:cNvSpPr>
          <p:nvPr>
            <p:custDataLst>
              <p:tags r:id="rId8"/>
            </p:custDataLst>
          </p:nvPr>
        </p:nvSpPr>
        <p:spPr bwMode="auto">
          <a:xfrm>
            <a:off x="6345484" y="4371509"/>
            <a:ext cx="523405" cy="384583"/>
          </a:xfrm>
          <a:custGeom>
            <a:avLst/>
            <a:gdLst>
              <a:gd name="T0" fmla="*/ 17 w 48"/>
              <a:gd name="T1" fmla="*/ 26 h 46"/>
              <a:gd name="T2" fmla="*/ 13 w 48"/>
              <a:gd name="T3" fmla="*/ 23 h 46"/>
              <a:gd name="T4" fmla="*/ 7 w 48"/>
              <a:gd name="T5" fmla="*/ 35 h 46"/>
              <a:gd name="T6" fmla="*/ 1 w 48"/>
              <a:gd name="T7" fmla="*/ 26 h 46"/>
              <a:gd name="T8" fmla="*/ 1 w 48"/>
              <a:gd name="T9" fmla="*/ 23 h 46"/>
              <a:gd name="T10" fmla="*/ 4 w 48"/>
              <a:gd name="T11" fmla="*/ 18 h 46"/>
              <a:gd name="T12" fmla="*/ 1 w 48"/>
              <a:gd name="T13" fmla="*/ 15 h 46"/>
              <a:gd name="T14" fmla="*/ 12 w 48"/>
              <a:gd name="T15" fmla="*/ 16 h 46"/>
              <a:gd name="T16" fmla="*/ 17 w 48"/>
              <a:gd name="T17" fmla="*/ 26 h 46"/>
              <a:gd name="T18" fmla="*/ 22 w 48"/>
              <a:gd name="T19" fmla="*/ 41 h 46"/>
              <a:gd name="T20" fmla="*/ 22 w 48"/>
              <a:gd name="T21" fmla="*/ 42 h 46"/>
              <a:gd name="T22" fmla="*/ 11 w 48"/>
              <a:gd name="T23" fmla="*/ 41 h 46"/>
              <a:gd name="T24" fmla="*/ 8 w 48"/>
              <a:gd name="T25" fmla="*/ 38 h 46"/>
              <a:gd name="T26" fmla="*/ 9 w 48"/>
              <a:gd name="T27" fmla="*/ 31 h 46"/>
              <a:gd name="T28" fmla="*/ 23 w 48"/>
              <a:gd name="T29" fmla="*/ 31 h 46"/>
              <a:gd name="T30" fmla="*/ 22 w 48"/>
              <a:gd name="T31" fmla="*/ 41 h 46"/>
              <a:gd name="T32" fmla="*/ 17 w 48"/>
              <a:gd name="T33" fmla="*/ 16 h 46"/>
              <a:gd name="T34" fmla="*/ 9 w 48"/>
              <a:gd name="T35" fmla="*/ 11 h 46"/>
              <a:gd name="T36" fmla="*/ 8 w 48"/>
              <a:gd name="T37" fmla="*/ 11 h 46"/>
              <a:gd name="T38" fmla="*/ 14 w 48"/>
              <a:gd name="T39" fmla="*/ 2 h 46"/>
              <a:gd name="T40" fmla="*/ 18 w 48"/>
              <a:gd name="T41" fmla="*/ 0 h 46"/>
              <a:gd name="T42" fmla="*/ 24 w 48"/>
              <a:gd name="T43" fmla="*/ 5 h 46"/>
              <a:gd name="T44" fmla="*/ 17 w 48"/>
              <a:gd name="T45" fmla="*/ 16 h 46"/>
              <a:gd name="T46" fmla="*/ 42 w 48"/>
              <a:gd name="T47" fmla="*/ 5 h 46"/>
              <a:gd name="T48" fmla="*/ 36 w 48"/>
              <a:gd name="T49" fmla="*/ 15 h 46"/>
              <a:gd name="T50" fmla="*/ 25 w 48"/>
              <a:gd name="T51" fmla="*/ 14 h 46"/>
              <a:gd name="T52" fmla="*/ 29 w 48"/>
              <a:gd name="T53" fmla="*/ 12 h 46"/>
              <a:gd name="T54" fmla="*/ 21 w 48"/>
              <a:gd name="T55" fmla="*/ 0 h 46"/>
              <a:gd name="T56" fmla="*/ 32 w 48"/>
              <a:gd name="T57" fmla="*/ 0 h 46"/>
              <a:gd name="T58" fmla="*/ 35 w 48"/>
              <a:gd name="T59" fmla="*/ 2 h 46"/>
              <a:gd name="T60" fmla="*/ 38 w 48"/>
              <a:gd name="T61" fmla="*/ 7 h 46"/>
              <a:gd name="T62" fmla="*/ 42 w 48"/>
              <a:gd name="T63" fmla="*/ 5 h 46"/>
              <a:gd name="T64" fmla="*/ 40 w 48"/>
              <a:gd name="T65" fmla="*/ 39 h 46"/>
              <a:gd name="T66" fmla="*/ 38 w 48"/>
              <a:gd name="T67" fmla="*/ 41 h 46"/>
              <a:gd name="T68" fmla="*/ 32 w 48"/>
              <a:gd name="T69" fmla="*/ 41 h 46"/>
              <a:gd name="T70" fmla="*/ 32 w 48"/>
              <a:gd name="T71" fmla="*/ 46 h 46"/>
              <a:gd name="T72" fmla="*/ 26 w 48"/>
              <a:gd name="T73" fmla="*/ 36 h 46"/>
              <a:gd name="T74" fmla="*/ 31 w 48"/>
              <a:gd name="T75" fmla="*/ 26 h 46"/>
              <a:gd name="T76" fmla="*/ 32 w 48"/>
              <a:gd name="T77" fmla="*/ 31 h 46"/>
              <a:gd name="T78" fmla="*/ 45 w 48"/>
              <a:gd name="T79" fmla="*/ 30 h 46"/>
              <a:gd name="T80" fmla="*/ 40 w 48"/>
              <a:gd name="T81" fmla="*/ 39 h 46"/>
              <a:gd name="T82" fmla="*/ 47 w 48"/>
              <a:gd name="T83" fmla="*/ 23 h 46"/>
              <a:gd name="T84" fmla="*/ 47 w 48"/>
              <a:gd name="T85" fmla="*/ 27 h 46"/>
              <a:gd name="T86" fmla="*/ 40 w 48"/>
              <a:gd name="T87" fmla="*/ 30 h 46"/>
              <a:gd name="T88" fmla="*/ 33 w 48"/>
              <a:gd name="T89" fmla="*/ 19 h 46"/>
              <a:gd name="T90" fmla="*/ 41 w 48"/>
              <a:gd name="T91" fmla="*/ 13 h 46"/>
              <a:gd name="T92" fmla="*/ 42 w 48"/>
              <a:gd name="T93" fmla="*/ 13 h 46"/>
              <a:gd name="T94" fmla="*/ 47 w 48"/>
              <a:gd name="T95" fmla="*/ 23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8" h="46">
                <a:moveTo>
                  <a:pt x="17" y="26"/>
                </a:moveTo>
                <a:cubicBezTo>
                  <a:pt x="13" y="23"/>
                  <a:pt x="13" y="23"/>
                  <a:pt x="13" y="23"/>
                </a:cubicBezTo>
                <a:cubicBezTo>
                  <a:pt x="7" y="30"/>
                  <a:pt x="7" y="35"/>
                  <a:pt x="7" y="35"/>
                </a:cubicBezTo>
                <a:cubicBezTo>
                  <a:pt x="1" y="26"/>
                  <a:pt x="1" y="26"/>
                  <a:pt x="1" y="26"/>
                </a:cubicBezTo>
                <a:cubicBezTo>
                  <a:pt x="0" y="24"/>
                  <a:pt x="1" y="23"/>
                  <a:pt x="1" y="23"/>
                </a:cubicBezTo>
                <a:cubicBezTo>
                  <a:pt x="1" y="23"/>
                  <a:pt x="2" y="21"/>
                  <a:pt x="4" y="18"/>
                </a:cubicBezTo>
                <a:cubicBezTo>
                  <a:pt x="1" y="15"/>
                  <a:pt x="1" y="15"/>
                  <a:pt x="1" y="15"/>
                </a:cubicBezTo>
                <a:cubicBezTo>
                  <a:pt x="12" y="16"/>
                  <a:pt x="12" y="16"/>
                  <a:pt x="12" y="16"/>
                </a:cubicBezTo>
                <a:lnTo>
                  <a:pt x="17" y="26"/>
                </a:lnTo>
                <a:close/>
                <a:moveTo>
                  <a:pt x="22" y="41"/>
                </a:moveTo>
                <a:cubicBezTo>
                  <a:pt x="22" y="42"/>
                  <a:pt x="22" y="42"/>
                  <a:pt x="22" y="42"/>
                </a:cubicBezTo>
                <a:cubicBezTo>
                  <a:pt x="11" y="41"/>
                  <a:pt x="11" y="41"/>
                  <a:pt x="11" y="41"/>
                </a:cubicBezTo>
                <a:cubicBezTo>
                  <a:pt x="9" y="41"/>
                  <a:pt x="8" y="40"/>
                  <a:pt x="8" y="38"/>
                </a:cubicBezTo>
                <a:cubicBezTo>
                  <a:pt x="7" y="36"/>
                  <a:pt x="8" y="33"/>
                  <a:pt x="9" y="31"/>
                </a:cubicBezTo>
                <a:cubicBezTo>
                  <a:pt x="9" y="31"/>
                  <a:pt x="11" y="31"/>
                  <a:pt x="23" y="31"/>
                </a:cubicBezTo>
                <a:lnTo>
                  <a:pt x="22" y="41"/>
                </a:lnTo>
                <a:close/>
                <a:moveTo>
                  <a:pt x="17" y="16"/>
                </a:moveTo>
                <a:cubicBezTo>
                  <a:pt x="9" y="11"/>
                  <a:pt x="9" y="11"/>
                  <a:pt x="9" y="11"/>
                </a:cubicBezTo>
                <a:cubicBezTo>
                  <a:pt x="8" y="11"/>
                  <a:pt x="8" y="11"/>
                  <a:pt x="8" y="11"/>
                </a:cubicBezTo>
                <a:cubicBezTo>
                  <a:pt x="14" y="2"/>
                  <a:pt x="14" y="2"/>
                  <a:pt x="14" y="2"/>
                </a:cubicBezTo>
                <a:cubicBezTo>
                  <a:pt x="15" y="0"/>
                  <a:pt x="17" y="0"/>
                  <a:pt x="18" y="0"/>
                </a:cubicBezTo>
                <a:cubicBezTo>
                  <a:pt x="21" y="0"/>
                  <a:pt x="22" y="3"/>
                  <a:pt x="24" y="5"/>
                </a:cubicBezTo>
                <a:cubicBezTo>
                  <a:pt x="24" y="5"/>
                  <a:pt x="23" y="6"/>
                  <a:pt x="17" y="16"/>
                </a:cubicBezTo>
                <a:close/>
                <a:moveTo>
                  <a:pt x="42" y="5"/>
                </a:moveTo>
                <a:cubicBezTo>
                  <a:pt x="36" y="15"/>
                  <a:pt x="36" y="15"/>
                  <a:pt x="36" y="15"/>
                </a:cubicBezTo>
                <a:cubicBezTo>
                  <a:pt x="25" y="14"/>
                  <a:pt x="25" y="14"/>
                  <a:pt x="25" y="14"/>
                </a:cubicBezTo>
                <a:cubicBezTo>
                  <a:pt x="29" y="12"/>
                  <a:pt x="29" y="12"/>
                  <a:pt x="29" y="12"/>
                </a:cubicBezTo>
                <a:cubicBezTo>
                  <a:pt x="25" y="3"/>
                  <a:pt x="21" y="0"/>
                  <a:pt x="21" y="0"/>
                </a:cubicBezTo>
                <a:cubicBezTo>
                  <a:pt x="32" y="0"/>
                  <a:pt x="32" y="0"/>
                  <a:pt x="32" y="0"/>
                </a:cubicBezTo>
                <a:cubicBezTo>
                  <a:pt x="34" y="0"/>
                  <a:pt x="35" y="2"/>
                  <a:pt x="35" y="2"/>
                </a:cubicBezTo>
                <a:cubicBezTo>
                  <a:pt x="35" y="2"/>
                  <a:pt x="36" y="3"/>
                  <a:pt x="38" y="7"/>
                </a:cubicBezTo>
                <a:lnTo>
                  <a:pt x="42" y="5"/>
                </a:lnTo>
                <a:close/>
                <a:moveTo>
                  <a:pt x="40" y="39"/>
                </a:moveTo>
                <a:cubicBezTo>
                  <a:pt x="39" y="41"/>
                  <a:pt x="38" y="41"/>
                  <a:pt x="38" y="41"/>
                </a:cubicBezTo>
                <a:cubicBezTo>
                  <a:pt x="38" y="41"/>
                  <a:pt x="36" y="41"/>
                  <a:pt x="32" y="41"/>
                </a:cubicBezTo>
                <a:cubicBezTo>
                  <a:pt x="32" y="46"/>
                  <a:pt x="32" y="46"/>
                  <a:pt x="32" y="46"/>
                </a:cubicBezTo>
                <a:cubicBezTo>
                  <a:pt x="26" y="36"/>
                  <a:pt x="26" y="36"/>
                  <a:pt x="26" y="36"/>
                </a:cubicBezTo>
                <a:cubicBezTo>
                  <a:pt x="31" y="26"/>
                  <a:pt x="31" y="26"/>
                  <a:pt x="31" y="26"/>
                </a:cubicBezTo>
                <a:cubicBezTo>
                  <a:pt x="32" y="31"/>
                  <a:pt x="32" y="31"/>
                  <a:pt x="32" y="31"/>
                </a:cubicBezTo>
                <a:cubicBezTo>
                  <a:pt x="41" y="32"/>
                  <a:pt x="45" y="30"/>
                  <a:pt x="45" y="30"/>
                </a:cubicBezTo>
                <a:lnTo>
                  <a:pt x="40" y="39"/>
                </a:lnTo>
                <a:close/>
                <a:moveTo>
                  <a:pt x="47" y="23"/>
                </a:moveTo>
                <a:cubicBezTo>
                  <a:pt x="48" y="24"/>
                  <a:pt x="48" y="26"/>
                  <a:pt x="47" y="27"/>
                </a:cubicBezTo>
                <a:cubicBezTo>
                  <a:pt x="46" y="29"/>
                  <a:pt x="42" y="30"/>
                  <a:pt x="40" y="30"/>
                </a:cubicBezTo>
                <a:cubicBezTo>
                  <a:pt x="40" y="30"/>
                  <a:pt x="39" y="28"/>
                  <a:pt x="33" y="19"/>
                </a:cubicBezTo>
                <a:cubicBezTo>
                  <a:pt x="41" y="13"/>
                  <a:pt x="41" y="13"/>
                  <a:pt x="41" y="13"/>
                </a:cubicBezTo>
                <a:cubicBezTo>
                  <a:pt x="42" y="13"/>
                  <a:pt x="42" y="13"/>
                  <a:pt x="42" y="13"/>
                </a:cubicBezTo>
                <a:lnTo>
                  <a:pt x="47" y="23"/>
                </a:lnTo>
                <a:close/>
              </a:path>
            </a:pathLst>
          </a:custGeom>
          <a:solidFill>
            <a:sysClr val="window" lastClr="FFFFFF"/>
          </a:solidFill>
          <a:ln>
            <a:noFill/>
          </a:ln>
        </p:spPr>
        <p:txBody>
          <a:bodyPr vert="horz" wrap="square" lIns="91440" tIns="45720" rIns="91440" bIns="45720" numCol="1" anchor="t" anchorCtr="0" compatLnSpc="1"/>
          <a:lstStyle/>
          <a:p>
            <a:pPr>
              <a:lnSpc>
                <a:spcPct val="120000"/>
              </a:lnSpc>
            </a:pPr>
            <a:endParaRPr lang="id-ID">
              <a:solidFill>
                <a:sysClr val="windowText" lastClr="000000">
                  <a:lumMod val="75000"/>
                  <a:lumOff val="25000"/>
                </a:sys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6" name="Oval 6"/>
          <p:cNvSpPr/>
          <p:nvPr>
            <p:custDataLst>
              <p:tags r:id="rId9"/>
            </p:custDataLst>
          </p:nvPr>
        </p:nvSpPr>
        <p:spPr bwMode="auto">
          <a:xfrm>
            <a:off x="6077968" y="2439908"/>
            <a:ext cx="907623" cy="805409"/>
          </a:xfrm>
          <a:prstGeom prst="ellipse">
            <a:avLst/>
          </a:prstGeom>
          <a:solidFill>
            <a:srgbClr val="8590CA"/>
          </a:solidFill>
          <a:ln w="25400">
            <a:solidFill>
              <a:sysClr val="windowText" lastClr="000000">
                <a:alpha val="0"/>
              </a:sysClr>
            </a:solidFill>
            <a:miter lim="800000"/>
          </a:ln>
        </p:spPr>
        <p:txBody>
          <a:bodyPr lIns="0" tIns="0" rIns="0" bIns="0"/>
          <a:lstStyle>
            <a:lvl1pPr eaLnBrk="0" hangingPunct="0">
              <a:defRPr sz="5800">
                <a:solidFill>
                  <a:srgbClr val="000000"/>
                </a:solidFill>
                <a:latin typeface="Gill Sans" charset="0"/>
                <a:ea typeface="ヒラギノ角ゴ ProN W3" pitchFamily="2" charset="-128"/>
                <a:sym typeface="Gill Sans" charset="0"/>
              </a:defRPr>
            </a:lvl1pPr>
            <a:lvl2pPr marL="742950" indent="-285750" eaLnBrk="0" hangingPunct="0">
              <a:defRPr sz="5800">
                <a:solidFill>
                  <a:srgbClr val="000000"/>
                </a:solidFill>
                <a:latin typeface="Gill Sans" charset="0"/>
                <a:ea typeface="ヒラギノ角ゴ ProN W3" pitchFamily="2" charset="-128"/>
                <a:sym typeface="Gill Sans" charset="0"/>
              </a:defRPr>
            </a:lvl2pPr>
            <a:lvl3pPr marL="1143000" indent="-228600" eaLnBrk="0" hangingPunct="0">
              <a:defRPr sz="5800">
                <a:solidFill>
                  <a:srgbClr val="000000"/>
                </a:solidFill>
                <a:latin typeface="Gill Sans" charset="0"/>
                <a:ea typeface="ヒラギノ角ゴ ProN W3" pitchFamily="2" charset="-128"/>
                <a:sym typeface="Gill Sans" charset="0"/>
              </a:defRPr>
            </a:lvl3pPr>
            <a:lvl4pPr marL="1600200" indent="-228600" eaLnBrk="0" hangingPunct="0">
              <a:defRPr sz="5800">
                <a:solidFill>
                  <a:srgbClr val="000000"/>
                </a:solidFill>
                <a:latin typeface="Gill Sans" charset="0"/>
                <a:ea typeface="ヒラギノ角ゴ ProN W3" pitchFamily="2" charset="-128"/>
                <a:sym typeface="Gill Sans" charset="0"/>
              </a:defRPr>
            </a:lvl4pPr>
            <a:lvl5pPr marL="2057400" indent="-228600" eaLnBrk="0" hangingPunct="0">
              <a:defRPr sz="5800">
                <a:solidFill>
                  <a:srgbClr val="000000"/>
                </a:solidFill>
                <a:latin typeface="Gill Sans" charset="0"/>
                <a:ea typeface="ヒラギノ角ゴ ProN W3" pitchFamily="2" charset="-128"/>
                <a:sym typeface="Gill Sans" charset="0"/>
              </a:defRPr>
            </a:lvl5pPr>
            <a:lvl6pPr marL="25146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6pPr>
            <a:lvl7pPr marL="29718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7pPr>
            <a:lvl8pPr marL="34290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8pPr>
            <a:lvl9pPr marL="38862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9pPr>
          </a:lstStyle>
          <a:p>
            <a:pPr algn="ctr" eaLnBrk="1" hangingPunct="1">
              <a:lnSpc>
                <a:spcPct val="120000"/>
              </a:lnSpc>
            </a:pPr>
            <a:endParaRPr lang="es-ES">
              <a:solidFill>
                <a:sysClr val="windowText" lastClr="000000">
                  <a:lumMod val="75000"/>
                  <a:lumOff val="25000"/>
                </a:sys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7" name="Freeform 409"/>
          <p:cNvSpPr>
            <a:spLocks noEditPoints="1"/>
          </p:cNvSpPr>
          <p:nvPr>
            <p:custDataLst>
              <p:tags r:id="rId10"/>
            </p:custDataLst>
          </p:nvPr>
        </p:nvSpPr>
        <p:spPr bwMode="auto">
          <a:xfrm>
            <a:off x="6345484" y="2635885"/>
            <a:ext cx="377526" cy="436924"/>
          </a:xfrm>
          <a:custGeom>
            <a:avLst/>
            <a:gdLst>
              <a:gd name="T0" fmla="*/ 44 w 45"/>
              <a:gd name="T1" fmla="*/ 18 h 43"/>
              <a:gd name="T2" fmla="*/ 34 w 45"/>
              <a:gd name="T3" fmla="*/ 28 h 43"/>
              <a:gd name="T4" fmla="*/ 37 w 45"/>
              <a:gd name="T5" fmla="*/ 41 h 43"/>
              <a:gd name="T6" fmla="*/ 37 w 45"/>
              <a:gd name="T7" fmla="*/ 41 h 43"/>
              <a:gd name="T8" fmla="*/ 36 w 45"/>
              <a:gd name="T9" fmla="*/ 43 h 43"/>
              <a:gd name="T10" fmla="*/ 34 w 45"/>
              <a:gd name="T11" fmla="*/ 43 h 43"/>
              <a:gd name="T12" fmla="*/ 22 w 45"/>
              <a:gd name="T13" fmla="*/ 36 h 43"/>
              <a:gd name="T14" fmla="*/ 10 w 45"/>
              <a:gd name="T15" fmla="*/ 43 h 43"/>
              <a:gd name="T16" fmla="*/ 9 w 45"/>
              <a:gd name="T17" fmla="*/ 43 h 43"/>
              <a:gd name="T18" fmla="*/ 8 w 45"/>
              <a:gd name="T19" fmla="*/ 41 h 43"/>
              <a:gd name="T20" fmla="*/ 8 w 45"/>
              <a:gd name="T21" fmla="*/ 41 h 43"/>
              <a:gd name="T22" fmla="*/ 11 w 45"/>
              <a:gd name="T23" fmla="*/ 28 h 43"/>
              <a:gd name="T24" fmla="*/ 1 w 45"/>
              <a:gd name="T25" fmla="*/ 18 h 43"/>
              <a:gd name="T26" fmla="*/ 0 w 45"/>
              <a:gd name="T27" fmla="*/ 17 h 43"/>
              <a:gd name="T28" fmla="*/ 2 w 45"/>
              <a:gd name="T29" fmla="*/ 16 h 43"/>
              <a:gd name="T30" fmla="*/ 15 w 45"/>
              <a:gd name="T31" fmla="*/ 14 h 43"/>
              <a:gd name="T32" fmla="*/ 21 w 45"/>
              <a:gd name="T33" fmla="*/ 1 h 43"/>
              <a:gd name="T34" fmla="*/ 22 w 45"/>
              <a:gd name="T35" fmla="*/ 0 h 43"/>
              <a:gd name="T36" fmla="*/ 24 w 45"/>
              <a:gd name="T37" fmla="*/ 1 h 43"/>
              <a:gd name="T38" fmla="*/ 30 w 45"/>
              <a:gd name="T39" fmla="*/ 14 h 43"/>
              <a:gd name="T40" fmla="*/ 43 w 45"/>
              <a:gd name="T41" fmla="*/ 16 h 43"/>
              <a:gd name="T42" fmla="*/ 45 w 45"/>
              <a:gd name="T43" fmla="*/ 17 h 43"/>
              <a:gd name="T44" fmla="*/ 44 w 45"/>
              <a:gd name="T45" fmla="*/ 18 h 43"/>
              <a:gd name="T46" fmla="*/ 39 w 45"/>
              <a:gd name="T47" fmla="*/ 18 h 43"/>
              <a:gd name="T48" fmla="*/ 27 w 45"/>
              <a:gd name="T49" fmla="*/ 17 h 43"/>
              <a:gd name="T50" fmla="*/ 22 w 45"/>
              <a:gd name="T51" fmla="*/ 6 h 43"/>
              <a:gd name="T52" fmla="*/ 17 w 45"/>
              <a:gd name="T53" fmla="*/ 17 h 43"/>
              <a:gd name="T54" fmla="*/ 6 w 45"/>
              <a:gd name="T55" fmla="*/ 18 h 43"/>
              <a:gd name="T56" fmla="*/ 14 w 45"/>
              <a:gd name="T57" fmla="*/ 26 h 43"/>
              <a:gd name="T58" fmla="*/ 12 w 45"/>
              <a:gd name="T59" fmla="*/ 38 h 43"/>
              <a:gd name="T60" fmla="*/ 22 w 45"/>
              <a:gd name="T61" fmla="*/ 32 h 43"/>
              <a:gd name="T62" fmla="*/ 33 w 45"/>
              <a:gd name="T63" fmla="*/ 38 h 43"/>
              <a:gd name="T64" fmla="*/ 31 w 45"/>
              <a:gd name="T65" fmla="*/ 26 h 43"/>
              <a:gd name="T66" fmla="*/ 39 w 45"/>
              <a:gd name="T67" fmla="*/ 18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5" h="43">
                <a:moveTo>
                  <a:pt x="44" y="18"/>
                </a:moveTo>
                <a:cubicBezTo>
                  <a:pt x="34" y="28"/>
                  <a:pt x="34" y="28"/>
                  <a:pt x="34" y="28"/>
                </a:cubicBezTo>
                <a:cubicBezTo>
                  <a:pt x="37" y="41"/>
                  <a:pt x="37" y="41"/>
                  <a:pt x="37" y="41"/>
                </a:cubicBezTo>
                <a:cubicBezTo>
                  <a:pt x="37" y="41"/>
                  <a:pt x="37" y="41"/>
                  <a:pt x="37" y="41"/>
                </a:cubicBezTo>
                <a:cubicBezTo>
                  <a:pt x="37" y="42"/>
                  <a:pt x="36" y="43"/>
                  <a:pt x="36" y="43"/>
                </a:cubicBezTo>
                <a:cubicBezTo>
                  <a:pt x="35" y="43"/>
                  <a:pt x="35" y="43"/>
                  <a:pt x="34" y="43"/>
                </a:cubicBezTo>
                <a:cubicBezTo>
                  <a:pt x="22" y="36"/>
                  <a:pt x="22" y="36"/>
                  <a:pt x="22" y="36"/>
                </a:cubicBezTo>
                <a:cubicBezTo>
                  <a:pt x="10" y="43"/>
                  <a:pt x="10" y="43"/>
                  <a:pt x="10" y="43"/>
                </a:cubicBezTo>
                <a:cubicBezTo>
                  <a:pt x="10" y="43"/>
                  <a:pt x="10" y="43"/>
                  <a:pt x="9" y="43"/>
                </a:cubicBezTo>
                <a:cubicBezTo>
                  <a:pt x="9" y="43"/>
                  <a:pt x="8" y="42"/>
                  <a:pt x="8" y="41"/>
                </a:cubicBezTo>
                <a:cubicBezTo>
                  <a:pt x="8" y="41"/>
                  <a:pt x="8" y="41"/>
                  <a:pt x="8" y="41"/>
                </a:cubicBezTo>
                <a:cubicBezTo>
                  <a:pt x="11" y="28"/>
                  <a:pt x="11" y="28"/>
                  <a:pt x="11" y="28"/>
                </a:cubicBezTo>
                <a:cubicBezTo>
                  <a:pt x="1" y="18"/>
                  <a:pt x="1" y="18"/>
                  <a:pt x="1" y="18"/>
                </a:cubicBezTo>
                <a:cubicBezTo>
                  <a:pt x="0" y="18"/>
                  <a:pt x="0" y="17"/>
                  <a:pt x="0" y="17"/>
                </a:cubicBezTo>
                <a:cubicBezTo>
                  <a:pt x="0" y="16"/>
                  <a:pt x="1" y="16"/>
                  <a:pt x="2" y="16"/>
                </a:cubicBezTo>
                <a:cubicBezTo>
                  <a:pt x="15" y="14"/>
                  <a:pt x="15" y="14"/>
                  <a:pt x="15" y="14"/>
                </a:cubicBezTo>
                <a:cubicBezTo>
                  <a:pt x="21" y="1"/>
                  <a:pt x="21" y="1"/>
                  <a:pt x="21" y="1"/>
                </a:cubicBezTo>
                <a:cubicBezTo>
                  <a:pt x="21" y="1"/>
                  <a:pt x="22" y="0"/>
                  <a:pt x="22" y="0"/>
                </a:cubicBezTo>
                <a:cubicBezTo>
                  <a:pt x="23" y="0"/>
                  <a:pt x="23" y="1"/>
                  <a:pt x="24" y="1"/>
                </a:cubicBezTo>
                <a:cubicBezTo>
                  <a:pt x="30" y="14"/>
                  <a:pt x="30" y="14"/>
                  <a:pt x="30" y="14"/>
                </a:cubicBezTo>
                <a:cubicBezTo>
                  <a:pt x="43" y="16"/>
                  <a:pt x="43" y="16"/>
                  <a:pt x="43" y="16"/>
                </a:cubicBezTo>
                <a:cubicBezTo>
                  <a:pt x="44" y="16"/>
                  <a:pt x="45" y="16"/>
                  <a:pt x="45" y="17"/>
                </a:cubicBezTo>
                <a:cubicBezTo>
                  <a:pt x="45" y="17"/>
                  <a:pt x="44" y="18"/>
                  <a:pt x="44" y="18"/>
                </a:cubicBezTo>
                <a:close/>
                <a:moveTo>
                  <a:pt x="39" y="18"/>
                </a:moveTo>
                <a:cubicBezTo>
                  <a:pt x="27" y="17"/>
                  <a:pt x="27" y="17"/>
                  <a:pt x="27" y="17"/>
                </a:cubicBezTo>
                <a:cubicBezTo>
                  <a:pt x="22" y="6"/>
                  <a:pt x="22" y="6"/>
                  <a:pt x="22" y="6"/>
                </a:cubicBezTo>
                <a:cubicBezTo>
                  <a:pt x="17" y="17"/>
                  <a:pt x="17" y="17"/>
                  <a:pt x="17" y="17"/>
                </a:cubicBezTo>
                <a:cubicBezTo>
                  <a:pt x="6" y="18"/>
                  <a:pt x="6" y="18"/>
                  <a:pt x="6" y="18"/>
                </a:cubicBezTo>
                <a:cubicBezTo>
                  <a:pt x="14" y="26"/>
                  <a:pt x="14" y="26"/>
                  <a:pt x="14" y="26"/>
                </a:cubicBezTo>
                <a:cubicBezTo>
                  <a:pt x="12" y="38"/>
                  <a:pt x="12" y="38"/>
                  <a:pt x="12" y="38"/>
                </a:cubicBezTo>
                <a:cubicBezTo>
                  <a:pt x="22" y="32"/>
                  <a:pt x="22" y="32"/>
                  <a:pt x="22" y="32"/>
                </a:cubicBezTo>
                <a:cubicBezTo>
                  <a:pt x="33" y="38"/>
                  <a:pt x="33" y="38"/>
                  <a:pt x="33" y="38"/>
                </a:cubicBezTo>
                <a:cubicBezTo>
                  <a:pt x="31" y="26"/>
                  <a:pt x="31" y="26"/>
                  <a:pt x="31" y="26"/>
                </a:cubicBezTo>
                <a:lnTo>
                  <a:pt x="39" y="18"/>
                </a:lnTo>
                <a:close/>
              </a:path>
            </a:pathLst>
          </a:custGeom>
          <a:solidFill>
            <a:sysClr val="window" lastClr="FFFFFF"/>
          </a:solidFill>
          <a:ln>
            <a:noFill/>
          </a:ln>
        </p:spPr>
        <p:txBody>
          <a:bodyPr vert="horz" wrap="square" lIns="91440" tIns="45720" rIns="91440" bIns="45720" numCol="1" anchor="t" anchorCtr="0" compatLnSpc="1"/>
          <a:lstStyle/>
          <a:p>
            <a:pPr>
              <a:lnSpc>
                <a:spcPct val="120000"/>
              </a:lnSpc>
            </a:pPr>
            <a:endParaRPr lang="id-ID">
              <a:solidFill>
                <a:sysClr val="windowText" lastClr="000000">
                  <a:lumMod val="75000"/>
                  <a:lumOff val="25000"/>
                </a:sysClr>
              </a:solidFill>
              <a:latin typeface="Arial" panose="020B0604020202020204" pitchFamily="34" charset="0"/>
              <a:ea typeface="微软雅黑" panose="020B0503020204020204" pitchFamily="34" charset="-122"/>
              <a:sym typeface="Arial" panose="020B0604020202020204" pitchFamily="34" charset="0"/>
            </a:endParaRPr>
          </a:p>
        </p:txBody>
      </p:sp>
      <p:pic>
        <p:nvPicPr>
          <p:cNvPr id="43" name="图片 42"/>
          <p:cNvPicPr>
            <a:picLocks noChangeAspect="1"/>
          </p:cNvPicPr>
          <p:nvPr>
            <p:custDataLst>
              <p:tags r:id="rId11"/>
            </p:custDataLst>
          </p:nvPr>
        </p:nvPicPr>
        <p:blipFill>
          <a:blip r:embed="rId12">
            <a:extLst>
              <a:ext uri="{28A0092B-C50C-407E-A947-70E740481C1C}">
                <a14:useLocalDpi xmlns:a14="http://schemas.microsoft.com/office/drawing/2010/main" val="0"/>
              </a:ext>
            </a:extLst>
          </a:blip>
          <a:stretch>
            <a:fillRect/>
          </a:stretch>
        </p:blipFill>
        <p:spPr>
          <a:xfrm>
            <a:off x="717208" y="2439908"/>
            <a:ext cx="3523608" cy="2046417"/>
          </a:xfrm>
          <a:prstGeom prst="rect">
            <a:avLst/>
          </a:prstGeom>
          <a:effectLst>
            <a:outerShdw blurRad="50800" dist="38100" dir="8100000" algn="tr" rotWithShape="0">
              <a:prstClr val="black">
                <a:alpha val="40000"/>
              </a:prstClr>
            </a:outerShdw>
          </a:effectLst>
        </p:spPr>
      </p:pic>
      <p:sp>
        <p:nvSpPr>
          <p:cNvPr id="38" name="Freeform 4"/>
          <p:cNvSpPr>
            <a:spLocks noEditPoints="1"/>
          </p:cNvSpPr>
          <p:nvPr>
            <p:custDataLst>
              <p:tags r:id="rId13"/>
            </p:custDataLst>
          </p:nvPr>
        </p:nvSpPr>
        <p:spPr bwMode="auto">
          <a:xfrm>
            <a:off x="608503" y="2384156"/>
            <a:ext cx="3698220" cy="2549511"/>
          </a:xfrm>
          <a:custGeom>
            <a:avLst/>
            <a:gdLst/>
            <a:ahLst/>
            <a:cxnLst>
              <a:cxn ang="0">
                <a:pos x="2715" y="0"/>
              </a:cxn>
              <a:cxn ang="0">
                <a:pos x="85" y="0"/>
              </a:cxn>
              <a:cxn ang="0">
                <a:pos x="0" y="85"/>
              </a:cxn>
              <a:cxn ang="0">
                <a:pos x="0" y="1846"/>
              </a:cxn>
              <a:cxn ang="0">
                <a:pos x="85" y="1930"/>
              </a:cxn>
              <a:cxn ang="0">
                <a:pos x="2715" y="1930"/>
              </a:cxn>
              <a:cxn ang="0">
                <a:pos x="2800" y="1846"/>
              </a:cxn>
              <a:cxn ang="0">
                <a:pos x="2800" y="85"/>
              </a:cxn>
              <a:cxn ang="0">
                <a:pos x="2715" y="0"/>
              </a:cxn>
              <a:cxn ang="0">
                <a:pos x="2703" y="1584"/>
              </a:cxn>
              <a:cxn ang="0">
                <a:pos x="99" y="1584"/>
              </a:cxn>
              <a:cxn ang="0">
                <a:pos x="99" y="97"/>
              </a:cxn>
              <a:cxn ang="0">
                <a:pos x="2703" y="97"/>
              </a:cxn>
              <a:cxn ang="0">
                <a:pos x="2703" y="1584"/>
              </a:cxn>
            </a:cxnLst>
            <a:rect l="0" t="0" r="r" b="b"/>
            <a:pathLst>
              <a:path w="2800" h="1929">
                <a:moveTo>
                  <a:pt x="2715" y="0"/>
                </a:moveTo>
                <a:cubicBezTo>
                  <a:pt x="85" y="0"/>
                  <a:pt x="85" y="0"/>
                  <a:pt x="85" y="0"/>
                </a:cubicBezTo>
                <a:cubicBezTo>
                  <a:pt x="38" y="0"/>
                  <a:pt x="0" y="38"/>
                  <a:pt x="0" y="85"/>
                </a:cubicBezTo>
                <a:cubicBezTo>
                  <a:pt x="0" y="1846"/>
                  <a:pt x="0" y="1846"/>
                  <a:pt x="0" y="1846"/>
                </a:cubicBezTo>
                <a:cubicBezTo>
                  <a:pt x="0" y="1893"/>
                  <a:pt x="38" y="1930"/>
                  <a:pt x="85" y="1930"/>
                </a:cubicBezTo>
                <a:cubicBezTo>
                  <a:pt x="2715" y="1930"/>
                  <a:pt x="2715" y="1930"/>
                  <a:pt x="2715" y="1930"/>
                </a:cubicBezTo>
                <a:cubicBezTo>
                  <a:pt x="2762" y="1930"/>
                  <a:pt x="2800" y="1893"/>
                  <a:pt x="2800" y="1846"/>
                </a:cubicBezTo>
                <a:cubicBezTo>
                  <a:pt x="2800" y="85"/>
                  <a:pt x="2800" y="85"/>
                  <a:pt x="2800" y="85"/>
                </a:cubicBezTo>
                <a:cubicBezTo>
                  <a:pt x="2800" y="38"/>
                  <a:pt x="2762" y="0"/>
                  <a:pt x="2715" y="0"/>
                </a:cubicBezTo>
                <a:close/>
                <a:moveTo>
                  <a:pt x="2703" y="1584"/>
                </a:moveTo>
                <a:cubicBezTo>
                  <a:pt x="99" y="1584"/>
                  <a:pt x="99" y="1584"/>
                  <a:pt x="99" y="1584"/>
                </a:cubicBezTo>
                <a:cubicBezTo>
                  <a:pt x="99" y="97"/>
                  <a:pt x="99" y="97"/>
                  <a:pt x="99" y="97"/>
                </a:cubicBezTo>
                <a:cubicBezTo>
                  <a:pt x="2703" y="97"/>
                  <a:pt x="2703" y="97"/>
                  <a:pt x="2703" y="97"/>
                </a:cubicBezTo>
                <a:lnTo>
                  <a:pt x="2703" y="1584"/>
                </a:lnTo>
                <a:close/>
              </a:path>
            </a:pathLst>
          </a:custGeom>
          <a:solidFill>
            <a:sysClr val="window" lastClr="FFFFFF">
              <a:lumMod val="85000"/>
            </a:sysClr>
          </a:solidFill>
          <a:ln w="9525">
            <a:noFill/>
            <a:round/>
          </a:ln>
        </p:spPr>
        <p:txBody>
          <a:bodyPr vert="horz" wrap="square" lIns="91440" tIns="45720" rIns="91440" bIns="45720" numCol="1" anchor="t" anchorCtr="0" compatLnSpc="1"/>
          <a:lstStyle/>
          <a:p>
            <a:pPr>
              <a:lnSpc>
                <a:spcPct val="120000"/>
              </a:lnSpc>
            </a:pPr>
            <a:endParaRPr lang="en-US">
              <a:solidFill>
                <a:sysClr val="windowText" lastClr="000000">
                  <a:lumMod val="75000"/>
                  <a:lumOff val="25000"/>
                </a:sys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9" name="Freeform 5"/>
          <p:cNvSpPr/>
          <p:nvPr>
            <p:custDataLst>
              <p:tags r:id="rId14"/>
            </p:custDataLst>
          </p:nvPr>
        </p:nvSpPr>
        <p:spPr bwMode="auto">
          <a:xfrm>
            <a:off x="608503" y="4600220"/>
            <a:ext cx="3698220" cy="338233"/>
          </a:xfrm>
          <a:custGeom>
            <a:avLst/>
            <a:gdLst/>
            <a:ahLst/>
            <a:cxnLst>
              <a:cxn ang="0">
                <a:pos x="0" y="0"/>
              </a:cxn>
              <a:cxn ang="0">
                <a:pos x="0" y="172"/>
              </a:cxn>
              <a:cxn ang="0">
                <a:pos x="85" y="256"/>
              </a:cxn>
              <a:cxn ang="0">
                <a:pos x="2715" y="256"/>
              </a:cxn>
              <a:cxn ang="0">
                <a:pos x="2800" y="172"/>
              </a:cxn>
              <a:cxn ang="0">
                <a:pos x="2800" y="0"/>
              </a:cxn>
              <a:cxn ang="0">
                <a:pos x="0" y="0"/>
              </a:cxn>
            </a:cxnLst>
            <a:rect l="0" t="0" r="r" b="b"/>
            <a:pathLst>
              <a:path w="2800" h="256">
                <a:moveTo>
                  <a:pt x="0" y="0"/>
                </a:moveTo>
                <a:cubicBezTo>
                  <a:pt x="0" y="172"/>
                  <a:pt x="0" y="172"/>
                  <a:pt x="0" y="172"/>
                </a:cubicBezTo>
                <a:cubicBezTo>
                  <a:pt x="0" y="219"/>
                  <a:pt x="38" y="256"/>
                  <a:pt x="85" y="256"/>
                </a:cubicBezTo>
                <a:cubicBezTo>
                  <a:pt x="2715" y="256"/>
                  <a:pt x="2715" y="256"/>
                  <a:pt x="2715" y="256"/>
                </a:cubicBezTo>
                <a:cubicBezTo>
                  <a:pt x="2762" y="256"/>
                  <a:pt x="2800" y="219"/>
                  <a:pt x="2800" y="172"/>
                </a:cubicBezTo>
                <a:cubicBezTo>
                  <a:pt x="2800" y="0"/>
                  <a:pt x="2800" y="0"/>
                  <a:pt x="2800" y="0"/>
                </a:cubicBezTo>
                <a:lnTo>
                  <a:pt x="0" y="0"/>
                </a:lnTo>
                <a:close/>
              </a:path>
            </a:pathLst>
          </a:custGeom>
          <a:solidFill>
            <a:sysClr val="window" lastClr="FFFFFF">
              <a:lumMod val="85000"/>
            </a:sysClr>
          </a:solidFill>
          <a:ln w="9525">
            <a:noFill/>
            <a:round/>
          </a:ln>
        </p:spPr>
        <p:txBody>
          <a:bodyPr vert="horz" wrap="square" lIns="91440" tIns="45720" rIns="91440" bIns="45720" numCol="1" anchor="t" anchorCtr="0" compatLnSpc="1"/>
          <a:lstStyle/>
          <a:p>
            <a:pPr>
              <a:lnSpc>
                <a:spcPct val="120000"/>
              </a:lnSpc>
            </a:pPr>
            <a:endParaRPr lang="en-US">
              <a:solidFill>
                <a:sysClr val="windowText" lastClr="000000">
                  <a:lumMod val="75000"/>
                  <a:lumOff val="25000"/>
                </a:sys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0" name="Rectangle 6"/>
          <p:cNvSpPr>
            <a:spLocks noChangeArrowheads="1"/>
          </p:cNvSpPr>
          <p:nvPr>
            <p:custDataLst>
              <p:tags r:id="rId15"/>
            </p:custDataLst>
          </p:nvPr>
        </p:nvSpPr>
        <p:spPr bwMode="auto">
          <a:xfrm>
            <a:off x="1859325" y="5353267"/>
            <a:ext cx="1196577" cy="33504"/>
          </a:xfrm>
          <a:prstGeom prst="rect">
            <a:avLst/>
          </a:prstGeom>
          <a:solidFill>
            <a:sysClr val="windowText" lastClr="000000">
              <a:lumMod val="65000"/>
              <a:lumOff val="35000"/>
            </a:sysClr>
          </a:solidFill>
          <a:ln w="9525">
            <a:noFill/>
            <a:miter lim="800000"/>
          </a:ln>
        </p:spPr>
        <p:txBody>
          <a:bodyPr vert="horz" wrap="square" lIns="91440" tIns="45720" rIns="91440" bIns="45720" numCol="1" anchor="t" anchorCtr="0" compatLnSpc="1"/>
          <a:lstStyle/>
          <a:p>
            <a:pPr>
              <a:lnSpc>
                <a:spcPct val="120000"/>
              </a:lnSpc>
            </a:pPr>
            <a:endParaRPr lang="en-US">
              <a:solidFill>
                <a:sysClr val="windowText" lastClr="000000">
                  <a:lumMod val="75000"/>
                  <a:lumOff val="25000"/>
                </a:sys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1" name="Freeform 7"/>
          <p:cNvSpPr/>
          <p:nvPr>
            <p:custDataLst>
              <p:tags r:id="rId16"/>
            </p:custDataLst>
          </p:nvPr>
        </p:nvSpPr>
        <p:spPr bwMode="auto">
          <a:xfrm>
            <a:off x="1862515" y="5212868"/>
            <a:ext cx="1193386" cy="140399"/>
          </a:xfrm>
          <a:custGeom>
            <a:avLst/>
            <a:gdLst/>
            <a:ahLst/>
            <a:cxnLst>
              <a:cxn ang="0">
                <a:pos x="748" y="88"/>
              </a:cxn>
              <a:cxn ang="0">
                <a:pos x="0" y="88"/>
              </a:cxn>
              <a:cxn ang="0">
                <a:pos x="99" y="0"/>
              </a:cxn>
              <a:cxn ang="0">
                <a:pos x="647" y="0"/>
              </a:cxn>
              <a:cxn ang="0">
                <a:pos x="748" y="88"/>
              </a:cxn>
            </a:cxnLst>
            <a:rect l="0" t="0" r="r" b="b"/>
            <a:pathLst>
              <a:path w="748" h="88">
                <a:moveTo>
                  <a:pt x="748" y="88"/>
                </a:moveTo>
                <a:lnTo>
                  <a:pt x="0" y="88"/>
                </a:lnTo>
                <a:lnTo>
                  <a:pt x="99" y="0"/>
                </a:lnTo>
                <a:lnTo>
                  <a:pt x="647" y="0"/>
                </a:lnTo>
                <a:lnTo>
                  <a:pt x="748" y="88"/>
                </a:lnTo>
                <a:close/>
              </a:path>
            </a:pathLst>
          </a:custGeom>
          <a:solidFill>
            <a:sysClr val="window" lastClr="FFFFFF">
              <a:lumMod val="85000"/>
            </a:sysClr>
          </a:solidFill>
          <a:ln w="9525">
            <a:noFill/>
            <a:round/>
          </a:ln>
        </p:spPr>
        <p:txBody>
          <a:bodyPr vert="horz" wrap="square" lIns="91440" tIns="45720" rIns="91440" bIns="45720" numCol="1" anchor="t" anchorCtr="0" compatLnSpc="1"/>
          <a:lstStyle/>
          <a:p>
            <a:pPr>
              <a:lnSpc>
                <a:spcPct val="120000"/>
              </a:lnSpc>
            </a:pPr>
            <a:endParaRPr lang="en-US">
              <a:solidFill>
                <a:sysClr val="windowText" lastClr="000000">
                  <a:lumMod val="75000"/>
                  <a:lumOff val="25000"/>
                </a:sys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2" name="Freeform 8"/>
          <p:cNvSpPr/>
          <p:nvPr>
            <p:custDataLst>
              <p:tags r:id="rId17"/>
            </p:custDataLst>
          </p:nvPr>
        </p:nvSpPr>
        <p:spPr bwMode="auto">
          <a:xfrm>
            <a:off x="2020464" y="4938453"/>
            <a:ext cx="874299" cy="274415"/>
          </a:xfrm>
          <a:custGeom>
            <a:avLst/>
            <a:gdLst/>
            <a:ahLst/>
            <a:cxnLst>
              <a:cxn ang="0">
                <a:pos x="548" y="172"/>
              </a:cxn>
              <a:cxn ang="0">
                <a:pos x="0" y="172"/>
              </a:cxn>
              <a:cxn ang="0">
                <a:pos x="22" y="0"/>
              </a:cxn>
              <a:cxn ang="0">
                <a:pos x="528" y="0"/>
              </a:cxn>
              <a:cxn ang="0">
                <a:pos x="548" y="172"/>
              </a:cxn>
            </a:cxnLst>
            <a:rect l="0" t="0" r="r" b="b"/>
            <a:pathLst>
              <a:path w="548" h="172">
                <a:moveTo>
                  <a:pt x="548" y="172"/>
                </a:moveTo>
                <a:lnTo>
                  <a:pt x="0" y="172"/>
                </a:lnTo>
                <a:lnTo>
                  <a:pt x="22" y="0"/>
                </a:lnTo>
                <a:lnTo>
                  <a:pt x="528" y="0"/>
                </a:lnTo>
                <a:lnTo>
                  <a:pt x="548" y="172"/>
                </a:lnTo>
                <a:close/>
              </a:path>
            </a:pathLst>
          </a:custGeom>
          <a:solidFill>
            <a:sysClr val="window" lastClr="FFFFFF">
              <a:lumMod val="85000"/>
            </a:sysClr>
          </a:solidFill>
          <a:ln w="9525">
            <a:noFill/>
            <a:round/>
          </a:ln>
        </p:spPr>
        <p:txBody>
          <a:bodyPr vert="horz" wrap="square" lIns="91440" tIns="45720" rIns="91440" bIns="45720" numCol="1" anchor="t" anchorCtr="0" compatLnSpc="1"/>
          <a:lstStyle/>
          <a:p>
            <a:pPr>
              <a:lnSpc>
                <a:spcPct val="120000"/>
              </a:lnSpc>
            </a:pPr>
            <a:endParaRPr lang="en-US">
              <a:solidFill>
                <a:sysClr val="windowText" lastClr="000000">
                  <a:lumMod val="75000"/>
                  <a:lumOff val="25000"/>
                </a:sys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4" name="Oval 9"/>
          <p:cNvSpPr>
            <a:spLocks noChangeArrowheads="1"/>
          </p:cNvSpPr>
          <p:nvPr>
            <p:custDataLst>
              <p:tags r:id="rId18"/>
            </p:custDataLst>
          </p:nvPr>
        </p:nvSpPr>
        <p:spPr bwMode="auto">
          <a:xfrm>
            <a:off x="2377841" y="4692755"/>
            <a:ext cx="169116" cy="169116"/>
          </a:xfrm>
          <a:prstGeom prst="ellipse">
            <a:avLst/>
          </a:prstGeom>
          <a:solidFill>
            <a:srgbClr val="00B050"/>
          </a:solidFill>
          <a:ln w="9525">
            <a:noFill/>
            <a:round/>
          </a:ln>
        </p:spPr>
        <p:txBody>
          <a:bodyPr vert="horz" wrap="square" lIns="91440" tIns="45720" rIns="91440" bIns="45720" numCol="1" anchor="t" anchorCtr="0" compatLnSpc="1"/>
          <a:lstStyle/>
          <a:p>
            <a:pPr>
              <a:lnSpc>
                <a:spcPct val="120000"/>
              </a:lnSpc>
            </a:pPr>
            <a:endParaRPr lang="en-US">
              <a:solidFill>
                <a:sysClr val="windowText" lastClr="000000">
                  <a:lumMod val="75000"/>
                  <a:lumOff val="25000"/>
                </a:sys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5" name="文本框 44"/>
          <p:cNvSpPr txBox="1"/>
          <p:nvPr>
            <p:custDataLst>
              <p:tags r:id="rId19"/>
            </p:custDataLst>
          </p:nvPr>
        </p:nvSpPr>
        <p:spPr>
          <a:xfrm>
            <a:off x="7154176" y="4040560"/>
            <a:ext cx="4052570" cy="523240"/>
          </a:xfrm>
          <a:prstGeom prst="rect">
            <a:avLst/>
          </a:prstGeom>
        </p:spPr>
        <p:txBody>
          <a:bodyPr wrap="square" anchor="b" anchorCtr="0">
            <a:noAutofit/>
          </a:bodyPr>
          <a:lstStyle>
            <a:defPPr>
              <a:defRPr lang="zh-CN"/>
            </a:defPPr>
            <a:lvl1pPr algn="just">
              <a:lnSpc>
                <a:spcPct val="120000"/>
              </a:lnSpc>
              <a:defRPr sz="2000" b="1" i="0" spc="300">
                <a:solidFill>
                  <a:sysClr val="windowText" lastClr="000000">
                    <a:lumMod val="75000"/>
                    <a:lumOff val="25000"/>
                  </a:sysClr>
                </a:solidFill>
                <a:latin typeface="Arial" panose="020B0604020202020204" pitchFamily="34" charset="0"/>
                <a:ea typeface="微软雅黑" panose="020B0503020204020204" pitchFamily="34" charset="-122"/>
                <a:cs typeface="+mn-ea"/>
              </a:defRPr>
            </a:lvl1pPr>
          </a:lstStyle>
          <a:p>
            <a:r>
              <a:rPr lang="zh-CN" altLang="en-US" sz="2400" dirty="0">
                <a:sym typeface="Arial" panose="020B0604020202020204" pitchFamily="34" charset="0"/>
              </a:rPr>
              <a:t>有损压缩</a:t>
            </a:r>
            <a:endParaRPr lang="zh-CN" altLang="en-US" sz="2400" dirty="0">
              <a:sym typeface="Arial" panose="020B0604020202020204" pitchFamily="34" charset="0"/>
            </a:endParaRPr>
          </a:p>
        </p:txBody>
      </p:sp>
      <p:sp>
        <p:nvSpPr>
          <p:cNvPr id="46" name="文本框 45"/>
          <p:cNvSpPr txBox="1"/>
          <p:nvPr>
            <p:custDataLst>
              <p:tags r:id="rId20"/>
            </p:custDataLst>
          </p:nvPr>
        </p:nvSpPr>
        <p:spPr>
          <a:xfrm>
            <a:off x="7065681" y="4602653"/>
            <a:ext cx="4051935" cy="1136015"/>
          </a:xfrm>
          <a:prstGeom prst="rect">
            <a:avLst/>
          </a:prstGeom>
        </p:spPr>
        <p:txBody>
          <a:bodyPr wrap="square"/>
          <a:lstStyle>
            <a:defPPr>
              <a:defRPr lang="zh-CN"/>
            </a:defPPr>
            <a:lvl1pPr>
              <a:lnSpc>
                <a:spcPct val="120000"/>
              </a:lnSpc>
              <a:defRPr sz="1400" spc="150">
                <a:solidFill>
                  <a:sysClr val="windowText" lastClr="000000">
                    <a:lumMod val="75000"/>
                    <a:lumOff val="25000"/>
                  </a:sysClr>
                </a:solidFill>
                <a:latin typeface="Arial" panose="020B0604020202020204" pitchFamily="34" charset="0"/>
                <a:ea typeface="微软雅黑" panose="020B0503020204020204" pitchFamily="34" charset="-122"/>
              </a:defRPr>
            </a:lvl1pPr>
          </a:lstStyle>
          <a:p>
            <a:pPr>
              <a:lnSpc>
                <a:spcPct val="150000"/>
              </a:lnSpc>
            </a:pPr>
            <a:r>
              <a:rPr kumimoji="1" lang="zh-CN" altLang="en-US" sz="2000" b="1" dirty="0">
                <a:solidFill>
                  <a:schemeClr val="tx1"/>
                </a:solidFill>
                <a:latin typeface="微软雅黑" panose="020B0503020204020204" pitchFamily="34" charset="-122"/>
                <a:sym typeface="+mn-ea"/>
              </a:rPr>
              <a:t>有损压缩指在压缩过程中会损失一定的信息，压缩后的数据无法还原成压缩前的样子。</a:t>
            </a:r>
            <a:endParaRPr kumimoji="1" lang="zh-CN" altLang="en-US" sz="2000" b="1" dirty="0">
              <a:solidFill>
                <a:schemeClr val="tx1"/>
              </a:solidFill>
              <a:latin typeface="微软雅黑" panose="020B0503020204020204" pitchFamily="34" charset="-122"/>
              <a:sym typeface="+mn-ea"/>
            </a:endParaRPr>
          </a:p>
        </p:txBody>
      </p:sp>
    </p:spTree>
  </p:cSld>
  <p:clrMapOvr>
    <a:masterClrMapping/>
  </p:clrMapOvr>
  <p:transition spd="slow">
    <p:push dir="u"/>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custDataLst>
              <p:tags r:id="rId1"/>
            </p:custDataLst>
          </p:nvPr>
        </p:nvSpPr>
        <p:spPr>
          <a:xfrm>
            <a:off x="3359347" y="1416337"/>
            <a:ext cx="5556738" cy="553998"/>
          </a:xfrm>
          <a:prstGeom prst="rect">
            <a:avLst/>
          </a:prstGeom>
          <a:noFill/>
        </p:spPr>
        <p:txBody>
          <a:bodyPr wrap="square" rtlCol="0">
            <a:spAutoFit/>
          </a:bodyPr>
          <a:lstStyle/>
          <a:p>
            <a:pPr algn="ctr"/>
            <a:r>
              <a:rPr lang="zh-CN" altLang="en-US" sz="3000" dirty="0" smtClean="0">
                <a:solidFill>
                  <a:prstClr val="black"/>
                </a:solidFill>
                <a:latin typeface="黑体" panose="02010609060101010101" charset="-122"/>
                <a:ea typeface="黑体" panose="02010609060101010101" charset="-122"/>
              </a:rPr>
              <a:t>图像</a:t>
            </a:r>
            <a:r>
              <a:rPr lang="zh-CN" altLang="en-US" sz="3000" dirty="0">
                <a:solidFill>
                  <a:prstClr val="black"/>
                </a:solidFill>
                <a:latin typeface="黑体" panose="02010609060101010101" charset="-122"/>
                <a:ea typeface="黑体" panose="02010609060101010101" charset="-122"/>
              </a:rPr>
              <a:t>编码</a:t>
            </a:r>
            <a:endParaRPr lang="zh-CN" altLang="en-US" sz="3000" dirty="0">
              <a:solidFill>
                <a:prstClr val="black"/>
              </a:solidFill>
              <a:latin typeface="黑体" panose="02010609060101010101" charset="-122"/>
              <a:ea typeface="黑体" panose="02010609060101010101" charset="-122"/>
            </a:endParaRPr>
          </a:p>
        </p:txBody>
      </p:sp>
      <p:cxnSp>
        <p:nvCxnSpPr>
          <p:cNvPr id="29" name="直接连接符 28"/>
          <p:cNvCxnSpPr/>
          <p:nvPr>
            <p:custDataLst>
              <p:tags r:id="rId2"/>
            </p:custDataLst>
          </p:nvPr>
        </p:nvCxnSpPr>
        <p:spPr>
          <a:xfrm flipV="1">
            <a:off x="3359346" y="2060503"/>
            <a:ext cx="5556738" cy="23447"/>
          </a:xfrm>
          <a:prstGeom prst="line">
            <a:avLst/>
          </a:prstGeom>
          <a:ln w="12700">
            <a:solidFill>
              <a:srgbClr val="01431D"/>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p:custDataLst>
              <p:tags r:id="rId3"/>
            </p:custDataLst>
          </p:nvPr>
        </p:nvGrpSpPr>
        <p:grpSpPr>
          <a:xfrm>
            <a:off x="2796635" y="1801906"/>
            <a:ext cx="445481" cy="469613"/>
            <a:chOff x="2121873" y="1511588"/>
            <a:chExt cx="445481" cy="469613"/>
          </a:xfrm>
        </p:grpSpPr>
        <p:sp>
          <p:nvSpPr>
            <p:cNvPr id="39" name="矩形 38"/>
            <p:cNvSpPr/>
            <p:nvPr>
              <p:custDataLst>
                <p:tags r:id="rId4"/>
              </p:custDataLst>
            </p:nvPr>
          </p:nvSpPr>
          <p:spPr>
            <a:xfrm>
              <a:off x="2121873" y="1511588"/>
              <a:ext cx="363415" cy="363415"/>
            </a:xfrm>
            <a:prstGeom prst="rect">
              <a:avLst/>
            </a:prstGeom>
            <a:solidFill>
              <a:srgbClr val="0143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矩形 39"/>
            <p:cNvSpPr/>
            <p:nvPr>
              <p:custDataLst>
                <p:tags r:id="rId5"/>
              </p:custDataLst>
            </p:nvPr>
          </p:nvSpPr>
          <p:spPr>
            <a:xfrm>
              <a:off x="2321171" y="1735018"/>
              <a:ext cx="246183" cy="246183"/>
            </a:xfrm>
            <a:prstGeom prst="rect">
              <a:avLst/>
            </a:prstGeom>
            <a:solidFill>
              <a:srgbClr val="0162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aphicFrame>
        <p:nvGraphicFramePr>
          <p:cNvPr id="14" name="表格 13"/>
          <p:cNvGraphicFramePr>
            <a:graphicFrameLocks noGrp="1"/>
          </p:cNvGraphicFramePr>
          <p:nvPr>
            <p:custDataLst>
              <p:tags r:id="rId6"/>
            </p:custDataLst>
          </p:nvPr>
        </p:nvGraphicFramePr>
        <p:xfrm>
          <a:off x="2030493" y="2585927"/>
          <a:ext cx="8155497" cy="3176920"/>
        </p:xfrm>
        <a:graphic>
          <a:graphicData uri="http://schemas.openxmlformats.org/drawingml/2006/table">
            <a:tbl>
              <a:tblPr firstRow="1" bandRow="1">
                <a:tableStyleId>{5C22544A-7EE6-4342-B048-85BDC9FD1C3A}</a:tableStyleId>
              </a:tblPr>
              <a:tblGrid>
                <a:gridCol w="1093889"/>
                <a:gridCol w="1582065"/>
                <a:gridCol w="2665860"/>
                <a:gridCol w="2813683"/>
              </a:tblGrid>
              <a:tr h="794755">
                <a:tc>
                  <a:txBody>
                    <a:bodyPr/>
                    <a:lstStyle/>
                    <a:p>
                      <a:pPr algn="ctr">
                        <a:buNone/>
                      </a:pPr>
                      <a:r>
                        <a:rPr lang="zh-CN" altLang="en-US" sz="2800">
                          <a:solidFill>
                            <a:schemeClr val="tx1"/>
                          </a:solidFill>
                          <a:latin typeface="华文楷体" panose="02010600040101010101" pitchFamily="2" charset="-122"/>
                          <a:ea typeface="华文楷体" panose="02010600040101010101" pitchFamily="2" charset="-122"/>
                        </a:rPr>
                        <a:t>类型</a:t>
                      </a:r>
                      <a:endParaRPr lang="zh-CN" altLang="en-US" sz="2800">
                        <a:solidFill>
                          <a:schemeClr val="tx1"/>
                        </a:solidFill>
                        <a:latin typeface="华文楷体" panose="02010600040101010101" pitchFamily="2" charset="-122"/>
                        <a:ea typeface="华文楷体" panose="02010600040101010101" pitchFamily="2" charset="-122"/>
                      </a:endParaRPr>
                    </a:p>
                  </a:txBody>
                  <a:tcPr anchor="ctr">
                    <a:lnL w="76200" cmpd="sng">
                      <a:solidFill>
                        <a:schemeClr val="tx1"/>
                      </a:solidFill>
                      <a:prstDash val="solid"/>
                    </a:lnL>
                    <a:lnR w="76200" cmpd="sng">
                      <a:solidFill>
                        <a:schemeClr val="tx1"/>
                      </a:solidFill>
                      <a:prstDash val="solid"/>
                    </a:lnR>
                    <a:lnT w="76200" cmpd="sng">
                      <a:solidFill>
                        <a:schemeClr val="tx1"/>
                      </a:solidFill>
                      <a:prstDash val="solid"/>
                    </a:lnT>
                    <a:lnB w="76200" cmpd="sng">
                      <a:solidFill>
                        <a:schemeClr val="tx1"/>
                      </a:solidFill>
                      <a:prstDash val="solid"/>
                    </a:lnB>
                    <a:noFill/>
                  </a:tcPr>
                </a:tc>
                <a:tc>
                  <a:txBody>
                    <a:bodyPr/>
                    <a:lstStyle/>
                    <a:p>
                      <a:pPr algn="ctr">
                        <a:buNone/>
                      </a:pPr>
                      <a:r>
                        <a:rPr lang="zh-CN" altLang="en-US" sz="2800">
                          <a:solidFill>
                            <a:schemeClr val="tx1"/>
                          </a:solidFill>
                          <a:latin typeface="华文楷体" panose="02010600040101010101" pitchFamily="2" charset="-122"/>
                          <a:ea typeface="华文楷体" panose="02010600040101010101" pitchFamily="2" charset="-122"/>
                        </a:rPr>
                        <a:t>未压缩</a:t>
                      </a:r>
                      <a:endParaRPr lang="zh-CN" altLang="en-US" sz="2800">
                        <a:solidFill>
                          <a:schemeClr val="tx1"/>
                        </a:solidFill>
                        <a:latin typeface="华文楷体" panose="02010600040101010101" pitchFamily="2" charset="-122"/>
                        <a:ea typeface="华文楷体" panose="02010600040101010101" pitchFamily="2" charset="-122"/>
                      </a:endParaRPr>
                    </a:p>
                  </a:txBody>
                  <a:tcPr anchor="ctr">
                    <a:lnL w="76200" cmpd="sng">
                      <a:solidFill>
                        <a:schemeClr val="tx1"/>
                      </a:solidFill>
                      <a:prstDash val="solid"/>
                    </a:lnL>
                    <a:lnR w="76200" cmpd="sng">
                      <a:solidFill>
                        <a:schemeClr val="tx1"/>
                      </a:solidFill>
                      <a:prstDash val="solid"/>
                    </a:lnR>
                    <a:lnT w="76200" cmpd="sng">
                      <a:solidFill>
                        <a:schemeClr val="tx1"/>
                      </a:solidFill>
                      <a:prstDash val="solid"/>
                    </a:lnT>
                    <a:lnB w="76200" cmpd="sng">
                      <a:solidFill>
                        <a:schemeClr val="tx1"/>
                      </a:solidFill>
                      <a:prstDash val="solid"/>
                    </a:lnB>
                    <a:noFill/>
                  </a:tcPr>
                </a:tc>
                <a:tc>
                  <a:txBody>
                    <a:bodyPr/>
                    <a:lstStyle/>
                    <a:p>
                      <a:pPr algn="ctr">
                        <a:buNone/>
                      </a:pPr>
                      <a:r>
                        <a:rPr lang="zh-CN" altLang="en-US" sz="2800">
                          <a:solidFill>
                            <a:schemeClr val="tx1"/>
                          </a:solidFill>
                          <a:latin typeface="华文楷体" panose="02010600040101010101" pitchFamily="2" charset="-122"/>
                          <a:ea typeface="华文楷体" panose="02010600040101010101" pitchFamily="2" charset="-122"/>
                        </a:rPr>
                        <a:t>无损压缩</a:t>
                      </a:r>
                      <a:endParaRPr lang="zh-CN" altLang="en-US" sz="2800">
                        <a:solidFill>
                          <a:schemeClr val="tx1"/>
                        </a:solidFill>
                        <a:latin typeface="华文楷体" panose="02010600040101010101" pitchFamily="2" charset="-122"/>
                        <a:ea typeface="华文楷体" panose="02010600040101010101" pitchFamily="2" charset="-122"/>
                      </a:endParaRPr>
                    </a:p>
                  </a:txBody>
                  <a:tcPr anchor="ctr">
                    <a:lnL w="76200" cmpd="sng">
                      <a:solidFill>
                        <a:schemeClr val="tx1"/>
                      </a:solidFill>
                      <a:prstDash val="solid"/>
                    </a:lnL>
                    <a:lnR w="76200" cmpd="sng">
                      <a:solidFill>
                        <a:schemeClr val="tx1"/>
                      </a:solidFill>
                      <a:prstDash val="solid"/>
                    </a:lnR>
                    <a:lnT w="76200" cmpd="sng">
                      <a:solidFill>
                        <a:schemeClr val="tx1"/>
                      </a:solidFill>
                      <a:prstDash val="solid"/>
                    </a:lnT>
                    <a:lnB w="76200" cmpd="sng">
                      <a:solidFill>
                        <a:schemeClr val="tx1"/>
                      </a:solidFill>
                      <a:prstDash val="solid"/>
                    </a:lnB>
                    <a:noFill/>
                  </a:tcPr>
                </a:tc>
                <a:tc>
                  <a:txBody>
                    <a:bodyPr/>
                    <a:lstStyle/>
                    <a:p>
                      <a:pPr algn="ctr">
                        <a:buNone/>
                      </a:pPr>
                      <a:r>
                        <a:rPr lang="zh-CN" altLang="en-US" sz="2800">
                          <a:solidFill>
                            <a:schemeClr val="tx1"/>
                          </a:solidFill>
                          <a:latin typeface="华文楷体" panose="02010600040101010101" pitchFamily="2" charset="-122"/>
                          <a:ea typeface="华文楷体" panose="02010600040101010101" pitchFamily="2" charset="-122"/>
                        </a:rPr>
                        <a:t>有损压缩</a:t>
                      </a:r>
                      <a:endParaRPr lang="zh-CN" altLang="en-US" sz="2800">
                        <a:solidFill>
                          <a:schemeClr val="tx1"/>
                        </a:solidFill>
                        <a:latin typeface="华文楷体" panose="02010600040101010101" pitchFamily="2" charset="-122"/>
                        <a:ea typeface="华文楷体" panose="02010600040101010101" pitchFamily="2" charset="-122"/>
                      </a:endParaRPr>
                    </a:p>
                  </a:txBody>
                  <a:tcPr anchor="ctr">
                    <a:lnL w="76200" cmpd="sng">
                      <a:solidFill>
                        <a:schemeClr val="tx1"/>
                      </a:solidFill>
                      <a:prstDash val="solid"/>
                    </a:lnL>
                    <a:lnR w="76200" cmpd="sng">
                      <a:solidFill>
                        <a:schemeClr val="tx1"/>
                      </a:solidFill>
                      <a:prstDash val="solid"/>
                    </a:lnR>
                    <a:lnT w="76200" cmpd="sng">
                      <a:solidFill>
                        <a:schemeClr val="tx1"/>
                      </a:solidFill>
                      <a:prstDash val="solid"/>
                    </a:lnT>
                    <a:lnB w="76200" cmpd="sng">
                      <a:solidFill>
                        <a:schemeClr val="tx1"/>
                      </a:solidFill>
                      <a:prstDash val="solid"/>
                    </a:lnB>
                    <a:noFill/>
                  </a:tcPr>
                </a:tc>
              </a:tr>
              <a:tr h="1099084">
                <a:tc>
                  <a:txBody>
                    <a:bodyPr/>
                    <a:lstStyle/>
                    <a:p>
                      <a:pPr algn="ctr">
                        <a:buNone/>
                      </a:pPr>
                      <a:r>
                        <a:rPr lang="zh-CN" altLang="en-US" sz="2800">
                          <a:solidFill>
                            <a:schemeClr val="tx1"/>
                          </a:solidFill>
                          <a:latin typeface="华文楷体" panose="02010600040101010101" pitchFamily="2" charset="-122"/>
                          <a:ea typeface="华文楷体" panose="02010600040101010101" pitchFamily="2" charset="-122"/>
                        </a:rPr>
                        <a:t>文件格式</a:t>
                      </a:r>
                      <a:endParaRPr lang="zh-CN" altLang="en-US" sz="2800">
                        <a:solidFill>
                          <a:schemeClr val="tx1"/>
                        </a:solidFill>
                        <a:latin typeface="华文楷体" panose="02010600040101010101" pitchFamily="2" charset="-122"/>
                        <a:ea typeface="华文楷体" panose="02010600040101010101" pitchFamily="2" charset="-122"/>
                      </a:endParaRPr>
                    </a:p>
                  </a:txBody>
                  <a:tcPr anchor="ctr">
                    <a:lnL w="76200" cmpd="sng">
                      <a:solidFill>
                        <a:schemeClr val="tx1"/>
                      </a:solidFill>
                      <a:prstDash val="solid"/>
                    </a:lnL>
                    <a:lnR w="76200" cmpd="sng">
                      <a:solidFill>
                        <a:schemeClr val="tx1"/>
                      </a:solidFill>
                      <a:prstDash val="solid"/>
                    </a:lnR>
                    <a:lnT w="76200" cmpd="sng">
                      <a:solidFill>
                        <a:schemeClr val="tx1"/>
                      </a:solidFill>
                      <a:prstDash val="solid"/>
                    </a:lnT>
                    <a:lnB w="76200" cmpd="sng">
                      <a:solidFill>
                        <a:schemeClr val="tx1"/>
                      </a:solidFill>
                      <a:prstDash val="solid"/>
                    </a:lnB>
                    <a:noFill/>
                  </a:tcPr>
                </a:tc>
                <a:tc>
                  <a:txBody>
                    <a:bodyPr/>
                    <a:lstStyle/>
                    <a:p>
                      <a:pPr algn="ctr">
                        <a:buNone/>
                      </a:pPr>
                      <a:r>
                        <a:rPr lang="en-US" altLang="zh-CN" sz="2800">
                          <a:solidFill>
                            <a:schemeClr val="tx1"/>
                          </a:solidFill>
                          <a:latin typeface="华文楷体" panose="02010600040101010101" pitchFamily="2" charset="-122"/>
                          <a:ea typeface="华文楷体" panose="02010600040101010101" pitchFamily="2" charset="-122"/>
                        </a:rPr>
                        <a:t>BMP</a:t>
                      </a:r>
                      <a:endParaRPr lang="en-US" altLang="zh-CN" sz="2800">
                        <a:solidFill>
                          <a:schemeClr val="tx1"/>
                        </a:solidFill>
                        <a:latin typeface="华文楷体" panose="02010600040101010101" pitchFamily="2" charset="-122"/>
                        <a:ea typeface="华文楷体" panose="02010600040101010101" pitchFamily="2" charset="-122"/>
                      </a:endParaRPr>
                    </a:p>
                  </a:txBody>
                  <a:tcPr anchor="ctr">
                    <a:lnL w="76200" cmpd="sng">
                      <a:solidFill>
                        <a:schemeClr val="tx1"/>
                      </a:solidFill>
                      <a:prstDash val="solid"/>
                    </a:lnL>
                    <a:lnR w="76200" cmpd="sng">
                      <a:solidFill>
                        <a:schemeClr val="tx1"/>
                      </a:solidFill>
                      <a:prstDash val="solid"/>
                    </a:lnR>
                    <a:lnT w="76200" cmpd="sng">
                      <a:solidFill>
                        <a:schemeClr val="tx1"/>
                      </a:solidFill>
                      <a:prstDash val="solid"/>
                    </a:lnT>
                    <a:lnB w="76200" cmpd="sng">
                      <a:solidFill>
                        <a:schemeClr val="tx1"/>
                      </a:solidFill>
                      <a:prstDash val="solid"/>
                    </a:lnB>
                    <a:noFill/>
                  </a:tcPr>
                </a:tc>
                <a:tc>
                  <a:txBody>
                    <a:bodyPr/>
                    <a:lstStyle/>
                    <a:p>
                      <a:pPr algn="ctr">
                        <a:buNone/>
                      </a:pPr>
                      <a:r>
                        <a:rPr lang="en-US" altLang="zh-CN" sz="2800">
                          <a:solidFill>
                            <a:schemeClr val="tx1"/>
                          </a:solidFill>
                          <a:latin typeface="华文楷体" panose="02010600040101010101" pitchFamily="2" charset="-122"/>
                          <a:ea typeface="华文楷体" panose="02010600040101010101" pitchFamily="2" charset="-122"/>
                        </a:rPr>
                        <a:t>TIFF</a:t>
                      </a:r>
                      <a:r>
                        <a:rPr lang="zh-CN" altLang="en-US" sz="2800">
                          <a:solidFill>
                            <a:schemeClr val="tx1"/>
                          </a:solidFill>
                          <a:latin typeface="华文楷体" panose="02010600040101010101" pitchFamily="2" charset="-122"/>
                          <a:ea typeface="华文楷体" panose="02010600040101010101" pitchFamily="2" charset="-122"/>
                        </a:rPr>
                        <a:t>等</a:t>
                      </a:r>
                      <a:endParaRPr lang="zh-CN" altLang="en-US" sz="2800">
                        <a:solidFill>
                          <a:schemeClr val="tx1"/>
                        </a:solidFill>
                        <a:latin typeface="华文楷体" panose="02010600040101010101" pitchFamily="2" charset="-122"/>
                        <a:ea typeface="华文楷体" panose="02010600040101010101" pitchFamily="2" charset="-122"/>
                      </a:endParaRPr>
                    </a:p>
                  </a:txBody>
                  <a:tcPr anchor="ctr">
                    <a:lnL w="76200" cmpd="sng">
                      <a:solidFill>
                        <a:schemeClr val="tx1"/>
                      </a:solidFill>
                      <a:prstDash val="solid"/>
                    </a:lnL>
                    <a:lnR w="76200" cmpd="sng">
                      <a:solidFill>
                        <a:schemeClr val="tx1"/>
                      </a:solidFill>
                      <a:prstDash val="solid"/>
                    </a:lnR>
                    <a:lnT w="76200" cmpd="sng">
                      <a:solidFill>
                        <a:schemeClr val="tx1"/>
                      </a:solidFill>
                      <a:prstDash val="solid"/>
                    </a:lnT>
                    <a:lnB w="76200" cmpd="sng">
                      <a:solidFill>
                        <a:schemeClr val="tx1"/>
                      </a:solidFill>
                      <a:prstDash val="solid"/>
                    </a:lnB>
                    <a:noFill/>
                  </a:tcPr>
                </a:tc>
                <a:tc>
                  <a:txBody>
                    <a:bodyPr/>
                    <a:lstStyle/>
                    <a:p>
                      <a:pPr algn="ctr">
                        <a:buNone/>
                      </a:pPr>
                      <a:r>
                        <a:rPr lang="en-US" altLang="zh-CN" sz="2800">
                          <a:solidFill>
                            <a:schemeClr val="tx1"/>
                          </a:solidFill>
                          <a:latin typeface="华文楷体" panose="02010600040101010101" pitchFamily="2" charset="-122"/>
                          <a:ea typeface="华文楷体" panose="02010600040101010101" pitchFamily="2" charset="-122"/>
                        </a:rPr>
                        <a:t>JPEG/JPG</a:t>
                      </a:r>
                      <a:r>
                        <a:rPr lang="zh-CN" altLang="en-US" sz="2800">
                          <a:solidFill>
                            <a:schemeClr val="tx1"/>
                          </a:solidFill>
                          <a:latin typeface="华文楷体" panose="02010600040101010101" pitchFamily="2" charset="-122"/>
                          <a:ea typeface="华文楷体" panose="02010600040101010101" pitchFamily="2" charset="-122"/>
                        </a:rPr>
                        <a:t>等</a:t>
                      </a:r>
                      <a:endParaRPr lang="zh-CN" altLang="en-US" sz="2800">
                        <a:solidFill>
                          <a:schemeClr val="tx1"/>
                        </a:solidFill>
                        <a:latin typeface="华文楷体" panose="02010600040101010101" pitchFamily="2" charset="-122"/>
                        <a:ea typeface="华文楷体" panose="02010600040101010101" pitchFamily="2" charset="-122"/>
                      </a:endParaRPr>
                    </a:p>
                  </a:txBody>
                  <a:tcPr anchor="ctr">
                    <a:lnL w="76200" cmpd="sng">
                      <a:solidFill>
                        <a:schemeClr val="tx1"/>
                      </a:solidFill>
                      <a:prstDash val="solid"/>
                    </a:lnL>
                    <a:lnR w="76200" cmpd="sng">
                      <a:solidFill>
                        <a:schemeClr val="tx1"/>
                      </a:solidFill>
                      <a:prstDash val="solid"/>
                    </a:lnR>
                    <a:lnT w="76200" cmpd="sng">
                      <a:solidFill>
                        <a:schemeClr val="tx1"/>
                      </a:solidFill>
                      <a:prstDash val="solid"/>
                    </a:lnT>
                    <a:lnB w="76200" cmpd="sng">
                      <a:solidFill>
                        <a:schemeClr val="tx1"/>
                      </a:solidFill>
                      <a:prstDash val="solid"/>
                    </a:lnB>
                    <a:noFill/>
                  </a:tcPr>
                </a:tc>
              </a:tr>
              <a:tr h="1283081">
                <a:tc>
                  <a:txBody>
                    <a:bodyPr/>
                    <a:lstStyle/>
                    <a:p>
                      <a:pPr algn="ctr">
                        <a:buNone/>
                      </a:pPr>
                      <a:r>
                        <a:rPr lang="zh-CN" altLang="en-US" sz="2800">
                          <a:solidFill>
                            <a:schemeClr val="tx1"/>
                          </a:solidFill>
                          <a:latin typeface="华文楷体" panose="02010600040101010101" pitchFamily="2" charset="-122"/>
                          <a:ea typeface="华文楷体" panose="02010600040101010101" pitchFamily="2" charset="-122"/>
                        </a:rPr>
                        <a:t>存储容量</a:t>
                      </a:r>
                      <a:endParaRPr lang="zh-CN" altLang="en-US" sz="2800">
                        <a:solidFill>
                          <a:schemeClr val="tx1"/>
                        </a:solidFill>
                        <a:latin typeface="华文楷体" panose="02010600040101010101" pitchFamily="2" charset="-122"/>
                        <a:ea typeface="华文楷体" panose="02010600040101010101" pitchFamily="2" charset="-122"/>
                      </a:endParaRPr>
                    </a:p>
                  </a:txBody>
                  <a:tcPr anchor="ctr">
                    <a:lnL w="76200" cmpd="sng">
                      <a:solidFill>
                        <a:schemeClr val="tx1"/>
                      </a:solidFill>
                      <a:prstDash val="solid"/>
                    </a:lnL>
                    <a:lnR w="76200" cmpd="sng">
                      <a:solidFill>
                        <a:schemeClr val="tx1"/>
                      </a:solidFill>
                      <a:prstDash val="solid"/>
                    </a:lnR>
                    <a:lnT w="76200" cmpd="sng">
                      <a:solidFill>
                        <a:schemeClr val="tx1"/>
                      </a:solidFill>
                      <a:prstDash val="solid"/>
                    </a:lnT>
                    <a:lnB w="76200" cmpd="sng">
                      <a:solidFill>
                        <a:schemeClr val="tx1"/>
                      </a:solidFill>
                      <a:prstDash val="solid"/>
                    </a:lnB>
                    <a:noFill/>
                  </a:tcPr>
                </a:tc>
                <a:tc>
                  <a:txBody>
                    <a:bodyPr/>
                    <a:lstStyle/>
                    <a:p>
                      <a:pPr algn="ctr">
                        <a:buNone/>
                      </a:pPr>
                      <a:r>
                        <a:rPr lang="zh-CN" altLang="en-US" sz="2800">
                          <a:solidFill>
                            <a:schemeClr val="tx1"/>
                          </a:solidFill>
                          <a:latin typeface="华文楷体" panose="02010600040101010101" pitchFamily="2" charset="-122"/>
                          <a:ea typeface="华文楷体" panose="02010600040101010101" pitchFamily="2" charset="-122"/>
                        </a:rPr>
                        <a:t>相对</a:t>
                      </a:r>
                      <a:endParaRPr lang="zh-CN" altLang="en-US" sz="2800">
                        <a:solidFill>
                          <a:schemeClr val="tx1"/>
                        </a:solidFill>
                        <a:latin typeface="华文楷体" panose="02010600040101010101" pitchFamily="2" charset="-122"/>
                        <a:ea typeface="华文楷体" panose="02010600040101010101" pitchFamily="2" charset="-122"/>
                      </a:endParaRPr>
                    </a:p>
                    <a:p>
                      <a:pPr algn="ctr">
                        <a:buNone/>
                      </a:pPr>
                      <a:r>
                        <a:rPr lang="zh-CN" altLang="en-US" sz="2800">
                          <a:solidFill>
                            <a:schemeClr val="tx1"/>
                          </a:solidFill>
                          <a:latin typeface="华文楷体" panose="02010600040101010101" pitchFamily="2" charset="-122"/>
                          <a:ea typeface="华文楷体" panose="02010600040101010101" pitchFamily="2" charset="-122"/>
                        </a:rPr>
                        <a:t>较大</a:t>
                      </a:r>
                      <a:endParaRPr lang="zh-CN" altLang="en-US" sz="2800">
                        <a:solidFill>
                          <a:schemeClr val="tx1"/>
                        </a:solidFill>
                        <a:latin typeface="华文楷体" panose="02010600040101010101" pitchFamily="2" charset="-122"/>
                        <a:ea typeface="华文楷体" panose="02010600040101010101" pitchFamily="2" charset="-122"/>
                      </a:endParaRPr>
                    </a:p>
                  </a:txBody>
                  <a:tcPr anchor="ctr">
                    <a:lnL w="76200" cmpd="sng">
                      <a:solidFill>
                        <a:schemeClr val="tx1"/>
                      </a:solidFill>
                      <a:prstDash val="solid"/>
                    </a:lnL>
                    <a:lnR w="76200" cmpd="sng">
                      <a:solidFill>
                        <a:schemeClr val="tx1"/>
                      </a:solidFill>
                      <a:prstDash val="solid"/>
                    </a:lnR>
                    <a:lnT w="76200" cmpd="sng">
                      <a:solidFill>
                        <a:schemeClr val="tx1"/>
                      </a:solidFill>
                      <a:prstDash val="solid"/>
                    </a:lnT>
                    <a:lnB w="76200" cmpd="sng">
                      <a:solidFill>
                        <a:schemeClr val="tx1"/>
                      </a:solidFill>
                      <a:prstDash val="solid"/>
                    </a:lnB>
                    <a:noFill/>
                  </a:tcPr>
                </a:tc>
                <a:tc>
                  <a:txBody>
                    <a:bodyPr/>
                    <a:lstStyle/>
                    <a:p>
                      <a:pPr algn="ctr">
                        <a:buNone/>
                      </a:pPr>
                      <a:r>
                        <a:rPr lang="zh-CN" altLang="en-US" sz="2800">
                          <a:solidFill>
                            <a:schemeClr val="tx1"/>
                          </a:solidFill>
                          <a:latin typeface="华文楷体" panose="02010600040101010101" pitchFamily="2" charset="-122"/>
                          <a:ea typeface="华文楷体" panose="02010600040101010101" pitchFamily="2" charset="-122"/>
                          <a:sym typeface="+mn-ea"/>
                        </a:rPr>
                        <a:t>不损失信息，压缩比小</a:t>
                      </a:r>
                      <a:endParaRPr lang="en-US" altLang="zh-CN" sz="2800">
                        <a:solidFill>
                          <a:schemeClr val="tx1"/>
                        </a:solidFill>
                        <a:latin typeface="华文楷体" panose="02010600040101010101" pitchFamily="2" charset="-122"/>
                        <a:ea typeface="华文楷体" panose="02010600040101010101" pitchFamily="2" charset="-122"/>
                        <a:sym typeface="+mn-ea"/>
                      </a:endParaRPr>
                    </a:p>
                  </a:txBody>
                  <a:tcPr anchor="ctr">
                    <a:lnL w="76200" cmpd="sng">
                      <a:solidFill>
                        <a:schemeClr val="tx1"/>
                      </a:solidFill>
                      <a:prstDash val="solid"/>
                    </a:lnL>
                    <a:lnR w="76200" cmpd="sng">
                      <a:solidFill>
                        <a:schemeClr val="tx1"/>
                      </a:solidFill>
                      <a:prstDash val="solid"/>
                    </a:lnR>
                    <a:lnT w="76200" cmpd="sng">
                      <a:solidFill>
                        <a:schemeClr val="tx1"/>
                      </a:solidFill>
                      <a:prstDash val="solid"/>
                    </a:lnT>
                    <a:lnB w="76200" cmpd="sng">
                      <a:solidFill>
                        <a:schemeClr val="tx1"/>
                      </a:solidFill>
                      <a:prstDash val="solid"/>
                    </a:lnB>
                    <a:noFill/>
                  </a:tcPr>
                </a:tc>
                <a:tc>
                  <a:txBody>
                    <a:bodyPr/>
                    <a:lstStyle/>
                    <a:p>
                      <a:pPr algn="ctr">
                        <a:buNone/>
                      </a:pPr>
                      <a:r>
                        <a:rPr lang="zh-CN" altLang="en-US" sz="2800">
                          <a:solidFill>
                            <a:schemeClr val="tx1"/>
                          </a:solidFill>
                          <a:latin typeface="华文楷体" panose="02010600040101010101" pitchFamily="2" charset="-122"/>
                          <a:ea typeface="华文楷体" panose="02010600040101010101" pitchFamily="2" charset="-122"/>
                          <a:sym typeface="+mn-ea"/>
                        </a:rPr>
                        <a:t>损失一定信息，</a:t>
                      </a:r>
                      <a:endParaRPr lang="zh-CN" altLang="en-US" sz="2800">
                        <a:solidFill>
                          <a:schemeClr val="tx1"/>
                        </a:solidFill>
                        <a:latin typeface="华文楷体" panose="02010600040101010101" pitchFamily="2" charset="-122"/>
                        <a:ea typeface="华文楷体" panose="02010600040101010101" pitchFamily="2" charset="-122"/>
                        <a:sym typeface="+mn-ea"/>
                      </a:endParaRPr>
                    </a:p>
                    <a:p>
                      <a:pPr algn="ctr">
                        <a:buNone/>
                      </a:pPr>
                      <a:r>
                        <a:rPr lang="zh-CN" altLang="en-US" sz="2800">
                          <a:solidFill>
                            <a:schemeClr val="tx1"/>
                          </a:solidFill>
                          <a:latin typeface="华文楷体" panose="02010600040101010101" pitchFamily="2" charset="-122"/>
                          <a:ea typeface="华文楷体" panose="02010600040101010101" pitchFamily="2" charset="-122"/>
                          <a:sym typeface="+mn-ea"/>
                        </a:rPr>
                        <a:t>压缩比大</a:t>
                      </a:r>
                      <a:endParaRPr lang="zh-CN" altLang="en-US" sz="2800">
                        <a:solidFill>
                          <a:schemeClr val="tx1"/>
                        </a:solidFill>
                        <a:latin typeface="华文楷体" panose="02010600040101010101" pitchFamily="2" charset="-122"/>
                        <a:ea typeface="华文楷体" panose="02010600040101010101" pitchFamily="2" charset="-122"/>
                        <a:sym typeface="+mn-ea"/>
                      </a:endParaRPr>
                    </a:p>
                  </a:txBody>
                  <a:tcPr anchor="ctr">
                    <a:lnL w="76200" cmpd="sng">
                      <a:solidFill>
                        <a:schemeClr val="tx1"/>
                      </a:solidFill>
                      <a:prstDash val="solid"/>
                    </a:lnL>
                    <a:lnR w="76200" cmpd="sng">
                      <a:solidFill>
                        <a:schemeClr val="tx1"/>
                      </a:solidFill>
                      <a:prstDash val="solid"/>
                    </a:lnR>
                    <a:lnT w="76200" cmpd="sng">
                      <a:solidFill>
                        <a:schemeClr val="tx1"/>
                      </a:solidFill>
                      <a:prstDash val="solid"/>
                    </a:lnT>
                    <a:lnB w="76200" cmpd="sng">
                      <a:solidFill>
                        <a:schemeClr val="tx1"/>
                      </a:solidFill>
                      <a:prstDash val="solid"/>
                    </a:lnB>
                    <a:noFill/>
                  </a:tcPr>
                </a:tc>
              </a:tr>
            </a:tbl>
          </a:graphicData>
        </a:graphic>
      </p:graphicFrame>
      <p:sp>
        <p:nvSpPr>
          <p:cNvPr id="8" name="TextBox 8"/>
          <p:cNvSpPr txBox="1">
            <a:spLocks noChangeArrowheads="1"/>
          </p:cNvSpPr>
          <p:nvPr>
            <p:custDataLst>
              <p:tags r:id="rId7"/>
            </p:custDataLst>
          </p:nvPr>
        </p:nvSpPr>
        <p:spPr bwMode="auto">
          <a:xfrm>
            <a:off x="4468715" y="28654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rPr>
              <a:t>数据压缩</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spd="slow">
    <p:push dir="u"/>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custDataLst>
              <p:tags r:id="rId1"/>
            </p:custDataLst>
          </p:nvPr>
        </p:nvSpPr>
        <p:spPr>
          <a:xfrm>
            <a:off x="773306" y="2445720"/>
            <a:ext cx="1290213" cy="1127766"/>
          </a:xfrm>
          <a:prstGeom prst="roundRect">
            <a:avLst/>
          </a:prstGeom>
          <a:solidFill>
            <a:srgbClr val="557B60"/>
          </a:solidFill>
        </p:spPr>
        <p:style>
          <a:lnRef idx="3">
            <a:schemeClr val="lt1"/>
          </a:lnRef>
          <a:fillRef idx="1">
            <a:schemeClr val="accent1"/>
          </a:fillRef>
          <a:effectRef idx="1">
            <a:schemeClr val="accent1"/>
          </a:effectRef>
          <a:fontRef idx="minor">
            <a:schemeClr val="lt1"/>
          </a:fontRef>
        </p:style>
        <p:txBody>
          <a:bodyPr rtlCol="0" anchor="ctr"/>
          <a:lstStyle>
            <a:defPPr>
              <a:defRPr lang="zh-CN">
                <a:solidFill>
                  <a:schemeClr val="lt1"/>
                </a:solidFill>
              </a:defRPr>
            </a:defPPr>
            <a:lvl1pPr marL="0" algn="l" defTabSz="1089025" rtl="0" eaLnBrk="1" latinLnBrk="0" hangingPunct="1">
              <a:defRPr sz="2100" kern="1200">
                <a:solidFill>
                  <a:schemeClr val="lt1"/>
                </a:solidFill>
                <a:latin typeface="+mn-lt"/>
                <a:ea typeface="+mn-ea"/>
                <a:cs typeface="+mn-cs"/>
              </a:defRPr>
            </a:lvl1pPr>
            <a:lvl2pPr marL="544195" algn="l" defTabSz="1089025" rtl="0" eaLnBrk="1" latinLnBrk="0" hangingPunct="1">
              <a:defRPr sz="2100" kern="1200">
                <a:solidFill>
                  <a:schemeClr val="lt1"/>
                </a:solidFill>
                <a:latin typeface="+mn-lt"/>
                <a:ea typeface="+mn-ea"/>
                <a:cs typeface="+mn-cs"/>
              </a:defRPr>
            </a:lvl2pPr>
            <a:lvl3pPr marL="1089025" algn="l" defTabSz="1089025" rtl="0" eaLnBrk="1" latinLnBrk="0" hangingPunct="1">
              <a:defRPr sz="2100" kern="1200">
                <a:solidFill>
                  <a:schemeClr val="lt1"/>
                </a:solidFill>
                <a:latin typeface="+mn-lt"/>
                <a:ea typeface="+mn-ea"/>
                <a:cs typeface="+mn-cs"/>
              </a:defRPr>
            </a:lvl3pPr>
            <a:lvl4pPr marL="1633220" algn="l" defTabSz="1089025" rtl="0" eaLnBrk="1" latinLnBrk="0" hangingPunct="1">
              <a:defRPr sz="2100" kern="1200">
                <a:solidFill>
                  <a:schemeClr val="lt1"/>
                </a:solidFill>
                <a:latin typeface="+mn-lt"/>
                <a:ea typeface="+mn-ea"/>
                <a:cs typeface="+mn-cs"/>
              </a:defRPr>
            </a:lvl4pPr>
            <a:lvl5pPr marL="2177415" algn="l" defTabSz="1089025" rtl="0" eaLnBrk="1" latinLnBrk="0" hangingPunct="1">
              <a:defRPr sz="2100" kern="1200">
                <a:solidFill>
                  <a:schemeClr val="lt1"/>
                </a:solidFill>
                <a:latin typeface="+mn-lt"/>
                <a:ea typeface="+mn-ea"/>
                <a:cs typeface="+mn-cs"/>
              </a:defRPr>
            </a:lvl5pPr>
            <a:lvl6pPr marL="2721610" algn="l" defTabSz="1089025" rtl="0" eaLnBrk="1" latinLnBrk="0" hangingPunct="1">
              <a:defRPr sz="2100" kern="1200">
                <a:solidFill>
                  <a:schemeClr val="lt1"/>
                </a:solidFill>
                <a:latin typeface="+mn-lt"/>
                <a:ea typeface="+mn-ea"/>
                <a:cs typeface="+mn-cs"/>
              </a:defRPr>
            </a:lvl6pPr>
            <a:lvl7pPr marL="3266440" algn="l" defTabSz="1089025" rtl="0" eaLnBrk="1" latinLnBrk="0" hangingPunct="1">
              <a:defRPr sz="2100" kern="1200">
                <a:solidFill>
                  <a:schemeClr val="lt1"/>
                </a:solidFill>
                <a:latin typeface="+mn-lt"/>
                <a:ea typeface="+mn-ea"/>
                <a:cs typeface="+mn-cs"/>
              </a:defRPr>
            </a:lvl7pPr>
            <a:lvl8pPr marL="3810635" algn="l" defTabSz="1089025" rtl="0" eaLnBrk="1" latinLnBrk="0" hangingPunct="1">
              <a:defRPr sz="2100" kern="1200">
                <a:solidFill>
                  <a:schemeClr val="lt1"/>
                </a:solidFill>
                <a:latin typeface="+mn-lt"/>
                <a:ea typeface="+mn-ea"/>
                <a:cs typeface="+mn-cs"/>
              </a:defRPr>
            </a:lvl8pPr>
            <a:lvl9pPr marL="4354830" algn="l" defTabSz="1089025" rtl="0" eaLnBrk="1" latinLnBrk="0" hangingPunct="1">
              <a:defRPr sz="2100" kern="1200">
                <a:solidFill>
                  <a:schemeClr val="lt1"/>
                </a:solidFill>
                <a:latin typeface="+mn-lt"/>
                <a:ea typeface="+mn-ea"/>
                <a:cs typeface="+mn-cs"/>
              </a:defRPr>
            </a:lvl9pPr>
          </a:lstStyle>
          <a:p>
            <a:pPr algn="ctr"/>
            <a:r>
              <a:rPr lang="zh-CN" altLang="en-US" sz="3200" b="1" dirty="0">
                <a:latin typeface="华文楷体" panose="02010600040101010101" pitchFamily="2" charset="-122"/>
                <a:ea typeface="华文楷体" panose="02010600040101010101" pitchFamily="2" charset="-122"/>
              </a:rPr>
              <a:t>图像</a:t>
            </a:r>
            <a:endParaRPr lang="en-US" altLang="zh-CN" sz="3200" b="1" dirty="0">
              <a:latin typeface="华文楷体" panose="02010600040101010101" pitchFamily="2" charset="-122"/>
              <a:ea typeface="华文楷体" panose="02010600040101010101" pitchFamily="2" charset="-122"/>
            </a:endParaRPr>
          </a:p>
          <a:p>
            <a:pPr algn="ctr"/>
            <a:r>
              <a:rPr lang="zh-CN" altLang="en-US" sz="3200" b="1" dirty="0">
                <a:latin typeface="华文楷体" panose="02010600040101010101" pitchFamily="2" charset="-122"/>
                <a:ea typeface="华文楷体" panose="02010600040101010101" pitchFamily="2" charset="-122"/>
              </a:rPr>
              <a:t>编码</a:t>
            </a:r>
            <a:endParaRPr lang="zh-CN" altLang="en-US" sz="3200" b="1" dirty="0">
              <a:latin typeface="华文楷体" panose="02010600040101010101" pitchFamily="2" charset="-122"/>
              <a:ea typeface="华文楷体" panose="02010600040101010101" pitchFamily="2" charset="-122"/>
            </a:endParaRPr>
          </a:p>
        </p:txBody>
      </p:sp>
      <p:grpSp>
        <p:nvGrpSpPr>
          <p:cNvPr id="50" name="组合 49"/>
          <p:cNvGrpSpPr/>
          <p:nvPr>
            <p:custDataLst>
              <p:tags r:id="rId2"/>
            </p:custDataLst>
          </p:nvPr>
        </p:nvGrpSpPr>
        <p:grpSpPr>
          <a:xfrm>
            <a:off x="2063519" y="1715736"/>
            <a:ext cx="2327462" cy="1218834"/>
            <a:chOff x="1328574" y="2567703"/>
            <a:chExt cx="2327462" cy="1218834"/>
          </a:xfrm>
        </p:grpSpPr>
        <p:sp>
          <p:nvSpPr>
            <p:cNvPr id="51" name="圆角矩形 50"/>
            <p:cNvSpPr/>
            <p:nvPr>
              <p:custDataLst>
                <p:tags r:id="rId3"/>
              </p:custDataLst>
            </p:nvPr>
          </p:nvSpPr>
          <p:spPr>
            <a:xfrm>
              <a:off x="2144036" y="2567703"/>
              <a:ext cx="1512000" cy="864000"/>
            </a:xfrm>
            <a:prstGeom prst="roundRect">
              <a:avLst/>
            </a:prstGeom>
            <a:noFill/>
            <a:ln w="38100">
              <a:solidFill>
                <a:srgbClr val="649271"/>
              </a:solidFill>
            </a:ln>
          </p:spPr>
          <p:style>
            <a:lnRef idx="2">
              <a:schemeClr val="accent1"/>
            </a:lnRef>
            <a:fillRef idx="1">
              <a:schemeClr val="lt1"/>
            </a:fillRef>
            <a:effectRef idx="0">
              <a:schemeClr val="accent1"/>
            </a:effectRef>
            <a:fontRef idx="minor">
              <a:schemeClr val="dk1"/>
            </a:fontRef>
          </p:style>
          <p:txBody>
            <a:bodyPr rtlCol="0" anchor="ctr"/>
            <a:lstStyle>
              <a:defPPr>
                <a:defRPr lang="zh-CN">
                  <a:solidFill>
                    <a:schemeClr val="dk1"/>
                  </a:solidFill>
                </a:defRPr>
              </a:defPPr>
              <a:lvl1pPr marL="0" algn="l" defTabSz="1089025" rtl="0" eaLnBrk="1" latinLnBrk="0" hangingPunct="1">
                <a:defRPr sz="2100" kern="1200">
                  <a:solidFill>
                    <a:schemeClr val="dk1"/>
                  </a:solidFill>
                  <a:latin typeface="+mn-lt"/>
                  <a:ea typeface="+mn-ea"/>
                  <a:cs typeface="+mn-cs"/>
                </a:defRPr>
              </a:lvl1pPr>
              <a:lvl2pPr marL="544195" algn="l" defTabSz="1089025" rtl="0" eaLnBrk="1" latinLnBrk="0" hangingPunct="1">
                <a:defRPr sz="2100" kern="1200">
                  <a:solidFill>
                    <a:schemeClr val="dk1"/>
                  </a:solidFill>
                  <a:latin typeface="+mn-lt"/>
                  <a:ea typeface="+mn-ea"/>
                  <a:cs typeface="+mn-cs"/>
                </a:defRPr>
              </a:lvl2pPr>
              <a:lvl3pPr marL="1089025" algn="l" defTabSz="1089025" rtl="0" eaLnBrk="1" latinLnBrk="0" hangingPunct="1">
                <a:defRPr sz="2100" kern="1200">
                  <a:solidFill>
                    <a:schemeClr val="dk1"/>
                  </a:solidFill>
                  <a:latin typeface="+mn-lt"/>
                  <a:ea typeface="+mn-ea"/>
                  <a:cs typeface="+mn-cs"/>
                </a:defRPr>
              </a:lvl3pPr>
              <a:lvl4pPr marL="1633220" algn="l" defTabSz="1089025" rtl="0" eaLnBrk="1" latinLnBrk="0" hangingPunct="1">
                <a:defRPr sz="2100" kern="1200">
                  <a:solidFill>
                    <a:schemeClr val="dk1"/>
                  </a:solidFill>
                  <a:latin typeface="+mn-lt"/>
                  <a:ea typeface="+mn-ea"/>
                  <a:cs typeface="+mn-cs"/>
                </a:defRPr>
              </a:lvl4pPr>
              <a:lvl5pPr marL="2177415" algn="l" defTabSz="1089025" rtl="0" eaLnBrk="1" latinLnBrk="0" hangingPunct="1">
                <a:defRPr sz="2100" kern="1200">
                  <a:solidFill>
                    <a:schemeClr val="dk1"/>
                  </a:solidFill>
                  <a:latin typeface="+mn-lt"/>
                  <a:ea typeface="+mn-ea"/>
                  <a:cs typeface="+mn-cs"/>
                </a:defRPr>
              </a:lvl5pPr>
              <a:lvl6pPr marL="2721610" algn="l" defTabSz="1089025" rtl="0" eaLnBrk="1" latinLnBrk="0" hangingPunct="1">
                <a:defRPr sz="2100" kern="1200">
                  <a:solidFill>
                    <a:schemeClr val="dk1"/>
                  </a:solidFill>
                  <a:latin typeface="+mn-lt"/>
                  <a:ea typeface="+mn-ea"/>
                  <a:cs typeface="+mn-cs"/>
                </a:defRPr>
              </a:lvl6pPr>
              <a:lvl7pPr marL="3266440" algn="l" defTabSz="1089025" rtl="0" eaLnBrk="1" latinLnBrk="0" hangingPunct="1">
                <a:defRPr sz="2100" kern="1200">
                  <a:solidFill>
                    <a:schemeClr val="dk1"/>
                  </a:solidFill>
                  <a:latin typeface="+mn-lt"/>
                  <a:ea typeface="+mn-ea"/>
                  <a:cs typeface="+mn-cs"/>
                </a:defRPr>
              </a:lvl7pPr>
              <a:lvl8pPr marL="3810635" algn="l" defTabSz="1089025" rtl="0" eaLnBrk="1" latinLnBrk="0" hangingPunct="1">
                <a:defRPr sz="2100" kern="1200">
                  <a:solidFill>
                    <a:schemeClr val="dk1"/>
                  </a:solidFill>
                  <a:latin typeface="+mn-lt"/>
                  <a:ea typeface="+mn-ea"/>
                  <a:cs typeface="+mn-cs"/>
                </a:defRPr>
              </a:lvl8pPr>
              <a:lvl9pPr marL="4354830" algn="l" defTabSz="1089025" rtl="0" eaLnBrk="1" latinLnBrk="0" hangingPunct="1">
                <a:defRPr sz="2100" kern="1200">
                  <a:solidFill>
                    <a:schemeClr val="dk1"/>
                  </a:solidFill>
                  <a:latin typeface="+mn-lt"/>
                  <a:ea typeface="+mn-ea"/>
                  <a:cs typeface="+mn-cs"/>
                </a:defRPr>
              </a:lvl9pPr>
            </a:lstStyle>
            <a:p>
              <a:pPr algn="ctr"/>
              <a:r>
                <a:rPr lang="zh-CN" altLang="en-US" sz="2400" b="1">
                  <a:solidFill>
                    <a:schemeClr val="tx1"/>
                  </a:solidFill>
                  <a:latin typeface="华文楷体" panose="02010600040101010101" pitchFamily="2" charset="-122"/>
                  <a:ea typeface="华文楷体" panose="02010600040101010101" pitchFamily="2" charset="-122"/>
                </a:rPr>
                <a:t>图像</a:t>
              </a:r>
              <a:endParaRPr lang="zh-CN" altLang="en-US" sz="2400" b="1">
                <a:solidFill>
                  <a:schemeClr val="tx1"/>
                </a:solidFill>
                <a:latin typeface="华文楷体" panose="02010600040101010101" pitchFamily="2" charset="-122"/>
                <a:ea typeface="华文楷体" panose="02010600040101010101" pitchFamily="2" charset="-122"/>
              </a:endParaRPr>
            </a:p>
            <a:p>
              <a:pPr algn="ctr"/>
              <a:r>
                <a:rPr lang="zh-CN" altLang="en-US" sz="2400" b="1">
                  <a:solidFill>
                    <a:schemeClr val="tx1"/>
                  </a:solidFill>
                  <a:latin typeface="华文楷体" panose="02010600040101010101" pitchFamily="2" charset="-122"/>
                  <a:ea typeface="华文楷体" panose="02010600040101010101" pitchFamily="2" charset="-122"/>
                </a:rPr>
                <a:t>数字化</a:t>
              </a:r>
              <a:endParaRPr lang="zh-CN" altLang="en-US" sz="2400" b="1">
                <a:solidFill>
                  <a:schemeClr val="tx1"/>
                </a:solidFill>
                <a:latin typeface="华文楷体" panose="02010600040101010101" pitchFamily="2" charset="-122"/>
                <a:ea typeface="华文楷体" panose="02010600040101010101" pitchFamily="2" charset="-122"/>
              </a:endParaRPr>
            </a:p>
          </p:txBody>
        </p:sp>
        <p:cxnSp>
          <p:nvCxnSpPr>
            <p:cNvPr id="52" name="曲线连接符 51"/>
            <p:cNvCxnSpPr>
              <a:endCxn id="51" idx="1"/>
            </p:cNvCxnSpPr>
            <p:nvPr>
              <p:custDataLst>
                <p:tags r:id="rId4"/>
              </p:custDataLst>
            </p:nvPr>
          </p:nvCxnSpPr>
          <p:spPr>
            <a:xfrm flipV="1">
              <a:off x="1328574" y="2999703"/>
              <a:ext cx="815462" cy="786834"/>
            </a:xfrm>
            <a:prstGeom prst="curvedConnector3">
              <a:avLst>
                <a:gd name="adj1" fmla="val 50000"/>
              </a:avLst>
            </a:prstGeom>
            <a:ln w="38100">
              <a:solidFill>
                <a:srgbClr val="649271"/>
              </a:solidFill>
              <a:tailEnd type="triangle"/>
            </a:ln>
          </p:spPr>
          <p:style>
            <a:lnRef idx="3">
              <a:schemeClr val="accent1"/>
            </a:lnRef>
            <a:fillRef idx="0">
              <a:schemeClr val="accent1"/>
            </a:fillRef>
            <a:effectRef idx="2">
              <a:schemeClr val="accent1"/>
            </a:effectRef>
            <a:fontRef idx="minor">
              <a:schemeClr val="tx1"/>
            </a:fontRef>
          </p:style>
        </p:cxnSp>
      </p:grpSp>
      <p:grpSp>
        <p:nvGrpSpPr>
          <p:cNvPr id="53" name="组合 52"/>
          <p:cNvGrpSpPr/>
          <p:nvPr>
            <p:custDataLst>
              <p:tags r:id="rId5"/>
            </p:custDataLst>
          </p:nvPr>
        </p:nvGrpSpPr>
        <p:grpSpPr>
          <a:xfrm>
            <a:off x="2053690" y="3009603"/>
            <a:ext cx="2286287" cy="2340298"/>
            <a:chOff x="1344942" y="3648350"/>
            <a:chExt cx="2286287" cy="2340298"/>
          </a:xfrm>
        </p:grpSpPr>
        <p:sp>
          <p:nvSpPr>
            <p:cNvPr id="54" name="圆角矩形 53"/>
            <p:cNvSpPr/>
            <p:nvPr>
              <p:custDataLst>
                <p:tags r:id="rId6"/>
              </p:custDataLst>
            </p:nvPr>
          </p:nvSpPr>
          <p:spPr>
            <a:xfrm>
              <a:off x="2123677" y="5124648"/>
              <a:ext cx="1507552" cy="864000"/>
            </a:xfrm>
            <a:prstGeom prst="roundRect">
              <a:avLst/>
            </a:prstGeom>
            <a:noFill/>
            <a:ln w="38100">
              <a:solidFill>
                <a:srgbClr val="649271"/>
              </a:solidFill>
            </a:ln>
          </p:spPr>
          <p:style>
            <a:lnRef idx="2">
              <a:schemeClr val="accent1"/>
            </a:lnRef>
            <a:fillRef idx="1">
              <a:schemeClr val="lt1"/>
            </a:fillRef>
            <a:effectRef idx="0">
              <a:schemeClr val="accent1"/>
            </a:effectRef>
            <a:fontRef idx="minor">
              <a:schemeClr val="dk1"/>
            </a:fontRef>
          </p:style>
          <p:txBody>
            <a:bodyPr rtlCol="0" anchor="ctr"/>
            <a:lstStyle>
              <a:defPPr>
                <a:defRPr lang="zh-CN">
                  <a:solidFill>
                    <a:schemeClr val="dk1"/>
                  </a:solidFill>
                </a:defRPr>
              </a:defPPr>
              <a:lvl1pPr marL="0" algn="l" defTabSz="1089025" rtl="0" eaLnBrk="1" latinLnBrk="0" hangingPunct="1">
                <a:defRPr sz="2100" kern="1200">
                  <a:solidFill>
                    <a:schemeClr val="dk1"/>
                  </a:solidFill>
                  <a:latin typeface="+mn-lt"/>
                  <a:ea typeface="+mn-ea"/>
                  <a:cs typeface="+mn-cs"/>
                </a:defRPr>
              </a:lvl1pPr>
              <a:lvl2pPr marL="544195" algn="l" defTabSz="1089025" rtl="0" eaLnBrk="1" latinLnBrk="0" hangingPunct="1">
                <a:defRPr sz="2100" kern="1200">
                  <a:solidFill>
                    <a:schemeClr val="dk1"/>
                  </a:solidFill>
                  <a:latin typeface="+mn-lt"/>
                  <a:ea typeface="+mn-ea"/>
                  <a:cs typeface="+mn-cs"/>
                </a:defRPr>
              </a:lvl2pPr>
              <a:lvl3pPr marL="1089025" algn="l" defTabSz="1089025" rtl="0" eaLnBrk="1" latinLnBrk="0" hangingPunct="1">
                <a:defRPr sz="2100" kern="1200">
                  <a:solidFill>
                    <a:schemeClr val="dk1"/>
                  </a:solidFill>
                  <a:latin typeface="+mn-lt"/>
                  <a:ea typeface="+mn-ea"/>
                  <a:cs typeface="+mn-cs"/>
                </a:defRPr>
              </a:lvl3pPr>
              <a:lvl4pPr marL="1633220" algn="l" defTabSz="1089025" rtl="0" eaLnBrk="1" latinLnBrk="0" hangingPunct="1">
                <a:defRPr sz="2100" kern="1200">
                  <a:solidFill>
                    <a:schemeClr val="dk1"/>
                  </a:solidFill>
                  <a:latin typeface="+mn-lt"/>
                  <a:ea typeface="+mn-ea"/>
                  <a:cs typeface="+mn-cs"/>
                </a:defRPr>
              </a:lvl4pPr>
              <a:lvl5pPr marL="2177415" algn="l" defTabSz="1089025" rtl="0" eaLnBrk="1" latinLnBrk="0" hangingPunct="1">
                <a:defRPr sz="2100" kern="1200">
                  <a:solidFill>
                    <a:schemeClr val="dk1"/>
                  </a:solidFill>
                  <a:latin typeface="+mn-lt"/>
                  <a:ea typeface="+mn-ea"/>
                  <a:cs typeface="+mn-cs"/>
                </a:defRPr>
              </a:lvl5pPr>
              <a:lvl6pPr marL="2721610" algn="l" defTabSz="1089025" rtl="0" eaLnBrk="1" latinLnBrk="0" hangingPunct="1">
                <a:defRPr sz="2100" kern="1200">
                  <a:solidFill>
                    <a:schemeClr val="dk1"/>
                  </a:solidFill>
                  <a:latin typeface="+mn-lt"/>
                  <a:ea typeface="+mn-ea"/>
                  <a:cs typeface="+mn-cs"/>
                </a:defRPr>
              </a:lvl6pPr>
              <a:lvl7pPr marL="3266440" algn="l" defTabSz="1089025" rtl="0" eaLnBrk="1" latinLnBrk="0" hangingPunct="1">
                <a:defRPr sz="2100" kern="1200">
                  <a:solidFill>
                    <a:schemeClr val="dk1"/>
                  </a:solidFill>
                  <a:latin typeface="+mn-lt"/>
                  <a:ea typeface="+mn-ea"/>
                  <a:cs typeface="+mn-cs"/>
                </a:defRPr>
              </a:lvl7pPr>
              <a:lvl8pPr marL="3810635" algn="l" defTabSz="1089025" rtl="0" eaLnBrk="1" latinLnBrk="0" hangingPunct="1">
                <a:defRPr sz="2100" kern="1200">
                  <a:solidFill>
                    <a:schemeClr val="dk1"/>
                  </a:solidFill>
                  <a:latin typeface="+mn-lt"/>
                  <a:ea typeface="+mn-ea"/>
                  <a:cs typeface="+mn-cs"/>
                </a:defRPr>
              </a:lvl8pPr>
              <a:lvl9pPr marL="4354830" algn="l" defTabSz="1089025" rtl="0" eaLnBrk="1" latinLnBrk="0" hangingPunct="1">
                <a:defRPr sz="2100" kern="1200">
                  <a:solidFill>
                    <a:schemeClr val="dk1"/>
                  </a:solidFill>
                  <a:latin typeface="+mn-lt"/>
                  <a:ea typeface="+mn-ea"/>
                  <a:cs typeface="+mn-cs"/>
                </a:defRPr>
              </a:lvl9pPr>
            </a:lstStyle>
            <a:p>
              <a:pPr algn="ctr"/>
              <a:r>
                <a:rPr lang="zh-CN" altLang="en-US" sz="2400" b="1">
                  <a:solidFill>
                    <a:schemeClr val="tx1"/>
                  </a:solidFill>
                  <a:latin typeface="华文楷体" panose="02010600040101010101" pitchFamily="2" charset="-122"/>
                  <a:ea typeface="华文楷体" panose="02010600040101010101" pitchFamily="2" charset="-122"/>
                </a:rPr>
                <a:t>解决图像常见问题</a:t>
              </a:r>
              <a:endParaRPr lang="zh-CN" altLang="en-US" sz="2400" b="1">
                <a:solidFill>
                  <a:schemeClr val="tx1"/>
                </a:solidFill>
                <a:latin typeface="华文楷体" panose="02010600040101010101" pitchFamily="2" charset="-122"/>
                <a:ea typeface="华文楷体" panose="02010600040101010101" pitchFamily="2" charset="-122"/>
              </a:endParaRPr>
            </a:p>
          </p:txBody>
        </p:sp>
        <p:cxnSp>
          <p:nvCxnSpPr>
            <p:cNvPr id="55" name="曲线连接符 54"/>
            <p:cNvCxnSpPr/>
            <p:nvPr>
              <p:custDataLst>
                <p:tags r:id="rId7"/>
              </p:custDataLst>
            </p:nvPr>
          </p:nvCxnSpPr>
          <p:spPr>
            <a:xfrm rot="16200000" flipH="1">
              <a:off x="833081" y="4160211"/>
              <a:ext cx="1864071" cy="840350"/>
            </a:xfrm>
            <a:prstGeom prst="curvedConnector2">
              <a:avLst/>
            </a:prstGeom>
            <a:ln w="38100">
              <a:solidFill>
                <a:srgbClr val="649271"/>
              </a:solidFill>
              <a:tailEnd type="triangle"/>
            </a:ln>
          </p:spPr>
          <p:style>
            <a:lnRef idx="3">
              <a:schemeClr val="accent1"/>
            </a:lnRef>
            <a:fillRef idx="0">
              <a:schemeClr val="accent1"/>
            </a:fillRef>
            <a:effectRef idx="2">
              <a:schemeClr val="accent1"/>
            </a:effectRef>
            <a:fontRef idx="minor">
              <a:schemeClr val="tx1"/>
            </a:fontRef>
          </p:style>
        </p:cxnSp>
      </p:grpSp>
      <p:grpSp>
        <p:nvGrpSpPr>
          <p:cNvPr id="56" name="组合 55"/>
          <p:cNvGrpSpPr/>
          <p:nvPr>
            <p:custDataLst>
              <p:tags r:id="rId8"/>
            </p:custDataLst>
          </p:nvPr>
        </p:nvGrpSpPr>
        <p:grpSpPr>
          <a:xfrm>
            <a:off x="4390981" y="1531873"/>
            <a:ext cx="4400291" cy="615863"/>
            <a:chOff x="3394768" y="2339949"/>
            <a:chExt cx="4400291" cy="615863"/>
          </a:xfrm>
        </p:grpSpPr>
        <p:cxnSp>
          <p:nvCxnSpPr>
            <p:cNvPr id="57" name="曲线连接符 56"/>
            <p:cNvCxnSpPr>
              <a:stCxn id="51" idx="3"/>
              <a:endCxn id="62" idx="1"/>
            </p:cNvCxnSpPr>
            <p:nvPr>
              <p:custDataLst>
                <p:tags r:id="rId9"/>
              </p:custDataLst>
            </p:nvPr>
          </p:nvCxnSpPr>
          <p:spPr>
            <a:xfrm flipV="1">
              <a:off x="3394768" y="2568549"/>
              <a:ext cx="745231" cy="387263"/>
            </a:xfrm>
            <a:prstGeom prst="curvedConnector3">
              <a:avLst>
                <a:gd name="adj1" fmla="val 50000"/>
              </a:avLst>
            </a:prstGeom>
            <a:ln w="38100">
              <a:solidFill>
                <a:srgbClr val="649271"/>
              </a:solidFill>
              <a:tailEnd type="triangle"/>
            </a:ln>
          </p:spPr>
          <p:style>
            <a:lnRef idx="3">
              <a:schemeClr val="accent1"/>
            </a:lnRef>
            <a:fillRef idx="0">
              <a:schemeClr val="accent1"/>
            </a:fillRef>
            <a:effectRef idx="2">
              <a:schemeClr val="accent1"/>
            </a:effectRef>
            <a:fontRef idx="minor">
              <a:schemeClr val="tx1"/>
            </a:fontRef>
          </p:style>
        </p:cxnSp>
        <p:sp>
          <p:nvSpPr>
            <p:cNvPr id="62" name="矩形 61"/>
            <p:cNvSpPr/>
            <p:nvPr>
              <p:custDataLst>
                <p:tags r:id="rId10"/>
              </p:custDataLst>
            </p:nvPr>
          </p:nvSpPr>
          <p:spPr>
            <a:xfrm>
              <a:off x="4139999" y="2339949"/>
              <a:ext cx="3655060" cy="457200"/>
            </a:xfrm>
            <a:prstGeom prst="rect">
              <a:avLst/>
            </a:prstGeom>
            <a:noFill/>
            <a:ln>
              <a:noFill/>
            </a:ln>
          </p:spPr>
          <p:style>
            <a:lnRef idx="2">
              <a:schemeClr val="accent4"/>
            </a:lnRef>
            <a:fillRef idx="1">
              <a:schemeClr val="lt1"/>
            </a:fillRef>
            <a:effectRef idx="0">
              <a:schemeClr val="accent4"/>
            </a:effectRef>
            <a:fontRef idx="minor">
              <a:schemeClr val="dk1"/>
            </a:fontRef>
          </p:style>
          <p:txBody>
            <a:bodyPr rtlCol="0" anchor="ctr"/>
            <a:lstStyle>
              <a:defPPr>
                <a:defRPr lang="zh-CN">
                  <a:solidFill>
                    <a:schemeClr val="dk1"/>
                  </a:solidFill>
                </a:defRPr>
              </a:defPPr>
              <a:lvl1pPr marL="0" algn="l" defTabSz="1089025" rtl="0" eaLnBrk="1" latinLnBrk="0" hangingPunct="1">
                <a:defRPr sz="2100" kern="1200">
                  <a:solidFill>
                    <a:schemeClr val="dk1"/>
                  </a:solidFill>
                  <a:latin typeface="+mn-lt"/>
                  <a:ea typeface="+mn-ea"/>
                  <a:cs typeface="+mn-cs"/>
                </a:defRPr>
              </a:lvl1pPr>
              <a:lvl2pPr marL="544195" algn="l" defTabSz="1089025" rtl="0" eaLnBrk="1" latinLnBrk="0" hangingPunct="1">
                <a:defRPr sz="2100" kern="1200">
                  <a:solidFill>
                    <a:schemeClr val="dk1"/>
                  </a:solidFill>
                  <a:latin typeface="+mn-lt"/>
                  <a:ea typeface="+mn-ea"/>
                  <a:cs typeface="+mn-cs"/>
                </a:defRPr>
              </a:lvl2pPr>
              <a:lvl3pPr marL="1089025" algn="l" defTabSz="1089025" rtl="0" eaLnBrk="1" latinLnBrk="0" hangingPunct="1">
                <a:defRPr sz="2100" kern="1200">
                  <a:solidFill>
                    <a:schemeClr val="dk1"/>
                  </a:solidFill>
                  <a:latin typeface="+mn-lt"/>
                  <a:ea typeface="+mn-ea"/>
                  <a:cs typeface="+mn-cs"/>
                </a:defRPr>
              </a:lvl3pPr>
              <a:lvl4pPr marL="1633220" algn="l" defTabSz="1089025" rtl="0" eaLnBrk="1" latinLnBrk="0" hangingPunct="1">
                <a:defRPr sz="2100" kern="1200">
                  <a:solidFill>
                    <a:schemeClr val="dk1"/>
                  </a:solidFill>
                  <a:latin typeface="+mn-lt"/>
                  <a:ea typeface="+mn-ea"/>
                  <a:cs typeface="+mn-cs"/>
                </a:defRPr>
              </a:lvl4pPr>
              <a:lvl5pPr marL="2177415" algn="l" defTabSz="1089025" rtl="0" eaLnBrk="1" latinLnBrk="0" hangingPunct="1">
                <a:defRPr sz="2100" kern="1200">
                  <a:solidFill>
                    <a:schemeClr val="dk1"/>
                  </a:solidFill>
                  <a:latin typeface="+mn-lt"/>
                  <a:ea typeface="+mn-ea"/>
                  <a:cs typeface="+mn-cs"/>
                </a:defRPr>
              </a:lvl5pPr>
              <a:lvl6pPr marL="2721610" algn="l" defTabSz="1089025" rtl="0" eaLnBrk="1" latinLnBrk="0" hangingPunct="1">
                <a:defRPr sz="2100" kern="1200">
                  <a:solidFill>
                    <a:schemeClr val="dk1"/>
                  </a:solidFill>
                  <a:latin typeface="+mn-lt"/>
                  <a:ea typeface="+mn-ea"/>
                  <a:cs typeface="+mn-cs"/>
                </a:defRPr>
              </a:lvl6pPr>
              <a:lvl7pPr marL="3266440" algn="l" defTabSz="1089025" rtl="0" eaLnBrk="1" latinLnBrk="0" hangingPunct="1">
                <a:defRPr sz="2100" kern="1200">
                  <a:solidFill>
                    <a:schemeClr val="dk1"/>
                  </a:solidFill>
                  <a:latin typeface="+mn-lt"/>
                  <a:ea typeface="+mn-ea"/>
                  <a:cs typeface="+mn-cs"/>
                </a:defRPr>
              </a:lvl7pPr>
              <a:lvl8pPr marL="3810635" algn="l" defTabSz="1089025" rtl="0" eaLnBrk="1" latinLnBrk="0" hangingPunct="1">
                <a:defRPr sz="2100" kern="1200">
                  <a:solidFill>
                    <a:schemeClr val="dk1"/>
                  </a:solidFill>
                  <a:latin typeface="+mn-lt"/>
                  <a:ea typeface="+mn-ea"/>
                  <a:cs typeface="+mn-cs"/>
                </a:defRPr>
              </a:lvl8pPr>
              <a:lvl9pPr marL="4354830" algn="l" defTabSz="1089025" rtl="0" eaLnBrk="1" latinLnBrk="0" hangingPunct="1">
                <a:defRPr sz="2100" kern="1200">
                  <a:solidFill>
                    <a:schemeClr val="dk1"/>
                  </a:solidFill>
                  <a:latin typeface="+mn-lt"/>
                  <a:ea typeface="+mn-ea"/>
                  <a:cs typeface="+mn-cs"/>
                </a:defRPr>
              </a:lvl9pPr>
            </a:lstStyle>
            <a:p>
              <a:r>
                <a:rPr lang="zh-CN" altLang="en-US" sz="2400" b="1">
                  <a:solidFill>
                    <a:schemeClr val="tx1">
                      <a:lumMod val="75000"/>
                      <a:lumOff val="25000"/>
                    </a:schemeClr>
                  </a:solidFill>
                  <a:latin typeface="华文楷体" panose="02010600040101010101" pitchFamily="2" charset="-122"/>
                  <a:ea typeface="华文楷体" panose="02010600040101010101" pitchFamily="2" charset="-122"/>
                </a:rPr>
                <a:t>采样：形成像素矩阵</a:t>
              </a:r>
              <a:endParaRPr lang="zh-CN" altLang="en-US" sz="2400" b="1">
                <a:solidFill>
                  <a:schemeClr val="accent1">
                    <a:lumMod val="75000"/>
                  </a:schemeClr>
                </a:solidFill>
                <a:latin typeface="华文楷体" panose="02010600040101010101" pitchFamily="2" charset="-122"/>
                <a:ea typeface="华文楷体" panose="02010600040101010101" pitchFamily="2" charset="-122"/>
              </a:endParaRPr>
            </a:p>
          </p:txBody>
        </p:sp>
      </p:grpSp>
      <p:grpSp>
        <p:nvGrpSpPr>
          <p:cNvPr id="63" name="组合 62"/>
          <p:cNvGrpSpPr/>
          <p:nvPr>
            <p:custDataLst>
              <p:tags r:id="rId11"/>
            </p:custDataLst>
          </p:nvPr>
        </p:nvGrpSpPr>
        <p:grpSpPr>
          <a:xfrm>
            <a:off x="4390981" y="2147736"/>
            <a:ext cx="4180044" cy="682870"/>
            <a:chOff x="3394768" y="2955812"/>
            <a:chExt cx="4180044" cy="682870"/>
          </a:xfrm>
        </p:grpSpPr>
        <p:sp>
          <p:nvSpPr>
            <p:cNvPr id="64" name="矩形 63"/>
            <p:cNvSpPr/>
            <p:nvPr>
              <p:custDataLst>
                <p:tags r:id="rId12"/>
              </p:custDataLst>
            </p:nvPr>
          </p:nvSpPr>
          <p:spPr>
            <a:xfrm>
              <a:off x="4139999" y="3181482"/>
              <a:ext cx="3434813" cy="457200"/>
            </a:xfrm>
            <a:prstGeom prst="rect">
              <a:avLst/>
            </a:prstGeom>
            <a:noFill/>
            <a:ln>
              <a:noFill/>
            </a:ln>
          </p:spPr>
          <p:style>
            <a:lnRef idx="2">
              <a:schemeClr val="accent4"/>
            </a:lnRef>
            <a:fillRef idx="1">
              <a:schemeClr val="lt1"/>
            </a:fillRef>
            <a:effectRef idx="0">
              <a:schemeClr val="accent4"/>
            </a:effectRef>
            <a:fontRef idx="minor">
              <a:schemeClr val="dk1"/>
            </a:fontRef>
          </p:style>
          <p:txBody>
            <a:bodyPr rtlCol="0" anchor="ctr"/>
            <a:lstStyle>
              <a:defPPr>
                <a:defRPr lang="zh-CN">
                  <a:solidFill>
                    <a:schemeClr val="dk1"/>
                  </a:solidFill>
                </a:defRPr>
              </a:defPPr>
              <a:lvl1pPr marL="0" algn="l" defTabSz="1089025" rtl="0" eaLnBrk="1" latinLnBrk="0" hangingPunct="1">
                <a:defRPr sz="2100" kern="1200">
                  <a:solidFill>
                    <a:schemeClr val="dk1"/>
                  </a:solidFill>
                  <a:latin typeface="+mn-lt"/>
                  <a:ea typeface="+mn-ea"/>
                  <a:cs typeface="+mn-cs"/>
                </a:defRPr>
              </a:lvl1pPr>
              <a:lvl2pPr marL="544195" algn="l" defTabSz="1089025" rtl="0" eaLnBrk="1" latinLnBrk="0" hangingPunct="1">
                <a:defRPr sz="2100" kern="1200">
                  <a:solidFill>
                    <a:schemeClr val="dk1"/>
                  </a:solidFill>
                  <a:latin typeface="+mn-lt"/>
                  <a:ea typeface="+mn-ea"/>
                  <a:cs typeface="+mn-cs"/>
                </a:defRPr>
              </a:lvl2pPr>
              <a:lvl3pPr marL="1089025" algn="l" defTabSz="1089025" rtl="0" eaLnBrk="1" latinLnBrk="0" hangingPunct="1">
                <a:defRPr sz="2100" kern="1200">
                  <a:solidFill>
                    <a:schemeClr val="dk1"/>
                  </a:solidFill>
                  <a:latin typeface="+mn-lt"/>
                  <a:ea typeface="+mn-ea"/>
                  <a:cs typeface="+mn-cs"/>
                </a:defRPr>
              </a:lvl3pPr>
              <a:lvl4pPr marL="1633220" algn="l" defTabSz="1089025" rtl="0" eaLnBrk="1" latinLnBrk="0" hangingPunct="1">
                <a:defRPr sz="2100" kern="1200">
                  <a:solidFill>
                    <a:schemeClr val="dk1"/>
                  </a:solidFill>
                  <a:latin typeface="+mn-lt"/>
                  <a:ea typeface="+mn-ea"/>
                  <a:cs typeface="+mn-cs"/>
                </a:defRPr>
              </a:lvl4pPr>
              <a:lvl5pPr marL="2177415" algn="l" defTabSz="1089025" rtl="0" eaLnBrk="1" latinLnBrk="0" hangingPunct="1">
                <a:defRPr sz="2100" kern="1200">
                  <a:solidFill>
                    <a:schemeClr val="dk1"/>
                  </a:solidFill>
                  <a:latin typeface="+mn-lt"/>
                  <a:ea typeface="+mn-ea"/>
                  <a:cs typeface="+mn-cs"/>
                </a:defRPr>
              </a:lvl5pPr>
              <a:lvl6pPr marL="2721610" algn="l" defTabSz="1089025" rtl="0" eaLnBrk="1" latinLnBrk="0" hangingPunct="1">
                <a:defRPr sz="2100" kern="1200">
                  <a:solidFill>
                    <a:schemeClr val="dk1"/>
                  </a:solidFill>
                  <a:latin typeface="+mn-lt"/>
                  <a:ea typeface="+mn-ea"/>
                  <a:cs typeface="+mn-cs"/>
                </a:defRPr>
              </a:lvl6pPr>
              <a:lvl7pPr marL="3266440" algn="l" defTabSz="1089025" rtl="0" eaLnBrk="1" latinLnBrk="0" hangingPunct="1">
                <a:defRPr sz="2100" kern="1200">
                  <a:solidFill>
                    <a:schemeClr val="dk1"/>
                  </a:solidFill>
                  <a:latin typeface="+mn-lt"/>
                  <a:ea typeface="+mn-ea"/>
                  <a:cs typeface="+mn-cs"/>
                </a:defRPr>
              </a:lvl7pPr>
              <a:lvl8pPr marL="3810635" algn="l" defTabSz="1089025" rtl="0" eaLnBrk="1" latinLnBrk="0" hangingPunct="1">
                <a:defRPr sz="2100" kern="1200">
                  <a:solidFill>
                    <a:schemeClr val="dk1"/>
                  </a:solidFill>
                  <a:latin typeface="+mn-lt"/>
                  <a:ea typeface="+mn-ea"/>
                  <a:cs typeface="+mn-cs"/>
                </a:defRPr>
              </a:lvl8pPr>
              <a:lvl9pPr marL="4354830" algn="l" defTabSz="1089025" rtl="0" eaLnBrk="1" latinLnBrk="0" hangingPunct="1">
                <a:defRPr sz="2100" kern="1200">
                  <a:solidFill>
                    <a:schemeClr val="dk1"/>
                  </a:solidFill>
                  <a:latin typeface="+mn-lt"/>
                  <a:ea typeface="+mn-ea"/>
                  <a:cs typeface="+mn-cs"/>
                </a:defRPr>
              </a:lvl9pPr>
            </a:lstStyle>
            <a:p>
              <a:r>
                <a:rPr lang="zh-CN" altLang="en-US" sz="2400" b="1">
                  <a:solidFill>
                    <a:schemeClr val="tx1">
                      <a:lumMod val="75000"/>
                      <a:lumOff val="25000"/>
                    </a:schemeClr>
                  </a:solidFill>
                  <a:latin typeface="华文楷体" panose="02010600040101010101" pitchFamily="2" charset="-122"/>
                  <a:ea typeface="华文楷体" panose="02010600040101010101" pitchFamily="2" charset="-122"/>
                </a:rPr>
                <a:t>编码：确立编码方法</a:t>
              </a:r>
              <a:endParaRPr lang="zh-CN" altLang="en-US" sz="2400" b="1">
                <a:solidFill>
                  <a:schemeClr val="tx1">
                    <a:lumMod val="75000"/>
                    <a:lumOff val="25000"/>
                  </a:schemeClr>
                </a:solidFill>
                <a:latin typeface="华文楷体" panose="02010600040101010101" pitchFamily="2" charset="-122"/>
                <a:ea typeface="华文楷体" panose="02010600040101010101" pitchFamily="2" charset="-122"/>
              </a:endParaRPr>
            </a:p>
          </p:txBody>
        </p:sp>
        <p:cxnSp>
          <p:nvCxnSpPr>
            <p:cNvPr id="65" name="曲线连接符 64"/>
            <p:cNvCxnSpPr>
              <a:stCxn id="51" idx="3"/>
              <a:endCxn id="64" idx="1"/>
            </p:cNvCxnSpPr>
            <p:nvPr>
              <p:custDataLst>
                <p:tags r:id="rId13"/>
              </p:custDataLst>
            </p:nvPr>
          </p:nvCxnSpPr>
          <p:spPr>
            <a:xfrm>
              <a:off x="3394768" y="2955812"/>
              <a:ext cx="745231" cy="454270"/>
            </a:xfrm>
            <a:prstGeom prst="curvedConnector3">
              <a:avLst>
                <a:gd name="adj1" fmla="val 50000"/>
              </a:avLst>
            </a:prstGeom>
            <a:ln w="38100">
              <a:solidFill>
                <a:srgbClr val="649271"/>
              </a:solidFill>
              <a:tailEnd type="triangle"/>
            </a:ln>
          </p:spPr>
          <p:style>
            <a:lnRef idx="3">
              <a:schemeClr val="accent1"/>
            </a:lnRef>
            <a:fillRef idx="0">
              <a:schemeClr val="accent1"/>
            </a:fillRef>
            <a:effectRef idx="2">
              <a:schemeClr val="accent1"/>
            </a:effectRef>
            <a:fontRef idx="minor">
              <a:schemeClr val="tx1"/>
            </a:fontRef>
          </p:style>
        </p:cxnSp>
      </p:grpSp>
      <p:grpSp>
        <p:nvGrpSpPr>
          <p:cNvPr id="66" name="组合 65"/>
          <p:cNvGrpSpPr/>
          <p:nvPr>
            <p:custDataLst>
              <p:tags r:id="rId14"/>
            </p:custDataLst>
          </p:nvPr>
        </p:nvGrpSpPr>
        <p:grpSpPr>
          <a:xfrm>
            <a:off x="4390981" y="1967271"/>
            <a:ext cx="4756598" cy="457200"/>
            <a:chOff x="3394768" y="2775347"/>
            <a:chExt cx="4756598" cy="457200"/>
          </a:xfrm>
        </p:grpSpPr>
        <p:cxnSp>
          <p:nvCxnSpPr>
            <p:cNvPr id="67" name="直接箭头连接符 66"/>
            <p:cNvCxnSpPr>
              <a:stCxn id="51" idx="3"/>
              <a:endCxn id="68" idx="1"/>
            </p:cNvCxnSpPr>
            <p:nvPr>
              <p:custDataLst>
                <p:tags r:id="rId15"/>
              </p:custDataLst>
            </p:nvPr>
          </p:nvCxnSpPr>
          <p:spPr>
            <a:xfrm>
              <a:off x="3394768" y="2955812"/>
              <a:ext cx="745231" cy="48135"/>
            </a:xfrm>
            <a:prstGeom prst="straightConnector1">
              <a:avLst/>
            </a:prstGeom>
            <a:ln w="38100">
              <a:solidFill>
                <a:srgbClr val="649271"/>
              </a:solidFill>
              <a:tailEnd type="triangle"/>
            </a:ln>
          </p:spPr>
          <p:style>
            <a:lnRef idx="3">
              <a:schemeClr val="accent1"/>
            </a:lnRef>
            <a:fillRef idx="0">
              <a:schemeClr val="accent1"/>
            </a:fillRef>
            <a:effectRef idx="2">
              <a:schemeClr val="accent1"/>
            </a:effectRef>
            <a:fontRef idx="minor">
              <a:schemeClr val="tx1"/>
            </a:fontRef>
          </p:style>
        </p:cxnSp>
        <p:sp>
          <p:nvSpPr>
            <p:cNvPr id="68" name="矩形 67"/>
            <p:cNvSpPr/>
            <p:nvPr>
              <p:custDataLst>
                <p:tags r:id="rId16"/>
              </p:custDataLst>
            </p:nvPr>
          </p:nvSpPr>
          <p:spPr>
            <a:xfrm>
              <a:off x="4139999" y="2775347"/>
              <a:ext cx="4011367" cy="457200"/>
            </a:xfrm>
            <a:prstGeom prst="rect">
              <a:avLst/>
            </a:prstGeom>
            <a:noFill/>
            <a:ln>
              <a:noFill/>
            </a:ln>
          </p:spPr>
          <p:style>
            <a:lnRef idx="2">
              <a:schemeClr val="accent4"/>
            </a:lnRef>
            <a:fillRef idx="1">
              <a:schemeClr val="lt1"/>
            </a:fillRef>
            <a:effectRef idx="0">
              <a:schemeClr val="accent4"/>
            </a:effectRef>
            <a:fontRef idx="minor">
              <a:schemeClr val="dk1"/>
            </a:fontRef>
          </p:style>
          <p:txBody>
            <a:bodyPr rtlCol="0" anchor="ctr"/>
            <a:lstStyle>
              <a:defPPr>
                <a:defRPr lang="zh-CN">
                  <a:solidFill>
                    <a:schemeClr val="dk1"/>
                  </a:solidFill>
                </a:defRPr>
              </a:defPPr>
              <a:lvl1pPr marL="0" algn="l" defTabSz="1089025" rtl="0" eaLnBrk="1" latinLnBrk="0" hangingPunct="1">
                <a:defRPr sz="2100" kern="1200">
                  <a:solidFill>
                    <a:schemeClr val="dk1"/>
                  </a:solidFill>
                  <a:latin typeface="+mn-lt"/>
                  <a:ea typeface="+mn-ea"/>
                  <a:cs typeface="+mn-cs"/>
                </a:defRPr>
              </a:lvl1pPr>
              <a:lvl2pPr marL="544195" algn="l" defTabSz="1089025" rtl="0" eaLnBrk="1" latinLnBrk="0" hangingPunct="1">
                <a:defRPr sz="2100" kern="1200">
                  <a:solidFill>
                    <a:schemeClr val="dk1"/>
                  </a:solidFill>
                  <a:latin typeface="+mn-lt"/>
                  <a:ea typeface="+mn-ea"/>
                  <a:cs typeface="+mn-cs"/>
                </a:defRPr>
              </a:lvl2pPr>
              <a:lvl3pPr marL="1089025" algn="l" defTabSz="1089025" rtl="0" eaLnBrk="1" latinLnBrk="0" hangingPunct="1">
                <a:defRPr sz="2100" kern="1200">
                  <a:solidFill>
                    <a:schemeClr val="dk1"/>
                  </a:solidFill>
                  <a:latin typeface="+mn-lt"/>
                  <a:ea typeface="+mn-ea"/>
                  <a:cs typeface="+mn-cs"/>
                </a:defRPr>
              </a:lvl3pPr>
              <a:lvl4pPr marL="1633220" algn="l" defTabSz="1089025" rtl="0" eaLnBrk="1" latinLnBrk="0" hangingPunct="1">
                <a:defRPr sz="2100" kern="1200">
                  <a:solidFill>
                    <a:schemeClr val="dk1"/>
                  </a:solidFill>
                  <a:latin typeface="+mn-lt"/>
                  <a:ea typeface="+mn-ea"/>
                  <a:cs typeface="+mn-cs"/>
                </a:defRPr>
              </a:lvl4pPr>
              <a:lvl5pPr marL="2177415" algn="l" defTabSz="1089025" rtl="0" eaLnBrk="1" latinLnBrk="0" hangingPunct="1">
                <a:defRPr sz="2100" kern="1200">
                  <a:solidFill>
                    <a:schemeClr val="dk1"/>
                  </a:solidFill>
                  <a:latin typeface="+mn-lt"/>
                  <a:ea typeface="+mn-ea"/>
                  <a:cs typeface="+mn-cs"/>
                </a:defRPr>
              </a:lvl5pPr>
              <a:lvl6pPr marL="2721610" algn="l" defTabSz="1089025" rtl="0" eaLnBrk="1" latinLnBrk="0" hangingPunct="1">
                <a:defRPr sz="2100" kern="1200">
                  <a:solidFill>
                    <a:schemeClr val="dk1"/>
                  </a:solidFill>
                  <a:latin typeface="+mn-lt"/>
                  <a:ea typeface="+mn-ea"/>
                  <a:cs typeface="+mn-cs"/>
                </a:defRPr>
              </a:lvl6pPr>
              <a:lvl7pPr marL="3266440" algn="l" defTabSz="1089025" rtl="0" eaLnBrk="1" latinLnBrk="0" hangingPunct="1">
                <a:defRPr sz="2100" kern="1200">
                  <a:solidFill>
                    <a:schemeClr val="dk1"/>
                  </a:solidFill>
                  <a:latin typeface="+mn-lt"/>
                  <a:ea typeface="+mn-ea"/>
                  <a:cs typeface="+mn-cs"/>
                </a:defRPr>
              </a:lvl7pPr>
              <a:lvl8pPr marL="3810635" algn="l" defTabSz="1089025" rtl="0" eaLnBrk="1" latinLnBrk="0" hangingPunct="1">
                <a:defRPr sz="2100" kern="1200">
                  <a:solidFill>
                    <a:schemeClr val="dk1"/>
                  </a:solidFill>
                  <a:latin typeface="+mn-lt"/>
                  <a:ea typeface="+mn-ea"/>
                  <a:cs typeface="+mn-cs"/>
                </a:defRPr>
              </a:lvl8pPr>
              <a:lvl9pPr marL="4354830" algn="l" defTabSz="1089025" rtl="0" eaLnBrk="1" latinLnBrk="0" hangingPunct="1">
                <a:defRPr sz="2100" kern="1200">
                  <a:solidFill>
                    <a:schemeClr val="dk1"/>
                  </a:solidFill>
                  <a:latin typeface="+mn-lt"/>
                  <a:ea typeface="+mn-ea"/>
                  <a:cs typeface="+mn-cs"/>
                </a:defRPr>
              </a:lvl9pPr>
            </a:lstStyle>
            <a:p>
              <a:r>
                <a:rPr lang="zh-CN" altLang="en-US" sz="2400" b="1">
                  <a:solidFill>
                    <a:schemeClr val="tx1">
                      <a:lumMod val="75000"/>
                      <a:lumOff val="25000"/>
                    </a:schemeClr>
                  </a:solidFill>
                  <a:latin typeface="华文楷体" panose="02010600040101010101" pitchFamily="2" charset="-122"/>
                  <a:ea typeface="华文楷体" panose="02010600040101010101" pitchFamily="2" charset="-122"/>
                </a:rPr>
                <a:t>量化：像素属性分级</a:t>
              </a:r>
              <a:endParaRPr lang="zh-CN" altLang="en-US" sz="2400" b="1">
                <a:solidFill>
                  <a:schemeClr val="accent1">
                    <a:lumMod val="75000"/>
                  </a:schemeClr>
                </a:solidFill>
                <a:latin typeface="华文楷体" panose="02010600040101010101" pitchFamily="2" charset="-122"/>
                <a:ea typeface="华文楷体" panose="02010600040101010101" pitchFamily="2" charset="-122"/>
              </a:endParaRPr>
            </a:p>
          </p:txBody>
        </p:sp>
      </p:grpSp>
      <p:grpSp>
        <p:nvGrpSpPr>
          <p:cNvPr id="69" name="组合 68"/>
          <p:cNvGrpSpPr/>
          <p:nvPr>
            <p:custDataLst>
              <p:tags r:id="rId17"/>
            </p:custDataLst>
          </p:nvPr>
        </p:nvGrpSpPr>
        <p:grpSpPr>
          <a:xfrm>
            <a:off x="4411422" y="2934570"/>
            <a:ext cx="5434661" cy="561909"/>
            <a:chOff x="3702290" y="3721380"/>
            <a:chExt cx="5434661" cy="561909"/>
          </a:xfrm>
        </p:grpSpPr>
        <p:cxnSp>
          <p:nvCxnSpPr>
            <p:cNvPr id="70" name="曲线连接符 69"/>
            <p:cNvCxnSpPr>
              <a:stCxn id="77" idx="3"/>
              <a:endCxn id="71" idx="1"/>
            </p:cNvCxnSpPr>
            <p:nvPr>
              <p:custDataLst>
                <p:tags r:id="rId18"/>
              </p:custDataLst>
            </p:nvPr>
          </p:nvCxnSpPr>
          <p:spPr>
            <a:xfrm flipV="1">
              <a:off x="3702290" y="3949980"/>
              <a:ext cx="724790" cy="333309"/>
            </a:xfrm>
            <a:prstGeom prst="curvedConnector3">
              <a:avLst>
                <a:gd name="adj1" fmla="val 50000"/>
              </a:avLst>
            </a:prstGeom>
            <a:ln w="38100">
              <a:solidFill>
                <a:srgbClr val="649271"/>
              </a:solidFill>
              <a:tailEnd type="triangle"/>
            </a:ln>
          </p:spPr>
          <p:style>
            <a:lnRef idx="3">
              <a:schemeClr val="accent1"/>
            </a:lnRef>
            <a:fillRef idx="0">
              <a:schemeClr val="accent1"/>
            </a:fillRef>
            <a:effectRef idx="2">
              <a:schemeClr val="accent1"/>
            </a:effectRef>
            <a:fontRef idx="minor">
              <a:schemeClr val="tx1"/>
            </a:fontRef>
          </p:style>
        </p:cxnSp>
        <p:sp>
          <p:nvSpPr>
            <p:cNvPr id="71" name="矩形 70"/>
            <p:cNvSpPr/>
            <p:nvPr>
              <p:custDataLst>
                <p:tags r:id="rId19"/>
              </p:custDataLst>
            </p:nvPr>
          </p:nvSpPr>
          <p:spPr>
            <a:xfrm>
              <a:off x="4427080" y="3721380"/>
              <a:ext cx="4709871" cy="457200"/>
            </a:xfrm>
            <a:prstGeom prst="rect">
              <a:avLst/>
            </a:prstGeom>
            <a:noFill/>
            <a:ln>
              <a:noFill/>
            </a:ln>
          </p:spPr>
          <p:style>
            <a:lnRef idx="2">
              <a:schemeClr val="accent4"/>
            </a:lnRef>
            <a:fillRef idx="1">
              <a:schemeClr val="lt1"/>
            </a:fillRef>
            <a:effectRef idx="0">
              <a:schemeClr val="accent4"/>
            </a:effectRef>
            <a:fontRef idx="minor">
              <a:schemeClr val="dk1"/>
            </a:fontRef>
          </p:style>
          <p:txBody>
            <a:bodyPr rtlCol="0" anchor="ctr"/>
            <a:lstStyle>
              <a:defPPr>
                <a:defRPr lang="zh-CN">
                  <a:solidFill>
                    <a:schemeClr val="dk1"/>
                  </a:solidFill>
                </a:defRPr>
              </a:defPPr>
              <a:lvl1pPr marL="0" algn="l" defTabSz="1089025" rtl="0" eaLnBrk="1" latinLnBrk="0" hangingPunct="1">
                <a:defRPr sz="2100" kern="1200">
                  <a:solidFill>
                    <a:schemeClr val="dk1"/>
                  </a:solidFill>
                  <a:latin typeface="+mn-lt"/>
                  <a:ea typeface="+mn-ea"/>
                  <a:cs typeface="+mn-cs"/>
                </a:defRPr>
              </a:lvl1pPr>
              <a:lvl2pPr marL="544195" algn="l" defTabSz="1089025" rtl="0" eaLnBrk="1" latinLnBrk="0" hangingPunct="1">
                <a:defRPr sz="2100" kern="1200">
                  <a:solidFill>
                    <a:schemeClr val="dk1"/>
                  </a:solidFill>
                  <a:latin typeface="+mn-lt"/>
                  <a:ea typeface="+mn-ea"/>
                  <a:cs typeface="+mn-cs"/>
                </a:defRPr>
              </a:lvl2pPr>
              <a:lvl3pPr marL="1089025" algn="l" defTabSz="1089025" rtl="0" eaLnBrk="1" latinLnBrk="0" hangingPunct="1">
                <a:defRPr sz="2100" kern="1200">
                  <a:solidFill>
                    <a:schemeClr val="dk1"/>
                  </a:solidFill>
                  <a:latin typeface="+mn-lt"/>
                  <a:ea typeface="+mn-ea"/>
                  <a:cs typeface="+mn-cs"/>
                </a:defRPr>
              </a:lvl3pPr>
              <a:lvl4pPr marL="1633220" algn="l" defTabSz="1089025" rtl="0" eaLnBrk="1" latinLnBrk="0" hangingPunct="1">
                <a:defRPr sz="2100" kern="1200">
                  <a:solidFill>
                    <a:schemeClr val="dk1"/>
                  </a:solidFill>
                  <a:latin typeface="+mn-lt"/>
                  <a:ea typeface="+mn-ea"/>
                  <a:cs typeface="+mn-cs"/>
                </a:defRPr>
              </a:lvl4pPr>
              <a:lvl5pPr marL="2177415" algn="l" defTabSz="1089025" rtl="0" eaLnBrk="1" latinLnBrk="0" hangingPunct="1">
                <a:defRPr sz="2100" kern="1200">
                  <a:solidFill>
                    <a:schemeClr val="dk1"/>
                  </a:solidFill>
                  <a:latin typeface="+mn-lt"/>
                  <a:ea typeface="+mn-ea"/>
                  <a:cs typeface="+mn-cs"/>
                </a:defRPr>
              </a:lvl5pPr>
              <a:lvl6pPr marL="2721610" algn="l" defTabSz="1089025" rtl="0" eaLnBrk="1" latinLnBrk="0" hangingPunct="1">
                <a:defRPr sz="2100" kern="1200">
                  <a:solidFill>
                    <a:schemeClr val="dk1"/>
                  </a:solidFill>
                  <a:latin typeface="+mn-lt"/>
                  <a:ea typeface="+mn-ea"/>
                  <a:cs typeface="+mn-cs"/>
                </a:defRPr>
              </a:lvl6pPr>
              <a:lvl7pPr marL="3266440" algn="l" defTabSz="1089025" rtl="0" eaLnBrk="1" latinLnBrk="0" hangingPunct="1">
                <a:defRPr sz="2100" kern="1200">
                  <a:solidFill>
                    <a:schemeClr val="dk1"/>
                  </a:solidFill>
                  <a:latin typeface="+mn-lt"/>
                  <a:ea typeface="+mn-ea"/>
                  <a:cs typeface="+mn-cs"/>
                </a:defRPr>
              </a:lvl7pPr>
              <a:lvl8pPr marL="3810635" algn="l" defTabSz="1089025" rtl="0" eaLnBrk="1" latinLnBrk="0" hangingPunct="1">
                <a:defRPr sz="2100" kern="1200">
                  <a:solidFill>
                    <a:schemeClr val="dk1"/>
                  </a:solidFill>
                  <a:latin typeface="+mn-lt"/>
                  <a:ea typeface="+mn-ea"/>
                  <a:cs typeface="+mn-cs"/>
                </a:defRPr>
              </a:lvl8pPr>
              <a:lvl9pPr marL="4354830" algn="l" defTabSz="1089025" rtl="0" eaLnBrk="1" latinLnBrk="0" hangingPunct="1">
                <a:defRPr sz="2100" kern="1200">
                  <a:solidFill>
                    <a:schemeClr val="dk1"/>
                  </a:solidFill>
                  <a:latin typeface="+mn-lt"/>
                  <a:ea typeface="+mn-ea"/>
                  <a:cs typeface="+mn-cs"/>
                </a:defRPr>
              </a:lvl9pPr>
            </a:lstStyle>
            <a:p>
              <a:r>
                <a:rPr lang="zh-CN" altLang="en-US" sz="2400" b="1">
                  <a:solidFill>
                    <a:schemeClr val="tx1">
                      <a:lumMod val="75000"/>
                      <a:lumOff val="25000"/>
                    </a:schemeClr>
                  </a:solidFill>
                  <a:latin typeface="华文楷体" panose="02010600040101010101" pitchFamily="2" charset="-122"/>
                  <a:ea typeface="华文楷体" panose="02010600040101010101" pitchFamily="2" charset="-122"/>
                </a:rPr>
                <a:t>质量：输入分辨率、颜色深度等</a:t>
              </a:r>
              <a:endParaRPr lang="zh-CN" altLang="en-US" sz="2400" b="1">
                <a:solidFill>
                  <a:schemeClr val="accent1">
                    <a:lumMod val="75000"/>
                  </a:schemeClr>
                </a:solidFill>
                <a:latin typeface="华文楷体" panose="02010600040101010101" pitchFamily="2" charset="-122"/>
                <a:ea typeface="华文楷体" panose="02010600040101010101" pitchFamily="2" charset="-122"/>
              </a:endParaRPr>
            </a:p>
          </p:txBody>
        </p:sp>
      </p:grpSp>
      <p:grpSp>
        <p:nvGrpSpPr>
          <p:cNvPr id="72" name="组合 71"/>
          <p:cNvGrpSpPr/>
          <p:nvPr>
            <p:custDataLst>
              <p:tags r:id="rId20"/>
            </p:custDataLst>
          </p:nvPr>
        </p:nvGrpSpPr>
        <p:grpSpPr>
          <a:xfrm>
            <a:off x="4411422" y="3496479"/>
            <a:ext cx="7735291" cy="660600"/>
            <a:chOff x="3359372" y="3541876"/>
            <a:chExt cx="6334805" cy="660600"/>
          </a:xfrm>
        </p:grpSpPr>
        <p:sp>
          <p:nvSpPr>
            <p:cNvPr id="73" name="矩形 72"/>
            <p:cNvSpPr/>
            <p:nvPr>
              <p:custDataLst>
                <p:tags r:id="rId21"/>
              </p:custDataLst>
            </p:nvPr>
          </p:nvSpPr>
          <p:spPr>
            <a:xfrm>
              <a:off x="3836644" y="3745276"/>
              <a:ext cx="5857533" cy="457200"/>
            </a:xfrm>
            <a:prstGeom prst="rect">
              <a:avLst/>
            </a:prstGeom>
            <a:noFill/>
            <a:ln>
              <a:noFill/>
            </a:ln>
          </p:spPr>
          <p:style>
            <a:lnRef idx="2">
              <a:schemeClr val="accent4"/>
            </a:lnRef>
            <a:fillRef idx="1">
              <a:schemeClr val="lt1"/>
            </a:fillRef>
            <a:effectRef idx="0">
              <a:schemeClr val="accent4"/>
            </a:effectRef>
            <a:fontRef idx="minor">
              <a:schemeClr val="dk1"/>
            </a:fontRef>
          </p:style>
          <p:txBody>
            <a:bodyPr rtlCol="0" anchor="ctr"/>
            <a:lstStyle>
              <a:defPPr>
                <a:defRPr lang="zh-CN">
                  <a:solidFill>
                    <a:schemeClr val="dk1"/>
                  </a:solidFill>
                </a:defRPr>
              </a:defPPr>
              <a:lvl1pPr marL="0" algn="l" defTabSz="1089025" rtl="0" eaLnBrk="1" latinLnBrk="0" hangingPunct="1">
                <a:defRPr sz="2100" kern="1200">
                  <a:solidFill>
                    <a:schemeClr val="dk1"/>
                  </a:solidFill>
                  <a:latin typeface="+mn-lt"/>
                  <a:ea typeface="+mn-ea"/>
                  <a:cs typeface="+mn-cs"/>
                </a:defRPr>
              </a:lvl1pPr>
              <a:lvl2pPr marL="544195" algn="l" defTabSz="1089025" rtl="0" eaLnBrk="1" latinLnBrk="0" hangingPunct="1">
                <a:defRPr sz="2100" kern="1200">
                  <a:solidFill>
                    <a:schemeClr val="dk1"/>
                  </a:solidFill>
                  <a:latin typeface="+mn-lt"/>
                  <a:ea typeface="+mn-ea"/>
                  <a:cs typeface="+mn-cs"/>
                </a:defRPr>
              </a:lvl2pPr>
              <a:lvl3pPr marL="1089025" algn="l" defTabSz="1089025" rtl="0" eaLnBrk="1" latinLnBrk="0" hangingPunct="1">
                <a:defRPr sz="2100" kern="1200">
                  <a:solidFill>
                    <a:schemeClr val="dk1"/>
                  </a:solidFill>
                  <a:latin typeface="+mn-lt"/>
                  <a:ea typeface="+mn-ea"/>
                  <a:cs typeface="+mn-cs"/>
                </a:defRPr>
              </a:lvl3pPr>
              <a:lvl4pPr marL="1633220" algn="l" defTabSz="1089025" rtl="0" eaLnBrk="1" latinLnBrk="0" hangingPunct="1">
                <a:defRPr sz="2100" kern="1200">
                  <a:solidFill>
                    <a:schemeClr val="dk1"/>
                  </a:solidFill>
                  <a:latin typeface="+mn-lt"/>
                  <a:ea typeface="+mn-ea"/>
                  <a:cs typeface="+mn-cs"/>
                </a:defRPr>
              </a:lvl4pPr>
              <a:lvl5pPr marL="2177415" algn="l" defTabSz="1089025" rtl="0" eaLnBrk="1" latinLnBrk="0" hangingPunct="1">
                <a:defRPr sz="2100" kern="1200">
                  <a:solidFill>
                    <a:schemeClr val="dk1"/>
                  </a:solidFill>
                  <a:latin typeface="+mn-lt"/>
                  <a:ea typeface="+mn-ea"/>
                  <a:cs typeface="+mn-cs"/>
                </a:defRPr>
              </a:lvl5pPr>
              <a:lvl6pPr marL="2721610" algn="l" defTabSz="1089025" rtl="0" eaLnBrk="1" latinLnBrk="0" hangingPunct="1">
                <a:defRPr sz="2100" kern="1200">
                  <a:solidFill>
                    <a:schemeClr val="dk1"/>
                  </a:solidFill>
                  <a:latin typeface="+mn-lt"/>
                  <a:ea typeface="+mn-ea"/>
                  <a:cs typeface="+mn-cs"/>
                </a:defRPr>
              </a:lvl6pPr>
              <a:lvl7pPr marL="3266440" algn="l" defTabSz="1089025" rtl="0" eaLnBrk="1" latinLnBrk="0" hangingPunct="1">
                <a:defRPr sz="2100" kern="1200">
                  <a:solidFill>
                    <a:schemeClr val="dk1"/>
                  </a:solidFill>
                  <a:latin typeface="+mn-lt"/>
                  <a:ea typeface="+mn-ea"/>
                  <a:cs typeface="+mn-cs"/>
                </a:defRPr>
              </a:lvl7pPr>
              <a:lvl8pPr marL="3810635" algn="l" defTabSz="1089025" rtl="0" eaLnBrk="1" latinLnBrk="0" hangingPunct="1">
                <a:defRPr sz="2100" kern="1200">
                  <a:solidFill>
                    <a:schemeClr val="dk1"/>
                  </a:solidFill>
                  <a:latin typeface="+mn-lt"/>
                  <a:ea typeface="+mn-ea"/>
                  <a:cs typeface="+mn-cs"/>
                </a:defRPr>
              </a:lvl8pPr>
              <a:lvl9pPr marL="4354830" algn="l" defTabSz="1089025" rtl="0" eaLnBrk="1" latinLnBrk="0" hangingPunct="1">
                <a:defRPr sz="2100" kern="1200">
                  <a:solidFill>
                    <a:schemeClr val="dk1"/>
                  </a:solidFill>
                  <a:latin typeface="+mn-lt"/>
                  <a:ea typeface="+mn-ea"/>
                  <a:cs typeface="+mn-cs"/>
                </a:defRPr>
              </a:lvl9pPr>
            </a:lstStyle>
            <a:p>
              <a:r>
                <a:rPr lang="zh-CN" altLang="en-US" sz="2400" b="1" dirty="0">
                  <a:solidFill>
                    <a:schemeClr val="tx1">
                      <a:lumMod val="75000"/>
                      <a:lumOff val="25000"/>
                    </a:schemeClr>
                  </a:solidFill>
                  <a:latin typeface="华文楷体" panose="02010600040101010101" pitchFamily="2" charset="-122"/>
                  <a:ea typeface="华文楷体" panose="02010600040101010101" pitchFamily="2" charset="-122"/>
                </a:rPr>
                <a:t>存储容量：像素个数、颜色位数、图像文件格式等</a:t>
              </a:r>
              <a:endParaRPr lang="zh-CN" altLang="en-US" sz="2400" b="1" dirty="0">
                <a:solidFill>
                  <a:schemeClr val="accent1">
                    <a:lumMod val="75000"/>
                  </a:schemeClr>
                </a:solidFill>
                <a:latin typeface="华文楷体" panose="02010600040101010101" pitchFamily="2" charset="-122"/>
                <a:ea typeface="华文楷体" panose="02010600040101010101" pitchFamily="2" charset="-122"/>
              </a:endParaRPr>
            </a:p>
          </p:txBody>
        </p:sp>
        <p:cxnSp>
          <p:nvCxnSpPr>
            <p:cNvPr id="74" name="曲线连接符 73"/>
            <p:cNvCxnSpPr>
              <a:stCxn id="77" idx="3"/>
            </p:cNvCxnSpPr>
            <p:nvPr>
              <p:custDataLst>
                <p:tags r:id="rId22"/>
              </p:custDataLst>
            </p:nvPr>
          </p:nvCxnSpPr>
          <p:spPr>
            <a:xfrm>
              <a:off x="3359372" y="3541876"/>
              <a:ext cx="551417" cy="525425"/>
            </a:xfrm>
            <a:prstGeom prst="curvedConnector3">
              <a:avLst>
                <a:gd name="adj1" fmla="val 50000"/>
              </a:avLst>
            </a:prstGeom>
            <a:ln w="38100">
              <a:solidFill>
                <a:srgbClr val="649271"/>
              </a:solidFill>
              <a:tailEnd type="triangle"/>
            </a:ln>
          </p:spPr>
          <p:style>
            <a:lnRef idx="3">
              <a:schemeClr val="accent1"/>
            </a:lnRef>
            <a:fillRef idx="0">
              <a:schemeClr val="accent1"/>
            </a:fillRef>
            <a:effectRef idx="2">
              <a:schemeClr val="accent1"/>
            </a:effectRef>
            <a:fontRef idx="minor">
              <a:schemeClr val="tx1"/>
            </a:fontRef>
          </p:style>
        </p:cxnSp>
      </p:grpSp>
      <p:grpSp>
        <p:nvGrpSpPr>
          <p:cNvPr id="75" name="组合 74"/>
          <p:cNvGrpSpPr/>
          <p:nvPr>
            <p:custDataLst>
              <p:tags r:id="rId23"/>
            </p:custDataLst>
          </p:nvPr>
        </p:nvGrpSpPr>
        <p:grpSpPr>
          <a:xfrm>
            <a:off x="2022080" y="2938541"/>
            <a:ext cx="2389342" cy="989938"/>
            <a:chOff x="1241887" y="3731196"/>
            <a:chExt cx="2389342" cy="989938"/>
          </a:xfrm>
        </p:grpSpPr>
        <p:cxnSp>
          <p:nvCxnSpPr>
            <p:cNvPr id="76" name="直接箭头连接符 75"/>
            <p:cNvCxnSpPr>
              <a:endCxn id="77" idx="1"/>
            </p:cNvCxnSpPr>
            <p:nvPr>
              <p:custDataLst>
                <p:tags r:id="rId24"/>
              </p:custDataLst>
            </p:nvPr>
          </p:nvCxnSpPr>
          <p:spPr>
            <a:xfrm>
              <a:off x="1241887" y="3731196"/>
              <a:ext cx="881790" cy="557938"/>
            </a:xfrm>
            <a:prstGeom prst="straightConnector1">
              <a:avLst/>
            </a:prstGeom>
            <a:ln w="38100">
              <a:solidFill>
                <a:srgbClr val="649271"/>
              </a:solidFill>
              <a:tailEnd type="triangle"/>
            </a:ln>
          </p:spPr>
          <p:style>
            <a:lnRef idx="3">
              <a:schemeClr val="accent1"/>
            </a:lnRef>
            <a:fillRef idx="0">
              <a:schemeClr val="accent1"/>
            </a:fillRef>
            <a:effectRef idx="2">
              <a:schemeClr val="accent1"/>
            </a:effectRef>
            <a:fontRef idx="minor">
              <a:schemeClr val="tx1"/>
            </a:fontRef>
          </p:style>
        </p:cxnSp>
        <p:sp>
          <p:nvSpPr>
            <p:cNvPr id="77" name="圆角矩形 76"/>
            <p:cNvSpPr/>
            <p:nvPr>
              <p:custDataLst>
                <p:tags r:id="rId25"/>
              </p:custDataLst>
            </p:nvPr>
          </p:nvSpPr>
          <p:spPr>
            <a:xfrm>
              <a:off x="2123677" y="3857134"/>
              <a:ext cx="1507552" cy="864000"/>
            </a:xfrm>
            <a:prstGeom prst="roundRect">
              <a:avLst/>
            </a:prstGeom>
            <a:noFill/>
            <a:ln w="38100">
              <a:solidFill>
                <a:srgbClr val="649271"/>
              </a:solidFill>
            </a:ln>
          </p:spPr>
          <p:style>
            <a:lnRef idx="2">
              <a:schemeClr val="accent1"/>
            </a:lnRef>
            <a:fillRef idx="1">
              <a:schemeClr val="lt1"/>
            </a:fillRef>
            <a:effectRef idx="0">
              <a:schemeClr val="accent1"/>
            </a:effectRef>
            <a:fontRef idx="minor">
              <a:schemeClr val="dk1"/>
            </a:fontRef>
          </p:style>
          <p:txBody>
            <a:bodyPr rtlCol="0" anchor="ctr"/>
            <a:lstStyle>
              <a:defPPr>
                <a:defRPr lang="zh-CN">
                  <a:solidFill>
                    <a:schemeClr val="dk1"/>
                  </a:solidFill>
                </a:defRPr>
              </a:defPPr>
              <a:lvl1pPr marL="0" algn="l" defTabSz="1089025" rtl="0" eaLnBrk="1" latinLnBrk="0" hangingPunct="1">
                <a:defRPr sz="2100" kern="1200">
                  <a:solidFill>
                    <a:schemeClr val="dk1"/>
                  </a:solidFill>
                  <a:latin typeface="+mn-lt"/>
                  <a:ea typeface="+mn-ea"/>
                  <a:cs typeface="+mn-cs"/>
                </a:defRPr>
              </a:lvl1pPr>
              <a:lvl2pPr marL="544195" algn="l" defTabSz="1089025" rtl="0" eaLnBrk="1" latinLnBrk="0" hangingPunct="1">
                <a:defRPr sz="2100" kern="1200">
                  <a:solidFill>
                    <a:schemeClr val="dk1"/>
                  </a:solidFill>
                  <a:latin typeface="+mn-lt"/>
                  <a:ea typeface="+mn-ea"/>
                  <a:cs typeface="+mn-cs"/>
                </a:defRPr>
              </a:lvl2pPr>
              <a:lvl3pPr marL="1089025" algn="l" defTabSz="1089025" rtl="0" eaLnBrk="1" latinLnBrk="0" hangingPunct="1">
                <a:defRPr sz="2100" kern="1200">
                  <a:solidFill>
                    <a:schemeClr val="dk1"/>
                  </a:solidFill>
                  <a:latin typeface="+mn-lt"/>
                  <a:ea typeface="+mn-ea"/>
                  <a:cs typeface="+mn-cs"/>
                </a:defRPr>
              </a:lvl3pPr>
              <a:lvl4pPr marL="1633220" algn="l" defTabSz="1089025" rtl="0" eaLnBrk="1" latinLnBrk="0" hangingPunct="1">
                <a:defRPr sz="2100" kern="1200">
                  <a:solidFill>
                    <a:schemeClr val="dk1"/>
                  </a:solidFill>
                  <a:latin typeface="+mn-lt"/>
                  <a:ea typeface="+mn-ea"/>
                  <a:cs typeface="+mn-cs"/>
                </a:defRPr>
              </a:lvl4pPr>
              <a:lvl5pPr marL="2177415" algn="l" defTabSz="1089025" rtl="0" eaLnBrk="1" latinLnBrk="0" hangingPunct="1">
                <a:defRPr sz="2100" kern="1200">
                  <a:solidFill>
                    <a:schemeClr val="dk1"/>
                  </a:solidFill>
                  <a:latin typeface="+mn-lt"/>
                  <a:ea typeface="+mn-ea"/>
                  <a:cs typeface="+mn-cs"/>
                </a:defRPr>
              </a:lvl5pPr>
              <a:lvl6pPr marL="2721610" algn="l" defTabSz="1089025" rtl="0" eaLnBrk="1" latinLnBrk="0" hangingPunct="1">
                <a:defRPr sz="2100" kern="1200">
                  <a:solidFill>
                    <a:schemeClr val="dk1"/>
                  </a:solidFill>
                  <a:latin typeface="+mn-lt"/>
                  <a:ea typeface="+mn-ea"/>
                  <a:cs typeface="+mn-cs"/>
                </a:defRPr>
              </a:lvl6pPr>
              <a:lvl7pPr marL="3266440" algn="l" defTabSz="1089025" rtl="0" eaLnBrk="1" latinLnBrk="0" hangingPunct="1">
                <a:defRPr sz="2100" kern="1200">
                  <a:solidFill>
                    <a:schemeClr val="dk1"/>
                  </a:solidFill>
                  <a:latin typeface="+mn-lt"/>
                  <a:ea typeface="+mn-ea"/>
                  <a:cs typeface="+mn-cs"/>
                </a:defRPr>
              </a:lvl7pPr>
              <a:lvl8pPr marL="3810635" algn="l" defTabSz="1089025" rtl="0" eaLnBrk="1" latinLnBrk="0" hangingPunct="1">
                <a:defRPr sz="2100" kern="1200">
                  <a:solidFill>
                    <a:schemeClr val="dk1"/>
                  </a:solidFill>
                  <a:latin typeface="+mn-lt"/>
                  <a:ea typeface="+mn-ea"/>
                  <a:cs typeface="+mn-cs"/>
                </a:defRPr>
              </a:lvl8pPr>
              <a:lvl9pPr marL="4354830" algn="l" defTabSz="1089025" rtl="0" eaLnBrk="1" latinLnBrk="0" hangingPunct="1">
                <a:defRPr sz="2100" kern="1200">
                  <a:solidFill>
                    <a:schemeClr val="dk1"/>
                  </a:solidFill>
                  <a:latin typeface="+mn-lt"/>
                  <a:ea typeface="+mn-ea"/>
                  <a:cs typeface="+mn-cs"/>
                </a:defRPr>
              </a:lvl9pPr>
            </a:lstStyle>
            <a:p>
              <a:pPr algn="ctr"/>
              <a:r>
                <a:rPr lang="zh-CN" altLang="en-US" sz="2400" b="1">
                  <a:solidFill>
                    <a:schemeClr val="tx1"/>
                  </a:solidFill>
                  <a:latin typeface="华文楷体" panose="02010600040101010101" pitchFamily="2" charset="-122"/>
                  <a:ea typeface="华文楷体" panose="02010600040101010101" pitchFamily="2" charset="-122"/>
                </a:rPr>
                <a:t>影响图像的因素</a:t>
              </a:r>
              <a:endParaRPr lang="zh-CN" altLang="en-US" sz="2400" b="1">
                <a:solidFill>
                  <a:schemeClr val="tx1"/>
                </a:solidFill>
                <a:latin typeface="华文楷体" panose="02010600040101010101" pitchFamily="2" charset="-122"/>
                <a:ea typeface="华文楷体" panose="02010600040101010101" pitchFamily="2" charset="-122"/>
              </a:endParaRPr>
            </a:p>
          </p:txBody>
        </p:sp>
      </p:grpSp>
      <p:grpSp>
        <p:nvGrpSpPr>
          <p:cNvPr id="78" name="组合 77"/>
          <p:cNvGrpSpPr/>
          <p:nvPr>
            <p:custDataLst>
              <p:tags r:id="rId26"/>
            </p:custDataLst>
          </p:nvPr>
        </p:nvGrpSpPr>
        <p:grpSpPr>
          <a:xfrm>
            <a:off x="4327978" y="4288049"/>
            <a:ext cx="4714596" cy="620319"/>
            <a:chOff x="3606907" y="4789853"/>
            <a:chExt cx="4714596" cy="620319"/>
          </a:xfrm>
        </p:grpSpPr>
        <p:cxnSp>
          <p:nvCxnSpPr>
            <p:cNvPr id="79" name="曲线连接符 78"/>
            <p:cNvCxnSpPr/>
            <p:nvPr>
              <p:custDataLst>
                <p:tags r:id="rId27"/>
              </p:custDataLst>
            </p:nvPr>
          </p:nvCxnSpPr>
          <p:spPr>
            <a:xfrm flipV="1">
              <a:off x="3606907" y="4981374"/>
              <a:ext cx="770038" cy="428798"/>
            </a:xfrm>
            <a:prstGeom prst="curvedConnector3">
              <a:avLst>
                <a:gd name="adj1" fmla="val 50000"/>
              </a:avLst>
            </a:prstGeom>
            <a:ln w="38100">
              <a:solidFill>
                <a:srgbClr val="649271"/>
              </a:solidFill>
              <a:tailEnd type="triangle"/>
            </a:ln>
          </p:spPr>
          <p:style>
            <a:lnRef idx="3">
              <a:schemeClr val="accent1"/>
            </a:lnRef>
            <a:fillRef idx="0">
              <a:schemeClr val="accent1"/>
            </a:fillRef>
            <a:effectRef idx="2">
              <a:schemeClr val="accent1"/>
            </a:effectRef>
            <a:fontRef idx="minor">
              <a:schemeClr val="tx1"/>
            </a:fontRef>
          </p:style>
        </p:cxnSp>
        <p:sp>
          <p:nvSpPr>
            <p:cNvPr id="80" name="矩形 79"/>
            <p:cNvSpPr/>
            <p:nvPr>
              <p:custDataLst>
                <p:tags r:id="rId28"/>
              </p:custDataLst>
            </p:nvPr>
          </p:nvSpPr>
          <p:spPr>
            <a:xfrm>
              <a:off x="4309573" y="4789853"/>
              <a:ext cx="4011930" cy="457200"/>
            </a:xfrm>
            <a:prstGeom prst="rect">
              <a:avLst/>
            </a:prstGeom>
            <a:noFill/>
            <a:ln>
              <a:noFill/>
            </a:ln>
          </p:spPr>
          <p:style>
            <a:lnRef idx="2">
              <a:schemeClr val="accent4"/>
            </a:lnRef>
            <a:fillRef idx="1">
              <a:schemeClr val="lt1"/>
            </a:fillRef>
            <a:effectRef idx="0">
              <a:schemeClr val="accent4"/>
            </a:effectRef>
            <a:fontRef idx="minor">
              <a:schemeClr val="dk1"/>
            </a:fontRef>
          </p:style>
          <p:txBody>
            <a:bodyPr rtlCol="0" anchor="ctr"/>
            <a:lstStyle>
              <a:defPPr>
                <a:defRPr lang="zh-CN">
                  <a:solidFill>
                    <a:schemeClr val="dk1"/>
                  </a:solidFill>
                </a:defRPr>
              </a:defPPr>
              <a:lvl1pPr marL="0" algn="l" defTabSz="1089025" rtl="0" eaLnBrk="1" latinLnBrk="0" hangingPunct="1">
                <a:defRPr sz="2100" kern="1200">
                  <a:solidFill>
                    <a:schemeClr val="dk1"/>
                  </a:solidFill>
                  <a:latin typeface="+mn-lt"/>
                  <a:ea typeface="+mn-ea"/>
                  <a:cs typeface="+mn-cs"/>
                </a:defRPr>
              </a:lvl1pPr>
              <a:lvl2pPr marL="544195" algn="l" defTabSz="1089025" rtl="0" eaLnBrk="1" latinLnBrk="0" hangingPunct="1">
                <a:defRPr sz="2100" kern="1200">
                  <a:solidFill>
                    <a:schemeClr val="dk1"/>
                  </a:solidFill>
                  <a:latin typeface="+mn-lt"/>
                  <a:ea typeface="+mn-ea"/>
                  <a:cs typeface="+mn-cs"/>
                </a:defRPr>
              </a:lvl2pPr>
              <a:lvl3pPr marL="1089025" algn="l" defTabSz="1089025" rtl="0" eaLnBrk="1" latinLnBrk="0" hangingPunct="1">
                <a:defRPr sz="2100" kern="1200">
                  <a:solidFill>
                    <a:schemeClr val="dk1"/>
                  </a:solidFill>
                  <a:latin typeface="+mn-lt"/>
                  <a:ea typeface="+mn-ea"/>
                  <a:cs typeface="+mn-cs"/>
                </a:defRPr>
              </a:lvl3pPr>
              <a:lvl4pPr marL="1633220" algn="l" defTabSz="1089025" rtl="0" eaLnBrk="1" latinLnBrk="0" hangingPunct="1">
                <a:defRPr sz="2100" kern="1200">
                  <a:solidFill>
                    <a:schemeClr val="dk1"/>
                  </a:solidFill>
                  <a:latin typeface="+mn-lt"/>
                  <a:ea typeface="+mn-ea"/>
                  <a:cs typeface="+mn-cs"/>
                </a:defRPr>
              </a:lvl4pPr>
              <a:lvl5pPr marL="2177415" algn="l" defTabSz="1089025" rtl="0" eaLnBrk="1" latinLnBrk="0" hangingPunct="1">
                <a:defRPr sz="2100" kern="1200">
                  <a:solidFill>
                    <a:schemeClr val="dk1"/>
                  </a:solidFill>
                  <a:latin typeface="+mn-lt"/>
                  <a:ea typeface="+mn-ea"/>
                  <a:cs typeface="+mn-cs"/>
                </a:defRPr>
              </a:lvl5pPr>
              <a:lvl6pPr marL="2721610" algn="l" defTabSz="1089025" rtl="0" eaLnBrk="1" latinLnBrk="0" hangingPunct="1">
                <a:defRPr sz="2100" kern="1200">
                  <a:solidFill>
                    <a:schemeClr val="dk1"/>
                  </a:solidFill>
                  <a:latin typeface="+mn-lt"/>
                  <a:ea typeface="+mn-ea"/>
                  <a:cs typeface="+mn-cs"/>
                </a:defRPr>
              </a:lvl6pPr>
              <a:lvl7pPr marL="3266440" algn="l" defTabSz="1089025" rtl="0" eaLnBrk="1" latinLnBrk="0" hangingPunct="1">
                <a:defRPr sz="2100" kern="1200">
                  <a:solidFill>
                    <a:schemeClr val="dk1"/>
                  </a:solidFill>
                  <a:latin typeface="+mn-lt"/>
                  <a:ea typeface="+mn-ea"/>
                  <a:cs typeface="+mn-cs"/>
                </a:defRPr>
              </a:lvl7pPr>
              <a:lvl8pPr marL="3810635" algn="l" defTabSz="1089025" rtl="0" eaLnBrk="1" latinLnBrk="0" hangingPunct="1">
                <a:defRPr sz="2100" kern="1200">
                  <a:solidFill>
                    <a:schemeClr val="dk1"/>
                  </a:solidFill>
                  <a:latin typeface="+mn-lt"/>
                  <a:ea typeface="+mn-ea"/>
                  <a:cs typeface="+mn-cs"/>
                </a:defRPr>
              </a:lvl8pPr>
              <a:lvl9pPr marL="4354830" algn="l" defTabSz="1089025" rtl="0" eaLnBrk="1" latinLnBrk="0" hangingPunct="1">
                <a:defRPr sz="2100" kern="1200">
                  <a:solidFill>
                    <a:schemeClr val="dk1"/>
                  </a:solidFill>
                  <a:latin typeface="+mn-lt"/>
                  <a:ea typeface="+mn-ea"/>
                  <a:cs typeface="+mn-cs"/>
                </a:defRPr>
              </a:lvl9pPr>
            </a:lstStyle>
            <a:p>
              <a:r>
                <a:rPr lang="zh-CN" altLang="en-US" sz="2400" b="1" dirty="0">
                  <a:solidFill>
                    <a:schemeClr val="tx1">
                      <a:lumMod val="75000"/>
                      <a:lumOff val="25000"/>
                    </a:schemeClr>
                  </a:solidFill>
                  <a:latin typeface="华文楷体" panose="02010600040101010101" pitchFamily="2" charset="-122"/>
                  <a:ea typeface="华文楷体" panose="02010600040101010101" pitchFamily="2" charset="-122"/>
                </a:rPr>
                <a:t>硬件设备配置</a:t>
              </a:r>
              <a:endParaRPr lang="zh-CN" altLang="en-US" sz="2400" b="1" dirty="0">
                <a:solidFill>
                  <a:schemeClr val="accent1">
                    <a:lumMod val="75000"/>
                  </a:schemeClr>
                </a:solidFill>
                <a:latin typeface="华文楷体" panose="02010600040101010101" pitchFamily="2" charset="-122"/>
                <a:ea typeface="华文楷体" panose="02010600040101010101" pitchFamily="2" charset="-122"/>
              </a:endParaRPr>
            </a:p>
          </p:txBody>
        </p:sp>
      </p:grpSp>
      <p:grpSp>
        <p:nvGrpSpPr>
          <p:cNvPr id="81" name="组合 80"/>
          <p:cNvGrpSpPr/>
          <p:nvPr>
            <p:custDataLst>
              <p:tags r:id="rId29"/>
            </p:custDataLst>
          </p:nvPr>
        </p:nvGrpSpPr>
        <p:grpSpPr>
          <a:xfrm>
            <a:off x="4339977" y="4745249"/>
            <a:ext cx="4702597" cy="457200"/>
            <a:chOff x="3634989" y="5484196"/>
            <a:chExt cx="4702597" cy="457200"/>
          </a:xfrm>
        </p:grpSpPr>
        <p:cxnSp>
          <p:nvCxnSpPr>
            <p:cNvPr id="82" name="直接箭头连接符 81"/>
            <p:cNvCxnSpPr>
              <a:stCxn id="54" idx="3"/>
            </p:cNvCxnSpPr>
            <p:nvPr>
              <p:custDataLst>
                <p:tags r:id="rId30"/>
              </p:custDataLst>
            </p:nvPr>
          </p:nvCxnSpPr>
          <p:spPr>
            <a:xfrm>
              <a:off x="3634989" y="5656848"/>
              <a:ext cx="669515" cy="23931"/>
            </a:xfrm>
            <a:prstGeom prst="straightConnector1">
              <a:avLst/>
            </a:prstGeom>
            <a:ln w="38100">
              <a:solidFill>
                <a:srgbClr val="649271"/>
              </a:solidFill>
              <a:tailEnd type="triangle"/>
            </a:ln>
          </p:spPr>
          <p:style>
            <a:lnRef idx="3">
              <a:schemeClr val="accent1"/>
            </a:lnRef>
            <a:fillRef idx="0">
              <a:schemeClr val="accent1"/>
            </a:fillRef>
            <a:effectRef idx="2">
              <a:schemeClr val="accent1"/>
            </a:effectRef>
            <a:fontRef idx="minor">
              <a:schemeClr val="tx1"/>
            </a:fontRef>
          </p:style>
        </p:cxnSp>
        <p:sp>
          <p:nvSpPr>
            <p:cNvPr id="83" name="矩形 82"/>
            <p:cNvSpPr/>
            <p:nvPr>
              <p:custDataLst>
                <p:tags r:id="rId31"/>
              </p:custDataLst>
            </p:nvPr>
          </p:nvSpPr>
          <p:spPr>
            <a:xfrm>
              <a:off x="4326220" y="5484196"/>
              <a:ext cx="4011366" cy="457200"/>
            </a:xfrm>
            <a:prstGeom prst="rect">
              <a:avLst/>
            </a:prstGeom>
            <a:noFill/>
            <a:ln>
              <a:noFill/>
            </a:ln>
          </p:spPr>
          <p:style>
            <a:lnRef idx="2">
              <a:schemeClr val="accent4"/>
            </a:lnRef>
            <a:fillRef idx="1">
              <a:schemeClr val="lt1"/>
            </a:fillRef>
            <a:effectRef idx="0">
              <a:schemeClr val="accent4"/>
            </a:effectRef>
            <a:fontRef idx="minor">
              <a:schemeClr val="dk1"/>
            </a:fontRef>
          </p:style>
          <p:txBody>
            <a:bodyPr rtlCol="0" anchor="ctr"/>
            <a:lstStyle>
              <a:defPPr>
                <a:defRPr lang="zh-CN">
                  <a:solidFill>
                    <a:schemeClr val="dk1"/>
                  </a:solidFill>
                </a:defRPr>
              </a:defPPr>
              <a:lvl1pPr marL="0" algn="l" defTabSz="1089025" rtl="0" eaLnBrk="1" latinLnBrk="0" hangingPunct="1">
                <a:defRPr sz="2100" kern="1200">
                  <a:solidFill>
                    <a:schemeClr val="dk1"/>
                  </a:solidFill>
                  <a:latin typeface="+mn-lt"/>
                  <a:ea typeface="+mn-ea"/>
                  <a:cs typeface="+mn-cs"/>
                </a:defRPr>
              </a:lvl1pPr>
              <a:lvl2pPr marL="544195" algn="l" defTabSz="1089025" rtl="0" eaLnBrk="1" latinLnBrk="0" hangingPunct="1">
                <a:defRPr sz="2100" kern="1200">
                  <a:solidFill>
                    <a:schemeClr val="dk1"/>
                  </a:solidFill>
                  <a:latin typeface="+mn-lt"/>
                  <a:ea typeface="+mn-ea"/>
                  <a:cs typeface="+mn-cs"/>
                </a:defRPr>
              </a:lvl2pPr>
              <a:lvl3pPr marL="1089025" algn="l" defTabSz="1089025" rtl="0" eaLnBrk="1" latinLnBrk="0" hangingPunct="1">
                <a:defRPr sz="2100" kern="1200">
                  <a:solidFill>
                    <a:schemeClr val="dk1"/>
                  </a:solidFill>
                  <a:latin typeface="+mn-lt"/>
                  <a:ea typeface="+mn-ea"/>
                  <a:cs typeface="+mn-cs"/>
                </a:defRPr>
              </a:lvl3pPr>
              <a:lvl4pPr marL="1633220" algn="l" defTabSz="1089025" rtl="0" eaLnBrk="1" latinLnBrk="0" hangingPunct="1">
                <a:defRPr sz="2100" kern="1200">
                  <a:solidFill>
                    <a:schemeClr val="dk1"/>
                  </a:solidFill>
                  <a:latin typeface="+mn-lt"/>
                  <a:ea typeface="+mn-ea"/>
                  <a:cs typeface="+mn-cs"/>
                </a:defRPr>
              </a:lvl4pPr>
              <a:lvl5pPr marL="2177415" algn="l" defTabSz="1089025" rtl="0" eaLnBrk="1" latinLnBrk="0" hangingPunct="1">
                <a:defRPr sz="2100" kern="1200">
                  <a:solidFill>
                    <a:schemeClr val="dk1"/>
                  </a:solidFill>
                  <a:latin typeface="+mn-lt"/>
                  <a:ea typeface="+mn-ea"/>
                  <a:cs typeface="+mn-cs"/>
                </a:defRPr>
              </a:lvl5pPr>
              <a:lvl6pPr marL="2721610" algn="l" defTabSz="1089025" rtl="0" eaLnBrk="1" latinLnBrk="0" hangingPunct="1">
                <a:defRPr sz="2100" kern="1200">
                  <a:solidFill>
                    <a:schemeClr val="dk1"/>
                  </a:solidFill>
                  <a:latin typeface="+mn-lt"/>
                  <a:ea typeface="+mn-ea"/>
                  <a:cs typeface="+mn-cs"/>
                </a:defRPr>
              </a:lvl6pPr>
              <a:lvl7pPr marL="3266440" algn="l" defTabSz="1089025" rtl="0" eaLnBrk="1" latinLnBrk="0" hangingPunct="1">
                <a:defRPr sz="2100" kern="1200">
                  <a:solidFill>
                    <a:schemeClr val="dk1"/>
                  </a:solidFill>
                  <a:latin typeface="+mn-lt"/>
                  <a:ea typeface="+mn-ea"/>
                  <a:cs typeface="+mn-cs"/>
                </a:defRPr>
              </a:lvl7pPr>
              <a:lvl8pPr marL="3810635" algn="l" defTabSz="1089025" rtl="0" eaLnBrk="1" latinLnBrk="0" hangingPunct="1">
                <a:defRPr sz="2100" kern="1200">
                  <a:solidFill>
                    <a:schemeClr val="dk1"/>
                  </a:solidFill>
                  <a:latin typeface="+mn-lt"/>
                  <a:ea typeface="+mn-ea"/>
                  <a:cs typeface="+mn-cs"/>
                </a:defRPr>
              </a:lvl8pPr>
              <a:lvl9pPr marL="4354830" algn="l" defTabSz="1089025" rtl="0" eaLnBrk="1" latinLnBrk="0" hangingPunct="1">
                <a:defRPr sz="2100" kern="1200">
                  <a:solidFill>
                    <a:schemeClr val="dk1"/>
                  </a:solidFill>
                  <a:latin typeface="+mn-lt"/>
                  <a:ea typeface="+mn-ea"/>
                  <a:cs typeface="+mn-cs"/>
                </a:defRPr>
              </a:lvl9pPr>
            </a:lstStyle>
            <a:p>
              <a:r>
                <a:rPr lang="zh-CN" altLang="en-US" sz="2400" b="1" dirty="0">
                  <a:solidFill>
                    <a:schemeClr val="tx1">
                      <a:lumMod val="75000"/>
                      <a:lumOff val="25000"/>
                    </a:schemeClr>
                  </a:solidFill>
                  <a:latin typeface="华文楷体" panose="02010600040101010101" pitchFamily="2" charset="-122"/>
                  <a:ea typeface="华文楷体" panose="02010600040101010101" pitchFamily="2" charset="-122"/>
                </a:rPr>
                <a:t>图像处理软件</a:t>
              </a:r>
              <a:endParaRPr lang="zh-CN" altLang="en-US" sz="2400" b="1" dirty="0">
                <a:solidFill>
                  <a:schemeClr val="accent1">
                    <a:lumMod val="75000"/>
                  </a:schemeClr>
                </a:solidFill>
                <a:latin typeface="华文楷体" panose="02010600040101010101" pitchFamily="2" charset="-122"/>
                <a:ea typeface="华文楷体" panose="02010600040101010101" pitchFamily="2" charset="-122"/>
              </a:endParaRPr>
            </a:p>
          </p:txBody>
        </p:sp>
      </p:grpSp>
      <p:grpSp>
        <p:nvGrpSpPr>
          <p:cNvPr id="85" name="组合 84"/>
          <p:cNvGrpSpPr/>
          <p:nvPr>
            <p:custDataLst>
              <p:tags r:id="rId32"/>
            </p:custDataLst>
          </p:nvPr>
        </p:nvGrpSpPr>
        <p:grpSpPr>
          <a:xfrm>
            <a:off x="4339977" y="4917901"/>
            <a:ext cx="4193416" cy="769053"/>
            <a:chOff x="3520711" y="5577085"/>
            <a:chExt cx="4193416" cy="769053"/>
          </a:xfrm>
        </p:grpSpPr>
        <p:sp>
          <p:nvSpPr>
            <p:cNvPr id="86" name="矩形 85"/>
            <p:cNvSpPr/>
            <p:nvPr>
              <p:custDataLst>
                <p:tags r:id="rId33"/>
              </p:custDataLst>
            </p:nvPr>
          </p:nvSpPr>
          <p:spPr>
            <a:xfrm>
              <a:off x="4279314" y="5888938"/>
              <a:ext cx="3434813" cy="457200"/>
            </a:xfrm>
            <a:prstGeom prst="rect">
              <a:avLst/>
            </a:prstGeom>
            <a:noFill/>
            <a:ln>
              <a:noFill/>
            </a:ln>
          </p:spPr>
          <p:style>
            <a:lnRef idx="2">
              <a:schemeClr val="accent4"/>
            </a:lnRef>
            <a:fillRef idx="1">
              <a:schemeClr val="lt1"/>
            </a:fillRef>
            <a:effectRef idx="0">
              <a:schemeClr val="accent4"/>
            </a:effectRef>
            <a:fontRef idx="minor">
              <a:schemeClr val="dk1"/>
            </a:fontRef>
          </p:style>
          <p:txBody>
            <a:bodyPr rtlCol="0" anchor="ctr"/>
            <a:lstStyle>
              <a:defPPr>
                <a:defRPr lang="zh-CN">
                  <a:solidFill>
                    <a:schemeClr val="dk1"/>
                  </a:solidFill>
                </a:defRPr>
              </a:defPPr>
              <a:lvl1pPr marL="0" algn="l" defTabSz="1089025" rtl="0" eaLnBrk="1" latinLnBrk="0" hangingPunct="1">
                <a:defRPr sz="2100" kern="1200">
                  <a:solidFill>
                    <a:schemeClr val="dk1"/>
                  </a:solidFill>
                  <a:latin typeface="+mn-lt"/>
                  <a:ea typeface="+mn-ea"/>
                  <a:cs typeface="+mn-cs"/>
                </a:defRPr>
              </a:lvl1pPr>
              <a:lvl2pPr marL="544195" algn="l" defTabSz="1089025" rtl="0" eaLnBrk="1" latinLnBrk="0" hangingPunct="1">
                <a:defRPr sz="2100" kern="1200">
                  <a:solidFill>
                    <a:schemeClr val="dk1"/>
                  </a:solidFill>
                  <a:latin typeface="+mn-lt"/>
                  <a:ea typeface="+mn-ea"/>
                  <a:cs typeface="+mn-cs"/>
                </a:defRPr>
              </a:lvl2pPr>
              <a:lvl3pPr marL="1089025" algn="l" defTabSz="1089025" rtl="0" eaLnBrk="1" latinLnBrk="0" hangingPunct="1">
                <a:defRPr sz="2100" kern="1200">
                  <a:solidFill>
                    <a:schemeClr val="dk1"/>
                  </a:solidFill>
                  <a:latin typeface="+mn-lt"/>
                  <a:ea typeface="+mn-ea"/>
                  <a:cs typeface="+mn-cs"/>
                </a:defRPr>
              </a:lvl3pPr>
              <a:lvl4pPr marL="1633220" algn="l" defTabSz="1089025" rtl="0" eaLnBrk="1" latinLnBrk="0" hangingPunct="1">
                <a:defRPr sz="2100" kern="1200">
                  <a:solidFill>
                    <a:schemeClr val="dk1"/>
                  </a:solidFill>
                  <a:latin typeface="+mn-lt"/>
                  <a:ea typeface="+mn-ea"/>
                  <a:cs typeface="+mn-cs"/>
                </a:defRPr>
              </a:lvl4pPr>
              <a:lvl5pPr marL="2177415" algn="l" defTabSz="1089025" rtl="0" eaLnBrk="1" latinLnBrk="0" hangingPunct="1">
                <a:defRPr sz="2100" kern="1200">
                  <a:solidFill>
                    <a:schemeClr val="dk1"/>
                  </a:solidFill>
                  <a:latin typeface="+mn-lt"/>
                  <a:ea typeface="+mn-ea"/>
                  <a:cs typeface="+mn-cs"/>
                </a:defRPr>
              </a:lvl5pPr>
              <a:lvl6pPr marL="2721610" algn="l" defTabSz="1089025" rtl="0" eaLnBrk="1" latinLnBrk="0" hangingPunct="1">
                <a:defRPr sz="2100" kern="1200">
                  <a:solidFill>
                    <a:schemeClr val="dk1"/>
                  </a:solidFill>
                  <a:latin typeface="+mn-lt"/>
                  <a:ea typeface="+mn-ea"/>
                  <a:cs typeface="+mn-cs"/>
                </a:defRPr>
              </a:lvl6pPr>
              <a:lvl7pPr marL="3266440" algn="l" defTabSz="1089025" rtl="0" eaLnBrk="1" latinLnBrk="0" hangingPunct="1">
                <a:defRPr sz="2100" kern="1200">
                  <a:solidFill>
                    <a:schemeClr val="dk1"/>
                  </a:solidFill>
                  <a:latin typeface="+mn-lt"/>
                  <a:ea typeface="+mn-ea"/>
                  <a:cs typeface="+mn-cs"/>
                </a:defRPr>
              </a:lvl7pPr>
              <a:lvl8pPr marL="3810635" algn="l" defTabSz="1089025" rtl="0" eaLnBrk="1" latinLnBrk="0" hangingPunct="1">
                <a:defRPr sz="2100" kern="1200">
                  <a:solidFill>
                    <a:schemeClr val="dk1"/>
                  </a:solidFill>
                  <a:latin typeface="+mn-lt"/>
                  <a:ea typeface="+mn-ea"/>
                  <a:cs typeface="+mn-cs"/>
                </a:defRPr>
              </a:lvl8pPr>
              <a:lvl9pPr marL="4354830" algn="l" defTabSz="1089025" rtl="0" eaLnBrk="1" latinLnBrk="0" hangingPunct="1">
                <a:defRPr sz="2100" kern="1200">
                  <a:solidFill>
                    <a:schemeClr val="dk1"/>
                  </a:solidFill>
                  <a:latin typeface="+mn-lt"/>
                  <a:ea typeface="+mn-ea"/>
                  <a:cs typeface="+mn-cs"/>
                </a:defRPr>
              </a:lvl9pPr>
            </a:lstStyle>
            <a:p>
              <a:r>
                <a:rPr lang="en-US" altLang="zh-CN" sz="2400" b="1" dirty="0">
                  <a:solidFill>
                    <a:schemeClr val="tx1">
                      <a:lumMod val="75000"/>
                      <a:lumOff val="25000"/>
                    </a:schemeClr>
                  </a:solidFill>
                  <a:latin typeface="华文楷体" panose="02010600040101010101" pitchFamily="2" charset="-122"/>
                  <a:ea typeface="华文楷体" panose="02010600040101010101" pitchFamily="2" charset="-122"/>
                </a:rPr>
                <a:t>AI</a:t>
              </a:r>
              <a:r>
                <a:rPr lang="zh-CN" altLang="en-US" sz="2400" b="1" dirty="0">
                  <a:solidFill>
                    <a:schemeClr val="tx1">
                      <a:lumMod val="75000"/>
                      <a:lumOff val="25000"/>
                    </a:schemeClr>
                  </a:solidFill>
                  <a:latin typeface="华文楷体" panose="02010600040101010101" pitchFamily="2" charset="-122"/>
                  <a:ea typeface="华文楷体" panose="02010600040101010101" pitchFamily="2" charset="-122"/>
                </a:rPr>
                <a:t>智能工具</a:t>
              </a:r>
              <a:endParaRPr lang="zh-CN" altLang="en-US" sz="2400" b="1" dirty="0">
                <a:solidFill>
                  <a:schemeClr val="accent1">
                    <a:lumMod val="75000"/>
                  </a:schemeClr>
                </a:solidFill>
                <a:latin typeface="华文楷体" panose="02010600040101010101" pitchFamily="2" charset="-122"/>
                <a:ea typeface="华文楷体" panose="02010600040101010101" pitchFamily="2" charset="-122"/>
              </a:endParaRPr>
            </a:p>
          </p:txBody>
        </p:sp>
        <p:cxnSp>
          <p:nvCxnSpPr>
            <p:cNvPr id="87" name="曲线连接符 86"/>
            <p:cNvCxnSpPr>
              <a:stCxn id="54" idx="3"/>
            </p:cNvCxnSpPr>
            <p:nvPr>
              <p:custDataLst>
                <p:tags r:id="rId34"/>
              </p:custDataLst>
            </p:nvPr>
          </p:nvCxnSpPr>
          <p:spPr>
            <a:xfrm>
              <a:off x="3520711" y="5577085"/>
              <a:ext cx="756203" cy="515320"/>
            </a:xfrm>
            <a:prstGeom prst="curvedConnector3">
              <a:avLst>
                <a:gd name="adj1" fmla="val 50000"/>
              </a:avLst>
            </a:prstGeom>
            <a:ln w="38100">
              <a:solidFill>
                <a:srgbClr val="649271"/>
              </a:solidFill>
              <a:tailEnd type="triangle"/>
            </a:ln>
          </p:spPr>
          <p:style>
            <a:lnRef idx="3">
              <a:schemeClr val="accent1"/>
            </a:lnRef>
            <a:fillRef idx="0">
              <a:schemeClr val="accent1"/>
            </a:fillRef>
            <a:effectRef idx="2">
              <a:schemeClr val="accent1"/>
            </a:effectRef>
            <a:fontRef idx="minor">
              <a:schemeClr val="tx1"/>
            </a:fontRef>
          </p:style>
        </p:cxnSp>
      </p:grpSp>
      <p:sp>
        <p:nvSpPr>
          <p:cNvPr id="42" name="TextBox 8"/>
          <p:cNvSpPr txBox="1">
            <a:spLocks noChangeArrowheads="1"/>
          </p:cNvSpPr>
          <p:nvPr>
            <p:custDataLst>
              <p:tags r:id="rId35"/>
            </p:custDataLst>
          </p:nvPr>
        </p:nvSpPr>
        <p:spPr bwMode="auto">
          <a:xfrm>
            <a:off x="4510430" y="28654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smtClean="0">
                <a:solidFill>
                  <a:srgbClr val="2D9F7E"/>
                </a:solidFill>
                <a:latin typeface="微软雅黑" panose="020B0503020204020204" pitchFamily="34" charset="-122"/>
                <a:ea typeface="微软雅黑" panose="020B0503020204020204" pitchFamily="34" charset="-122"/>
                <a:sym typeface="Arial" panose="020B0604020202020204" pitchFamily="34" charset="0"/>
              </a:rPr>
              <a:t>图像编码小结</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58679" y="1329070"/>
            <a:ext cx="9069571" cy="4302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8"/>
          <p:cNvSpPr txBox="1">
            <a:spLocks noGrp="1" noChangeArrowheads="1"/>
          </p:cNvSpPr>
          <p:nvPr>
            <p:ph type="title"/>
            <p:custDataLst>
              <p:tags r:id="rId2"/>
            </p:custDataLst>
          </p:nvPr>
        </p:nvSpPr>
        <p:spPr bwMode="auto">
          <a:xfrm>
            <a:off x="4976037" y="448508"/>
            <a:ext cx="2785731" cy="457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dirty="0" smtClean="0">
                <a:solidFill>
                  <a:srgbClr val="2D9F7E"/>
                </a:solidFill>
                <a:latin typeface="微软雅黑" panose="020B0503020204020204" pitchFamily="34" charset="-122"/>
                <a:ea typeface="微软雅黑" panose="020B0503020204020204" pitchFamily="34" charset="-122"/>
                <a:sym typeface="Arial" panose="020B0604020202020204" pitchFamily="34" charset="0"/>
              </a:rPr>
              <a:t>本节小节</a:t>
            </a:r>
            <a:endParaRPr lang="zh-CN" altLang="en-US" sz="3300" b="1" spc="300" dirty="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spd="slow" advClick="0" advTm="1000">
    <p:push dir="u"/>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p:cNvSpPr txBox="1">
            <a:spLocks noChangeArrowheads="1"/>
          </p:cNvSpPr>
          <p:nvPr>
            <p:custDataLst>
              <p:tags r:id="rId1"/>
            </p:custDataLst>
          </p:nvPr>
        </p:nvSpPr>
        <p:spPr bwMode="auto">
          <a:xfrm>
            <a:off x="4468715" y="286541"/>
            <a:ext cx="3254570" cy="50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eaLnBrk="1" hangingPunct="1"/>
            <a:r>
              <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rPr>
              <a:t>课后作业</a:t>
            </a:r>
            <a:endParaRPr lang="zh-CN" altLang="en-US" sz="3300" b="1" spc="300">
              <a:solidFill>
                <a:srgbClr val="2D9F7E"/>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3" name="组合 2"/>
          <p:cNvGrpSpPr/>
          <p:nvPr>
            <p:custDataLst>
              <p:tags r:id="rId2"/>
            </p:custDataLst>
          </p:nvPr>
        </p:nvGrpSpPr>
        <p:grpSpPr>
          <a:xfrm>
            <a:off x="1082651" y="1804937"/>
            <a:ext cx="10247509" cy="3650615"/>
            <a:chOff x="4075000" y="2380764"/>
            <a:chExt cx="9998610" cy="3651116"/>
          </a:xfrm>
        </p:grpSpPr>
        <p:grpSp>
          <p:nvGrpSpPr>
            <p:cNvPr id="4" name="Group 4"/>
            <p:cNvGrpSpPr/>
            <p:nvPr>
              <p:custDataLst>
                <p:tags r:id="rId3"/>
              </p:custDataLst>
            </p:nvPr>
          </p:nvGrpSpPr>
          <p:grpSpPr>
            <a:xfrm>
              <a:off x="4075000" y="2380764"/>
              <a:ext cx="3791627" cy="3651116"/>
              <a:chOff x="4200186" y="2320894"/>
              <a:chExt cx="3791627" cy="3651116"/>
            </a:xfrm>
          </p:grpSpPr>
          <p:sp>
            <p:nvSpPr>
              <p:cNvPr id="19" name="Rounded Rectangle 6"/>
              <p:cNvSpPr/>
              <p:nvPr>
                <p:custDataLst>
                  <p:tags r:id="rId4"/>
                </p:custDataLst>
              </p:nvPr>
            </p:nvSpPr>
            <p:spPr>
              <a:xfrm flipH="1">
                <a:off x="4214254" y="4850056"/>
                <a:ext cx="3777559" cy="914400"/>
              </a:xfrm>
              <a:prstGeom prst="roundRect">
                <a:avLst>
                  <a:gd name="adj" fmla="val 50000"/>
                </a:avLst>
              </a:prstGeom>
              <a:solidFill>
                <a:srgbClr val="7481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Rounded Rectangle 5"/>
              <p:cNvSpPr/>
              <p:nvPr>
                <p:custDataLst>
                  <p:tags r:id="rId5"/>
                </p:custDataLst>
              </p:nvPr>
            </p:nvSpPr>
            <p:spPr>
              <a:xfrm rot="3492391" flipH="1">
                <a:off x="4991307" y="3689252"/>
                <a:ext cx="3651116" cy="914400"/>
              </a:xfrm>
              <a:prstGeom prst="roundRect">
                <a:avLst>
                  <a:gd name="adj" fmla="val 50000"/>
                </a:avLst>
              </a:prstGeom>
              <a:solidFill>
                <a:srgbClr val="2D9F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Rounded Rectangle 3"/>
              <p:cNvSpPr/>
              <p:nvPr>
                <p:custDataLst>
                  <p:tags r:id="rId6"/>
                </p:custDataLst>
              </p:nvPr>
            </p:nvSpPr>
            <p:spPr>
              <a:xfrm rot="18107608">
                <a:off x="3556490" y="3689252"/>
                <a:ext cx="3651116" cy="914400"/>
              </a:xfrm>
              <a:prstGeom prst="roundRect">
                <a:avLst>
                  <a:gd name="adj" fmla="val 50000"/>
                </a:avLst>
              </a:prstGeom>
              <a:solidFill>
                <a:srgbClr val="2D9F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Rounded Rectangle 9"/>
              <p:cNvSpPr/>
              <p:nvPr>
                <p:custDataLst>
                  <p:tags r:id="rId7"/>
                </p:custDataLst>
              </p:nvPr>
            </p:nvSpPr>
            <p:spPr>
              <a:xfrm flipH="1">
                <a:off x="4200186" y="4850056"/>
                <a:ext cx="1948760" cy="914400"/>
              </a:xfrm>
              <a:prstGeom prst="roundRect">
                <a:avLst>
                  <a:gd name="adj" fmla="val 50000"/>
                </a:avLst>
              </a:prstGeom>
              <a:solidFill>
                <a:srgbClr val="7481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Oval 13"/>
              <p:cNvSpPr/>
              <p:nvPr>
                <p:custDataLst>
                  <p:tags r:id="rId8"/>
                </p:custDataLst>
              </p:nvPr>
            </p:nvSpPr>
            <p:spPr>
              <a:xfrm>
                <a:off x="5725181" y="2613073"/>
                <a:ext cx="755703" cy="75570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 name="Oval 14"/>
              <p:cNvSpPr/>
              <p:nvPr>
                <p:custDataLst>
                  <p:tags r:id="rId9"/>
                </p:custDataLst>
              </p:nvPr>
            </p:nvSpPr>
            <p:spPr>
              <a:xfrm>
                <a:off x="4297730" y="4929404"/>
                <a:ext cx="755703" cy="75570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Oval 15"/>
              <p:cNvSpPr/>
              <p:nvPr>
                <p:custDataLst>
                  <p:tags r:id="rId10"/>
                </p:custDataLst>
              </p:nvPr>
            </p:nvSpPr>
            <p:spPr>
              <a:xfrm>
                <a:off x="7164059" y="4930934"/>
                <a:ext cx="755703" cy="75570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6" name="Freeform 17"/>
              <p:cNvSpPr>
                <a:spLocks noEditPoints="1"/>
              </p:cNvSpPr>
              <p:nvPr>
                <p:custDataLst>
                  <p:tags r:id="rId11"/>
                </p:custDataLst>
              </p:nvPr>
            </p:nvSpPr>
            <p:spPr bwMode="auto">
              <a:xfrm>
                <a:off x="5950368" y="2791506"/>
                <a:ext cx="305327" cy="39883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2D9F7E"/>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7" name="Freeform 18"/>
              <p:cNvSpPr>
                <a:spLocks noEditPoints="1"/>
              </p:cNvSpPr>
              <p:nvPr>
                <p:custDataLst>
                  <p:tags r:id="rId12"/>
                </p:custDataLst>
              </p:nvPr>
            </p:nvSpPr>
            <p:spPr bwMode="auto">
              <a:xfrm>
                <a:off x="4537230" y="5088755"/>
                <a:ext cx="276702" cy="437000"/>
              </a:xfrm>
              <a:custGeom>
                <a:avLst/>
                <a:gdLst>
                  <a:gd name="T0" fmla="*/ 57 w 67"/>
                  <a:gd name="T1" fmla="*/ 10 h 106"/>
                  <a:gd name="T2" fmla="*/ 62 w 67"/>
                  <a:gd name="T3" fmla="*/ 51 h 106"/>
                  <a:gd name="T4" fmla="*/ 51 w 67"/>
                  <a:gd name="T5" fmla="*/ 66 h 106"/>
                  <a:gd name="T6" fmla="*/ 55 w 67"/>
                  <a:gd name="T7" fmla="*/ 65 h 106"/>
                  <a:gd name="T8" fmla="*/ 57 w 67"/>
                  <a:gd name="T9" fmla="*/ 73 h 106"/>
                  <a:gd name="T10" fmla="*/ 56 w 67"/>
                  <a:gd name="T11" fmla="*/ 80 h 106"/>
                  <a:gd name="T12" fmla="*/ 57 w 67"/>
                  <a:gd name="T13" fmla="*/ 86 h 106"/>
                  <a:gd name="T14" fmla="*/ 55 w 67"/>
                  <a:gd name="T15" fmla="*/ 93 h 106"/>
                  <a:gd name="T16" fmla="*/ 15 w 67"/>
                  <a:gd name="T17" fmla="*/ 97 h 106"/>
                  <a:gd name="T18" fmla="*/ 12 w 67"/>
                  <a:gd name="T19" fmla="*/ 95 h 106"/>
                  <a:gd name="T20" fmla="*/ 12 w 67"/>
                  <a:gd name="T21" fmla="*/ 83 h 106"/>
                  <a:gd name="T22" fmla="*/ 12 w 67"/>
                  <a:gd name="T23" fmla="*/ 82 h 106"/>
                  <a:gd name="T24" fmla="*/ 12 w 67"/>
                  <a:gd name="T25" fmla="*/ 71 h 106"/>
                  <a:gd name="T26" fmla="*/ 15 w 67"/>
                  <a:gd name="T27" fmla="*/ 69 h 106"/>
                  <a:gd name="T28" fmla="*/ 16 w 67"/>
                  <a:gd name="T29" fmla="*/ 63 h 106"/>
                  <a:gd name="T30" fmla="*/ 0 w 67"/>
                  <a:gd name="T31" fmla="*/ 34 h 106"/>
                  <a:gd name="T32" fmla="*/ 33 w 67"/>
                  <a:gd name="T33" fmla="*/ 0 h 106"/>
                  <a:gd name="T34" fmla="*/ 28 w 67"/>
                  <a:gd name="T35" fmla="*/ 41 h 106"/>
                  <a:gd name="T36" fmla="*/ 30 w 67"/>
                  <a:gd name="T37" fmla="*/ 39 h 106"/>
                  <a:gd name="T38" fmla="*/ 33 w 67"/>
                  <a:gd name="T39" fmla="*/ 41 h 106"/>
                  <a:gd name="T40" fmla="*/ 36 w 67"/>
                  <a:gd name="T41" fmla="*/ 39 h 106"/>
                  <a:gd name="T42" fmla="*/ 39 w 67"/>
                  <a:gd name="T43" fmla="*/ 41 h 106"/>
                  <a:gd name="T44" fmla="*/ 43 w 67"/>
                  <a:gd name="T45" fmla="*/ 38 h 106"/>
                  <a:gd name="T46" fmla="*/ 39 w 67"/>
                  <a:gd name="T47" fmla="*/ 52 h 106"/>
                  <a:gd name="T48" fmla="*/ 44 w 67"/>
                  <a:gd name="T49" fmla="*/ 66 h 106"/>
                  <a:gd name="T50" fmla="*/ 44 w 67"/>
                  <a:gd name="T51" fmla="*/ 58 h 106"/>
                  <a:gd name="T52" fmla="*/ 56 w 67"/>
                  <a:gd name="T53" fmla="*/ 47 h 106"/>
                  <a:gd name="T54" fmla="*/ 52 w 67"/>
                  <a:gd name="T55" fmla="*/ 15 h 106"/>
                  <a:gd name="T56" fmla="*/ 15 w 67"/>
                  <a:gd name="T57" fmla="*/ 15 h 106"/>
                  <a:gd name="T58" fmla="*/ 11 w 67"/>
                  <a:gd name="T59" fmla="*/ 48 h 106"/>
                  <a:gd name="T60" fmla="*/ 23 w 67"/>
                  <a:gd name="T61" fmla="*/ 59 h 106"/>
                  <a:gd name="T62" fmla="*/ 23 w 67"/>
                  <a:gd name="T63" fmla="*/ 67 h 106"/>
                  <a:gd name="T64" fmla="*/ 29 w 67"/>
                  <a:gd name="T65" fmla="*/ 52 h 106"/>
                  <a:gd name="T66" fmla="*/ 25 w 67"/>
                  <a:gd name="T67" fmla="*/ 38 h 106"/>
                  <a:gd name="T68" fmla="*/ 40 w 67"/>
                  <a:gd name="T69" fmla="*/ 43 h 106"/>
                  <a:gd name="T70" fmla="*/ 36 w 67"/>
                  <a:gd name="T71" fmla="*/ 42 h 106"/>
                  <a:gd name="T72" fmla="*/ 30 w 67"/>
                  <a:gd name="T73" fmla="*/ 42 h 106"/>
                  <a:gd name="T74" fmla="*/ 27 w 67"/>
                  <a:gd name="T75" fmla="*/ 42 h 106"/>
                  <a:gd name="T76" fmla="*/ 32 w 67"/>
                  <a:gd name="T77" fmla="*/ 51 h 106"/>
                  <a:gd name="T78" fmla="*/ 32 w 67"/>
                  <a:gd name="T79" fmla="*/ 67 h 106"/>
                  <a:gd name="T80" fmla="*/ 35 w 67"/>
                  <a:gd name="T81" fmla="*/ 51 h 106"/>
                  <a:gd name="T82" fmla="*/ 35 w 67"/>
                  <a:gd name="T83" fmla="*/ 50 h 106"/>
                  <a:gd name="T84" fmla="*/ 43 w 67"/>
                  <a:gd name="T85" fmla="*/ 96 h 106"/>
                  <a:gd name="T86" fmla="*/ 34 w 67"/>
                  <a:gd name="T87" fmla="*/ 106 h 106"/>
                  <a:gd name="T88" fmla="*/ 43 w 67"/>
                  <a:gd name="T89" fmla="*/ 96 h 106"/>
                  <a:gd name="T90" fmla="*/ 17 w 67"/>
                  <a:gd name="T91" fmla="*/ 88 h 106"/>
                  <a:gd name="T92" fmla="*/ 17 w 67"/>
                  <a:gd name="T93" fmla="*/ 90 h 106"/>
                  <a:gd name="T94" fmla="*/ 50 w 67"/>
                  <a:gd name="T95" fmla="*/ 86 h 106"/>
                  <a:gd name="T96" fmla="*/ 50 w 67"/>
                  <a:gd name="T97" fmla="*/ 73 h 106"/>
                  <a:gd name="T98" fmla="*/ 17 w 67"/>
                  <a:gd name="T99" fmla="*/ 77 h 106"/>
                  <a:gd name="T100" fmla="*/ 50 w 67"/>
                  <a:gd name="T101" fmla="*/ 74 h 106"/>
                  <a:gd name="T102" fmla="*/ 50 w 67"/>
                  <a:gd name="T103" fmla="*/ 7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05">
                    <a:moveTo>
                      <a:pt x="33" y="0"/>
                    </a:moveTo>
                    <a:cubicBezTo>
                      <a:pt x="43" y="0"/>
                      <a:pt x="51" y="4"/>
                      <a:pt x="57" y="10"/>
                    </a:cubicBezTo>
                    <a:cubicBezTo>
                      <a:pt x="63" y="16"/>
                      <a:pt x="67" y="25"/>
                      <a:pt x="67" y="34"/>
                    </a:cubicBezTo>
                    <a:cubicBezTo>
                      <a:pt x="67" y="40"/>
                      <a:pt x="65" y="46"/>
                      <a:pt x="62" y="51"/>
                    </a:cubicBezTo>
                    <a:cubicBezTo>
                      <a:pt x="59" y="56"/>
                      <a:pt x="56" y="59"/>
                      <a:pt x="51" y="62"/>
                    </a:cubicBezTo>
                    <a:cubicBezTo>
                      <a:pt x="51" y="66"/>
                      <a:pt x="51" y="66"/>
                      <a:pt x="51" y="66"/>
                    </a:cubicBezTo>
                    <a:cubicBezTo>
                      <a:pt x="53" y="66"/>
                      <a:pt x="53" y="66"/>
                      <a:pt x="53" y="66"/>
                    </a:cubicBezTo>
                    <a:cubicBezTo>
                      <a:pt x="55" y="65"/>
                      <a:pt x="55" y="65"/>
                      <a:pt x="55" y="65"/>
                    </a:cubicBezTo>
                    <a:cubicBezTo>
                      <a:pt x="56" y="68"/>
                      <a:pt x="56" y="68"/>
                      <a:pt x="56" y="68"/>
                    </a:cubicBezTo>
                    <a:cubicBezTo>
                      <a:pt x="57" y="70"/>
                      <a:pt x="57" y="72"/>
                      <a:pt x="57" y="73"/>
                    </a:cubicBezTo>
                    <a:cubicBezTo>
                      <a:pt x="57" y="75"/>
                      <a:pt x="57" y="77"/>
                      <a:pt x="56" y="79"/>
                    </a:cubicBezTo>
                    <a:cubicBezTo>
                      <a:pt x="56" y="80"/>
                      <a:pt x="56" y="80"/>
                      <a:pt x="56" y="80"/>
                    </a:cubicBezTo>
                    <a:cubicBezTo>
                      <a:pt x="56" y="80"/>
                      <a:pt x="56" y="80"/>
                      <a:pt x="56" y="80"/>
                    </a:cubicBezTo>
                    <a:cubicBezTo>
                      <a:pt x="57" y="82"/>
                      <a:pt x="57" y="84"/>
                      <a:pt x="57" y="86"/>
                    </a:cubicBezTo>
                    <a:cubicBezTo>
                      <a:pt x="57" y="88"/>
                      <a:pt x="57" y="90"/>
                      <a:pt x="56" y="92"/>
                    </a:cubicBezTo>
                    <a:cubicBezTo>
                      <a:pt x="55" y="93"/>
                      <a:pt x="55" y="93"/>
                      <a:pt x="55" y="93"/>
                    </a:cubicBezTo>
                    <a:cubicBezTo>
                      <a:pt x="53" y="94"/>
                      <a:pt x="53" y="94"/>
                      <a:pt x="53" y="94"/>
                    </a:cubicBezTo>
                    <a:cubicBezTo>
                      <a:pt x="15" y="97"/>
                      <a:pt x="15" y="97"/>
                      <a:pt x="15" y="97"/>
                    </a:cubicBezTo>
                    <a:cubicBezTo>
                      <a:pt x="13" y="97"/>
                      <a:pt x="13" y="97"/>
                      <a:pt x="13" y="97"/>
                    </a:cubicBezTo>
                    <a:cubicBezTo>
                      <a:pt x="12" y="95"/>
                      <a:pt x="12" y="95"/>
                      <a:pt x="12" y="95"/>
                    </a:cubicBezTo>
                    <a:cubicBezTo>
                      <a:pt x="11" y="93"/>
                      <a:pt x="11" y="91"/>
                      <a:pt x="10" y="90"/>
                    </a:cubicBezTo>
                    <a:cubicBezTo>
                      <a:pt x="10" y="88"/>
                      <a:pt x="11" y="86"/>
                      <a:pt x="12" y="83"/>
                    </a:cubicBezTo>
                    <a:cubicBezTo>
                      <a:pt x="12" y="83"/>
                      <a:pt x="12" y="83"/>
                      <a:pt x="12" y="83"/>
                    </a:cubicBezTo>
                    <a:cubicBezTo>
                      <a:pt x="12" y="82"/>
                      <a:pt x="12" y="82"/>
                      <a:pt x="12" y="82"/>
                    </a:cubicBezTo>
                    <a:cubicBezTo>
                      <a:pt x="11" y="81"/>
                      <a:pt x="11" y="79"/>
                      <a:pt x="10" y="77"/>
                    </a:cubicBezTo>
                    <a:cubicBezTo>
                      <a:pt x="10" y="75"/>
                      <a:pt x="11" y="73"/>
                      <a:pt x="12" y="71"/>
                    </a:cubicBezTo>
                    <a:cubicBezTo>
                      <a:pt x="13" y="69"/>
                      <a:pt x="13" y="69"/>
                      <a:pt x="13" y="69"/>
                    </a:cubicBezTo>
                    <a:cubicBezTo>
                      <a:pt x="15" y="69"/>
                      <a:pt x="15" y="69"/>
                      <a:pt x="15" y="69"/>
                    </a:cubicBezTo>
                    <a:cubicBezTo>
                      <a:pt x="16" y="69"/>
                      <a:pt x="16" y="69"/>
                      <a:pt x="16" y="69"/>
                    </a:cubicBezTo>
                    <a:cubicBezTo>
                      <a:pt x="16" y="63"/>
                      <a:pt x="16" y="63"/>
                      <a:pt x="16" y="63"/>
                    </a:cubicBezTo>
                    <a:cubicBezTo>
                      <a:pt x="11" y="60"/>
                      <a:pt x="7" y="56"/>
                      <a:pt x="5" y="51"/>
                    </a:cubicBezTo>
                    <a:cubicBezTo>
                      <a:pt x="2" y="46"/>
                      <a:pt x="0" y="40"/>
                      <a:pt x="0" y="34"/>
                    </a:cubicBezTo>
                    <a:cubicBezTo>
                      <a:pt x="0" y="25"/>
                      <a:pt x="4" y="16"/>
                      <a:pt x="10" y="10"/>
                    </a:cubicBezTo>
                    <a:cubicBezTo>
                      <a:pt x="16" y="4"/>
                      <a:pt x="24" y="0"/>
                      <a:pt x="33" y="0"/>
                    </a:cubicBezTo>
                    <a:close/>
                    <a:moveTo>
                      <a:pt x="26" y="40"/>
                    </a:moveTo>
                    <a:cubicBezTo>
                      <a:pt x="27" y="41"/>
                      <a:pt x="27" y="41"/>
                      <a:pt x="28" y="41"/>
                    </a:cubicBezTo>
                    <a:cubicBezTo>
                      <a:pt x="28" y="41"/>
                      <a:pt x="29" y="41"/>
                      <a:pt x="30" y="40"/>
                    </a:cubicBezTo>
                    <a:cubicBezTo>
                      <a:pt x="30" y="39"/>
                      <a:pt x="30" y="39"/>
                      <a:pt x="30" y="39"/>
                    </a:cubicBezTo>
                    <a:cubicBezTo>
                      <a:pt x="31" y="40"/>
                      <a:pt x="31" y="40"/>
                      <a:pt x="31" y="40"/>
                    </a:cubicBezTo>
                    <a:cubicBezTo>
                      <a:pt x="32" y="41"/>
                      <a:pt x="32" y="41"/>
                      <a:pt x="33" y="41"/>
                    </a:cubicBezTo>
                    <a:cubicBezTo>
                      <a:pt x="34" y="41"/>
                      <a:pt x="35" y="41"/>
                      <a:pt x="35" y="40"/>
                    </a:cubicBezTo>
                    <a:cubicBezTo>
                      <a:pt x="36" y="39"/>
                      <a:pt x="36" y="39"/>
                      <a:pt x="36" y="39"/>
                    </a:cubicBezTo>
                    <a:cubicBezTo>
                      <a:pt x="36" y="40"/>
                      <a:pt x="36" y="40"/>
                      <a:pt x="36" y="40"/>
                    </a:cubicBezTo>
                    <a:cubicBezTo>
                      <a:pt x="37" y="41"/>
                      <a:pt x="38" y="41"/>
                      <a:pt x="39" y="41"/>
                    </a:cubicBezTo>
                    <a:cubicBezTo>
                      <a:pt x="40" y="41"/>
                      <a:pt x="41" y="41"/>
                      <a:pt x="42" y="40"/>
                    </a:cubicBezTo>
                    <a:cubicBezTo>
                      <a:pt x="43" y="38"/>
                      <a:pt x="43" y="38"/>
                      <a:pt x="43" y="38"/>
                    </a:cubicBezTo>
                    <a:cubicBezTo>
                      <a:pt x="46" y="40"/>
                      <a:pt x="46" y="40"/>
                      <a:pt x="46" y="40"/>
                    </a:cubicBezTo>
                    <a:cubicBezTo>
                      <a:pt x="39" y="52"/>
                      <a:pt x="39" y="52"/>
                      <a:pt x="39" y="52"/>
                    </a:cubicBezTo>
                    <a:cubicBezTo>
                      <a:pt x="39" y="67"/>
                      <a:pt x="39" y="67"/>
                      <a:pt x="39" y="67"/>
                    </a:cubicBezTo>
                    <a:cubicBezTo>
                      <a:pt x="44" y="66"/>
                      <a:pt x="44" y="66"/>
                      <a:pt x="44" y="66"/>
                    </a:cubicBezTo>
                    <a:cubicBezTo>
                      <a:pt x="44" y="60"/>
                      <a:pt x="44" y="60"/>
                      <a:pt x="44" y="60"/>
                    </a:cubicBezTo>
                    <a:cubicBezTo>
                      <a:pt x="44" y="58"/>
                      <a:pt x="44" y="58"/>
                      <a:pt x="44" y="58"/>
                    </a:cubicBezTo>
                    <a:cubicBezTo>
                      <a:pt x="46" y="57"/>
                      <a:pt x="46" y="57"/>
                      <a:pt x="46" y="57"/>
                    </a:cubicBezTo>
                    <a:cubicBezTo>
                      <a:pt x="50" y="55"/>
                      <a:pt x="54" y="52"/>
                      <a:pt x="56" y="47"/>
                    </a:cubicBezTo>
                    <a:cubicBezTo>
                      <a:pt x="59" y="44"/>
                      <a:pt x="60" y="39"/>
                      <a:pt x="60" y="34"/>
                    </a:cubicBezTo>
                    <a:cubicBezTo>
                      <a:pt x="60" y="27"/>
                      <a:pt x="57" y="20"/>
                      <a:pt x="52" y="15"/>
                    </a:cubicBezTo>
                    <a:cubicBezTo>
                      <a:pt x="47" y="10"/>
                      <a:pt x="41" y="7"/>
                      <a:pt x="33" y="7"/>
                    </a:cubicBezTo>
                    <a:cubicBezTo>
                      <a:pt x="26" y="7"/>
                      <a:pt x="19" y="10"/>
                      <a:pt x="15" y="15"/>
                    </a:cubicBezTo>
                    <a:cubicBezTo>
                      <a:pt x="10" y="20"/>
                      <a:pt x="7" y="27"/>
                      <a:pt x="7" y="34"/>
                    </a:cubicBezTo>
                    <a:cubicBezTo>
                      <a:pt x="7" y="39"/>
                      <a:pt x="8" y="44"/>
                      <a:pt x="11" y="48"/>
                    </a:cubicBezTo>
                    <a:cubicBezTo>
                      <a:pt x="13" y="52"/>
                      <a:pt x="17" y="55"/>
                      <a:pt x="21" y="58"/>
                    </a:cubicBezTo>
                    <a:cubicBezTo>
                      <a:pt x="23" y="59"/>
                      <a:pt x="23" y="59"/>
                      <a:pt x="23" y="59"/>
                    </a:cubicBezTo>
                    <a:cubicBezTo>
                      <a:pt x="23" y="61"/>
                      <a:pt x="23" y="61"/>
                      <a:pt x="23" y="61"/>
                    </a:cubicBezTo>
                    <a:cubicBezTo>
                      <a:pt x="23" y="67"/>
                      <a:pt x="23" y="67"/>
                      <a:pt x="23" y="67"/>
                    </a:cubicBezTo>
                    <a:cubicBezTo>
                      <a:pt x="29" y="67"/>
                      <a:pt x="29" y="67"/>
                      <a:pt x="29" y="67"/>
                    </a:cubicBezTo>
                    <a:cubicBezTo>
                      <a:pt x="29" y="52"/>
                      <a:pt x="29" y="52"/>
                      <a:pt x="29" y="52"/>
                    </a:cubicBezTo>
                    <a:cubicBezTo>
                      <a:pt x="22" y="40"/>
                      <a:pt x="22" y="40"/>
                      <a:pt x="22" y="40"/>
                    </a:cubicBezTo>
                    <a:cubicBezTo>
                      <a:pt x="25" y="38"/>
                      <a:pt x="25" y="38"/>
                      <a:pt x="25" y="38"/>
                    </a:cubicBezTo>
                    <a:cubicBezTo>
                      <a:pt x="26" y="40"/>
                      <a:pt x="26" y="40"/>
                      <a:pt x="26" y="40"/>
                    </a:cubicBezTo>
                    <a:close/>
                    <a:moveTo>
                      <a:pt x="40" y="43"/>
                    </a:moveTo>
                    <a:cubicBezTo>
                      <a:pt x="40" y="43"/>
                      <a:pt x="40" y="43"/>
                      <a:pt x="39" y="43"/>
                    </a:cubicBezTo>
                    <a:cubicBezTo>
                      <a:pt x="38" y="43"/>
                      <a:pt x="37" y="43"/>
                      <a:pt x="36" y="42"/>
                    </a:cubicBezTo>
                    <a:cubicBezTo>
                      <a:pt x="35" y="42"/>
                      <a:pt x="34" y="43"/>
                      <a:pt x="33" y="43"/>
                    </a:cubicBezTo>
                    <a:cubicBezTo>
                      <a:pt x="32" y="43"/>
                      <a:pt x="31" y="42"/>
                      <a:pt x="30" y="42"/>
                    </a:cubicBezTo>
                    <a:cubicBezTo>
                      <a:pt x="29" y="42"/>
                      <a:pt x="28" y="43"/>
                      <a:pt x="28" y="43"/>
                    </a:cubicBezTo>
                    <a:cubicBezTo>
                      <a:pt x="27" y="43"/>
                      <a:pt x="27" y="43"/>
                      <a:pt x="27" y="42"/>
                    </a:cubicBezTo>
                    <a:cubicBezTo>
                      <a:pt x="32" y="50"/>
                      <a:pt x="32" y="50"/>
                      <a:pt x="32" y="50"/>
                    </a:cubicBezTo>
                    <a:cubicBezTo>
                      <a:pt x="32" y="51"/>
                      <a:pt x="32" y="51"/>
                      <a:pt x="32" y="51"/>
                    </a:cubicBezTo>
                    <a:cubicBezTo>
                      <a:pt x="32" y="51"/>
                      <a:pt x="32" y="51"/>
                      <a:pt x="32" y="51"/>
                    </a:cubicBezTo>
                    <a:cubicBezTo>
                      <a:pt x="32" y="67"/>
                      <a:pt x="32" y="67"/>
                      <a:pt x="32" y="67"/>
                    </a:cubicBezTo>
                    <a:cubicBezTo>
                      <a:pt x="35" y="67"/>
                      <a:pt x="35" y="67"/>
                      <a:pt x="35" y="67"/>
                    </a:cubicBezTo>
                    <a:cubicBezTo>
                      <a:pt x="35" y="51"/>
                      <a:pt x="35" y="51"/>
                      <a:pt x="35" y="51"/>
                    </a:cubicBezTo>
                    <a:cubicBezTo>
                      <a:pt x="35" y="51"/>
                      <a:pt x="35" y="51"/>
                      <a:pt x="35" y="51"/>
                    </a:cubicBezTo>
                    <a:cubicBezTo>
                      <a:pt x="35" y="50"/>
                      <a:pt x="35" y="50"/>
                      <a:pt x="35" y="50"/>
                    </a:cubicBezTo>
                    <a:cubicBezTo>
                      <a:pt x="40" y="43"/>
                      <a:pt x="40" y="43"/>
                      <a:pt x="40" y="43"/>
                    </a:cubicBezTo>
                    <a:close/>
                    <a:moveTo>
                      <a:pt x="43" y="96"/>
                    </a:moveTo>
                    <a:cubicBezTo>
                      <a:pt x="24" y="98"/>
                      <a:pt x="24" y="98"/>
                      <a:pt x="24" y="98"/>
                    </a:cubicBezTo>
                    <a:cubicBezTo>
                      <a:pt x="25" y="103"/>
                      <a:pt x="29" y="106"/>
                      <a:pt x="34" y="106"/>
                    </a:cubicBezTo>
                    <a:cubicBezTo>
                      <a:pt x="39" y="106"/>
                      <a:pt x="43" y="102"/>
                      <a:pt x="43" y="97"/>
                    </a:cubicBezTo>
                    <a:cubicBezTo>
                      <a:pt x="43" y="97"/>
                      <a:pt x="43" y="97"/>
                      <a:pt x="43" y="96"/>
                    </a:cubicBezTo>
                    <a:close/>
                    <a:moveTo>
                      <a:pt x="50" y="85"/>
                    </a:moveTo>
                    <a:cubicBezTo>
                      <a:pt x="17" y="88"/>
                      <a:pt x="17" y="88"/>
                      <a:pt x="17" y="88"/>
                    </a:cubicBezTo>
                    <a:cubicBezTo>
                      <a:pt x="17" y="89"/>
                      <a:pt x="17" y="89"/>
                      <a:pt x="17" y="89"/>
                    </a:cubicBezTo>
                    <a:cubicBezTo>
                      <a:pt x="17" y="89"/>
                      <a:pt x="17" y="90"/>
                      <a:pt x="17" y="90"/>
                    </a:cubicBezTo>
                    <a:cubicBezTo>
                      <a:pt x="50" y="87"/>
                      <a:pt x="50" y="87"/>
                      <a:pt x="50" y="87"/>
                    </a:cubicBezTo>
                    <a:cubicBezTo>
                      <a:pt x="50" y="87"/>
                      <a:pt x="50" y="86"/>
                      <a:pt x="50" y="86"/>
                    </a:cubicBezTo>
                    <a:cubicBezTo>
                      <a:pt x="50" y="86"/>
                      <a:pt x="50" y="86"/>
                      <a:pt x="50" y="85"/>
                    </a:cubicBezTo>
                    <a:close/>
                    <a:moveTo>
                      <a:pt x="50" y="73"/>
                    </a:moveTo>
                    <a:cubicBezTo>
                      <a:pt x="17" y="76"/>
                      <a:pt x="17" y="76"/>
                      <a:pt x="17" y="76"/>
                    </a:cubicBezTo>
                    <a:cubicBezTo>
                      <a:pt x="17" y="76"/>
                      <a:pt x="17" y="76"/>
                      <a:pt x="17" y="77"/>
                    </a:cubicBezTo>
                    <a:cubicBezTo>
                      <a:pt x="17" y="77"/>
                      <a:pt x="17" y="77"/>
                      <a:pt x="17" y="77"/>
                    </a:cubicBezTo>
                    <a:cubicBezTo>
                      <a:pt x="50" y="74"/>
                      <a:pt x="50" y="74"/>
                      <a:pt x="50" y="74"/>
                    </a:cubicBezTo>
                    <a:cubicBezTo>
                      <a:pt x="50" y="74"/>
                      <a:pt x="50" y="74"/>
                      <a:pt x="50" y="73"/>
                    </a:cubicBezTo>
                    <a:cubicBezTo>
                      <a:pt x="50" y="73"/>
                      <a:pt x="50" y="73"/>
                      <a:pt x="50" y="73"/>
                    </a:cubicBezTo>
                    <a:close/>
                  </a:path>
                </a:pathLst>
              </a:custGeom>
              <a:solidFill>
                <a:srgbClr val="7481A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8" name="Freeform 19"/>
              <p:cNvSpPr>
                <a:spLocks noEditPoints="1"/>
              </p:cNvSpPr>
              <p:nvPr>
                <p:custDataLst>
                  <p:tags r:id="rId13"/>
                </p:custDataLst>
              </p:nvPr>
            </p:nvSpPr>
            <p:spPr bwMode="auto">
              <a:xfrm>
                <a:off x="7348218" y="5147991"/>
                <a:ext cx="387383" cy="332044"/>
              </a:xfrm>
              <a:custGeom>
                <a:avLst/>
                <a:gdLst>
                  <a:gd name="T0" fmla="*/ 4 w 94"/>
                  <a:gd name="T1" fmla="*/ 19 h 81"/>
                  <a:gd name="T2" fmla="*/ 46 w 94"/>
                  <a:gd name="T3" fmla="*/ 19 h 81"/>
                  <a:gd name="T4" fmla="*/ 50 w 94"/>
                  <a:gd name="T5" fmla="*/ 16 h 81"/>
                  <a:gd name="T6" fmla="*/ 73 w 94"/>
                  <a:gd name="T7" fmla="*/ 0 h 81"/>
                  <a:gd name="T8" fmla="*/ 73 w 94"/>
                  <a:gd name="T9" fmla="*/ 33 h 81"/>
                  <a:gd name="T10" fmla="*/ 73 w 94"/>
                  <a:gd name="T11" fmla="*/ 66 h 81"/>
                  <a:gd name="T12" fmla="*/ 50 w 94"/>
                  <a:gd name="T13" fmla="*/ 49 h 81"/>
                  <a:gd name="T14" fmla="*/ 46 w 94"/>
                  <a:gd name="T15" fmla="*/ 47 h 81"/>
                  <a:gd name="T16" fmla="*/ 33 w 94"/>
                  <a:gd name="T17" fmla="*/ 47 h 81"/>
                  <a:gd name="T18" fmla="*/ 40 w 94"/>
                  <a:gd name="T19" fmla="*/ 70 h 81"/>
                  <a:gd name="T20" fmla="*/ 45 w 94"/>
                  <a:gd name="T21" fmla="*/ 70 h 81"/>
                  <a:gd name="T22" fmla="*/ 45 w 94"/>
                  <a:gd name="T23" fmla="*/ 81 h 81"/>
                  <a:gd name="T24" fmla="*/ 43 w 94"/>
                  <a:gd name="T25" fmla="*/ 81 h 81"/>
                  <a:gd name="T26" fmla="*/ 21 w 94"/>
                  <a:gd name="T27" fmla="*/ 81 h 81"/>
                  <a:gd name="T28" fmla="*/ 11 w 94"/>
                  <a:gd name="T29" fmla="*/ 47 h 81"/>
                  <a:gd name="T30" fmla="*/ 4 w 94"/>
                  <a:gd name="T31" fmla="*/ 47 h 81"/>
                  <a:gd name="T32" fmla="*/ 4 w 94"/>
                  <a:gd name="T33" fmla="*/ 19 h 81"/>
                  <a:gd name="T34" fmla="*/ 87 w 94"/>
                  <a:gd name="T35" fmla="*/ 23 h 81"/>
                  <a:gd name="T36" fmla="*/ 94 w 94"/>
                  <a:gd name="T37" fmla="*/ 33 h 81"/>
                  <a:gd name="T38" fmla="*/ 87 w 94"/>
                  <a:gd name="T39" fmla="*/ 43 h 81"/>
                  <a:gd name="T40" fmla="*/ 87 w 94"/>
                  <a:gd name="T41" fmla="*/ 66 h 81"/>
                  <a:gd name="T42" fmla="*/ 78 w 94"/>
                  <a:gd name="T43" fmla="*/ 66 h 81"/>
                  <a:gd name="T44" fmla="*/ 78 w 94"/>
                  <a:gd name="T45" fmla="*/ 0 h 81"/>
                  <a:gd name="T46" fmla="*/ 87 w 94"/>
                  <a:gd name="T47" fmla="*/ 0 h 81"/>
                  <a:gd name="T48" fmla="*/ 87 w 94"/>
                  <a:gd name="T49" fmla="*/ 23 h 81"/>
                  <a:gd name="T50" fmla="*/ 46 w 94"/>
                  <a:gd name="T51" fmla="*/ 49 h 81"/>
                  <a:gd name="T52" fmla="*/ 37 w 94"/>
                  <a:gd name="T53" fmla="*/ 49 h 81"/>
                  <a:gd name="T54" fmla="*/ 40 w 94"/>
                  <a:gd name="T55" fmla="*/ 61 h 81"/>
                  <a:gd name="T56" fmla="*/ 43 w 94"/>
                  <a:gd name="T57" fmla="*/ 61 h 81"/>
                  <a:gd name="T58" fmla="*/ 43 w 94"/>
                  <a:gd name="T59" fmla="*/ 57 h 81"/>
                  <a:gd name="T60" fmla="*/ 46 w 94"/>
                  <a:gd name="T61" fmla="*/ 4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4" h="81">
                    <a:moveTo>
                      <a:pt x="4" y="19"/>
                    </a:moveTo>
                    <a:cubicBezTo>
                      <a:pt x="46" y="19"/>
                      <a:pt x="46" y="19"/>
                      <a:pt x="46" y="19"/>
                    </a:cubicBezTo>
                    <a:cubicBezTo>
                      <a:pt x="50" y="16"/>
                      <a:pt x="50" y="16"/>
                      <a:pt x="50" y="16"/>
                    </a:cubicBezTo>
                    <a:cubicBezTo>
                      <a:pt x="73" y="0"/>
                      <a:pt x="73" y="0"/>
                      <a:pt x="73" y="0"/>
                    </a:cubicBezTo>
                    <a:cubicBezTo>
                      <a:pt x="73" y="33"/>
                      <a:pt x="73" y="33"/>
                      <a:pt x="73" y="33"/>
                    </a:cubicBezTo>
                    <a:cubicBezTo>
                      <a:pt x="73" y="66"/>
                      <a:pt x="73" y="66"/>
                      <a:pt x="73" y="66"/>
                    </a:cubicBezTo>
                    <a:cubicBezTo>
                      <a:pt x="50" y="49"/>
                      <a:pt x="50" y="49"/>
                      <a:pt x="50" y="49"/>
                    </a:cubicBezTo>
                    <a:cubicBezTo>
                      <a:pt x="46" y="47"/>
                      <a:pt x="46" y="47"/>
                      <a:pt x="46" y="47"/>
                    </a:cubicBezTo>
                    <a:cubicBezTo>
                      <a:pt x="33" y="47"/>
                      <a:pt x="33" y="47"/>
                      <a:pt x="33" y="47"/>
                    </a:cubicBezTo>
                    <a:cubicBezTo>
                      <a:pt x="40" y="70"/>
                      <a:pt x="40" y="70"/>
                      <a:pt x="40" y="70"/>
                    </a:cubicBezTo>
                    <a:cubicBezTo>
                      <a:pt x="45" y="70"/>
                      <a:pt x="45" y="70"/>
                      <a:pt x="45" y="70"/>
                    </a:cubicBezTo>
                    <a:cubicBezTo>
                      <a:pt x="45" y="81"/>
                      <a:pt x="45" y="81"/>
                      <a:pt x="45" y="81"/>
                    </a:cubicBezTo>
                    <a:cubicBezTo>
                      <a:pt x="43" y="81"/>
                      <a:pt x="43" y="81"/>
                      <a:pt x="43" y="81"/>
                    </a:cubicBezTo>
                    <a:cubicBezTo>
                      <a:pt x="21" y="81"/>
                      <a:pt x="21" y="81"/>
                      <a:pt x="21" y="81"/>
                    </a:cubicBezTo>
                    <a:cubicBezTo>
                      <a:pt x="11" y="47"/>
                      <a:pt x="11" y="47"/>
                      <a:pt x="11" y="47"/>
                    </a:cubicBezTo>
                    <a:cubicBezTo>
                      <a:pt x="4" y="47"/>
                      <a:pt x="4" y="47"/>
                      <a:pt x="4" y="47"/>
                    </a:cubicBezTo>
                    <a:cubicBezTo>
                      <a:pt x="0" y="37"/>
                      <a:pt x="0" y="28"/>
                      <a:pt x="4" y="19"/>
                    </a:cubicBezTo>
                    <a:close/>
                    <a:moveTo>
                      <a:pt x="87" y="23"/>
                    </a:moveTo>
                    <a:cubicBezTo>
                      <a:pt x="91" y="24"/>
                      <a:pt x="94" y="28"/>
                      <a:pt x="94" y="33"/>
                    </a:cubicBezTo>
                    <a:cubicBezTo>
                      <a:pt x="94" y="38"/>
                      <a:pt x="91" y="42"/>
                      <a:pt x="87" y="43"/>
                    </a:cubicBezTo>
                    <a:cubicBezTo>
                      <a:pt x="87" y="66"/>
                      <a:pt x="87" y="66"/>
                      <a:pt x="87" y="66"/>
                    </a:cubicBezTo>
                    <a:cubicBezTo>
                      <a:pt x="78" y="66"/>
                      <a:pt x="78" y="66"/>
                      <a:pt x="78" y="66"/>
                    </a:cubicBezTo>
                    <a:cubicBezTo>
                      <a:pt x="78" y="0"/>
                      <a:pt x="78" y="0"/>
                      <a:pt x="78" y="0"/>
                    </a:cubicBezTo>
                    <a:cubicBezTo>
                      <a:pt x="87" y="0"/>
                      <a:pt x="87" y="0"/>
                      <a:pt x="87" y="0"/>
                    </a:cubicBezTo>
                    <a:cubicBezTo>
                      <a:pt x="87" y="23"/>
                      <a:pt x="87" y="23"/>
                      <a:pt x="87" y="23"/>
                    </a:cubicBezTo>
                    <a:close/>
                    <a:moveTo>
                      <a:pt x="46" y="49"/>
                    </a:moveTo>
                    <a:cubicBezTo>
                      <a:pt x="37" y="49"/>
                      <a:pt x="37" y="49"/>
                      <a:pt x="37" y="49"/>
                    </a:cubicBezTo>
                    <a:cubicBezTo>
                      <a:pt x="40" y="61"/>
                      <a:pt x="40" y="61"/>
                      <a:pt x="40" y="61"/>
                    </a:cubicBezTo>
                    <a:cubicBezTo>
                      <a:pt x="43" y="61"/>
                      <a:pt x="43" y="61"/>
                      <a:pt x="43" y="61"/>
                    </a:cubicBezTo>
                    <a:cubicBezTo>
                      <a:pt x="43" y="57"/>
                      <a:pt x="43" y="57"/>
                      <a:pt x="43" y="57"/>
                    </a:cubicBezTo>
                    <a:lnTo>
                      <a:pt x="46" y="49"/>
                    </a:lnTo>
                    <a:close/>
                  </a:path>
                </a:pathLst>
              </a:custGeom>
              <a:solidFill>
                <a:srgbClr val="2D9F7E"/>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8" name="Group 7"/>
            <p:cNvGrpSpPr/>
            <p:nvPr>
              <p:custDataLst>
                <p:tags r:id="rId14"/>
              </p:custDataLst>
            </p:nvPr>
          </p:nvGrpSpPr>
          <p:grpSpPr>
            <a:xfrm>
              <a:off x="8422452" y="2408314"/>
              <a:ext cx="5651158" cy="3132884"/>
              <a:chOff x="8547638" y="2348444"/>
              <a:chExt cx="5651158" cy="3132884"/>
            </a:xfrm>
          </p:grpSpPr>
          <p:grpSp>
            <p:nvGrpSpPr>
              <p:cNvPr id="9" name="Group 35"/>
              <p:cNvGrpSpPr/>
              <p:nvPr>
                <p:custDataLst>
                  <p:tags r:id="rId15"/>
                </p:custDataLst>
              </p:nvPr>
            </p:nvGrpSpPr>
            <p:grpSpPr>
              <a:xfrm>
                <a:off x="8547638" y="2348444"/>
                <a:ext cx="5651158" cy="3132884"/>
                <a:chOff x="8353104" y="2243414"/>
                <a:chExt cx="6530896" cy="3132884"/>
              </a:xfrm>
            </p:grpSpPr>
            <p:sp>
              <p:nvSpPr>
                <p:cNvPr id="11" name="Rectangle 29"/>
                <p:cNvSpPr/>
                <p:nvPr>
                  <p:custDataLst>
                    <p:tags r:id="rId16"/>
                  </p:custDataLst>
                </p:nvPr>
              </p:nvSpPr>
              <p:spPr>
                <a:xfrm>
                  <a:off x="8353104" y="2546350"/>
                  <a:ext cx="6530882" cy="2829948"/>
                </a:xfrm>
                <a:prstGeom prst="rect">
                  <a:avLst/>
                </a:prstGeom>
                <a:noFill/>
                <a:ln w="28575">
                  <a:solidFill>
                    <a:srgbClr val="2D9F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Rectangle 33"/>
                <p:cNvSpPr/>
                <p:nvPr>
                  <p:custDataLst>
                    <p:tags r:id="rId17"/>
                  </p:custDataLst>
                </p:nvPr>
              </p:nvSpPr>
              <p:spPr>
                <a:xfrm>
                  <a:off x="8353104" y="2243414"/>
                  <a:ext cx="6530896" cy="749403"/>
                </a:xfrm>
                <a:prstGeom prst="rect">
                  <a:avLst/>
                </a:prstGeom>
                <a:solidFill>
                  <a:srgbClr val="2D9F7E"/>
                </a:solidFill>
                <a:ln>
                  <a:solidFill>
                    <a:srgbClr val="2D9F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sz="3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课后作业</a:t>
                  </a:r>
                  <a:endParaRPr lang="zh-CN" sz="3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0" name="Rectangle 34"/>
              <p:cNvSpPr/>
              <p:nvPr>
                <p:custDataLst>
                  <p:tags r:id="rId18"/>
                </p:custDataLst>
              </p:nvPr>
            </p:nvSpPr>
            <p:spPr>
              <a:xfrm>
                <a:off x="8768122" y="3193043"/>
                <a:ext cx="4963817" cy="1816131"/>
              </a:xfrm>
              <a:prstGeom prst="rect">
                <a:avLst/>
              </a:prstGeom>
            </p:spPr>
            <p:txBody>
              <a:bodyPr wrap="square">
                <a:spAutoFit/>
              </a:bodyPr>
              <a:lstStyle/>
              <a:p>
                <a:pPr lvl="0">
                  <a:lnSpc>
                    <a:spcPct val="200000"/>
                  </a:lnSpc>
                </a:pPr>
                <a:r>
                  <a:rPr kumimoji="1" lang="zh-CN" altLang="en-US" sz="2800" b="1" dirty="0">
                    <a:latin typeface="微软雅黑" panose="020B0503020204020204" pitchFamily="34" charset="-122"/>
                    <a:ea typeface="微软雅黑" panose="020B0503020204020204" pitchFamily="34" charset="-122"/>
                    <a:sym typeface="+mn-ea"/>
                  </a:rPr>
                  <a:t>（</a:t>
                </a:r>
                <a:r>
                  <a:rPr kumimoji="1" lang="en-US" altLang="zh-CN" sz="2800" b="1" dirty="0">
                    <a:latin typeface="微软雅黑" panose="020B0503020204020204" pitchFamily="34" charset="-122"/>
                    <a:ea typeface="微软雅黑" panose="020B0503020204020204" pitchFamily="34" charset="-122"/>
                    <a:sym typeface="+mn-ea"/>
                  </a:rPr>
                  <a:t>1</a:t>
                </a:r>
                <a:r>
                  <a:rPr kumimoji="1" lang="zh-CN" altLang="en-US" sz="2800" b="1" dirty="0">
                    <a:latin typeface="微软雅黑" panose="020B0503020204020204" pitchFamily="34" charset="-122"/>
                    <a:ea typeface="微软雅黑" panose="020B0503020204020204" pitchFamily="34" charset="-122"/>
                    <a:sym typeface="+mn-ea"/>
                  </a:rPr>
                  <a:t>）了解常见的音频文件</a:t>
                </a:r>
                <a:r>
                  <a:rPr kumimoji="1" lang="zh-CN" altLang="en-US" sz="2800" b="1" dirty="0" smtClean="0">
                    <a:latin typeface="微软雅黑" panose="020B0503020204020204" pitchFamily="34" charset="-122"/>
                    <a:ea typeface="微软雅黑" panose="020B0503020204020204" pitchFamily="34" charset="-122"/>
                    <a:sym typeface="+mn-ea"/>
                  </a:rPr>
                  <a:t>格式</a:t>
                </a:r>
                <a:endParaRPr kumimoji="1" lang="en-US" altLang="zh-CN" sz="2800" b="1" dirty="0">
                  <a:latin typeface="微软雅黑" panose="020B0503020204020204" pitchFamily="34" charset="-122"/>
                  <a:ea typeface="微软雅黑" panose="020B0503020204020204" pitchFamily="34" charset="-122"/>
                </a:endParaRPr>
              </a:p>
              <a:p>
                <a:pPr lvl="0">
                  <a:lnSpc>
                    <a:spcPct val="200000"/>
                  </a:lnSpc>
                </a:pPr>
                <a:r>
                  <a:rPr kumimoji="1" lang="zh-CN" altLang="en-US" sz="2800" b="1" dirty="0">
                    <a:latin typeface="微软雅黑" panose="020B0503020204020204" pitchFamily="34" charset="-122"/>
                    <a:ea typeface="微软雅黑" panose="020B0503020204020204" pitchFamily="34" charset="-122"/>
                    <a:sym typeface="+mn-ea"/>
                  </a:rPr>
                  <a:t>（</a:t>
                </a:r>
                <a:r>
                  <a:rPr kumimoji="1" lang="en-US" altLang="zh-CN" sz="2800" b="1" dirty="0">
                    <a:latin typeface="微软雅黑" panose="020B0503020204020204" pitchFamily="34" charset="-122"/>
                    <a:ea typeface="微软雅黑" panose="020B0503020204020204" pitchFamily="34" charset="-122"/>
                    <a:sym typeface="+mn-ea"/>
                  </a:rPr>
                  <a:t>2</a:t>
                </a:r>
                <a:r>
                  <a:rPr kumimoji="1" lang="zh-CN" altLang="en-US" sz="2800" b="1" dirty="0">
                    <a:latin typeface="微软雅黑" panose="020B0503020204020204" pitchFamily="34" charset="-122"/>
                    <a:ea typeface="微软雅黑" panose="020B0503020204020204" pitchFamily="34" charset="-122"/>
                    <a:sym typeface="+mn-ea"/>
                  </a:rPr>
                  <a:t>）了解常用的图像文件格式</a:t>
                </a:r>
                <a:endParaRPr kumimoji="1" lang="zh-CN" altLang="en-US" sz="2800" b="1" dirty="0">
                  <a:solidFill>
                    <a:srgbClr val="FFFFFF">
                      <a:lumMod val="50000"/>
                    </a:srgbClr>
                  </a:solidFill>
                  <a:latin typeface="微软雅黑" panose="020B0503020204020204" pitchFamily="34" charset="-122"/>
                  <a:ea typeface="微软雅黑" panose="020B0503020204020204" pitchFamily="34" charset="-122"/>
                  <a:cs typeface="Lato Regular"/>
                  <a:sym typeface="+mn-ea"/>
                </a:endParaRPr>
              </a:p>
            </p:txBody>
          </p:sp>
        </p:grpSp>
      </p:grpSp>
    </p:spTree>
  </p:cSld>
  <p:clrMapOvr>
    <a:masterClrMapping/>
  </p:clrMapOvr>
  <p:transition spd="slow">
    <p:push dir="u"/>
  </p:transition>
  <p:timing>
    <p:tnLst>
      <p:par>
        <p:cTn id="1" dur="indefinite" restart="never" nodeType="tmRoot"/>
      </p:par>
    </p:tnLst>
  </p:timing>
</p:sld>
</file>

<file path=ppt/tags/tag1.xml><?xml version="1.0" encoding="utf-8"?>
<p:tagLst xmlns:p="http://schemas.openxmlformats.org/presentationml/2006/main">
  <p:tag name="PA" val="v3.0.1"/>
</p:tagLst>
</file>

<file path=ppt/tags/tag2.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69934"/>
  <p:tag name="KSO_WM_UNIT_COMPATIBLE" val="0"/>
  <p:tag name="KSO_WM_UNIT_DIAGRAM_ISNUMVISUAL" val="0"/>
  <p:tag name="KSO_WM_UNIT_DIAGRAM_ISREFERUNIT" val="0"/>
  <p:tag name="KSO_WM_UNIT_FILL_FORE_SCHEMECOLOR_INDEX" val="14"/>
  <p:tag name="KSO_WM_UNIT_FILL_TYPE" val="1"/>
  <p:tag name="KSO_WM_UNIT_HIGHLIGHT" val="0"/>
  <p:tag name="KSO_WM_UNIT_ID" val="diagram20169934_2*l_h_i*1_1_1"/>
  <p:tag name="KSO_WM_UNIT_INDEX" val="1_1_1"/>
  <p:tag name="KSO_WM_UNIT_LAYERLEVEL" val="1_1_1"/>
  <p:tag name="KSO_WM_UNIT_TYPE" val="l_h_i"/>
</p:tagLst>
</file>

<file path=ppt/tags/tag3.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69934"/>
  <p:tag name="KSO_WM_UNIT_COMPATIBLE" val="0"/>
  <p:tag name="KSO_WM_UNIT_DIAGRAM_ISNUMVISUAL" val="0"/>
  <p:tag name="KSO_WM_UNIT_DIAGRAM_ISREFERUNIT" val="0"/>
  <p:tag name="KSO_WM_UNIT_HIGHLIGHT" val="0"/>
  <p:tag name="KSO_WM_UNIT_ID" val="diagram20169934_2*l_h_a*1_1_1"/>
  <p:tag name="KSO_WM_UNIT_INDEX" val="1_1_1"/>
  <p:tag name="KSO_WM_UNIT_ISCONTENTSTITLE" val="0"/>
  <p:tag name="KSO_WM_UNIT_LAYERLEVEL" val="1_1_1"/>
  <p:tag name="KSO_WM_UNIT_NOCLEAR" val="0"/>
  <p:tag name="KSO_WM_UNIT_PRESET_TEXT" val="添加文本"/>
  <p:tag name="KSO_WM_UNIT_TYPE" val="l_h_a"/>
  <p:tag name="KSO_WM_UNIT_VALUE" val="6"/>
</p:tagLst>
</file>

<file path=ppt/tags/tag4.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69934"/>
  <p:tag name="KSO_WM_UNIT_COMPATIBLE" val="0"/>
  <p:tag name="KSO_WM_UNIT_DIAGRAM_ISNUMVISUAL" val="0"/>
  <p:tag name="KSO_WM_UNIT_DIAGRAM_ISREFERUNIT" val="0"/>
  <p:tag name="KSO_WM_UNIT_HIGHLIGHT" val="0"/>
  <p:tag name="KSO_WM_UNIT_ID" val="diagram20169934_2*l_h_f*1_1_1"/>
  <p:tag name="KSO_WM_UNIT_INDEX" val="1_1_1"/>
  <p:tag name="KSO_WM_UNIT_LAYERLEVEL" val="1_1_1"/>
  <p:tag name="KSO_WM_UNIT_NOCLEAR" val="0"/>
  <p:tag name="KSO_WM_UNIT_PRESET_TEXT" val="单击此处添加文本具体内容，简明扼要阐述你的观点。"/>
  <p:tag name="KSO_WM_UNIT_TEXT_FILL_FORE_SCHEMECOLOR_INDEX" val="13"/>
  <p:tag name="KSO_WM_UNIT_TEXT_FILL_TYPE" val="1"/>
  <p:tag name="KSO_WM_UNIT_TYPE" val="l_h_f"/>
  <p:tag name="KSO_WM_UNIT_VALUE" val="24"/>
</p:tagLst>
</file>

<file path=ppt/tags/tag5.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69934"/>
  <p:tag name="KSO_WM_UNIT_COMPATIBLE" val="0"/>
  <p:tag name="KSO_WM_UNIT_DIAGRAM_ISNUMVISUAL" val="0"/>
  <p:tag name="KSO_WM_UNIT_DIAGRAM_ISREFERUNIT" val="0"/>
  <p:tag name="KSO_WM_UNIT_FILL_FORE_SCHEMECOLOR_INDEX" val="14"/>
  <p:tag name="KSO_WM_UNIT_FILL_TYPE" val="1"/>
  <p:tag name="KSO_WM_UNIT_HIGHLIGHT" val="0"/>
  <p:tag name="KSO_WM_UNIT_ID" val="diagram20169934_2*l_h_i*1_2_1"/>
  <p:tag name="KSO_WM_UNIT_INDEX" val="1_2_1"/>
  <p:tag name="KSO_WM_UNIT_LAYERLEVEL" val="1_1_1"/>
  <p:tag name="KSO_WM_UNIT_TYPE" val="l_h_i"/>
</p:tagLst>
</file>

<file path=ppt/tags/tag6.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69934"/>
  <p:tag name="KSO_WM_UNIT_COMPATIBLE" val="0"/>
  <p:tag name="KSO_WM_UNIT_DIAGRAM_ISNUMVISUAL" val="0"/>
  <p:tag name="KSO_WM_UNIT_DIAGRAM_ISREFERUNIT" val="0"/>
  <p:tag name="KSO_WM_UNIT_HIGHLIGHT" val="0"/>
  <p:tag name="KSO_WM_UNIT_ID" val="diagram20169934_2*l_h_a*1_2_1"/>
  <p:tag name="KSO_WM_UNIT_INDEX" val="1_2_1"/>
  <p:tag name="KSO_WM_UNIT_ISCONTENTSTITLE" val="0"/>
  <p:tag name="KSO_WM_UNIT_LAYERLEVEL" val="1_1_1"/>
  <p:tag name="KSO_WM_UNIT_NOCLEAR" val="0"/>
  <p:tag name="KSO_WM_UNIT_PRESET_TEXT" val="添加文本"/>
  <p:tag name="KSO_WM_UNIT_TYPE" val="l_h_a"/>
  <p:tag name="KSO_WM_UNIT_VALUE" val="6"/>
</p:tagLst>
</file>

<file path=ppt/tags/tag7.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69934"/>
  <p:tag name="KSO_WM_UNIT_COMPATIBLE" val="0"/>
  <p:tag name="KSO_WM_UNIT_DIAGRAM_ISNUMVISUAL" val="0"/>
  <p:tag name="KSO_WM_UNIT_DIAGRAM_ISREFERUNIT" val="0"/>
  <p:tag name="KSO_WM_UNIT_HIGHLIGHT" val="0"/>
  <p:tag name="KSO_WM_UNIT_ID" val="diagram20169934_2*l_h_f*1_2_1"/>
  <p:tag name="KSO_WM_UNIT_INDEX" val="1_2_1"/>
  <p:tag name="KSO_WM_UNIT_LAYERLEVEL" val="1_1_1"/>
  <p:tag name="KSO_WM_UNIT_NOCLEAR" val="0"/>
  <p:tag name="KSO_WM_UNIT_PRESET_TEXT" val="单击此处添加文本具体内容，简明扼要阐述你的观点。"/>
  <p:tag name="KSO_WM_UNIT_TEXT_FILL_FORE_SCHEMECOLOR_INDEX" val="13"/>
  <p:tag name="KSO_WM_UNIT_TEXT_FILL_TYPE" val="1"/>
  <p:tag name="KSO_WM_UNIT_TYPE" val="l_h_f"/>
  <p:tag name="KSO_WM_UNIT_VALUE" val="24"/>
</p:tagLst>
</file>

<file path=ppt/tags/tag8.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69934"/>
  <p:tag name="KSO_WM_UNIT_COMPATIBLE" val="0"/>
  <p:tag name="KSO_WM_UNIT_DIAGRAM_ISNUMVISUAL" val="0"/>
  <p:tag name="KSO_WM_UNIT_DIAGRAM_ISREFERUNIT" val="0"/>
  <p:tag name="KSO_WM_UNIT_HIGHLIGHT" val="0"/>
  <p:tag name="KSO_WM_UNIT_ID" val="diagram20169934_2*l_h_d*1_1_1"/>
  <p:tag name="KSO_WM_UNIT_INDEX" val="1_1_1"/>
  <p:tag name="KSO_WM_UNIT_LAYERLEVEL" val="1_1_1"/>
  <p:tag name="KSO_WM_UNIT_SUPPORT_UNIT_TYPE" val="[]"/>
  <p:tag name="KSO_WM_UNIT_TYPE" val="l_h_d"/>
  <p:tag name="KSO_WM_UNIT_VALUE" val="582*582"/>
</p:tagLst>
</file>

<file path=ppt/tags/tag9.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69934"/>
  <p:tag name="KSO_WM_UNIT_COMPATIBLE" val="0"/>
  <p:tag name="KSO_WM_UNIT_DIAGRAM_ISNUMVISUAL" val="0"/>
  <p:tag name="KSO_WM_UNIT_DIAGRAM_ISREFERUNIT" val="0"/>
  <p:tag name="KSO_WM_UNIT_HIGHLIGHT" val="0"/>
  <p:tag name="KSO_WM_UNIT_ID" val="diagram20169934_2*l_h_d*1_2_1"/>
  <p:tag name="KSO_WM_UNIT_INDEX" val="1_2_1"/>
  <p:tag name="KSO_WM_UNIT_LAYERLEVEL" val="1_1_1"/>
  <p:tag name="KSO_WM_UNIT_SUPPORT_UNIT_TYPE" val="[]"/>
  <p:tag name="KSO_WM_UNIT_TYPE" val="l_h_d"/>
  <p:tag name="KSO_WM_UNIT_VALUE" val="582*582"/>
</p:tagLst>
</file>

<file path=ppt/tags/tag10.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69934"/>
  <p:tag name="KSO_WM_UNIT_COMPATIBLE" val="0"/>
  <p:tag name="KSO_WM_UNIT_DIAGRAM_ISNUMVISUAL" val="0"/>
  <p:tag name="KSO_WM_UNIT_DIAGRAM_ISREFERUNIT" val="0"/>
  <p:tag name="KSO_WM_UNIT_FILL_FORE_SCHEMECOLOR_INDEX" val="14"/>
  <p:tag name="KSO_WM_UNIT_FILL_TYPE" val="1"/>
  <p:tag name="KSO_WM_UNIT_HIGHLIGHT" val="0"/>
  <p:tag name="KSO_WM_UNIT_ID" val="diagram20169934_2*l_h_i*1_3_1"/>
  <p:tag name="KSO_WM_UNIT_INDEX" val="1_3_1"/>
  <p:tag name="KSO_WM_UNIT_LAYERLEVEL" val="1_1_1"/>
  <p:tag name="KSO_WM_UNIT_TYPE" val="l_h_i"/>
</p:tagLst>
</file>

<file path=ppt/tags/tag11.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69934"/>
  <p:tag name="KSO_WM_UNIT_COMPATIBLE" val="0"/>
  <p:tag name="KSO_WM_UNIT_DIAGRAM_ISNUMVISUAL" val="0"/>
  <p:tag name="KSO_WM_UNIT_DIAGRAM_ISREFERUNIT" val="0"/>
  <p:tag name="KSO_WM_UNIT_HIGHLIGHT" val="0"/>
  <p:tag name="KSO_WM_UNIT_ID" val="diagram20169934_2*l_h_a*1_3_1"/>
  <p:tag name="KSO_WM_UNIT_INDEX" val="1_3_1"/>
  <p:tag name="KSO_WM_UNIT_ISCONTENTSTITLE" val="0"/>
  <p:tag name="KSO_WM_UNIT_LAYERLEVEL" val="1_1_1"/>
  <p:tag name="KSO_WM_UNIT_NOCLEAR" val="0"/>
  <p:tag name="KSO_WM_UNIT_PRESET_TEXT" val="添加文本"/>
  <p:tag name="KSO_WM_UNIT_TYPE" val="l_h_a"/>
  <p:tag name="KSO_WM_UNIT_VALUE" val="6"/>
</p:tagLst>
</file>

<file path=ppt/tags/tag12.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69934"/>
  <p:tag name="KSO_WM_UNIT_COMPATIBLE" val="0"/>
  <p:tag name="KSO_WM_UNIT_DIAGRAM_ISNUMVISUAL" val="0"/>
  <p:tag name="KSO_WM_UNIT_DIAGRAM_ISREFERUNIT" val="0"/>
  <p:tag name="KSO_WM_UNIT_HIGHLIGHT" val="0"/>
  <p:tag name="KSO_WM_UNIT_ID" val="diagram20169934_2*l_h_f*1_3_1"/>
  <p:tag name="KSO_WM_UNIT_INDEX" val="1_3_1"/>
  <p:tag name="KSO_WM_UNIT_LAYERLEVEL" val="1_1_1"/>
  <p:tag name="KSO_WM_UNIT_NOCLEAR" val="0"/>
  <p:tag name="KSO_WM_UNIT_PRESET_TEXT" val="单击此处添加文本具体内容，简明扼要阐述你的观点。"/>
  <p:tag name="KSO_WM_UNIT_TEXT_FILL_FORE_SCHEMECOLOR_INDEX" val="13"/>
  <p:tag name="KSO_WM_UNIT_TEXT_FILL_TYPE" val="1"/>
  <p:tag name="KSO_WM_UNIT_TYPE" val="l_h_f"/>
  <p:tag name="KSO_WM_UNIT_VALUE" val="24"/>
</p:tagLst>
</file>

<file path=ppt/tags/tag13.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69934"/>
  <p:tag name="KSO_WM_UNIT_COMPATIBLE" val="0"/>
  <p:tag name="KSO_WM_UNIT_DIAGRAM_ISNUMVISUAL" val="0"/>
  <p:tag name="KSO_WM_UNIT_DIAGRAM_ISREFERUNIT" val="0"/>
  <p:tag name="KSO_WM_UNIT_HIGHLIGHT" val="0"/>
  <p:tag name="KSO_WM_UNIT_ID" val="diagram20169934_2*l_h_d*1_3_1"/>
  <p:tag name="KSO_WM_UNIT_INDEX" val="1_3_1"/>
  <p:tag name="KSO_WM_UNIT_LAYERLEVEL" val="1_1_1"/>
  <p:tag name="KSO_WM_UNIT_SUPPORT_UNIT_TYPE" val="[]"/>
  <p:tag name="KSO_WM_UNIT_TYPE" val="l_h_d"/>
  <p:tag name="KSO_WM_UNIT_VALUE" val="584*582"/>
</p:tagLst>
</file>

<file path=ppt/tags/tag14.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6959"/>
  <p:tag name="KSO_WM_UNIT_FILL_FORE_SCHEMECOLOR_INDEX" val="5"/>
  <p:tag name="KSO_WM_UNIT_FILL_TYPE" val="1"/>
  <p:tag name="KSO_WM_UNIT_ID" val="diagram20176959_1*r_i*1_1"/>
  <p:tag name="KSO_WM_UNIT_INDEX" val="1_1"/>
  <p:tag name="KSO_WM_UNIT_LAYERLEVEL" val="1_1"/>
  <p:tag name="KSO_WM_UNIT_TYPE" val="r_i"/>
</p:tagLst>
</file>

<file path=ppt/tags/tag15.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6959"/>
  <p:tag name="KSO_WM_UNIT_FILL_FORE_SCHEMECOLOR_INDEX" val="5"/>
  <p:tag name="KSO_WM_UNIT_FILL_TYPE" val="1"/>
  <p:tag name="KSO_WM_UNIT_ID" val="diagram20176959_1*r_i*1_2"/>
  <p:tag name="KSO_WM_UNIT_INDEX" val="1_2"/>
  <p:tag name="KSO_WM_UNIT_LAYERLEVEL" val="1_1"/>
  <p:tag name="KSO_WM_UNIT_TYPE" val="r_i"/>
</p:tagLst>
</file>

<file path=ppt/tags/tag16.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6959"/>
  <p:tag name="KSO_WM_UNIT_CLEAR" val="0"/>
  <p:tag name="KSO_WM_UNIT_COMPATIBLE" val="0"/>
  <p:tag name="KSO_WM_UNIT_DIAGRAM_CONTRAST_TITLE_CNT" val="2"/>
  <p:tag name="KSO_WM_UNIT_DIAGRAM_DIMENSION_TITLE_CNT" val="1"/>
  <p:tag name="KSO_WM_UNIT_HIGHLIGHT" val="0"/>
  <p:tag name="KSO_WM_UNIT_ID" val="diagram20176959_1*r_t*1_1"/>
  <p:tag name="KSO_WM_UNIT_INDEX" val="1_1"/>
  <p:tag name="KSO_WM_UNIT_LAYERLEVEL" val="1_1"/>
  <p:tag name="KSO_WM_UNIT_PRESET_TEXT_INDEX" val="3"/>
  <p:tag name="KSO_WM_UNIT_PRESET_TEXT_LEN" val="17"/>
  <p:tag name="KSO_WM_UNIT_TEXT_FILL_FORE_SCHEMECOLOR_INDEX" val="1"/>
  <p:tag name="KSO_WM_UNIT_TEXT_FILL_TYPE" val="1"/>
  <p:tag name="KSO_WM_UNIT_TYPE" val="r_t"/>
  <p:tag name="KSO_WM_UNIT_VALUE" val="11"/>
</p:tagLst>
</file>

<file path=ppt/tags/tag17.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6959"/>
  <p:tag name="KSO_WM_UNIT_CLEAR" val="0"/>
  <p:tag name="KSO_WM_UNIT_COMPATIBLE" val="0"/>
  <p:tag name="KSO_WM_UNIT_DIAGRAM_CONTRAST_TITLE_CNT" val="2"/>
  <p:tag name="KSO_WM_UNIT_DIAGRAM_DIMENSION_TITLE_CNT" val="1"/>
  <p:tag name="KSO_WM_UNIT_HIGHLIGHT" val="0"/>
  <p:tag name="KSO_WM_UNIT_ID" val="diagram20176959_1*r_v*1_1"/>
  <p:tag name="KSO_WM_UNIT_INDEX" val="1_1"/>
  <p:tag name="KSO_WM_UNIT_LAYERLEVEL" val="1_1"/>
  <p:tag name="KSO_WM_UNIT_PRESET_TEXT_INDEX" val="4"/>
  <p:tag name="KSO_WM_UNIT_PRESET_TEXT_LEN" val="57"/>
  <p:tag name="KSO_WM_UNIT_TEXT_FILL_FORE_SCHEMECOLOR_INDEX" val="1"/>
  <p:tag name="KSO_WM_UNIT_TEXT_FILL_TYPE" val="1"/>
  <p:tag name="KSO_WM_UNIT_TYPE" val="r_v"/>
  <p:tag name="KSO_WM_UNIT_VALUE" val="26"/>
</p:tagLst>
</file>

<file path=ppt/tags/tag18.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6959"/>
  <p:tag name="KSO_WM_UNIT_CLEAR" val="0"/>
  <p:tag name="KSO_WM_UNIT_COMPATIBLE" val="0"/>
  <p:tag name="KSO_WM_UNIT_DIAGRAM_CONTRAST_TITLE_CNT" val="2"/>
  <p:tag name="KSO_WM_UNIT_DIAGRAM_DIMENSION_TITLE_CNT" val="1"/>
  <p:tag name="KSO_WM_UNIT_HIGHLIGHT" val="0"/>
  <p:tag name="KSO_WM_UNIT_ID" val="diagram20176959_1*r_t*1_2"/>
  <p:tag name="KSO_WM_UNIT_INDEX" val="1_2"/>
  <p:tag name="KSO_WM_UNIT_LAYERLEVEL" val="1_1"/>
  <p:tag name="KSO_WM_UNIT_PRESET_TEXT_INDEX" val="3"/>
  <p:tag name="KSO_WM_UNIT_PRESET_TEXT_LEN" val="17"/>
  <p:tag name="KSO_WM_UNIT_TEXT_FILL_FORE_SCHEMECOLOR_INDEX" val="1"/>
  <p:tag name="KSO_WM_UNIT_TEXT_FILL_TYPE" val="1"/>
  <p:tag name="KSO_WM_UNIT_TYPE" val="r_t"/>
  <p:tag name="KSO_WM_UNIT_VALUE" val="11"/>
</p:tagLst>
</file>

<file path=ppt/tags/tag19.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6959"/>
  <p:tag name="KSO_WM_UNIT_CLEAR" val="0"/>
  <p:tag name="KSO_WM_UNIT_COMPATIBLE" val="0"/>
  <p:tag name="KSO_WM_UNIT_DIAGRAM_CONTRAST_TITLE_CNT" val="2"/>
  <p:tag name="KSO_WM_UNIT_DIAGRAM_DIMENSION_TITLE_CNT" val="1"/>
  <p:tag name="KSO_WM_UNIT_HIGHLIGHT" val="0"/>
  <p:tag name="KSO_WM_UNIT_ID" val="diagram20176959_1*r_v*1_2"/>
  <p:tag name="KSO_WM_UNIT_INDEX" val="1_2"/>
  <p:tag name="KSO_WM_UNIT_LAYERLEVEL" val="1_1"/>
  <p:tag name="KSO_WM_UNIT_PRESET_TEXT_INDEX" val="4"/>
  <p:tag name="KSO_WM_UNIT_PRESET_TEXT_LEN" val="57"/>
  <p:tag name="KSO_WM_UNIT_TEXT_FILL_FORE_SCHEMECOLOR_INDEX" val="1"/>
  <p:tag name="KSO_WM_UNIT_TEXT_FILL_TYPE" val="1"/>
  <p:tag name="KSO_WM_UNIT_TYPE" val="r_v"/>
  <p:tag name="KSO_WM_UNIT_VALUE" val="26"/>
</p:tagLst>
</file>

<file path=ppt/tags/tag20.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6959"/>
  <p:tag name="KSO_WM_UNIT_FILL_FORE_SCHEMECOLOR_INDEX" val="6"/>
  <p:tag name="KSO_WM_UNIT_FILL_TYPE" val="1"/>
  <p:tag name="KSO_WM_UNIT_ID" val="diagram20176959_1*r_i*1_3"/>
  <p:tag name="KSO_WM_UNIT_INDEX" val="1_3"/>
  <p:tag name="KSO_WM_UNIT_LAYERLEVEL" val="1_1"/>
  <p:tag name="KSO_WM_UNIT_TYPE" val="r_i"/>
</p:tagLst>
</file>

<file path=ppt/tags/tag21.xml><?xml version="1.0" encoding="utf-8"?>
<p:tagLst xmlns:p="http://schemas.openxmlformats.org/presentationml/2006/main">
  <p:tag name="KSO_WM_UNIT_PLACING_PICTURE_USER_VIEWPORT" val="{&quot;height&quot;:4110,&quot;width&quot;:4515}"/>
</p:tagLst>
</file>

<file path=ppt/tags/tag22.xml><?xml version="1.0" encoding="utf-8"?>
<p:tagLst xmlns:p="http://schemas.openxmlformats.org/presentationml/2006/main">
  <p:tag name="AS_UNIQUEID" val="6"/>
</p:tagLst>
</file>

<file path=ppt/tags/tag23.xml><?xml version="1.0" encoding="utf-8"?>
<p:tagLst xmlns:p="http://schemas.openxmlformats.org/presentationml/2006/main">
  <p:tag name="AS_UNIQUEID" val="7"/>
</p:tagLst>
</file>

<file path=ppt/tags/tag24.xml><?xml version="1.0" encoding="utf-8"?>
<p:tagLst xmlns:p="http://schemas.openxmlformats.org/presentationml/2006/main">
  <p:tag name="AS_UNIQUEID" val="8"/>
</p:tagLst>
</file>

<file path=ppt/tags/tag25.xml><?xml version="1.0" encoding="utf-8"?>
<p:tagLst xmlns:p="http://schemas.openxmlformats.org/presentationml/2006/main">
  <p:tag name="AS_UNIQUEID" val="9"/>
</p:tagLst>
</file>

<file path=ppt/tags/tag26.xml><?xml version="1.0" encoding="utf-8"?>
<p:tagLst xmlns:p="http://schemas.openxmlformats.org/presentationml/2006/main">
  <p:tag name="AS_UNIQUEID" val="10"/>
</p:tagLst>
</file>

<file path=ppt/tags/tag27.xml><?xml version="1.0" encoding="utf-8"?>
<p:tagLst xmlns:p="http://schemas.openxmlformats.org/presentationml/2006/main">
  <p:tag name="AS_UNIQUEID" val="11"/>
</p:tagLst>
</file>

<file path=ppt/tags/tag28.xml><?xml version="1.0" encoding="utf-8"?>
<p:tagLst xmlns:p="http://schemas.openxmlformats.org/presentationml/2006/main">
  <p:tag name="AS_UNIQUEID" val="12"/>
</p:tagLst>
</file>

<file path=ppt/tags/tag29.xml><?xml version="1.0" encoding="utf-8"?>
<p:tagLst xmlns:p="http://schemas.openxmlformats.org/presentationml/2006/main">
  <p:tag name="AS_UNIQUEID" val="13"/>
</p:tagLst>
</file>

<file path=ppt/tags/tag30.xml><?xml version="1.0" encoding="utf-8"?>
<p:tagLst xmlns:p="http://schemas.openxmlformats.org/presentationml/2006/main">
  <p:tag name="AS_UNIQUEID" val="14"/>
</p:tagLst>
</file>

<file path=ppt/tags/tag31.xml><?xml version="1.0" encoding="utf-8"?>
<p:tagLst xmlns:p="http://schemas.openxmlformats.org/presentationml/2006/main">
  <p:tag name="AS_UNIQUEID" val="15"/>
</p:tagLst>
</file>

<file path=ppt/tags/tag32.xml><?xml version="1.0" encoding="utf-8"?>
<p:tagLst xmlns:p="http://schemas.openxmlformats.org/presentationml/2006/main">
  <p:tag name="AS_UNIQUEID" val="16"/>
</p:tagLst>
</file>

<file path=ppt/tags/tag33.xml><?xml version="1.0" encoding="utf-8"?>
<p:tagLst xmlns:p="http://schemas.openxmlformats.org/presentationml/2006/main">
  <p:tag name="AS_UNIQUEID" val="17"/>
</p:tagLst>
</file>

<file path=ppt/tags/tag34.xml><?xml version="1.0" encoding="utf-8"?>
<p:tagLst xmlns:p="http://schemas.openxmlformats.org/presentationml/2006/main">
  <p:tag name="AS_UNIQUEID" val="18"/>
</p:tagLst>
</file>

<file path=ppt/tags/tag35.xml><?xml version="1.0" encoding="utf-8"?>
<p:tagLst xmlns:p="http://schemas.openxmlformats.org/presentationml/2006/main">
  <p:tag name="AS_UNIQUEID" val="19"/>
</p:tagLst>
</file>

<file path=ppt/tags/tag36.xml><?xml version="1.0" encoding="utf-8"?>
<p:tagLst xmlns:p="http://schemas.openxmlformats.org/presentationml/2006/main">
  <p:tag name="AS_UNIQUEID" val="20"/>
</p:tagLst>
</file>

<file path=ppt/tags/tag37.xml><?xml version="1.0" encoding="utf-8"?>
<p:tagLst xmlns:p="http://schemas.openxmlformats.org/presentationml/2006/main">
  <p:tag name="AS_UNIQUEID" val="21"/>
</p:tagLst>
</file>

<file path=ppt/tags/tag38.xml><?xml version="1.0" encoding="utf-8"?>
<p:tagLst xmlns:p="http://schemas.openxmlformats.org/presentationml/2006/main">
  <p:tag name="AS_UNIQUEID" val="22"/>
</p:tagLst>
</file>

<file path=ppt/tags/tag39.xml><?xml version="1.0" encoding="utf-8"?>
<p:tagLst xmlns:p="http://schemas.openxmlformats.org/presentationml/2006/main">
  <p:tag name="AS_UNIQUEID" val="23"/>
</p:tagLst>
</file>

<file path=ppt/tags/tag40.xml><?xml version="1.0" encoding="utf-8"?>
<p:tagLst xmlns:p="http://schemas.openxmlformats.org/presentationml/2006/main">
  <p:tag name="AS_UNIQUEID" val="24"/>
</p:tagLst>
</file>

<file path=ppt/tags/tag41.xml><?xml version="1.0" encoding="utf-8"?>
<p:tagLst xmlns:p="http://schemas.openxmlformats.org/presentationml/2006/main">
  <p:tag name="AS_UNIQUEID" val="25"/>
</p:tagLst>
</file>

<file path=ppt/tags/tag42.xml><?xml version="1.0" encoding="utf-8"?>
<p:tagLst xmlns:p="http://schemas.openxmlformats.org/presentationml/2006/main">
  <p:tag name="AS_UNIQUEID" val="26"/>
</p:tagLst>
</file>

<file path=ppt/tags/tag43.xml><?xml version="1.0" encoding="utf-8"?>
<p:tagLst xmlns:p="http://schemas.openxmlformats.org/presentationml/2006/main">
  <p:tag name="AS_UNIQUEID" val="27"/>
</p:tagLst>
</file>

<file path=ppt/tags/tag44.xml><?xml version="1.0" encoding="utf-8"?>
<p:tagLst xmlns:p="http://schemas.openxmlformats.org/presentationml/2006/main">
  <p:tag name="AS_UNIQUEID" val="28"/>
</p:tagLst>
</file>

<file path=ppt/tags/tag45.xml><?xml version="1.0" encoding="utf-8"?>
<p:tagLst xmlns:p="http://schemas.openxmlformats.org/presentationml/2006/main">
  <p:tag name="AS_UNIQUEID" val="29"/>
</p:tagLst>
</file>

<file path=ppt/tags/tag46.xml><?xml version="1.0" encoding="utf-8"?>
<p:tagLst xmlns:p="http://schemas.openxmlformats.org/presentationml/2006/main">
  <p:tag name="AS_UNIQUEID" val="30"/>
</p:tagLst>
</file>

<file path=ppt/tags/tag47.xml><?xml version="1.0" encoding="utf-8"?>
<p:tagLst xmlns:p="http://schemas.openxmlformats.org/presentationml/2006/main">
  <p:tag name="AS_UNIQUEID" val="31"/>
</p:tagLst>
</file>

<file path=ppt/tags/tag48.xml><?xml version="1.0" encoding="utf-8"?>
<p:tagLst xmlns:p="http://schemas.openxmlformats.org/presentationml/2006/main">
  <p:tag name="AS_UNIQUEID" val="32"/>
</p:tagLst>
</file>

<file path=ppt/tags/tag49.xml><?xml version="1.0" encoding="utf-8"?>
<p:tagLst xmlns:p="http://schemas.openxmlformats.org/presentationml/2006/main">
  <p:tag name="AS_UNIQUEID" val="2"/>
</p:tagLst>
</file>

<file path=ppt/tags/tag50.xml><?xml version="1.0" encoding="utf-8"?>
<p:tagLst xmlns:p="http://schemas.openxmlformats.org/presentationml/2006/main">
  <p:tag name="AS_UNIQUEID" val="3"/>
</p:tagLst>
</file>

<file path=ppt/tags/tag51.xml><?xml version="1.0" encoding="utf-8"?>
<p:tagLst xmlns:p="http://schemas.openxmlformats.org/presentationml/2006/main">
  <p:tag name="AS_UNIQUEID" val="4"/>
</p:tagLst>
</file>

<file path=ppt/tags/tag52.xml><?xml version="1.0" encoding="utf-8"?>
<p:tagLst xmlns:p="http://schemas.openxmlformats.org/presentationml/2006/main">
  <p:tag name="AS_UNIQUEID" val="38"/>
</p:tagLst>
</file>

<file path=ppt/tags/tag53.xml><?xml version="1.0" encoding="utf-8"?>
<p:tagLst xmlns:p="http://schemas.openxmlformats.org/presentationml/2006/main">
  <p:tag name="AS_UNIQUEID" val="39"/>
</p:tagLst>
</file>

<file path=ppt/tags/tag54.xml><?xml version="1.0" encoding="utf-8"?>
<p:tagLst xmlns:p="http://schemas.openxmlformats.org/presentationml/2006/main">
  <p:tag name="AS_UNIQUEID" val="40"/>
</p:tagLst>
</file>

<file path=ppt/tags/tag55.xml><?xml version="1.0" encoding="utf-8"?>
<p:tagLst xmlns:p="http://schemas.openxmlformats.org/presentationml/2006/main">
  <p:tag name="AS_UNIQUEID" val="41"/>
</p:tagLst>
</file>

<file path=ppt/tags/tag56.xml><?xml version="1.0" encoding="utf-8"?>
<p:tagLst xmlns:p="http://schemas.openxmlformats.org/presentationml/2006/main">
  <p:tag name="AS_UNIQUEID" val="42"/>
</p:tagLst>
</file>

<file path=ppt/tags/tag57.xml><?xml version="1.0" encoding="utf-8"?>
<p:tagLst xmlns:p="http://schemas.openxmlformats.org/presentationml/2006/main">
  <p:tag name="AS_UNIQUEID" val="43"/>
</p:tagLst>
</file>

<file path=ppt/tags/tag58.xml><?xml version="1.0" encoding="utf-8"?>
<p:tagLst xmlns:p="http://schemas.openxmlformats.org/presentationml/2006/main">
  <p:tag name="AS_UNIQUEID" val="44"/>
</p:tagLst>
</file>

<file path=ppt/tags/tag59.xml><?xml version="1.0" encoding="utf-8"?>
<p:tagLst xmlns:p="http://schemas.openxmlformats.org/presentationml/2006/main">
  <p:tag name="AS_UNIQUEID" val="45"/>
</p:tagLst>
</file>

<file path=ppt/tags/tag60.xml><?xml version="1.0" encoding="utf-8"?>
<p:tagLst xmlns:p="http://schemas.openxmlformats.org/presentationml/2006/main">
  <p:tag name="AS_UNIQUEID" val="46"/>
</p:tagLst>
</file>

<file path=ppt/tags/tag61.xml><?xml version="1.0" encoding="utf-8"?>
<p:tagLst xmlns:p="http://schemas.openxmlformats.org/presentationml/2006/main">
  <p:tag name="AS_UNIQUEID" val="47"/>
</p:tagLst>
</file>

<file path=ppt/tags/tag62.xml><?xml version="1.0" encoding="utf-8"?>
<p:tagLst xmlns:p="http://schemas.openxmlformats.org/presentationml/2006/main">
  <p:tag name="AS_UNIQUEID" val="48"/>
</p:tagLst>
</file>

<file path=ppt/tags/tag63.xml><?xml version="1.0" encoding="utf-8"?>
<p:tagLst xmlns:p="http://schemas.openxmlformats.org/presentationml/2006/main">
  <p:tag name="AS_UNIQUEID" val="49"/>
</p:tagLst>
</file>

<file path=ppt/tags/tag64.xml><?xml version="1.0" encoding="utf-8"?>
<p:tagLst xmlns:p="http://schemas.openxmlformats.org/presentationml/2006/main">
  <p:tag name="AS_UNIQUEID" val="50"/>
</p:tagLst>
</file>

<file path=ppt/tags/tag65.xml><?xml version="1.0" encoding="utf-8"?>
<p:tagLst xmlns:p="http://schemas.openxmlformats.org/presentationml/2006/main">
  <p:tag name="AS_UNIQUEID" val="51"/>
</p:tagLst>
</file>

<file path=ppt/tags/tag66.xml><?xml version="1.0" encoding="utf-8"?>
<p:tagLst xmlns:p="http://schemas.openxmlformats.org/presentationml/2006/main">
  <p:tag name="AS_UNIQUEID" val="52"/>
</p:tagLst>
</file>

<file path=ppt/tags/tag67.xml><?xml version="1.0" encoding="utf-8"?>
<p:tagLst xmlns:p="http://schemas.openxmlformats.org/presentationml/2006/main">
  <p:tag name="AS_UNIQUEID" val="53"/>
</p:tagLst>
</file>

<file path=ppt/tags/tag68.xml><?xml version="1.0" encoding="utf-8"?>
<p:tagLst xmlns:p="http://schemas.openxmlformats.org/presentationml/2006/main">
  <p:tag name="AS_UNIQUEID" val="54"/>
</p:tagLst>
</file>

<file path=ppt/tags/tag69.xml><?xml version="1.0" encoding="utf-8"?>
<p:tagLst xmlns:p="http://schemas.openxmlformats.org/presentationml/2006/main">
  <p:tag name="AS_UNIQUEID" val="55"/>
</p:tagLst>
</file>

<file path=ppt/tags/tag70.xml><?xml version="1.0" encoding="utf-8"?>
<p:tagLst xmlns:p="http://schemas.openxmlformats.org/presentationml/2006/main">
  <p:tag name="AS_UNIQUEID" val="56"/>
</p:tagLst>
</file>

<file path=ppt/tags/tag71.xml><?xml version="1.0" encoding="utf-8"?>
<p:tagLst xmlns:p="http://schemas.openxmlformats.org/presentationml/2006/main">
  <p:tag name="AS_UNIQUEID" val="57"/>
</p:tagLst>
</file>

<file path=ppt/tags/tag72.xml><?xml version="1.0" encoding="utf-8"?>
<p:tagLst xmlns:p="http://schemas.openxmlformats.org/presentationml/2006/main">
  <p:tag name="AS_UNIQUEID" val="58"/>
</p:tagLst>
</file>

<file path=ppt/tags/tag73.xml><?xml version="1.0" encoding="utf-8"?>
<p:tagLst xmlns:p="http://schemas.openxmlformats.org/presentationml/2006/main">
  <p:tag name="AS_UNIQUEID" val="59"/>
</p:tagLst>
</file>

<file path=ppt/tags/tag74.xml><?xml version="1.0" encoding="utf-8"?>
<p:tagLst xmlns:p="http://schemas.openxmlformats.org/presentationml/2006/main">
  <p:tag name="AS_UNIQUEID" val="60"/>
</p:tagLst>
</file>

<file path=ppt/tags/tag75.xml><?xml version="1.0" encoding="utf-8"?>
<p:tagLst xmlns:p="http://schemas.openxmlformats.org/presentationml/2006/main">
  <p:tag name="AS_UNIQUEID" val="61"/>
</p:tagLst>
</file>

<file path=ppt/tags/tag76.xml><?xml version="1.0" encoding="utf-8"?>
<p:tagLst xmlns:p="http://schemas.openxmlformats.org/presentationml/2006/main">
  <p:tag name="AS_UNIQUEID" val="62"/>
</p:tagLst>
</file>

<file path=ppt/tags/tag77.xml><?xml version="1.0" encoding="utf-8"?>
<p:tagLst xmlns:p="http://schemas.openxmlformats.org/presentationml/2006/main">
  <p:tag name="AS_UNIQUEID" val="63"/>
</p:tagLst>
</file>

<file path=ppt/tags/tag78.xml><?xml version="1.0" encoding="utf-8"?>
<p:tagLst xmlns:p="http://schemas.openxmlformats.org/presentationml/2006/main">
  <p:tag name="AS_UNIQUEID" val="64"/>
</p:tagLst>
</file>

<file path=ppt/tags/tag79.xml><?xml version="1.0" encoding="utf-8"?>
<p:tagLst xmlns:p="http://schemas.openxmlformats.org/presentationml/2006/main">
  <p:tag name="AS_UNIQUEID" val="34"/>
</p:tagLst>
</file>

<file path=ppt/tags/tag80.xml><?xml version="1.0" encoding="utf-8"?>
<p:tagLst xmlns:p="http://schemas.openxmlformats.org/presentationml/2006/main">
  <p:tag name="AS_UNIQUEID" val="35"/>
</p:tagLst>
</file>

<file path=ppt/tags/tag81.xml><?xml version="1.0" encoding="utf-8"?>
<p:tagLst xmlns:p="http://schemas.openxmlformats.org/presentationml/2006/main">
  <p:tag name="AS_UNIQUEID" val="36"/>
</p:tagLst>
</file>

<file path=ppt/tags/tag82.xml><?xml version="1.0" encoding="utf-8"?>
<p:tagLst xmlns:p="http://schemas.openxmlformats.org/presentationml/2006/main">
  <p:tag name="AS_UNIQUEID" val="70"/>
</p:tagLst>
</file>

<file path=ppt/tags/tag83.xml><?xml version="1.0" encoding="utf-8"?>
<p:tagLst xmlns:p="http://schemas.openxmlformats.org/presentationml/2006/main">
  <p:tag name="AS_UNIQUEID" val="71"/>
</p:tagLst>
</file>

<file path=ppt/tags/tag84.xml><?xml version="1.0" encoding="utf-8"?>
<p:tagLst xmlns:p="http://schemas.openxmlformats.org/presentationml/2006/main">
  <p:tag name="AS_UNIQUEID" val="72"/>
</p:tagLst>
</file>

<file path=ppt/tags/tag85.xml><?xml version="1.0" encoding="utf-8"?>
<p:tagLst xmlns:p="http://schemas.openxmlformats.org/presentationml/2006/main">
  <p:tag name="AS_UNIQUEID" val="73"/>
</p:tagLst>
</file>

<file path=ppt/tags/tag86.xml><?xml version="1.0" encoding="utf-8"?>
<p:tagLst xmlns:p="http://schemas.openxmlformats.org/presentationml/2006/main">
  <p:tag name="AS_UNIQUEID" val="74"/>
</p:tagLst>
</file>

<file path=ppt/tags/tag87.xml><?xml version="1.0" encoding="utf-8"?>
<p:tagLst xmlns:p="http://schemas.openxmlformats.org/presentationml/2006/main">
  <p:tag name="AS_UNIQUEID" val="75"/>
</p:tagLst>
</file>

<file path=ppt/tags/tag88.xml><?xml version="1.0" encoding="utf-8"?>
<p:tagLst xmlns:p="http://schemas.openxmlformats.org/presentationml/2006/main">
  <p:tag name="AS_UNIQUEID" val="76"/>
</p:tagLst>
</file>

<file path=ppt/tags/tag89.xml><?xml version="1.0" encoding="utf-8"?>
<p:tagLst xmlns:p="http://schemas.openxmlformats.org/presentationml/2006/main">
  <p:tag name="AS_UNIQUEID" val="77"/>
</p:tagLst>
</file>

<file path=ppt/tags/tag90.xml><?xml version="1.0" encoding="utf-8"?>
<p:tagLst xmlns:p="http://schemas.openxmlformats.org/presentationml/2006/main">
  <p:tag name="AS_UNIQUEID" val="78"/>
</p:tagLst>
</file>

<file path=ppt/tags/tag91.xml><?xml version="1.0" encoding="utf-8"?>
<p:tagLst xmlns:p="http://schemas.openxmlformats.org/presentationml/2006/main">
  <p:tag name="AS_UNIQUEID" val="79"/>
</p:tagLst>
</file>

<file path=ppt/tags/tag92.xml><?xml version="1.0" encoding="utf-8"?>
<p:tagLst xmlns:p="http://schemas.openxmlformats.org/presentationml/2006/main">
  <p:tag name="AS_UNIQUEID" val="80"/>
</p:tagLst>
</file>

<file path=ppt/tags/tag93.xml><?xml version="1.0" encoding="utf-8"?>
<p:tagLst xmlns:p="http://schemas.openxmlformats.org/presentationml/2006/main">
  <p:tag name="AS_UNIQUEID" val="81"/>
</p:tagLst>
</file>

<file path=ppt/tags/tag94.xml><?xml version="1.0" encoding="utf-8"?>
<p:tagLst xmlns:p="http://schemas.openxmlformats.org/presentationml/2006/main">
  <p:tag name="AS_UNIQUEID" val="82"/>
</p:tagLst>
</file>

<file path=ppt/tags/tag95.xml><?xml version="1.0" encoding="utf-8"?>
<p:tagLst xmlns:p="http://schemas.openxmlformats.org/presentationml/2006/main">
  <p:tag name="AS_UNIQUEID" val="83"/>
</p:tagLst>
</file>

<file path=ppt/tags/tag96.xml><?xml version="1.0" encoding="utf-8"?>
<p:tagLst xmlns:p="http://schemas.openxmlformats.org/presentationml/2006/main">
  <p:tag name="AS_UNIQUEID" val="84"/>
</p:tagLst>
</file>

<file path=ppt/tags/tag97.xml><?xml version="1.0" encoding="utf-8"?>
<p:tagLst xmlns:p="http://schemas.openxmlformats.org/presentationml/2006/main">
  <p:tag name="AS_UNIQUEID" val="85"/>
</p:tagLst>
</file>

<file path=ppt/tags/tag98.xml><?xml version="1.0" encoding="utf-8"?>
<p:tagLst xmlns:p="http://schemas.openxmlformats.org/presentationml/2006/main">
  <p:tag name="AS_UNIQUEID" val="86"/>
</p:tagLst>
</file>

<file path=ppt/tags/tag99.xml><?xml version="1.0" encoding="utf-8"?>
<p:tagLst xmlns:p="http://schemas.openxmlformats.org/presentationml/2006/main">
  <p:tag name="AS_UNIQUEID" val="87"/>
</p:tagLst>
</file>

<file path=ppt/tags/tag100.xml><?xml version="1.0" encoding="utf-8"?>
<p:tagLst xmlns:p="http://schemas.openxmlformats.org/presentationml/2006/main">
  <p:tag name="AS_UNIQUEID" val="88"/>
</p:tagLst>
</file>

<file path=ppt/tags/tag101.xml><?xml version="1.0" encoding="utf-8"?>
<p:tagLst xmlns:p="http://schemas.openxmlformats.org/presentationml/2006/main">
  <p:tag name="AS_UNIQUEID" val="89"/>
</p:tagLst>
</file>

<file path=ppt/tags/tag102.xml><?xml version="1.0" encoding="utf-8"?>
<p:tagLst xmlns:p="http://schemas.openxmlformats.org/presentationml/2006/main">
  <p:tag name="AS_UNIQUEID" val="90"/>
</p:tagLst>
</file>

<file path=ppt/tags/tag103.xml><?xml version="1.0" encoding="utf-8"?>
<p:tagLst xmlns:p="http://schemas.openxmlformats.org/presentationml/2006/main">
  <p:tag name="AS_UNIQUEID" val="91"/>
</p:tagLst>
</file>

<file path=ppt/tags/tag104.xml><?xml version="1.0" encoding="utf-8"?>
<p:tagLst xmlns:p="http://schemas.openxmlformats.org/presentationml/2006/main">
  <p:tag name="AS_UNIQUEID" val="92"/>
</p:tagLst>
</file>

<file path=ppt/tags/tag105.xml><?xml version="1.0" encoding="utf-8"?>
<p:tagLst xmlns:p="http://schemas.openxmlformats.org/presentationml/2006/main">
  <p:tag name="AS_UNIQUEID" val="93"/>
</p:tagLst>
</file>

<file path=ppt/tags/tag106.xml><?xml version="1.0" encoding="utf-8"?>
<p:tagLst xmlns:p="http://schemas.openxmlformats.org/presentationml/2006/main">
  <p:tag name="AS_UNIQUEID" val="94"/>
</p:tagLst>
</file>

<file path=ppt/tags/tag107.xml><?xml version="1.0" encoding="utf-8"?>
<p:tagLst xmlns:p="http://schemas.openxmlformats.org/presentationml/2006/main">
  <p:tag name="AS_UNIQUEID" val="95"/>
</p:tagLst>
</file>

<file path=ppt/tags/tag108.xml><?xml version="1.0" encoding="utf-8"?>
<p:tagLst xmlns:p="http://schemas.openxmlformats.org/presentationml/2006/main">
  <p:tag name="AS_UNIQUEID" val="96"/>
</p:tagLst>
</file>

<file path=ppt/tags/tag109.xml><?xml version="1.0" encoding="utf-8"?>
<p:tagLst xmlns:p="http://schemas.openxmlformats.org/presentationml/2006/main">
  <p:tag name="AS_UNIQUEID" val="97"/>
</p:tagLst>
</file>

<file path=ppt/tags/tag110.xml><?xml version="1.0" encoding="utf-8"?>
<p:tagLst xmlns:p="http://schemas.openxmlformats.org/presentationml/2006/main">
  <p:tag name="AS_UNIQUEID" val="66"/>
</p:tagLst>
</file>

<file path=ppt/tags/tag111.xml><?xml version="1.0" encoding="utf-8"?>
<p:tagLst xmlns:p="http://schemas.openxmlformats.org/presentationml/2006/main">
  <p:tag name="AS_UNIQUEID" val="67"/>
</p:tagLst>
</file>

<file path=ppt/tags/tag112.xml><?xml version="1.0" encoding="utf-8"?>
<p:tagLst xmlns:p="http://schemas.openxmlformats.org/presentationml/2006/main">
  <p:tag name="AS_UNIQUEID" val="68"/>
</p:tagLst>
</file>

<file path=ppt/tags/tag113.xml><?xml version="1.0" encoding="utf-8"?>
<p:tagLst xmlns:p="http://schemas.openxmlformats.org/presentationml/2006/main">
  <p:tag name="AS_UNIQUEID" val="103"/>
</p:tagLst>
</file>

<file path=ppt/tags/tag114.xml><?xml version="1.0" encoding="utf-8"?>
<p:tagLst xmlns:p="http://schemas.openxmlformats.org/presentationml/2006/main">
  <p:tag name="AS_UNIQUEID" val="104"/>
</p:tagLst>
</file>

<file path=ppt/tags/tag115.xml><?xml version="1.0" encoding="utf-8"?>
<p:tagLst xmlns:p="http://schemas.openxmlformats.org/presentationml/2006/main">
  <p:tag name="AS_UNIQUEID" val="105"/>
</p:tagLst>
</file>

<file path=ppt/tags/tag116.xml><?xml version="1.0" encoding="utf-8"?>
<p:tagLst xmlns:p="http://schemas.openxmlformats.org/presentationml/2006/main">
  <p:tag name="AS_UNIQUEID" val="106"/>
</p:tagLst>
</file>

<file path=ppt/tags/tag117.xml><?xml version="1.0" encoding="utf-8"?>
<p:tagLst xmlns:p="http://schemas.openxmlformats.org/presentationml/2006/main">
  <p:tag name="AS_UNIQUEID" val="107"/>
</p:tagLst>
</file>

<file path=ppt/tags/tag118.xml><?xml version="1.0" encoding="utf-8"?>
<p:tagLst xmlns:p="http://schemas.openxmlformats.org/presentationml/2006/main">
  <p:tag name="AS_UNIQUEID" val="108"/>
</p:tagLst>
</file>

<file path=ppt/tags/tag119.xml><?xml version="1.0" encoding="utf-8"?>
<p:tagLst xmlns:p="http://schemas.openxmlformats.org/presentationml/2006/main">
  <p:tag name="AS_UNIQUEID" val="99"/>
</p:tagLst>
</file>

<file path=ppt/tags/tag120.xml><?xml version="1.0" encoding="utf-8"?>
<p:tagLst xmlns:p="http://schemas.openxmlformats.org/presentationml/2006/main">
  <p:tag name="AS_UNIQUEID" val="100"/>
</p:tagLst>
</file>

<file path=ppt/tags/tag121.xml><?xml version="1.0" encoding="utf-8"?>
<p:tagLst xmlns:p="http://schemas.openxmlformats.org/presentationml/2006/main">
  <p:tag name="AS_UNIQUEID" val="101"/>
</p:tagLst>
</file>

<file path=ppt/tags/tag122.xml><?xml version="1.0" encoding="utf-8"?>
<p:tagLst xmlns:p="http://schemas.openxmlformats.org/presentationml/2006/main">
  <p:tag name="AS_UNIQUEID" val="114"/>
</p:tagLst>
</file>

<file path=ppt/tags/tag123.xml><?xml version="1.0" encoding="utf-8"?>
<p:tagLst xmlns:p="http://schemas.openxmlformats.org/presentationml/2006/main">
  <p:tag name="AS_UNIQUEID" val="115"/>
</p:tagLst>
</file>

<file path=ppt/tags/tag124.xml><?xml version="1.0" encoding="utf-8"?>
<p:tagLst xmlns:p="http://schemas.openxmlformats.org/presentationml/2006/main">
  <p:tag name="AS_UNIQUEID" val="116"/>
</p:tagLst>
</file>

<file path=ppt/tags/tag125.xml><?xml version="1.0" encoding="utf-8"?>
<p:tagLst xmlns:p="http://schemas.openxmlformats.org/presentationml/2006/main">
  <p:tag name="AS_UNIQUEID" val="117"/>
</p:tagLst>
</file>

<file path=ppt/tags/tag126.xml><?xml version="1.0" encoding="utf-8"?>
<p:tagLst xmlns:p="http://schemas.openxmlformats.org/presentationml/2006/main">
  <p:tag name="AS_UNIQUEID" val="118"/>
</p:tagLst>
</file>

<file path=ppt/tags/tag127.xml><?xml version="1.0" encoding="utf-8"?>
<p:tagLst xmlns:p="http://schemas.openxmlformats.org/presentationml/2006/main">
  <p:tag name="AS_UNIQUEID" val="119"/>
</p:tagLst>
</file>

<file path=ppt/tags/tag128.xml><?xml version="1.0" encoding="utf-8"?>
<p:tagLst xmlns:p="http://schemas.openxmlformats.org/presentationml/2006/main">
  <p:tag name="AS_UNIQUEID" val="110"/>
</p:tagLst>
</file>

<file path=ppt/tags/tag129.xml><?xml version="1.0" encoding="utf-8"?>
<p:tagLst xmlns:p="http://schemas.openxmlformats.org/presentationml/2006/main">
  <p:tag name="AS_UNIQUEID" val="111"/>
</p:tagLst>
</file>

<file path=ppt/tags/tag130.xml><?xml version="1.0" encoding="utf-8"?>
<p:tagLst xmlns:p="http://schemas.openxmlformats.org/presentationml/2006/main">
  <p:tag name="AS_UNIQUEID" val="112"/>
</p:tagLst>
</file>

<file path=ppt/tags/tag131.xml><?xml version="1.0" encoding="utf-8"?>
<p:tagLst xmlns:p="http://schemas.openxmlformats.org/presentationml/2006/main">
  <p:tag name="AS_UNIQUEID" val="114"/>
</p:tagLst>
</file>

<file path=ppt/tags/tag132.xml><?xml version="1.0" encoding="utf-8"?>
<p:tagLst xmlns:p="http://schemas.openxmlformats.org/presentationml/2006/main">
  <p:tag name="AS_UNIQUEID" val="125"/>
  <p:tag name="KSO_WM_UNIT_PLACING_PICTURE_USER_VIEWPORT" val="{&quot;height&quot;:6225,&quot;width&quot;:16476}"/>
</p:tagLst>
</file>

<file path=ppt/tags/tag133.xml><?xml version="1.0" encoding="utf-8"?>
<p:tagLst xmlns:p="http://schemas.openxmlformats.org/presentationml/2006/main">
  <p:tag name="AS_UNIQUEID" val="126"/>
  <p:tag name="KSO_WM_UNIT_PLACING_PICTURE_USER_VIEWPORT" val="{&quot;height&quot;:3480.5637795275588,&quot;width&quot;:12780}"/>
</p:tagLst>
</file>

<file path=ppt/tags/tag134.xml><?xml version="1.0" encoding="utf-8"?>
<p:tagLst xmlns:p="http://schemas.openxmlformats.org/presentationml/2006/main">
  <p:tag name="AS_UNIQUEID" val="127"/>
</p:tagLst>
</file>

<file path=ppt/tags/tag135.xml><?xml version="1.0" encoding="utf-8"?>
<p:tagLst xmlns:p="http://schemas.openxmlformats.org/presentationml/2006/main">
  <p:tag name="AS_UNIQUEID" val="121"/>
</p:tagLst>
</file>

<file path=ppt/tags/tag136.xml><?xml version="1.0" encoding="utf-8"?>
<p:tagLst xmlns:p="http://schemas.openxmlformats.org/presentationml/2006/main">
  <p:tag name="AS_UNIQUEID" val="122"/>
</p:tagLst>
</file>

<file path=ppt/tags/tag137.xml><?xml version="1.0" encoding="utf-8"?>
<p:tagLst xmlns:p="http://schemas.openxmlformats.org/presentationml/2006/main">
  <p:tag name="AS_UNIQUEID" val="123"/>
</p:tagLst>
</file>

<file path=ppt/tags/tag138.xml><?xml version="1.0" encoding="utf-8"?>
<p:tagLst xmlns:p="http://schemas.openxmlformats.org/presentationml/2006/main">
  <p:tag name="AS_UNIQUEID" val="133"/>
</p:tagLst>
</file>

<file path=ppt/tags/tag139.xml><?xml version="1.0" encoding="utf-8"?>
<p:tagLst xmlns:p="http://schemas.openxmlformats.org/presentationml/2006/main">
  <p:tag name="AS_UNIQUEID" val="134"/>
</p:tagLst>
</file>

<file path=ppt/tags/tag140.xml><?xml version="1.0" encoding="utf-8"?>
<p:tagLst xmlns:p="http://schemas.openxmlformats.org/presentationml/2006/main">
  <p:tag name="AS_UNIQUEID" val="135"/>
</p:tagLst>
</file>

<file path=ppt/tags/tag141.xml><?xml version="1.0" encoding="utf-8"?>
<p:tagLst xmlns:p="http://schemas.openxmlformats.org/presentationml/2006/main">
  <p:tag name="AS_UNIQUEID" val="136"/>
</p:tagLst>
</file>

<file path=ppt/tags/tag142.xml><?xml version="1.0" encoding="utf-8"?>
<p:tagLst xmlns:p="http://schemas.openxmlformats.org/presentationml/2006/main">
  <p:tag name="AS_UNIQUEID" val="137"/>
</p:tagLst>
</file>

<file path=ppt/tags/tag143.xml><?xml version="1.0" encoding="utf-8"?>
<p:tagLst xmlns:p="http://schemas.openxmlformats.org/presentationml/2006/main">
  <p:tag name="AS_UNIQUEID" val="138"/>
</p:tagLst>
</file>

<file path=ppt/tags/tag144.xml><?xml version="1.0" encoding="utf-8"?>
<p:tagLst xmlns:p="http://schemas.openxmlformats.org/presentationml/2006/main">
  <p:tag name="AS_UNIQUEID" val="139"/>
</p:tagLst>
</file>

<file path=ppt/tags/tag145.xml><?xml version="1.0" encoding="utf-8"?>
<p:tagLst xmlns:p="http://schemas.openxmlformats.org/presentationml/2006/main">
  <p:tag name="AS_UNIQUEID" val="140"/>
</p:tagLst>
</file>

<file path=ppt/tags/tag146.xml><?xml version="1.0" encoding="utf-8"?>
<p:tagLst xmlns:p="http://schemas.openxmlformats.org/presentationml/2006/main">
  <p:tag name="AS_UNIQUEID" val="141"/>
</p:tagLst>
</file>

<file path=ppt/tags/tag147.xml><?xml version="1.0" encoding="utf-8"?>
<p:tagLst xmlns:p="http://schemas.openxmlformats.org/presentationml/2006/main">
  <p:tag name="AS_UNIQUEID" val="142"/>
</p:tagLst>
</file>

<file path=ppt/tags/tag148.xml><?xml version="1.0" encoding="utf-8"?>
<p:tagLst xmlns:p="http://schemas.openxmlformats.org/presentationml/2006/main">
  <p:tag name="AS_UNIQUEID" val="143"/>
</p:tagLst>
</file>

<file path=ppt/tags/tag149.xml><?xml version="1.0" encoding="utf-8"?>
<p:tagLst xmlns:p="http://schemas.openxmlformats.org/presentationml/2006/main">
  <p:tag name="AS_UNIQUEID" val="144"/>
</p:tagLst>
</file>

<file path=ppt/tags/tag150.xml><?xml version="1.0" encoding="utf-8"?>
<p:tagLst xmlns:p="http://schemas.openxmlformats.org/presentationml/2006/main">
  <p:tag name="AS_UNIQUEID" val="145"/>
</p:tagLst>
</file>

<file path=ppt/tags/tag151.xml><?xml version="1.0" encoding="utf-8"?>
<p:tagLst xmlns:p="http://schemas.openxmlformats.org/presentationml/2006/main">
  <p:tag name="AS_UNIQUEID" val="146"/>
</p:tagLst>
</file>

<file path=ppt/tags/tag152.xml><?xml version="1.0" encoding="utf-8"?>
<p:tagLst xmlns:p="http://schemas.openxmlformats.org/presentationml/2006/main">
  <p:tag name="AS_UNIQUEID" val="147"/>
</p:tagLst>
</file>

<file path=ppt/tags/tag153.xml><?xml version="1.0" encoding="utf-8"?>
<p:tagLst xmlns:p="http://schemas.openxmlformats.org/presentationml/2006/main">
  <p:tag name="AS_UNIQUEID" val="148"/>
</p:tagLst>
</file>

<file path=ppt/tags/tag154.xml><?xml version="1.0" encoding="utf-8"?>
<p:tagLst xmlns:p="http://schemas.openxmlformats.org/presentationml/2006/main">
  <p:tag name="AS_UNIQUEID" val="149"/>
</p:tagLst>
</file>

<file path=ppt/tags/tag155.xml><?xml version="1.0" encoding="utf-8"?>
<p:tagLst xmlns:p="http://schemas.openxmlformats.org/presentationml/2006/main">
  <p:tag name="AS_UNIQUEID" val="150"/>
</p:tagLst>
</file>

<file path=ppt/tags/tag156.xml><?xml version="1.0" encoding="utf-8"?>
<p:tagLst xmlns:p="http://schemas.openxmlformats.org/presentationml/2006/main">
  <p:tag name="AS_UNIQUEID" val="151"/>
  <p:tag name="KSO_WM_BEAUTIFY_FLAG" val="#wm#"/>
  <p:tag name="KSO_WM_DIAGRAM_GROUP_CODE" val="l1-1"/>
  <p:tag name="KSO_WM_TAG_VERSION" val="1.0"/>
  <p:tag name="KSO_WM_TEMPLATE_CATEGORY" val="diagram"/>
  <p:tag name="KSO_WM_TEMPLATE_INDEX" val="20169883"/>
  <p:tag name="KSO_WM_UNIT_COMPATIBLE" val="0"/>
  <p:tag name="KSO_WM_UNIT_DIAGRAM_ISNUMVISUAL" val="0"/>
  <p:tag name="KSO_WM_UNIT_DIAGRAM_ISREFERUNIT" val="0"/>
  <p:tag name="KSO_WM_UNIT_HIGHLIGHT" val="0"/>
  <p:tag name="KSO_WM_UNIT_ID" val="diagram20169883_1*l_h_f*1_1_1"/>
  <p:tag name="KSO_WM_UNIT_INDEX" val="1_1_1"/>
  <p:tag name="KSO_WM_UNIT_LAYERLEVEL" val="1_1_1"/>
  <p:tag name="KSO_WM_UNIT_NOCLEAR" val="0"/>
  <p:tag name="KSO_WM_UNIT_PRESET_TEXT" val="单击此处添加文本具体内容，简明扼要地阐述你的观点。"/>
  <p:tag name="KSO_WM_UNIT_SUBTYPE" val="a"/>
  <p:tag name="KSO_WM_UNIT_TEXT_FILL_FORE_SCHEMECOLOR_INDEX" val="13"/>
  <p:tag name="KSO_WM_UNIT_TEXT_FILL_TYPE" val="1"/>
  <p:tag name="KSO_WM_UNIT_TYPE" val="l_h_f"/>
  <p:tag name="KSO_WM_UNIT_VALUE" val="40"/>
</p:tagLst>
</file>

<file path=ppt/tags/tag157.xml><?xml version="1.0" encoding="utf-8"?>
<p:tagLst xmlns:p="http://schemas.openxmlformats.org/presentationml/2006/main">
  <p:tag name="AS_UNIQUEID" val="129"/>
</p:tagLst>
</file>

<file path=ppt/tags/tag158.xml><?xml version="1.0" encoding="utf-8"?>
<p:tagLst xmlns:p="http://schemas.openxmlformats.org/presentationml/2006/main">
  <p:tag name="AS_UNIQUEID" val="130"/>
</p:tagLst>
</file>

<file path=ppt/tags/tag159.xml><?xml version="1.0" encoding="utf-8"?>
<p:tagLst xmlns:p="http://schemas.openxmlformats.org/presentationml/2006/main">
  <p:tag name="AS_UNIQUEID" val="131"/>
</p:tagLst>
</file>

<file path=ppt/tags/tag160.xml><?xml version="1.0" encoding="utf-8"?>
<p:tagLst xmlns:p="http://schemas.openxmlformats.org/presentationml/2006/main">
  <p:tag name="AS_UNIQUEID" val="157"/>
</p:tagLst>
</file>

<file path=ppt/tags/tag161.xml><?xml version="1.0" encoding="utf-8"?>
<p:tagLst xmlns:p="http://schemas.openxmlformats.org/presentationml/2006/main">
  <p:tag name="AS_UNIQUEID" val="153"/>
</p:tagLst>
</file>

<file path=ppt/tags/tag162.xml><?xml version="1.0" encoding="utf-8"?>
<p:tagLst xmlns:p="http://schemas.openxmlformats.org/presentationml/2006/main">
  <p:tag name="AS_UNIQUEID" val="154"/>
</p:tagLst>
</file>

<file path=ppt/tags/tag163.xml><?xml version="1.0" encoding="utf-8"?>
<p:tagLst xmlns:p="http://schemas.openxmlformats.org/presentationml/2006/main">
  <p:tag name="AS_UNIQUEID" val="155"/>
</p:tagLst>
</file>

<file path=ppt/tags/tag164.xml><?xml version="1.0" encoding="utf-8"?>
<p:tagLst xmlns:p="http://schemas.openxmlformats.org/presentationml/2006/main">
  <p:tag name="AS_UNIQUEID" val="157"/>
</p:tagLst>
</file>

<file path=ppt/tags/tag165.xml><?xml version="1.0" encoding="utf-8"?>
<p:tagLst xmlns:p="http://schemas.openxmlformats.org/presentationml/2006/main">
  <p:tag name="AS_UNIQUEID" val="303"/>
</p:tagLst>
</file>

<file path=ppt/tags/tag166.xml><?xml version="1.0" encoding="utf-8"?>
<p:tagLst xmlns:p="http://schemas.openxmlformats.org/presentationml/2006/main">
  <p:tag name="AS_UNIQUEID" val="240"/>
</p:tagLst>
</file>

<file path=ppt/tags/tag167.xml><?xml version="1.0" encoding="utf-8"?>
<p:tagLst xmlns:p="http://schemas.openxmlformats.org/presentationml/2006/main">
  <p:tag name="AS_UNIQUEID" val="241"/>
</p:tagLst>
</file>

<file path=ppt/tags/tag168.xml><?xml version="1.0" encoding="utf-8"?>
<p:tagLst xmlns:p="http://schemas.openxmlformats.org/presentationml/2006/main">
  <p:tag name="AS_UNIQUEID" val="242"/>
</p:tagLst>
</file>

<file path=ppt/tags/tag169.xml><?xml version="1.0" encoding="utf-8"?>
<p:tagLst xmlns:p="http://schemas.openxmlformats.org/presentationml/2006/main">
  <p:tag name="AS_UNIQUEID" val="243"/>
</p:tagLst>
</file>

<file path=ppt/tags/tag170.xml><?xml version="1.0" encoding="utf-8"?>
<p:tagLst xmlns:p="http://schemas.openxmlformats.org/presentationml/2006/main">
  <p:tag name="AS_UNIQUEID" val="245"/>
</p:tagLst>
</file>

<file path=ppt/tags/tag171.xml><?xml version="1.0" encoding="utf-8"?>
<p:tagLst xmlns:p="http://schemas.openxmlformats.org/presentationml/2006/main">
  <p:tag name="AS_UNIQUEID" val="246"/>
</p:tagLst>
</file>

<file path=ppt/tags/tag172.xml><?xml version="1.0" encoding="utf-8"?>
<p:tagLst xmlns:p="http://schemas.openxmlformats.org/presentationml/2006/main">
  <p:tag name="AS_UNIQUEID" val="247"/>
</p:tagLst>
</file>

<file path=ppt/tags/tag173.xml><?xml version="1.0" encoding="utf-8"?>
<p:tagLst xmlns:p="http://schemas.openxmlformats.org/presentationml/2006/main">
  <p:tag name="AS_UNIQUEID" val="248"/>
</p:tagLst>
</file>

<file path=ppt/tags/tag174.xml><?xml version="1.0" encoding="utf-8"?>
<p:tagLst xmlns:p="http://schemas.openxmlformats.org/presentationml/2006/main">
  <p:tag name="AS_UNIQUEID" val="249"/>
</p:tagLst>
</file>

<file path=ppt/tags/tag175.xml><?xml version="1.0" encoding="utf-8"?>
<p:tagLst xmlns:p="http://schemas.openxmlformats.org/presentationml/2006/main">
  <p:tag name="AS_UNIQUEID" val="250"/>
</p:tagLst>
</file>

<file path=ppt/tags/tag176.xml><?xml version="1.0" encoding="utf-8"?>
<p:tagLst xmlns:p="http://schemas.openxmlformats.org/presentationml/2006/main">
  <p:tag name="AS_UNIQUEID" val="251"/>
</p:tagLst>
</file>

<file path=ppt/tags/tag177.xml><?xml version="1.0" encoding="utf-8"?>
<p:tagLst xmlns:p="http://schemas.openxmlformats.org/presentationml/2006/main">
  <p:tag name="AS_UNIQUEID" val="252"/>
</p:tagLst>
</file>

<file path=ppt/tags/tag178.xml><?xml version="1.0" encoding="utf-8"?>
<p:tagLst xmlns:p="http://schemas.openxmlformats.org/presentationml/2006/main">
  <p:tag name="AS_UNIQUEID" val="253"/>
</p:tagLst>
</file>

<file path=ppt/tags/tag179.xml><?xml version="1.0" encoding="utf-8"?>
<p:tagLst xmlns:p="http://schemas.openxmlformats.org/presentationml/2006/main">
  <p:tag name="AS_UNIQUEID" val="254"/>
</p:tagLst>
</file>

<file path=ppt/tags/tag180.xml><?xml version="1.0" encoding="utf-8"?>
<p:tagLst xmlns:p="http://schemas.openxmlformats.org/presentationml/2006/main">
  <p:tag name="AS_UNIQUEID" val="255"/>
</p:tagLst>
</file>

<file path=ppt/tags/tag181.xml><?xml version="1.0" encoding="utf-8"?>
<p:tagLst xmlns:p="http://schemas.openxmlformats.org/presentationml/2006/main">
  <p:tag name="AS_UNIQUEID" val="256"/>
</p:tagLst>
</file>

<file path=ppt/tags/tag182.xml><?xml version="1.0" encoding="utf-8"?>
<p:tagLst xmlns:p="http://schemas.openxmlformats.org/presentationml/2006/main">
  <p:tag name="AS_UNIQUEID" val="257"/>
</p:tagLst>
</file>

<file path=ppt/tags/tag183.xml><?xml version="1.0" encoding="utf-8"?>
<p:tagLst xmlns:p="http://schemas.openxmlformats.org/presentationml/2006/main">
  <p:tag name="AS_UNIQUEID" val="258"/>
</p:tagLst>
</file>

<file path=ppt/tags/tag184.xml><?xml version="1.0" encoding="utf-8"?>
<p:tagLst xmlns:p="http://schemas.openxmlformats.org/presentationml/2006/main">
  <p:tag name="AS_UNIQUEID" val="259"/>
</p:tagLst>
</file>

<file path=ppt/tags/tag185.xml><?xml version="1.0" encoding="utf-8"?>
<p:tagLst xmlns:p="http://schemas.openxmlformats.org/presentationml/2006/main">
  <p:tag name="AS_UNIQUEID" val="260"/>
</p:tagLst>
</file>

<file path=ppt/tags/tag186.xml><?xml version="1.0" encoding="utf-8"?>
<p:tagLst xmlns:p="http://schemas.openxmlformats.org/presentationml/2006/main">
  <p:tag name="AS_UNIQUEID" val="261"/>
</p:tagLst>
</file>

<file path=ppt/tags/tag187.xml><?xml version="1.0" encoding="utf-8"?>
<p:tagLst xmlns:p="http://schemas.openxmlformats.org/presentationml/2006/main">
  <p:tag name="AS_UNIQUEID" val="262"/>
</p:tagLst>
</file>

<file path=ppt/tags/tag188.xml><?xml version="1.0" encoding="utf-8"?>
<p:tagLst xmlns:p="http://schemas.openxmlformats.org/presentationml/2006/main">
  <p:tag name="AS_UNIQUEID" val="263"/>
</p:tagLst>
</file>

<file path=ppt/tags/tag189.xml><?xml version="1.0" encoding="utf-8"?>
<p:tagLst xmlns:p="http://schemas.openxmlformats.org/presentationml/2006/main">
  <p:tag name="AS_UNIQUEID" val="264"/>
</p:tagLst>
</file>

<file path=ppt/tags/tag190.xml><?xml version="1.0" encoding="utf-8"?>
<p:tagLst xmlns:p="http://schemas.openxmlformats.org/presentationml/2006/main">
  <p:tag name="AS_UNIQUEID" val="265"/>
</p:tagLst>
</file>

<file path=ppt/tags/tag191.xml><?xml version="1.0" encoding="utf-8"?>
<p:tagLst xmlns:p="http://schemas.openxmlformats.org/presentationml/2006/main">
  <p:tag name="AS_UNIQUEID" val="266"/>
</p:tagLst>
</file>

<file path=ppt/tags/tag192.xml><?xml version="1.0" encoding="utf-8"?>
<p:tagLst xmlns:p="http://schemas.openxmlformats.org/presentationml/2006/main">
  <p:tag name="AS_UNIQUEID" val="267"/>
</p:tagLst>
</file>

<file path=ppt/tags/tag193.xml><?xml version="1.0" encoding="utf-8"?>
<p:tagLst xmlns:p="http://schemas.openxmlformats.org/presentationml/2006/main">
  <p:tag name="AS_UNIQUEID" val="268"/>
</p:tagLst>
</file>

<file path=ppt/tags/tag194.xml><?xml version="1.0" encoding="utf-8"?>
<p:tagLst xmlns:p="http://schemas.openxmlformats.org/presentationml/2006/main">
  <p:tag name="AS_UNIQUEID" val="269"/>
</p:tagLst>
</file>

<file path=ppt/tags/tag195.xml><?xml version="1.0" encoding="utf-8"?>
<p:tagLst xmlns:p="http://schemas.openxmlformats.org/presentationml/2006/main">
  <p:tag name="AS_UNIQUEID" val="270"/>
</p:tagLst>
</file>

<file path=ppt/tags/tag196.xml><?xml version="1.0" encoding="utf-8"?>
<p:tagLst xmlns:p="http://schemas.openxmlformats.org/presentationml/2006/main">
  <p:tag name="AS_UNIQUEID" val="271"/>
</p:tagLst>
</file>

<file path=ppt/tags/tag197.xml><?xml version="1.0" encoding="utf-8"?>
<p:tagLst xmlns:p="http://schemas.openxmlformats.org/presentationml/2006/main">
  <p:tag name="AS_UNIQUEID" val="272"/>
</p:tagLst>
</file>

<file path=ppt/tags/tag198.xml><?xml version="1.0" encoding="utf-8"?>
<p:tagLst xmlns:p="http://schemas.openxmlformats.org/presentationml/2006/main">
  <p:tag name="AS_UNIQUEID" val="273"/>
</p:tagLst>
</file>

<file path=ppt/tags/tag199.xml><?xml version="1.0" encoding="utf-8"?>
<p:tagLst xmlns:p="http://schemas.openxmlformats.org/presentationml/2006/main">
  <p:tag name="AS_UNIQUEID" val="274"/>
</p:tagLst>
</file>

<file path=ppt/tags/tag200.xml><?xml version="1.0" encoding="utf-8"?>
<p:tagLst xmlns:p="http://schemas.openxmlformats.org/presentationml/2006/main">
  <p:tag name="AS_UNIQUEID" val="275"/>
</p:tagLst>
</file>

<file path=ppt/tags/tag201.xml><?xml version="1.0" encoding="utf-8"?>
<p:tagLst xmlns:p="http://schemas.openxmlformats.org/presentationml/2006/main">
  <p:tag name="AS_UNIQUEID" val="276"/>
</p:tagLst>
</file>

<file path=ppt/tags/tag202.xml><?xml version="1.0" encoding="utf-8"?>
<p:tagLst xmlns:p="http://schemas.openxmlformats.org/presentationml/2006/main">
  <p:tag name="AS_UNIQUEID" val="277"/>
</p:tagLst>
</file>

<file path=ppt/tags/tag203.xml><?xml version="1.0" encoding="utf-8"?>
<p:tagLst xmlns:p="http://schemas.openxmlformats.org/presentationml/2006/main">
  <p:tag name="AS_UNIQUEID" val="278"/>
</p:tagLst>
</file>

<file path=ppt/tags/tag204.xml><?xml version="1.0" encoding="utf-8"?>
<p:tagLst xmlns:p="http://schemas.openxmlformats.org/presentationml/2006/main">
  <p:tag name="AS_UNIQUEID" val="279"/>
</p:tagLst>
</file>

<file path=ppt/tags/tag205.xml><?xml version="1.0" encoding="utf-8"?>
<p:tagLst xmlns:p="http://schemas.openxmlformats.org/presentationml/2006/main">
  <p:tag name="AS_UNIQUEID" val="280"/>
</p:tagLst>
</file>

<file path=ppt/tags/tag206.xml><?xml version="1.0" encoding="utf-8"?>
<p:tagLst xmlns:p="http://schemas.openxmlformats.org/presentationml/2006/main">
  <p:tag name="AS_UNIQUEID" val="281"/>
</p:tagLst>
</file>

<file path=ppt/tags/tag207.xml><?xml version="1.0" encoding="utf-8"?>
<p:tagLst xmlns:p="http://schemas.openxmlformats.org/presentationml/2006/main">
  <p:tag name="AS_UNIQUEID" val="282"/>
</p:tagLst>
</file>

<file path=ppt/tags/tag208.xml><?xml version="1.0" encoding="utf-8"?>
<p:tagLst xmlns:p="http://schemas.openxmlformats.org/presentationml/2006/main">
  <p:tag name="AS_UNIQUEID" val="283"/>
</p:tagLst>
</file>

<file path=ppt/tags/tag209.xml><?xml version="1.0" encoding="utf-8"?>
<p:tagLst xmlns:p="http://schemas.openxmlformats.org/presentationml/2006/main">
  <p:tag name="AS_UNIQUEID" val="284"/>
</p:tagLst>
</file>

<file path=ppt/tags/tag210.xml><?xml version="1.0" encoding="utf-8"?>
<p:tagLst xmlns:p="http://schemas.openxmlformats.org/presentationml/2006/main">
  <p:tag name="AS_UNIQUEID" val="285"/>
</p:tagLst>
</file>

<file path=ppt/tags/tag211.xml><?xml version="1.0" encoding="utf-8"?>
<p:tagLst xmlns:p="http://schemas.openxmlformats.org/presentationml/2006/main">
  <p:tag name="AS_UNIQUEID" val="286"/>
</p:tagLst>
</file>

<file path=ppt/tags/tag212.xml><?xml version="1.0" encoding="utf-8"?>
<p:tagLst xmlns:p="http://schemas.openxmlformats.org/presentationml/2006/main">
  <p:tag name="AS_UNIQUEID" val="287"/>
</p:tagLst>
</file>

<file path=ppt/tags/tag213.xml><?xml version="1.0" encoding="utf-8"?>
<p:tagLst xmlns:p="http://schemas.openxmlformats.org/presentationml/2006/main">
  <p:tag name="AS_UNIQUEID" val="288"/>
</p:tagLst>
</file>

<file path=ppt/tags/tag214.xml><?xml version="1.0" encoding="utf-8"?>
<p:tagLst xmlns:p="http://schemas.openxmlformats.org/presentationml/2006/main">
  <p:tag name="AS_UNIQUEID" val="289"/>
</p:tagLst>
</file>

<file path=ppt/tags/tag215.xml><?xml version="1.0" encoding="utf-8"?>
<p:tagLst xmlns:p="http://schemas.openxmlformats.org/presentationml/2006/main">
  <p:tag name="AS_UNIQUEID" val="290"/>
</p:tagLst>
</file>

<file path=ppt/tags/tag216.xml><?xml version="1.0" encoding="utf-8"?>
<p:tagLst xmlns:p="http://schemas.openxmlformats.org/presentationml/2006/main">
  <p:tag name="AS_UNIQUEID" val="291"/>
</p:tagLst>
</file>

<file path=ppt/tags/tag217.xml><?xml version="1.0" encoding="utf-8"?>
<p:tagLst xmlns:p="http://schemas.openxmlformats.org/presentationml/2006/main">
  <p:tag name="AS_UNIQUEID" val="292"/>
</p:tagLst>
</file>

<file path=ppt/tags/tag218.xml><?xml version="1.0" encoding="utf-8"?>
<p:tagLst xmlns:p="http://schemas.openxmlformats.org/presentationml/2006/main">
  <p:tag name="AS_UNIQUEID" val="293"/>
</p:tagLst>
</file>

<file path=ppt/tags/tag219.xml><?xml version="1.0" encoding="utf-8"?>
<p:tagLst xmlns:p="http://schemas.openxmlformats.org/presentationml/2006/main">
  <p:tag name="AS_UNIQUEID" val="294"/>
</p:tagLst>
</file>

<file path=ppt/tags/tag220.xml><?xml version="1.0" encoding="utf-8"?>
<p:tagLst xmlns:p="http://schemas.openxmlformats.org/presentationml/2006/main">
  <p:tag name="AS_UNIQUEID" val="295"/>
</p:tagLst>
</file>

<file path=ppt/tags/tag221.xml><?xml version="1.0" encoding="utf-8"?>
<p:tagLst xmlns:p="http://schemas.openxmlformats.org/presentationml/2006/main">
  <p:tag name="AS_UNIQUEID" val="296"/>
</p:tagLst>
</file>

<file path=ppt/tags/tag222.xml><?xml version="1.0" encoding="utf-8"?>
<p:tagLst xmlns:p="http://schemas.openxmlformats.org/presentationml/2006/main">
  <p:tag name="AS_UNIQUEID" val="297"/>
</p:tagLst>
</file>

<file path=ppt/tags/tag223.xml><?xml version="1.0" encoding="utf-8"?>
<p:tagLst xmlns:p="http://schemas.openxmlformats.org/presentationml/2006/main">
  <p:tag name="AS_UNIQUEID" val="298"/>
</p:tagLst>
</file>

<file path=ppt/tags/tag224.xml><?xml version="1.0" encoding="utf-8"?>
<p:tagLst xmlns:p="http://schemas.openxmlformats.org/presentationml/2006/main">
  <p:tag name="AS_UNIQUEID" val="299"/>
</p:tagLst>
</file>

<file path=ppt/tags/tag225.xml><?xml version="1.0" encoding="utf-8"?>
<p:tagLst xmlns:p="http://schemas.openxmlformats.org/presentationml/2006/main">
  <p:tag name="AS_UNIQUEID" val="300"/>
</p:tagLst>
</file>

<file path=ppt/tags/tag226.xml><?xml version="1.0" encoding="utf-8"?>
<p:tagLst xmlns:p="http://schemas.openxmlformats.org/presentationml/2006/main">
  <p:tag name="AS_UNIQUEID" val="301"/>
</p:tagLst>
</file>

<file path=ppt/tags/tag227.xml><?xml version="1.0" encoding="utf-8"?>
<p:tagLst xmlns:p="http://schemas.openxmlformats.org/presentationml/2006/main">
  <p:tag name="AS_UNIQUEID" val="302"/>
</p:tagLst>
</file>

<file path=ppt/tags/tag228.xml><?xml version="1.0" encoding="utf-8"?>
<p:tagLst xmlns:p="http://schemas.openxmlformats.org/presentationml/2006/main">
  <p:tag name="AS_UNIQUEID" val="303"/>
</p:tagLst>
</file>

<file path=ppt/tags/tag229.xml><?xml version="1.0" encoding="utf-8"?>
<p:tagLst xmlns:p="http://schemas.openxmlformats.org/presentationml/2006/main">
  <p:tag name="AS_UNIQUEID" val="304"/>
</p:tagLst>
</file>

<file path=ppt/tags/tag230.xml><?xml version="1.0" encoding="utf-8"?>
<p:tagLst xmlns:p="http://schemas.openxmlformats.org/presentationml/2006/main">
  <p:tag name="AS_UNIQUEID" val="305"/>
</p:tagLst>
</file>

<file path=ppt/tags/tag231.xml><?xml version="1.0" encoding="utf-8"?>
<p:tagLst xmlns:p="http://schemas.openxmlformats.org/presentationml/2006/main">
  <p:tag name="AS_UNIQUEID" val="306"/>
</p:tagLst>
</file>

<file path=ppt/tags/tag232.xml><?xml version="1.0" encoding="utf-8"?>
<p:tagLst xmlns:p="http://schemas.openxmlformats.org/presentationml/2006/main">
  <p:tag name="AS_UNIQUEID" val="307"/>
</p:tagLst>
</file>

<file path=ppt/tags/tag233.xml><?xml version="1.0" encoding="utf-8"?>
<p:tagLst xmlns:p="http://schemas.openxmlformats.org/presentationml/2006/main">
  <p:tag name="AS_UNIQUEID" val="308"/>
</p:tagLst>
</file>

<file path=ppt/tags/tag234.xml><?xml version="1.0" encoding="utf-8"?>
<p:tagLst xmlns:p="http://schemas.openxmlformats.org/presentationml/2006/main">
  <p:tag name="AS_UNIQUEID" val="309"/>
</p:tagLst>
</file>

<file path=ppt/tags/tag235.xml><?xml version="1.0" encoding="utf-8"?>
<p:tagLst xmlns:p="http://schemas.openxmlformats.org/presentationml/2006/main">
  <p:tag name="AS_UNIQUEID" val="310"/>
</p:tagLst>
</file>

<file path=ppt/tags/tag236.xml><?xml version="1.0" encoding="utf-8"?>
<p:tagLst xmlns:p="http://schemas.openxmlformats.org/presentationml/2006/main">
  <p:tag name="AS_UNIQUEID" val="311"/>
</p:tagLst>
</file>

<file path=ppt/tags/tag237.xml><?xml version="1.0" encoding="utf-8"?>
<p:tagLst xmlns:p="http://schemas.openxmlformats.org/presentationml/2006/main">
  <p:tag name="AS_UNIQUEID" val="312"/>
</p:tagLst>
</file>

<file path=ppt/tags/tag238.xml><?xml version="1.0" encoding="utf-8"?>
<p:tagLst xmlns:p="http://schemas.openxmlformats.org/presentationml/2006/main">
  <p:tag name="AS_UNIQUEID" val="313"/>
</p:tagLst>
</file>

<file path=ppt/tags/tag239.xml><?xml version="1.0" encoding="utf-8"?>
<p:tagLst xmlns:p="http://schemas.openxmlformats.org/presentationml/2006/main">
  <p:tag name="AS_UNIQUEID" val="314"/>
</p:tagLst>
</file>

<file path=ppt/tags/tag240.xml><?xml version="1.0" encoding="utf-8"?>
<p:tagLst xmlns:p="http://schemas.openxmlformats.org/presentationml/2006/main">
  <p:tag name="AS_UNIQUEID" val="315"/>
</p:tagLst>
</file>

<file path=ppt/tags/tag241.xml><?xml version="1.0" encoding="utf-8"?>
<p:tagLst xmlns:p="http://schemas.openxmlformats.org/presentationml/2006/main">
  <p:tag name="AS_UNIQUEID" val="316"/>
</p:tagLst>
</file>

<file path=ppt/tags/tag242.xml><?xml version="1.0" encoding="utf-8"?>
<p:tagLst xmlns:p="http://schemas.openxmlformats.org/presentationml/2006/main">
  <p:tag name="AS_UNIQUEID" val="317"/>
</p:tagLst>
</file>

<file path=ppt/tags/tag243.xml><?xml version="1.0" encoding="utf-8"?>
<p:tagLst xmlns:p="http://schemas.openxmlformats.org/presentationml/2006/main">
  <p:tag name="AS_UNIQUEID" val="318"/>
</p:tagLst>
</file>

<file path=ppt/tags/tag244.xml><?xml version="1.0" encoding="utf-8"?>
<p:tagLst xmlns:p="http://schemas.openxmlformats.org/presentationml/2006/main">
  <p:tag name="AS_UNIQUEID" val="319"/>
</p:tagLst>
</file>

<file path=ppt/tags/tag245.xml><?xml version="1.0" encoding="utf-8"?>
<p:tagLst xmlns:p="http://schemas.openxmlformats.org/presentationml/2006/main">
  <p:tag name="AS_UNIQUEID" val="320"/>
</p:tagLst>
</file>

<file path=ppt/tags/tag246.xml><?xml version="1.0" encoding="utf-8"?>
<p:tagLst xmlns:p="http://schemas.openxmlformats.org/presentationml/2006/main">
  <p:tag name="AS_UNIQUEID" val="321"/>
</p:tagLst>
</file>

<file path=ppt/tags/tag247.xml><?xml version="1.0" encoding="utf-8"?>
<p:tagLst xmlns:p="http://schemas.openxmlformats.org/presentationml/2006/main">
  <p:tag name="AS_UNIQUEID" val="322"/>
</p:tagLst>
</file>

<file path=ppt/tags/tag248.xml><?xml version="1.0" encoding="utf-8"?>
<p:tagLst xmlns:p="http://schemas.openxmlformats.org/presentationml/2006/main">
  <p:tag name="AS_UNIQUEID" val="323"/>
</p:tagLst>
</file>

<file path=ppt/tags/tag249.xml><?xml version="1.0" encoding="utf-8"?>
<p:tagLst xmlns:p="http://schemas.openxmlformats.org/presentationml/2006/main">
  <p:tag name="AS_UNIQUEID" val="324"/>
</p:tagLst>
</file>

<file path=ppt/tags/tag250.xml><?xml version="1.0" encoding="utf-8"?>
<p:tagLst xmlns:p="http://schemas.openxmlformats.org/presentationml/2006/main">
  <p:tag name="AS_UNIQUEID" val="325"/>
</p:tagLst>
</file>

<file path=ppt/tags/tag251.xml><?xml version="1.0" encoding="utf-8"?>
<p:tagLst xmlns:p="http://schemas.openxmlformats.org/presentationml/2006/main">
  <p:tag name="AS_UNIQUEID" val="326"/>
</p:tagLst>
</file>

<file path=ppt/tags/tag252.xml><?xml version="1.0" encoding="utf-8"?>
<p:tagLst xmlns:p="http://schemas.openxmlformats.org/presentationml/2006/main">
  <p:tag name="AS_UNIQUEID" val="327"/>
</p:tagLst>
</file>

<file path=ppt/tags/tag253.xml><?xml version="1.0" encoding="utf-8"?>
<p:tagLst xmlns:p="http://schemas.openxmlformats.org/presentationml/2006/main">
  <p:tag name="AS_UNIQUEID" val="328"/>
</p:tagLst>
</file>

<file path=ppt/tags/tag254.xml><?xml version="1.0" encoding="utf-8"?>
<p:tagLst xmlns:p="http://schemas.openxmlformats.org/presentationml/2006/main">
  <p:tag name="AS_UNIQUEID" val="329"/>
</p:tagLst>
</file>

<file path=ppt/tags/tag255.xml><?xml version="1.0" encoding="utf-8"?>
<p:tagLst xmlns:p="http://schemas.openxmlformats.org/presentationml/2006/main">
  <p:tag name="AS_UNIQUEID" val="330"/>
</p:tagLst>
</file>

<file path=ppt/tags/tag256.xml><?xml version="1.0" encoding="utf-8"?>
<p:tagLst xmlns:p="http://schemas.openxmlformats.org/presentationml/2006/main">
  <p:tag name="AS_UNIQUEID" val="331"/>
</p:tagLst>
</file>

<file path=ppt/tags/tag257.xml><?xml version="1.0" encoding="utf-8"?>
<p:tagLst xmlns:p="http://schemas.openxmlformats.org/presentationml/2006/main">
  <p:tag name="AS_UNIQUEID" val="332"/>
</p:tagLst>
</file>

<file path=ppt/tags/tag258.xml><?xml version="1.0" encoding="utf-8"?>
<p:tagLst xmlns:p="http://schemas.openxmlformats.org/presentationml/2006/main">
  <p:tag name="AS_UNIQUEID" val="333"/>
</p:tagLst>
</file>

<file path=ppt/tags/tag259.xml><?xml version="1.0" encoding="utf-8"?>
<p:tagLst xmlns:p="http://schemas.openxmlformats.org/presentationml/2006/main">
  <p:tag name="AS_UNIQUEID" val="334"/>
</p:tagLst>
</file>

<file path=ppt/tags/tag260.xml><?xml version="1.0" encoding="utf-8"?>
<p:tagLst xmlns:p="http://schemas.openxmlformats.org/presentationml/2006/main">
  <p:tag name="AS_UNIQUEID" val="335"/>
</p:tagLst>
</file>

<file path=ppt/tags/tag261.xml><?xml version="1.0" encoding="utf-8"?>
<p:tagLst xmlns:p="http://schemas.openxmlformats.org/presentationml/2006/main">
  <p:tag name="AS_UNIQUEID" val="336"/>
</p:tagLst>
</file>

<file path=ppt/tags/tag262.xml><?xml version="1.0" encoding="utf-8"?>
<p:tagLst xmlns:p="http://schemas.openxmlformats.org/presentationml/2006/main">
  <p:tag name="AS_UNIQUEID" val="337"/>
</p:tagLst>
</file>

<file path=ppt/tags/tag263.xml><?xml version="1.0" encoding="utf-8"?>
<p:tagLst xmlns:p="http://schemas.openxmlformats.org/presentationml/2006/main">
  <p:tag name="AS_UNIQUEID" val="338"/>
</p:tagLst>
</file>

<file path=ppt/tags/tag264.xml><?xml version="1.0" encoding="utf-8"?>
<p:tagLst xmlns:p="http://schemas.openxmlformats.org/presentationml/2006/main">
  <p:tag name="AS_UNIQUEID" val="339"/>
</p:tagLst>
</file>

<file path=ppt/tags/tag265.xml><?xml version="1.0" encoding="utf-8"?>
<p:tagLst xmlns:p="http://schemas.openxmlformats.org/presentationml/2006/main">
  <p:tag name="AS_UNIQUEID" val="340"/>
</p:tagLst>
</file>

<file path=ppt/tags/tag266.xml><?xml version="1.0" encoding="utf-8"?>
<p:tagLst xmlns:p="http://schemas.openxmlformats.org/presentationml/2006/main">
  <p:tag name="AS_UNIQUEID" val="341"/>
</p:tagLst>
</file>

<file path=ppt/tags/tag267.xml><?xml version="1.0" encoding="utf-8"?>
<p:tagLst xmlns:p="http://schemas.openxmlformats.org/presentationml/2006/main">
  <p:tag name="AS_UNIQUEID" val="342"/>
</p:tagLst>
</file>

<file path=ppt/tags/tag268.xml><?xml version="1.0" encoding="utf-8"?>
<p:tagLst xmlns:p="http://schemas.openxmlformats.org/presentationml/2006/main">
  <p:tag name="AS_UNIQUEID" val="343"/>
</p:tagLst>
</file>

<file path=ppt/tags/tag269.xml><?xml version="1.0" encoding="utf-8"?>
<p:tagLst xmlns:p="http://schemas.openxmlformats.org/presentationml/2006/main">
  <p:tag name="AS_UNIQUEID" val="344"/>
</p:tagLst>
</file>

<file path=ppt/tags/tag270.xml><?xml version="1.0" encoding="utf-8"?>
<p:tagLst xmlns:p="http://schemas.openxmlformats.org/presentationml/2006/main">
  <p:tag name="AS_UNIQUEID" val="345"/>
</p:tagLst>
</file>

<file path=ppt/tags/tag271.xml><?xml version="1.0" encoding="utf-8"?>
<p:tagLst xmlns:p="http://schemas.openxmlformats.org/presentationml/2006/main">
  <p:tag name="AS_UNIQUEID" val="346"/>
</p:tagLst>
</file>

<file path=ppt/tags/tag272.xml><?xml version="1.0" encoding="utf-8"?>
<p:tagLst xmlns:p="http://schemas.openxmlformats.org/presentationml/2006/main">
  <p:tag name="AS_UNIQUEID" val="347"/>
</p:tagLst>
</file>

<file path=ppt/tags/tag273.xml><?xml version="1.0" encoding="utf-8"?>
<p:tagLst xmlns:p="http://schemas.openxmlformats.org/presentationml/2006/main">
  <p:tag name="AS_UNIQUEID" val="348"/>
</p:tagLst>
</file>

<file path=ppt/tags/tag274.xml><?xml version="1.0" encoding="utf-8"?>
<p:tagLst xmlns:p="http://schemas.openxmlformats.org/presentationml/2006/main">
  <p:tag name="AS_UNIQUEID" val="349"/>
</p:tagLst>
</file>

<file path=ppt/tags/tag275.xml><?xml version="1.0" encoding="utf-8"?>
<p:tagLst xmlns:p="http://schemas.openxmlformats.org/presentationml/2006/main">
  <p:tag name="AS_UNIQUEID" val="350"/>
</p:tagLst>
</file>

<file path=ppt/tags/tag276.xml><?xml version="1.0" encoding="utf-8"?>
<p:tagLst xmlns:p="http://schemas.openxmlformats.org/presentationml/2006/main">
  <p:tag name="AS_UNIQUEID" val="351"/>
</p:tagLst>
</file>

<file path=ppt/tags/tag277.xml><?xml version="1.0" encoding="utf-8"?>
<p:tagLst xmlns:p="http://schemas.openxmlformats.org/presentationml/2006/main">
  <p:tag name="AS_UNIQUEID" val="352"/>
</p:tagLst>
</file>

<file path=ppt/tags/tag278.xml><?xml version="1.0" encoding="utf-8"?>
<p:tagLst xmlns:p="http://schemas.openxmlformats.org/presentationml/2006/main">
  <p:tag name="AS_UNIQUEID" val="353"/>
</p:tagLst>
</file>

<file path=ppt/tags/tag279.xml><?xml version="1.0" encoding="utf-8"?>
<p:tagLst xmlns:p="http://schemas.openxmlformats.org/presentationml/2006/main">
  <p:tag name="AS_UNIQUEID" val="354"/>
</p:tagLst>
</file>

<file path=ppt/tags/tag280.xml><?xml version="1.0" encoding="utf-8"?>
<p:tagLst xmlns:p="http://schemas.openxmlformats.org/presentationml/2006/main">
  <p:tag name="AS_UNIQUEID" val="355"/>
</p:tagLst>
</file>

<file path=ppt/tags/tag281.xml><?xml version="1.0" encoding="utf-8"?>
<p:tagLst xmlns:p="http://schemas.openxmlformats.org/presentationml/2006/main">
  <p:tag name="AS_UNIQUEID" val="356"/>
</p:tagLst>
</file>

<file path=ppt/tags/tag282.xml><?xml version="1.0" encoding="utf-8"?>
<p:tagLst xmlns:p="http://schemas.openxmlformats.org/presentationml/2006/main">
  <p:tag name="AS_UNIQUEID" val="357"/>
</p:tagLst>
</file>

<file path=ppt/tags/tag283.xml><?xml version="1.0" encoding="utf-8"?>
<p:tagLst xmlns:p="http://schemas.openxmlformats.org/presentationml/2006/main">
  <p:tag name="AS_UNIQUEID" val="358"/>
</p:tagLst>
</file>

<file path=ppt/tags/tag284.xml><?xml version="1.0" encoding="utf-8"?>
<p:tagLst xmlns:p="http://schemas.openxmlformats.org/presentationml/2006/main">
  <p:tag name="AS_UNIQUEID" val="359"/>
</p:tagLst>
</file>

<file path=ppt/tags/tag285.xml><?xml version="1.0" encoding="utf-8"?>
<p:tagLst xmlns:p="http://schemas.openxmlformats.org/presentationml/2006/main">
  <p:tag name="AS_UNIQUEID" val="360"/>
</p:tagLst>
</file>

<file path=ppt/tags/tag286.xml><?xml version="1.0" encoding="utf-8"?>
<p:tagLst xmlns:p="http://schemas.openxmlformats.org/presentationml/2006/main">
  <p:tag name="AS_UNIQUEID" val="361"/>
</p:tagLst>
</file>

<file path=ppt/tags/tag287.xml><?xml version="1.0" encoding="utf-8"?>
<p:tagLst xmlns:p="http://schemas.openxmlformats.org/presentationml/2006/main">
  <p:tag name="AS_UNIQUEID" val="362"/>
</p:tagLst>
</file>

<file path=ppt/tags/tag288.xml><?xml version="1.0" encoding="utf-8"?>
<p:tagLst xmlns:p="http://schemas.openxmlformats.org/presentationml/2006/main">
  <p:tag name="AS_UNIQUEID" val="363"/>
</p:tagLst>
</file>

<file path=ppt/tags/tag289.xml><?xml version="1.0" encoding="utf-8"?>
<p:tagLst xmlns:p="http://schemas.openxmlformats.org/presentationml/2006/main">
  <p:tag name="AS_UNIQUEID" val="157"/>
</p:tagLst>
</file>

<file path=ppt/tags/tag290.xml><?xml version="1.0" encoding="utf-8"?>
<p:tagLst xmlns:p="http://schemas.openxmlformats.org/presentationml/2006/main">
  <p:tag name="AS_UNIQUEID" val="182"/>
</p:tagLst>
</file>

<file path=ppt/tags/tag291.xml><?xml version="1.0" encoding="utf-8"?>
<p:tagLst xmlns:p="http://schemas.openxmlformats.org/presentationml/2006/main">
  <p:tag name="AS_UNIQUEID" val="183"/>
  <p:tag name="KSO_WM_BEAUTIFY_FLAG" val="#wm#"/>
  <p:tag name="KSO_WM_DIAGRAM_GROUP_CODE" val="n1-1"/>
  <p:tag name="KSO_WM_TAG_VERSION" val="1.0"/>
  <p:tag name="KSO_WM_TEMPLATE_CATEGORY" val="diagram"/>
  <p:tag name="KSO_WM_TEMPLATE_INDEX" val="20188089"/>
  <p:tag name="KSO_WM_UNIT_COMPATIBLE" val="0"/>
  <p:tag name="KSO_WM_UNIT_DIAGRAM_ISNUMVISUAL" val="0"/>
  <p:tag name="KSO_WM_UNIT_DIAGRAM_ISREFERUNIT" val="0"/>
  <p:tag name="KSO_WM_UNIT_HIGHLIGHT" val="0"/>
  <p:tag name="KSO_WM_UNIT_ID" val="diagram20188089_1*n_h_d*1_1_1"/>
  <p:tag name="KSO_WM_UNIT_INDEX" val="1_1_1"/>
  <p:tag name="KSO_WM_UNIT_LAYERLEVEL" val="1_1_1"/>
  <p:tag name="KSO_WM_UNIT_TYPE" val="n_h_d"/>
  <p:tag name="KSO_WM_UNIT_VALUE" val="519*1792"/>
</p:tagLst>
</file>

<file path=ppt/tags/tag292.xml><?xml version="1.0" encoding="utf-8"?>
<p:tagLst xmlns:p="http://schemas.openxmlformats.org/presentationml/2006/main">
  <p:tag name="AS_UNIQUEID" val="184"/>
  <p:tag name="KSO_WM_BEAUTIFY_FLAG" val="#wm#"/>
  <p:tag name="KSO_WM_DIAGRAM_GROUP_CODE" val="n1-1"/>
  <p:tag name="KSO_WM_TAG_VERSION" val="1.0"/>
  <p:tag name="KSO_WM_TEMPLATE_CATEGORY" val="diagram"/>
  <p:tag name="KSO_WM_TEMPLATE_INDEX" val="20188089"/>
  <p:tag name="KSO_WM_UNIT_COMPATIBLE" val="0"/>
  <p:tag name="KSO_WM_UNIT_DIAGRAM_ISNUMVISUAL" val="0"/>
  <p:tag name="KSO_WM_UNIT_DIAGRAM_ISREFERUNIT" val="0"/>
  <p:tag name="KSO_WM_UNIT_FILL_FORE_SCHEMECOLOR_INDEX" val="5"/>
  <p:tag name="KSO_WM_UNIT_FILL_TYPE" val="1"/>
  <p:tag name="KSO_WM_UNIT_HIGHLIGHT" val="0"/>
  <p:tag name="KSO_WM_UNIT_ID" val="diagram20188089_1*n_h_i*1_1_2"/>
  <p:tag name="KSO_WM_UNIT_INDEX" val="1_1_2"/>
  <p:tag name="KSO_WM_UNIT_LAYERLEVEL" val="1_1_1"/>
  <p:tag name="KSO_WM_UNIT_LINE_FILL_TYPE" val="2"/>
  <p:tag name="KSO_WM_UNIT_LINE_FORE_SCHEMECOLOR_INDEX" val="14"/>
  <p:tag name="KSO_WM_UNIT_TEXT_FILL_FORE_SCHEMECOLOR_INDEX" val="2"/>
  <p:tag name="KSO_WM_UNIT_TEXT_FILL_TYPE" val="1"/>
  <p:tag name="KSO_WM_UNIT_TYPE" val="n_h_i"/>
</p:tagLst>
</file>

<file path=ppt/tags/tag293.xml><?xml version="1.0" encoding="utf-8"?>
<p:tagLst xmlns:p="http://schemas.openxmlformats.org/presentationml/2006/main">
  <p:tag name="AS_UNIQUEID" val="185"/>
  <p:tag name="KSO_WM_BEAUTIFY_FLAG" val="#wm#"/>
  <p:tag name="KSO_WM_DIAGRAM_GROUP_CODE" val="n1-1"/>
  <p:tag name="KSO_WM_TAG_VERSION" val="1.0"/>
  <p:tag name="KSO_WM_TEMPLATE_CATEGORY" val="diagram"/>
  <p:tag name="KSO_WM_TEMPLATE_INDEX" val="20188089"/>
  <p:tag name="KSO_WM_UNIT_COMPATIBLE" val="0"/>
  <p:tag name="KSO_WM_UNIT_DIAGRAM_ISNUMVISUAL" val="0"/>
  <p:tag name="KSO_WM_UNIT_DIAGRAM_ISREFERUNIT" val="0"/>
  <p:tag name="KSO_WM_UNIT_HIGHLIGHT" val="0"/>
  <p:tag name="KSO_WM_UNIT_ID" val="diagram20188089_1*n_h_i*1_2_1"/>
  <p:tag name="KSO_WM_UNIT_INDEX" val="1_2_1"/>
  <p:tag name="KSO_WM_UNIT_LAYERLEVEL" val="1_1_1"/>
  <p:tag name="KSO_WM_UNIT_LINE_FILL_TYPE" val="2"/>
  <p:tag name="KSO_WM_UNIT_LINE_FORE_SCHEMECOLOR_INDEX" val="13"/>
  <p:tag name="KSO_WM_UNIT_TEXT_FILL_FORE_SCHEMECOLOR_INDEX" val="13"/>
  <p:tag name="KSO_WM_UNIT_TEXT_FILL_TYPE" val="1"/>
  <p:tag name="KSO_WM_UNIT_TYPE" val="n_h_i"/>
</p:tagLst>
</file>

<file path=ppt/tags/tag294.xml><?xml version="1.0" encoding="utf-8"?>
<p:tagLst xmlns:p="http://schemas.openxmlformats.org/presentationml/2006/main">
  <p:tag name="AS_UNIQUEID" val="186"/>
  <p:tag name="KSO_WM_BEAUTIFY_FLAG" val="#wm#"/>
  <p:tag name="KSO_WM_DIAGRAM_GROUP_CODE" val="n1-1"/>
  <p:tag name="KSO_WM_TAG_VERSION" val="1.0"/>
  <p:tag name="KSO_WM_TEMPLATE_CATEGORY" val="diagram"/>
  <p:tag name="KSO_WM_TEMPLATE_INDEX" val="20188089"/>
  <p:tag name="KSO_WM_UNIT_COMPATIBLE" val="0"/>
  <p:tag name="KSO_WM_UNIT_DIAGRAM_ISNUMVISUAL" val="0"/>
  <p:tag name="KSO_WM_UNIT_DIAGRAM_ISREFERUNIT" val="0"/>
  <p:tag name="KSO_WM_UNIT_FILL_FORE_SCHEMECOLOR_INDEX" val="6"/>
  <p:tag name="KSO_WM_UNIT_FILL_TYPE" val="1"/>
  <p:tag name="KSO_WM_UNIT_HIGHLIGHT" val="0"/>
  <p:tag name="KSO_WM_UNIT_ID" val="diagram20188089_1*n_h_h_i*1_2_2_2"/>
  <p:tag name="KSO_WM_UNIT_INDEX" val="1_2_2_2"/>
  <p:tag name="KSO_WM_UNIT_LAYERLEVEL" val="1_1_1_1"/>
  <p:tag name="KSO_WM_UNIT_LINE_FILL_TYPE" val="2"/>
  <p:tag name="KSO_WM_UNIT_LINE_FORE_SCHEMECOLOR_INDEX" val="14"/>
  <p:tag name="KSO_WM_UNIT_TEXT_FILL_FORE_SCHEMECOLOR_INDEX" val="2"/>
  <p:tag name="KSO_WM_UNIT_TEXT_FILL_TYPE" val="1"/>
  <p:tag name="KSO_WM_UNIT_TYPE" val="n_h_h_i"/>
</p:tagLst>
</file>

<file path=ppt/tags/tag295.xml><?xml version="1.0" encoding="utf-8"?>
<p:tagLst xmlns:p="http://schemas.openxmlformats.org/presentationml/2006/main">
  <p:tag name="AS_UNIQUEID" val="187"/>
  <p:tag name="KSO_WM_BEAUTIFY_FLAG" val="#wm#"/>
  <p:tag name="KSO_WM_DIAGRAM_GROUP_CODE" val="n1-1"/>
  <p:tag name="KSO_WM_TAG_VERSION" val="1.0"/>
  <p:tag name="KSO_WM_TEMPLATE_CATEGORY" val="diagram"/>
  <p:tag name="KSO_WM_TEMPLATE_INDEX" val="20188089"/>
  <p:tag name="KSO_WM_UNIT_COMPATIBLE" val="0"/>
  <p:tag name="KSO_WM_UNIT_DIAGRAM_ISNUMVISUAL" val="0"/>
  <p:tag name="KSO_WM_UNIT_DIAGRAM_ISREFERUNIT" val="0"/>
  <p:tag name="KSO_WM_UNIT_FILL_FORE_SCHEMECOLOR_INDEX" val="14"/>
  <p:tag name="KSO_WM_UNIT_FILL_TYPE" val="1"/>
  <p:tag name="KSO_WM_UNIT_HIGHLIGHT" val="0"/>
  <p:tag name="KSO_WM_UNIT_ID" val="diagram20188089_1*n_h_h_i*1_2_2_1"/>
  <p:tag name="KSO_WM_UNIT_INDEX" val="1_2_2_1"/>
  <p:tag name="KSO_WM_UNIT_LAYERLEVEL" val="1_1_1_1"/>
  <p:tag name="KSO_WM_UNIT_TEXT_FILL_FORE_SCHEMECOLOR_INDEX" val="13"/>
  <p:tag name="KSO_WM_UNIT_TEXT_FILL_TYPE" val="1"/>
  <p:tag name="KSO_WM_UNIT_TYPE" val="n_h_h_i"/>
</p:tagLst>
</file>

<file path=ppt/tags/tag296.xml><?xml version="1.0" encoding="utf-8"?>
<p:tagLst xmlns:p="http://schemas.openxmlformats.org/presentationml/2006/main">
  <p:tag name="AS_UNIQUEID" val="188"/>
  <p:tag name="KSO_WM_BEAUTIFY_FLAG" val="#wm#"/>
  <p:tag name="KSO_WM_DIAGRAM_GROUP_CODE" val="n1-1"/>
  <p:tag name="KSO_WM_TAG_VERSION" val="1.0"/>
  <p:tag name="KSO_WM_TEMPLATE_CATEGORY" val="diagram"/>
  <p:tag name="KSO_WM_TEMPLATE_INDEX" val="20188089"/>
  <p:tag name="KSO_WM_UNIT_COMPATIBLE" val="0"/>
  <p:tag name="KSO_WM_UNIT_DIAGRAM_ISNUMVISUAL" val="0"/>
  <p:tag name="KSO_WM_UNIT_DIAGRAM_ISREFERUNIT" val="0"/>
  <p:tag name="KSO_WM_UNIT_FILL_FORE_SCHEMECOLOR_INDEX" val="5"/>
  <p:tag name="KSO_WM_UNIT_FILL_TYPE" val="1"/>
  <p:tag name="KSO_WM_UNIT_HIGHLIGHT" val="0"/>
  <p:tag name="KSO_WM_UNIT_ID" val="diagram20188089_1*n_h_h_i*1_2_1_2"/>
  <p:tag name="KSO_WM_UNIT_INDEX" val="1_2_1_2"/>
  <p:tag name="KSO_WM_UNIT_LAYERLEVEL" val="1_1_1_1"/>
  <p:tag name="KSO_WM_UNIT_LINE_FILL_TYPE" val="2"/>
  <p:tag name="KSO_WM_UNIT_LINE_FORE_SCHEMECOLOR_INDEX" val="14"/>
  <p:tag name="KSO_WM_UNIT_TEXT_FILL_FORE_SCHEMECOLOR_INDEX" val="2"/>
  <p:tag name="KSO_WM_UNIT_TEXT_FILL_TYPE" val="1"/>
  <p:tag name="KSO_WM_UNIT_TYPE" val="n_h_h_i"/>
</p:tagLst>
</file>

<file path=ppt/tags/tag297.xml><?xml version="1.0" encoding="utf-8"?>
<p:tagLst xmlns:p="http://schemas.openxmlformats.org/presentationml/2006/main">
  <p:tag name="AS_UNIQUEID" val="189"/>
  <p:tag name="KSO_WM_BEAUTIFY_FLAG" val="#wm#"/>
  <p:tag name="KSO_WM_DIAGRAM_GROUP_CODE" val="n1-1"/>
  <p:tag name="KSO_WM_TAG_VERSION" val="1.0"/>
  <p:tag name="KSO_WM_TEMPLATE_CATEGORY" val="diagram"/>
  <p:tag name="KSO_WM_TEMPLATE_INDEX" val="20188089"/>
  <p:tag name="KSO_WM_UNIT_COMPATIBLE" val="0"/>
  <p:tag name="KSO_WM_UNIT_DIAGRAM_ISNUMVISUAL" val="0"/>
  <p:tag name="KSO_WM_UNIT_DIAGRAM_ISREFERUNIT" val="0"/>
  <p:tag name="KSO_WM_UNIT_FILL_FORE_SCHEMECOLOR_INDEX" val="14"/>
  <p:tag name="KSO_WM_UNIT_FILL_TYPE" val="1"/>
  <p:tag name="KSO_WM_UNIT_HIGHLIGHT" val="0"/>
  <p:tag name="KSO_WM_UNIT_ID" val="diagram20188089_1*n_h_h_i*1_2_1_1"/>
  <p:tag name="KSO_WM_UNIT_INDEX" val="1_2_1_1"/>
  <p:tag name="KSO_WM_UNIT_LAYERLEVEL" val="1_1_1_1"/>
  <p:tag name="KSO_WM_UNIT_TEXT_FILL_FORE_SCHEMECOLOR_INDEX" val="13"/>
  <p:tag name="KSO_WM_UNIT_TEXT_FILL_TYPE" val="1"/>
  <p:tag name="KSO_WM_UNIT_TYPE" val="n_h_h_i"/>
</p:tagLst>
</file>

<file path=ppt/tags/tag298.xml><?xml version="1.0" encoding="utf-8"?>
<p:tagLst xmlns:p="http://schemas.openxmlformats.org/presentationml/2006/main">
  <p:tag name="AS_UNIQUEID" val="190"/>
  <p:tag name="KSO_WM_BEAUTIFY_FLAG" val="#wm#"/>
  <p:tag name="KSO_WM_DIAGRAM_GROUP_CODE" val="n1-1"/>
  <p:tag name="KSO_WM_TAG_VERSION" val="1.0"/>
  <p:tag name="KSO_WM_TEMPLATE_CATEGORY" val="diagram"/>
  <p:tag name="KSO_WM_TEMPLATE_INDEX" val="20188089"/>
  <p:tag name="KSO_WM_UNIT_COMPATIBLE" val="0"/>
  <p:tag name="KSO_WM_UNIT_DIAGRAM_ISNUMVISUAL" val="0"/>
  <p:tag name="KSO_WM_UNIT_DIAGRAM_ISREFERUNIT" val="0"/>
  <p:tag name="KSO_WM_UNIT_HIGHLIGHT" val="0"/>
  <p:tag name="KSO_WM_UNIT_ID" val="diagram20188089_1*n_h_a*1_1_1"/>
  <p:tag name="KSO_WM_UNIT_INDEX" val="1_1_1"/>
  <p:tag name="KSO_WM_UNIT_ISCONTENTSTITLE" val="0"/>
  <p:tag name="KSO_WM_UNIT_LAYERLEVEL" val="1_1_1"/>
  <p:tag name="KSO_WM_UNIT_NOCLEAR" val="0"/>
  <p:tag name="KSO_WM_UNIT_PRESET_TEXT" val="单击此处添加标题"/>
  <p:tag name="KSO_WM_UNIT_TEXT_FILL_FORE_SCHEMECOLOR_INDEX" val="14"/>
  <p:tag name="KSO_WM_UNIT_TEXT_FILL_TYPE" val="1"/>
  <p:tag name="KSO_WM_UNIT_TYPE" val="n_h_a"/>
  <p:tag name="KSO_WM_UNIT_VALUE" val="11"/>
</p:tagLst>
</file>

<file path=ppt/tags/tag299.xml><?xml version="1.0" encoding="utf-8"?>
<p:tagLst xmlns:p="http://schemas.openxmlformats.org/presentationml/2006/main">
  <p:tag name="AS_UNIQUEID" val="191"/>
  <p:tag name="KSO_WM_BEAUTIFY_FLAG" val="#wm#"/>
  <p:tag name="KSO_WM_DIAGRAM_GROUP_CODE" val="n1-1"/>
  <p:tag name="KSO_WM_TAG_VERSION" val="1.0"/>
  <p:tag name="KSO_WM_TEMPLATE_CATEGORY" val="diagram"/>
  <p:tag name="KSO_WM_TEMPLATE_INDEX" val="20188089"/>
  <p:tag name="KSO_WM_UNIT_COMPATIBLE" val="0"/>
  <p:tag name="KSO_WM_UNIT_DIAGRAM_ISNUMVISUAL" val="0"/>
  <p:tag name="KSO_WM_UNIT_DIAGRAM_ISREFERUNIT" val="0"/>
  <p:tag name="KSO_WM_UNIT_HIGHLIGHT" val="0"/>
  <p:tag name="KSO_WM_UNIT_ID" val="diagram20188089_1*n_h_i*1_2_2"/>
  <p:tag name="KSO_WM_UNIT_INDEX" val="1_2_2"/>
  <p:tag name="KSO_WM_UNIT_LAYERLEVEL" val="1_1_1"/>
  <p:tag name="KSO_WM_UNIT_LINE_FILL_TYPE" val="2"/>
  <p:tag name="KSO_WM_UNIT_LINE_FORE_SCHEMECOLOR_INDEX" val="13"/>
  <p:tag name="KSO_WM_UNIT_TYPE" val="n_h_i"/>
</p:tagLst>
</file>

<file path=ppt/tags/tag300.xml><?xml version="1.0" encoding="utf-8"?>
<p:tagLst xmlns:p="http://schemas.openxmlformats.org/presentationml/2006/main">
  <p:tag name="AS_UNIQUEID" val="192"/>
  <p:tag name="KSO_WM_BEAUTIFY_FLAG" val="#wm#"/>
  <p:tag name="KSO_WM_DIAGRAM_GROUP_CODE" val="n1-1"/>
  <p:tag name="KSO_WM_TAG_VERSION" val="1.0"/>
  <p:tag name="KSO_WM_TEMPLATE_CATEGORY" val="diagram"/>
  <p:tag name="KSO_WM_TEMPLATE_INDEX" val="20188089"/>
  <p:tag name="KSO_WM_UNIT_COMPATIBLE" val="0"/>
  <p:tag name="KSO_WM_UNIT_DIAGRAM_ISNUMVISUAL" val="0"/>
  <p:tag name="KSO_WM_UNIT_DIAGRAM_ISREFERUNIT" val="0"/>
  <p:tag name="KSO_WM_UNIT_HIGHLIGHT" val="0"/>
  <p:tag name="KSO_WM_UNIT_ID" val="diagram20188089_1*n_h_h_f*1_2_1_1"/>
  <p:tag name="KSO_WM_UNIT_INDEX" val="1_2_1_1"/>
  <p:tag name="KSO_WM_UNIT_LAYERLEVEL" val="1_1_1_1"/>
  <p:tag name="KSO_WM_UNIT_NOCLEAR" val="0"/>
  <p:tag name="KSO_WM_UNIT_PRESET_TEXT" val="单击此处添加文本具体内容，简明扼要的阐述您的观点。"/>
  <p:tag name="KSO_WM_UNIT_TEXT_FILL_FORE_SCHEMECOLOR_INDEX" val="13"/>
  <p:tag name="KSO_WM_UNIT_TEXT_FILL_TYPE" val="1"/>
  <p:tag name="KSO_WM_UNIT_TYPE" val="n_h_h_f"/>
  <p:tag name="KSO_WM_UNIT_VALUE" val="51"/>
</p:tagLst>
</file>

<file path=ppt/tags/tag301.xml><?xml version="1.0" encoding="utf-8"?>
<p:tagLst xmlns:p="http://schemas.openxmlformats.org/presentationml/2006/main">
  <p:tag name="AS_UNIQUEID" val="193"/>
  <p:tag name="KSO_WM_BEAUTIFY_FLAG" val="#wm#"/>
  <p:tag name="KSO_WM_DIAGRAM_GROUP_CODE" val="n1-1"/>
  <p:tag name="KSO_WM_TAG_VERSION" val="1.0"/>
  <p:tag name="KSO_WM_TEMPLATE_CATEGORY" val="diagram"/>
  <p:tag name="KSO_WM_TEMPLATE_INDEX" val="20188089"/>
  <p:tag name="KSO_WM_UNIT_COMPATIBLE" val="0"/>
  <p:tag name="KSO_WM_UNIT_DIAGRAM_ISNUMVISUAL" val="0"/>
  <p:tag name="KSO_WM_UNIT_DIAGRAM_ISREFERUNIT" val="0"/>
  <p:tag name="KSO_WM_UNIT_HIGHLIGHT" val="0"/>
  <p:tag name="KSO_WM_UNIT_ID" val="diagram20188089_1*n_h_h_a*1_2_1_1"/>
  <p:tag name="KSO_WM_UNIT_INDEX" val="1_2_1_1"/>
  <p:tag name="KSO_WM_UNIT_ISCONTENTSTITLE" val="0"/>
  <p:tag name="KSO_WM_UNIT_LAYERLEVEL" val="1_1_1_1"/>
  <p:tag name="KSO_WM_UNIT_NOCLEAR" val="0"/>
  <p:tag name="KSO_WM_UNIT_PRESET_TEXT" val="单击此处添加标题"/>
  <p:tag name="KSO_WM_UNIT_TEXT_FILL_FORE_SCHEMECOLOR_INDEX" val="5"/>
  <p:tag name="KSO_WM_UNIT_TEXT_FILL_TYPE" val="1"/>
  <p:tag name="KSO_WM_UNIT_TYPE" val="n_h_h_a"/>
  <p:tag name="KSO_WM_UNIT_VALUE" val="51"/>
</p:tagLst>
</file>

<file path=ppt/tags/tag302.xml><?xml version="1.0" encoding="utf-8"?>
<p:tagLst xmlns:p="http://schemas.openxmlformats.org/presentationml/2006/main">
  <p:tag name="AS_UNIQUEID" val="178"/>
</p:tagLst>
</file>

<file path=ppt/tags/tag303.xml><?xml version="1.0" encoding="utf-8"?>
<p:tagLst xmlns:p="http://schemas.openxmlformats.org/presentationml/2006/main">
  <p:tag name="AS_UNIQUEID" val="179"/>
</p:tagLst>
</file>

<file path=ppt/tags/tag304.xml><?xml version="1.0" encoding="utf-8"?>
<p:tagLst xmlns:p="http://schemas.openxmlformats.org/presentationml/2006/main">
  <p:tag name="AS_UNIQUEID" val="180"/>
</p:tagLst>
</file>

<file path=ppt/tags/tag305.xml><?xml version="1.0" encoding="utf-8"?>
<p:tagLst xmlns:p="http://schemas.openxmlformats.org/presentationml/2006/main">
  <p:tag name="AS_UNIQUEID" val="182"/>
</p:tagLst>
</file>

<file path=ppt/tags/tag306.xml><?xml version="1.0" encoding="utf-8"?>
<p:tagLst xmlns:p="http://schemas.openxmlformats.org/presentationml/2006/main">
  <p:tag name="AS_UNIQUEID" val="351"/>
</p:tagLst>
</file>

<file path=ppt/tags/tag307.xml><?xml version="1.0" encoding="utf-8"?>
<p:tagLst xmlns:p="http://schemas.openxmlformats.org/presentationml/2006/main">
  <p:tag name="AS_UNIQUEID" val="352"/>
</p:tagLst>
</file>

<file path=ppt/tags/tag308.xml><?xml version="1.0" encoding="utf-8"?>
<p:tagLst xmlns:p="http://schemas.openxmlformats.org/presentationml/2006/main">
  <p:tag name="AS_UNIQUEID" val="353"/>
</p:tagLst>
</file>

<file path=ppt/tags/tag309.xml><?xml version="1.0" encoding="utf-8"?>
<p:tagLst xmlns:p="http://schemas.openxmlformats.org/presentationml/2006/main">
  <p:tag name="AS_UNIQUEID" val="354"/>
</p:tagLst>
</file>

<file path=ppt/tags/tag310.xml><?xml version="1.0" encoding="utf-8"?>
<p:tagLst xmlns:p="http://schemas.openxmlformats.org/presentationml/2006/main">
  <p:tag name="AS_UNIQUEID" val="355"/>
</p:tagLst>
</file>

<file path=ppt/tags/tag311.xml><?xml version="1.0" encoding="utf-8"?>
<p:tagLst xmlns:p="http://schemas.openxmlformats.org/presentationml/2006/main">
  <p:tag name="AS_UNIQUEID" val="356"/>
</p:tagLst>
</file>

<file path=ppt/tags/tag312.xml><?xml version="1.0" encoding="utf-8"?>
<p:tagLst xmlns:p="http://schemas.openxmlformats.org/presentationml/2006/main">
  <p:tag name="AS_UNIQUEID" val="357"/>
</p:tagLst>
</file>

<file path=ppt/tags/tag313.xml><?xml version="1.0" encoding="utf-8"?>
<p:tagLst xmlns:p="http://schemas.openxmlformats.org/presentationml/2006/main">
  <p:tag name="AS_UNIQUEID" val="358"/>
</p:tagLst>
</file>

<file path=ppt/tags/tag314.xml><?xml version="1.0" encoding="utf-8"?>
<p:tagLst xmlns:p="http://schemas.openxmlformats.org/presentationml/2006/main">
  <p:tag name="AS_UNIQUEID" val="359"/>
</p:tagLst>
</file>

<file path=ppt/tags/tag315.xml><?xml version="1.0" encoding="utf-8"?>
<p:tagLst xmlns:p="http://schemas.openxmlformats.org/presentationml/2006/main">
  <p:tag name="AS_UNIQUEID" val="360"/>
</p:tagLst>
</file>

<file path=ppt/tags/tag316.xml><?xml version="1.0" encoding="utf-8"?>
<p:tagLst xmlns:p="http://schemas.openxmlformats.org/presentationml/2006/main">
  <p:tag name="AS_UNIQUEID" val="361"/>
</p:tagLst>
</file>

<file path=ppt/tags/tag317.xml><?xml version="1.0" encoding="utf-8"?>
<p:tagLst xmlns:p="http://schemas.openxmlformats.org/presentationml/2006/main">
  <p:tag name="AS_UNIQUEID" val="362"/>
</p:tagLst>
</file>

<file path=ppt/tags/tag318.xml><?xml version="1.0" encoding="utf-8"?>
<p:tagLst xmlns:p="http://schemas.openxmlformats.org/presentationml/2006/main">
  <p:tag name="AS_UNIQUEID" val="363"/>
</p:tagLst>
</file>

<file path=ppt/tags/tag319.xml><?xml version="1.0" encoding="utf-8"?>
<p:tagLst xmlns:p="http://schemas.openxmlformats.org/presentationml/2006/main">
  <p:tag name="AS_UNIQUEID" val="364"/>
</p:tagLst>
</file>

<file path=ppt/tags/tag320.xml><?xml version="1.0" encoding="utf-8"?>
<p:tagLst xmlns:p="http://schemas.openxmlformats.org/presentationml/2006/main">
  <p:tag name="AS_UNIQUEID" val="365"/>
</p:tagLst>
</file>

<file path=ppt/tags/tag321.xml><?xml version="1.0" encoding="utf-8"?>
<p:tagLst xmlns:p="http://schemas.openxmlformats.org/presentationml/2006/main">
  <p:tag name="AS_UNIQUEID" val="366"/>
</p:tagLst>
</file>

<file path=ppt/tags/tag322.xml><?xml version="1.0" encoding="utf-8"?>
<p:tagLst xmlns:p="http://schemas.openxmlformats.org/presentationml/2006/main">
  <p:tag name="AS_UNIQUEID" val="367"/>
</p:tagLst>
</file>

<file path=ppt/tags/tag323.xml><?xml version="1.0" encoding="utf-8"?>
<p:tagLst xmlns:p="http://schemas.openxmlformats.org/presentationml/2006/main">
  <p:tag name="AS_UNIQUEID" val="368"/>
</p:tagLst>
</file>

<file path=ppt/tags/tag324.xml><?xml version="1.0" encoding="utf-8"?>
<p:tagLst xmlns:p="http://schemas.openxmlformats.org/presentationml/2006/main">
  <p:tag name="AS_UNIQUEID" val="369"/>
</p:tagLst>
</file>

<file path=ppt/tags/tag325.xml><?xml version="1.0" encoding="utf-8"?>
<p:tagLst xmlns:p="http://schemas.openxmlformats.org/presentationml/2006/main">
  <p:tag name="AS_UNIQUEID" val="370"/>
</p:tagLst>
</file>

<file path=ppt/tags/tag326.xml><?xml version="1.0" encoding="utf-8"?>
<p:tagLst xmlns:p="http://schemas.openxmlformats.org/presentationml/2006/main">
  <p:tag name="AS_UNIQUEID" val="371"/>
</p:tagLst>
</file>

<file path=ppt/tags/tag327.xml><?xml version="1.0" encoding="utf-8"?>
<p:tagLst xmlns:p="http://schemas.openxmlformats.org/presentationml/2006/main">
  <p:tag name="AS_UNIQUEID" val="372"/>
</p:tagLst>
</file>

<file path=ppt/tags/tag328.xml><?xml version="1.0" encoding="utf-8"?>
<p:tagLst xmlns:p="http://schemas.openxmlformats.org/presentationml/2006/main">
  <p:tag name="AS_UNIQUEID" val="373"/>
</p:tagLst>
</file>

<file path=ppt/tags/tag329.xml><?xml version="1.0" encoding="utf-8"?>
<p:tagLst xmlns:p="http://schemas.openxmlformats.org/presentationml/2006/main">
  <p:tag name="AS_UNIQUEID" val="374"/>
</p:tagLst>
</file>

<file path=ppt/tags/tag330.xml><?xml version="1.0" encoding="utf-8"?>
<p:tagLst xmlns:p="http://schemas.openxmlformats.org/presentationml/2006/main">
  <p:tag name="AS_UNIQUEID" val="375"/>
</p:tagLst>
</file>

<file path=ppt/tags/tag331.xml><?xml version="1.0" encoding="utf-8"?>
<p:tagLst xmlns:p="http://schemas.openxmlformats.org/presentationml/2006/main">
  <p:tag name="AS_UNIQUEID" val="376"/>
</p:tagLst>
</file>

<file path=ppt/tags/tag332.xml><?xml version="1.0" encoding="utf-8"?>
<p:tagLst xmlns:p="http://schemas.openxmlformats.org/presentationml/2006/main">
  <p:tag name="AS_UNIQUEID" val="182"/>
</p:tagLst>
</file>

<file path=ppt/tags/tag333.xml><?xml version="1.0" encoding="utf-8"?>
<p:tagLst xmlns:p="http://schemas.openxmlformats.org/presentationml/2006/main">
  <p:tag name="AS_UNIQUEID" val="347"/>
</p:tagLst>
</file>

<file path=ppt/tags/tag334.xml><?xml version="1.0" encoding="utf-8"?>
<p:tagLst xmlns:p="http://schemas.openxmlformats.org/presentationml/2006/main">
  <p:tag name="AS_UNIQUEID" val="348"/>
</p:tagLst>
</file>

<file path=ppt/tags/tag335.xml><?xml version="1.0" encoding="utf-8"?>
<p:tagLst xmlns:p="http://schemas.openxmlformats.org/presentationml/2006/main">
  <p:tag name="AS_UNIQUEID" val="349"/>
</p:tagLst>
</file>

<file path=ppt/tags/tag336.xml><?xml version="1.0" encoding="utf-8"?>
<p:tagLst xmlns:p="http://schemas.openxmlformats.org/presentationml/2006/main">
  <p:tag name="AS_UNIQUEID" val="382"/>
</p:tagLst>
</file>

<file path=ppt/tags/tag337.xml><?xml version="1.0" encoding="utf-8"?>
<p:tagLst xmlns:p="http://schemas.openxmlformats.org/presentationml/2006/main">
  <p:tag name="AS_UNIQUEID" val="383"/>
</p:tagLst>
</file>

<file path=ppt/tags/tag338.xml><?xml version="1.0" encoding="utf-8"?>
<p:tagLst xmlns:p="http://schemas.openxmlformats.org/presentationml/2006/main">
  <p:tag name="AS_UNIQUEID" val="384"/>
</p:tagLst>
</file>

<file path=ppt/tags/tag339.xml><?xml version="1.0" encoding="utf-8"?>
<p:tagLst xmlns:p="http://schemas.openxmlformats.org/presentationml/2006/main">
  <p:tag name="AS_UNIQUEID" val="385"/>
</p:tagLst>
</file>

<file path=ppt/tags/tag340.xml><?xml version="1.0" encoding="utf-8"?>
<p:tagLst xmlns:p="http://schemas.openxmlformats.org/presentationml/2006/main">
  <p:tag name="AS_UNIQUEID" val="386"/>
</p:tagLst>
</file>

<file path=ppt/tags/tag341.xml><?xml version="1.0" encoding="utf-8"?>
<p:tagLst xmlns:p="http://schemas.openxmlformats.org/presentationml/2006/main">
  <p:tag name="AS_UNIQUEID" val="387"/>
</p:tagLst>
</file>

<file path=ppt/tags/tag342.xml><?xml version="1.0" encoding="utf-8"?>
<p:tagLst xmlns:p="http://schemas.openxmlformats.org/presentationml/2006/main">
  <p:tag name="AS_UNIQUEID" val="388"/>
</p:tagLst>
</file>

<file path=ppt/tags/tag343.xml><?xml version="1.0" encoding="utf-8"?>
<p:tagLst xmlns:p="http://schemas.openxmlformats.org/presentationml/2006/main">
  <p:tag name="AS_UNIQUEID" val="389"/>
</p:tagLst>
</file>

<file path=ppt/tags/tag344.xml><?xml version="1.0" encoding="utf-8"?>
<p:tagLst xmlns:p="http://schemas.openxmlformats.org/presentationml/2006/main">
  <p:tag name="AS_UNIQUEID" val="390"/>
</p:tagLst>
</file>

<file path=ppt/tags/tag345.xml><?xml version="1.0" encoding="utf-8"?>
<p:tagLst xmlns:p="http://schemas.openxmlformats.org/presentationml/2006/main">
  <p:tag name="AS_UNIQUEID" val="391"/>
</p:tagLst>
</file>

<file path=ppt/tags/tag346.xml><?xml version="1.0" encoding="utf-8"?>
<p:tagLst xmlns:p="http://schemas.openxmlformats.org/presentationml/2006/main">
  <p:tag name="AS_UNIQUEID" val="392"/>
</p:tagLst>
</file>

<file path=ppt/tags/tag347.xml><?xml version="1.0" encoding="utf-8"?>
<p:tagLst xmlns:p="http://schemas.openxmlformats.org/presentationml/2006/main">
  <p:tag name="AS_UNIQUEID" val="393"/>
</p:tagLst>
</file>

<file path=ppt/tags/tag348.xml><?xml version="1.0" encoding="utf-8"?>
<p:tagLst xmlns:p="http://schemas.openxmlformats.org/presentationml/2006/main">
  <p:tag name="AS_UNIQUEID" val="394"/>
</p:tagLst>
</file>

<file path=ppt/tags/tag349.xml><?xml version="1.0" encoding="utf-8"?>
<p:tagLst xmlns:p="http://schemas.openxmlformats.org/presentationml/2006/main">
  <p:tag name="AS_UNIQUEID" val="395"/>
</p:tagLst>
</file>

<file path=ppt/tags/tag350.xml><?xml version="1.0" encoding="utf-8"?>
<p:tagLst xmlns:p="http://schemas.openxmlformats.org/presentationml/2006/main">
  <p:tag name="AS_UNIQUEID" val="396"/>
</p:tagLst>
</file>

<file path=ppt/tags/tag351.xml><?xml version="1.0" encoding="utf-8"?>
<p:tagLst xmlns:p="http://schemas.openxmlformats.org/presentationml/2006/main">
  <p:tag name="AS_UNIQUEID" val="397"/>
</p:tagLst>
</file>

<file path=ppt/tags/tag352.xml><?xml version="1.0" encoding="utf-8"?>
<p:tagLst xmlns:p="http://schemas.openxmlformats.org/presentationml/2006/main">
  <p:tag name="AS_UNIQUEID" val="398"/>
</p:tagLst>
</file>

<file path=ppt/tags/tag353.xml><?xml version="1.0" encoding="utf-8"?>
<p:tagLst xmlns:p="http://schemas.openxmlformats.org/presentationml/2006/main">
  <p:tag name="AS_UNIQUEID" val="399"/>
</p:tagLst>
</file>

<file path=ppt/tags/tag354.xml><?xml version="1.0" encoding="utf-8"?>
<p:tagLst xmlns:p="http://schemas.openxmlformats.org/presentationml/2006/main">
  <p:tag name="AS_UNIQUEID" val="400"/>
</p:tagLst>
</file>

<file path=ppt/tags/tag355.xml><?xml version="1.0" encoding="utf-8"?>
<p:tagLst xmlns:p="http://schemas.openxmlformats.org/presentationml/2006/main">
  <p:tag name="AS_UNIQUEID" val="401"/>
</p:tagLst>
</file>

<file path=ppt/tags/tag356.xml><?xml version="1.0" encoding="utf-8"?>
<p:tagLst xmlns:p="http://schemas.openxmlformats.org/presentationml/2006/main">
  <p:tag name="AS_UNIQUEID" val="402"/>
</p:tagLst>
</file>

<file path=ppt/tags/tag357.xml><?xml version="1.0" encoding="utf-8"?>
<p:tagLst xmlns:p="http://schemas.openxmlformats.org/presentationml/2006/main">
  <p:tag name="AS_UNIQUEID" val="403"/>
</p:tagLst>
</file>

<file path=ppt/tags/tag358.xml><?xml version="1.0" encoding="utf-8"?>
<p:tagLst xmlns:p="http://schemas.openxmlformats.org/presentationml/2006/main">
  <p:tag name="AS_UNIQUEID" val="404"/>
</p:tagLst>
</file>

<file path=ppt/tags/tag359.xml><?xml version="1.0" encoding="utf-8"?>
<p:tagLst xmlns:p="http://schemas.openxmlformats.org/presentationml/2006/main">
  <p:tag name="AS_UNIQUEID" val="405"/>
</p:tagLst>
</file>

<file path=ppt/tags/tag360.xml><?xml version="1.0" encoding="utf-8"?>
<p:tagLst xmlns:p="http://schemas.openxmlformats.org/presentationml/2006/main">
  <p:tag name="AS_UNIQUEID" val="406"/>
</p:tagLst>
</file>

<file path=ppt/tags/tag361.xml><?xml version="1.0" encoding="utf-8"?>
<p:tagLst xmlns:p="http://schemas.openxmlformats.org/presentationml/2006/main">
  <p:tag name="AS_UNIQUEID" val="407"/>
</p:tagLst>
</file>

<file path=ppt/tags/tag362.xml><?xml version="1.0" encoding="utf-8"?>
<p:tagLst xmlns:p="http://schemas.openxmlformats.org/presentationml/2006/main">
  <p:tag name="AS_UNIQUEID" val="408"/>
</p:tagLst>
</file>

<file path=ppt/tags/tag363.xml><?xml version="1.0" encoding="utf-8"?>
<p:tagLst xmlns:p="http://schemas.openxmlformats.org/presentationml/2006/main">
  <p:tag name="AS_UNIQUEID" val="409"/>
</p:tagLst>
</file>

<file path=ppt/tags/tag364.xml><?xml version="1.0" encoding="utf-8"?>
<p:tagLst xmlns:p="http://schemas.openxmlformats.org/presentationml/2006/main">
  <p:tag name="AS_UNIQUEID" val="410"/>
</p:tagLst>
</file>

<file path=ppt/tags/tag365.xml><?xml version="1.0" encoding="utf-8"?>
<p:tagLst xmlns:p="http://schemas.openxmlformats.org/presentationml/2006/main">
  <p:tag name="AS_UNIQUEID" val="182"/>
</p:tagLst>
</file>

<file path=ppt/tags/tag366.xml><?xml version="1.0" encoding="utf-8"?>
<p:tagLst xmlns:p="http://schemas.openxmlformats.org/presentationml/2006/main">
  <p:tag name="AS_UNIQUEID" val="378"/>
</p:tagLst>
</file>

<file path=ppt/tags/tag367.xml><?xml version="1.0" encoding="utf-8"?>
<p:tagLst xmlns:p="http://schemas.openxmlformats.org/presentationml/2006/main">
  <p:tag name="AS_UNIQUEID" val="379"/>
</p:tagLst>
</file>

<file path=ppt/tags/tag368.xml><?xml version="1.0" encoding="utf-8"?>
<p:tagLst xmlns:p="http://schemas.openxmlformats.org/presentationml/2006/main">
  <p:tag name="AS_UNIQUEID" val="380"/>
</p:tagLst>
</file>

<file path=ppt/tags/tag369.xml><?xml version="1.0" encoding="utf-8"?>
<p:tagLst xmlns:p="http://schemas.openxmlformats.org/presentationml/2006/main">
  <p:tag name="AS_UNIQUEID" val="416"/>
</p:tagLst>
</file>

<file path=ppt/tags/tag370.xml><?xml version="1.0" encoding="utf-8"?>
<p:tagLst xmlns:p="http://schemas.openxmlformats.org/presentationml/2006/main">
  <p:tag name="AS_UNIQUEID" val="417"/>
</p:tagLst>
</file>

<file path=ppt/tags/tag371.xml><?xml version="1.0" encoding="utf-8"?>
<p:tagLst xmlns:p="http://schemas.openxmlformats.org/presentationml/2006/main">
  <p:tag name="AS_UNIQUEID" val="418"/>
</p:tagLst>
</file>

<file path=ppt/tags/tag372.xml><?xml version="1.0" encoding="utf-8"?>
<p:tagLst xmlns:p="http://schemas.openxmlformats.org/presentationml/2006/main">
  <p:tag name="AS_UNIQUEID" val="419"/>
</p:tagLst>
</file>

<file path=ppt/tags/tag373.xml><?xml version="1.0" encoding="utf-8"?>
<p:tagLst xmlns:p="http://schemas.openxmlformats.org/presentationml/2006/main">
  <p:tag name="AS_UNIQUEID" val="420"/>
</p:tagLst>
</file>

<file path=ppt/tags/tag374.xml><?xml version="1.0" encoding="utf-8"?>
<p:tagLst xmlns:p="http://schemas.openxmlformats.org/presentationml/2006/main">
  <p:tag name="AS_UNIQUEID" val="421"/>
</p:tagLst>
</file>

<file path=ppt/tags/tag375.xml><?xml version="1.0" encoding="utf-8"?>
<p:tagLst xmlns:p="http://schemas.openxmlformats.org/presentationml/2006/main">
  <p:tag name="AS_UNIQUEID" val="422"/>
</p:tagLst>
</file>

<file path=ppt/tags/tag376.xml><?xml version="1.0" encoding="utf-8"?>
<p:tagLst xmlns:p="http://schemas.openxmlformats.org/presentationml/2006/main">
  <p:tag name="AS_UNIQUEID" val="423"/>
</p:tagLst>
</file>

<file path=ppt/tags/tag377.xml><?xml version="1.0" encoding="utf-8"?>
<p:tagLst xmlns:p="http://schemas.openxmlformats.org/presentationml/2006/main">
  <p:tag name="AS_UNIQUEID" val="424"/>
</p:tagLst>
</file>

<file path=ppt/tags/tag378.xml><?xml version="1.0" encoding="utf-8"?>
<p:tagLst xmlns:p="http://schemas.openxmlformats.org/presentationml/2006/main">
  <p:tag name="AS_UNIQUEID" val="425"/>
</p:tagLst>
</file>

<file path=ppt/tags/tag379.xml><?xml version="1.0" encoding="utf-8"?>
<p:tagLst xmlns:p="http://schemas.openxmlformats.org/presentationml/2006/main">
  <p:tag name="AS_UNIQUEID" val="426"/>
</p:tagLst>
</file>

<file path=ppt/tags/tag380.xml><?xml version="1.0" encoding="utf-8"?>
<p:tagLst xmlns:p="http://schemas.openxmlformats.org/presentationml/2006/main">
  <p:tag name="AS_UNIQUEID" val="427"/>
</p:tagLst>
</file>

<file path=ppt/tags/tag381.xml><?xml version="1.0" encoding="utf-8"?>
<p:tagLst xmlns:p="http://schemas.openxmlformats.org/presentationml/2006/main">
  <p:tag name="AS_UNIQUEID" val="428"/>
</p:tagLst>
</file>

<file path=ppt/tags/tag382.xml><?xml version="1.0" encoding="utf-8"?>
<p:tagLst xmlns:p="http://schemas.openxmlformats.org/presentationml/2006/main">
  <p:tag name="AS_UNIQUEID" val="429"/>
</p:tagLst>
</file>

<file path=ppt/tags/tag383.xml><?xml version="1.0" encoding="utf-8"?>
<p:tagLst xmlns:p="http://schemas.openxmlformats.org/presentationml/2006/main">
  <p:tag name="AS_UNIQUEID" val="430"/>
</p:tagLst>
</file>

<file path=ppt/tags/tag384.xml><?xml version="1.0" encoding="utf-8"?>
<p:tagLst xmlns:p="http://schemas.openxmlformats.org/presentationml/2006/main">
  <p:tag name="AS_UNIQUEID" val="431"/>
</p:tagLst>
</file>

<file path=ppt/tags/tag385.xml><?xml version="1.0" encoding="utf-8"?>
<p:tagLst xmlns:p="http://schemas.openxmlformats.org/presentationml/2006/main">
  <p:tag name="AS_UNIQUEID" val="432"/>
</p:tagLst>
</file>

<file path=ppt/tags/tag386.xml><?xml version="1.0" encoding="utf-8"?>
<p:tagLst xmlns:p="http://schemas.openxmlformats.org/presentationml/2006/main">
  <p:tag name="AS_UNIQUEID" val="433"/>
</p:tagLst>
</file>

<file path=ppt/tags/tag387.xml><?xml version="1.0" encoding="utf-8"?>
<p:tagLst xmlns:p="http://schemas.openxmlformats.org/presentationml/2006/main">
  <p:tag name="AS_UNIQUEID" val="434"/>
</p:tagLst>
</file>

<file path=ppt/tags/tag388.xml><?xml version="1.0" encoding="utf-8"?>
<p:tagLst xmlns:p="http://schemas.openxmlformats.org/presentationml/2006/main">
  <p:tag name="AS_UNIQUEID" val="435"/>
</p:tagLst>
</file>

<file path=ppt/tags/tag389.xml><?xml version="1.0" encoding="utf-8"?>
<p:tagLst xmlns:p="http://schemas.openxmlformats.org/presentationml/2006/main">
  <p:tag name="AS_UNIQUEID" val="436"/>
</p:tagLst>
</file>

<file path=ppt/tags/tag390.xml><?xml version="1.0" encoding="utf-8"?>
<p:tagLst xmlns:p="http://schemas.openxmlformats.org/presentationml/2006/main">
  <p:tag name="AS_UNIQUEID" val="437"/>
</p:tagLst>
</file>

<file path=ppt/tags/tag391.xml><?xml version="1.0" encoding="utf-8"?>
<p:tagLst xmlns:p="http://schemas.openxmlformats.org/presentationml/2006/main">
  <p:tag name="AS_UNIQUEID" val="438"/>
</p:tagLst>
</file>

<file path=ppt/tags/tag392.xml><?xml version="1.0" encoding="utf-8"?>
<p:tagLst xmlns:p="http://schemas.openxmlformats.org/presentationml/2006/main">
  <p:tag name="AS_UNIQUEID" val="439"/>
</p:tagLst>
</file>

<file path=ppt/tags/tag393.xml><?xml version="1.0" encoding="utf-8"?>
<p:tagLst xmlns:p="http://schemas.openxmlformats.org/presentationml/2006/main">
  <p:tag name="AS_UNIQUEID" val="440"/>
</p:tagLst>
</file>

<file path=ppt/tags/tag394.xml><?xml version="1.0" encoding="utf-8"?>
<p:tagLst xmlns:p="http://schemas.openxmlformats.org/presentationml/2006/main">
  <p:tag name="AS_UNIQUEID" val="441"/>
</p:tagLst>
</file>

<file path=ppt/tags/tag395.xml><?xml version="1.0" encoding="utf-8"?>
<p:tagLst xmlns:p="http://schemas.openxmlformats.org/presentationml/2006/main">
  <p:tag name="AS_UNIQUEID" val="442"/>
</p:tagLst>
</file>

<file path=ppt/tags/tag396.xml><?xml version="1.0" encoding="utf-8"?>
<p:tagLst xmlns:p="http://schemas.openxmlformats.org/presentationml/2006/main">
  <p:tag name="AS_UNIQUEID" val="443"/>
</p:tagLst>
</file>

<file path=ppt/tags/tag397.xml><?xml version="1.0" encoding="utf-8"?>
<p:tagLst xmlns:p="http://schemas.openxmlformats.org/presentationml/2006/main">
  <p:tag name="AS_UNIQUEID" val="444"/>
</p:tagLst>
</file>

<file path=ppt/tags/tag398.xml><?xml version="1.0" encoding="utf-8"?>
<p:tagLst xmlns:p="http://schemas.openxmlformats.org/presentationml/2006/main">
  <p:tag name="AS_UNIQUEID" val="445"/>
</p:tagLst>
</file>

<file path=ppt/tags/tag399.xml><?xml version="1.0" encoding="utf-8"?>
<p:tagLst xmlns:p="http://schemas.openxmlformats.org/presentationml/2006/main">
  <p:tag name="AS_UNIQUEID" val="446"/>
</p:tagLst>
</file>

<file path=ppt/tags/tag400.xml><?xml version="1.0" encoding="utf-8"?>
<p:tagLst xmlns:p="http://schemas.openxmlformats.org/presentationml/2006/main">
  <p:tag name="AS_UNIQUEID" val="447"/>
</p:tagLst>
</file>

<file path=ppt/tags/tag401.xml><?xml version="1.0" encoding="utf-8"?>
<p:tagLst xmlns:p="http://schemas.openxmlformats.org/presentationml/2006/main">
  <p:tag name="AS_UNIQUEID" val="448"/>
</p:tagLst>
</file>

<file path=ppt/tags/tag402.xml><?xml version="1.0" encoding="utf-8"?>
<p:tagLst xmlns:p="http://schemas.openxmlformats.org/presentationml/2006/main">
  <p:tag name="AS_UNIQUEID" val="449"/>
</p:tagLst>
</file>

<file path=ppt/tags/tag403.xml><?xml version="1.0" encoding="utf-8"?>
<p:tagLst xmlns:p="http://schemas.openxmlformats.org/presentationml/2006/main">
  <p:tag name="AS_UNIQUEID" val="450"/>
</p:tagLst>
</file>

<file path=ppt/tags/tag404.xml><?xml version="1.0" encoding="utf-8"?>
<p:tagLst xmlns:p="http://schemas.openxmlformats.org/presentationml/2006/main">
  <p:tag name="AS_UNIQUEID" val="451"/>
</p:tagLst>
</file>

<file path=ppt/tags/tag405.xml><?xml version="1.0" encoding="utf-8"?>
<p:tagLst xmlns:p="http://schemas.openxmlformats.org/presentationml/2006/main">
  <p:tag name="AS_UNIQUEID" val="452"/>
</p:tagLst>
</file>

<file path=ppt/tags/tag406.xml><?xml version="1.0" encoding="utf-8"?>
<p:tagLst xmlns:p="http://schemas.openxmlformats.org/presentationml/2006/main">
  <p:tag name="AS_UNIQUEID" val="453"/>
</p:tagLst>
</file>

<file path=ppt/tags/tag407.xml><?xml version="1.0" encoding="utf-8"?>
<p:tagLst xmlns:p="http://schemas.openxmlformats.org/presentationml/2006/main">
  <p:tag name="AS_UNIQUEID" val="454"/>
</p:tagLst>
</file>

<file path=ppt/tags/tag408.xml><?xml version="1.0" encoding="utf-8"?>
<p:tagLst xmlns:p="http://schemas.openxmlformats.org/presentationml/2006/main">
  <p:tag name="AS_UNIQUEID" val="455"/>
</p:tagLst>
</file>

<file path=ppt/tags/tag409.xml><?xml version="1.0" encoding="utf-8"?>
<p:tagLst xmlns:p="http://schemas.openxmlformats.org/presentationml/2006/main">
  <p:tag name="AS_UNIQUEID" val="456"/>
</p:tagLst>
</file>

<file path=ppt/tags/tag410.xml><?xml version="1.0" encoding="utf-8"?>
<p:tagLst xmlns:p="http://schemas.openxmlformats.org/presentationml/2006/main">
  <p:tag name="AS_UNIQUEID" val="457"/>
</p:tagLst>
</file>

<file path=ppt/tags/tag411.xml><?xml version="1.0" encoding="utf-8"?>
<p:tagLst xmlns:p="http://schemas.openxmlformats.org/presentationml/2006/main">
  <p:tag name="AS_UNIQUEID" val="458"/>
</p:tagLst>
</file>

<file path=ppt/tags/tag412.xml><?xml version="1.0" encoding="utf-8"?>
<p:tagLst xmlns:p="http://schemas.openxmlformats.org/presentationml/2006/main">
  <p:tag name="AS_UNIQUEID" val="459"/>
</p:tagLst>
</file>

<file path=ppt/tags/tag413.xml><?xml version="1.0" encoding="utf-8"?>
<p:tagLst xmlns:p="http://schemas.openxmlformats.org/presentationml/2006/main">
  <p:tag name="AS_UNIQUEID" val="460"/>
</p:tagLst>
</file>

<file path=ppt/tags/tag414.xml><?xml version="1.0" encoding="utf-8"?>
<p:tagLst xmlns:p="http://schemas.openxmlformats.org/presentationml/2006/main">
  <p:tag name="AS_UNIQUEID" val="461"/>
</p:tagLst>
</file>

<file path=ppt/tags/tag415.xml><?xml version="1.0" encoding="utf-8"?>
<p:tagLst xmlns:p="http://schemas.openxmlformats.org/presentationml/2006/main">
  <p:tag name="AS_UNIQUEID" val="462"/>
</p:tagLst>
</file>

<file path=ppt/tags/tag416.xml><?xml version="1.0" encoding="utf-8"?>
<p:tagLst xmlns:p="http://schemas.openxmlformats.org/presentationml/2006/main">
  <p:tag name="AS_UNIQUEID" val="182"/>
</p:tagLst>
</file>

<file path=ppt/tags/tag417.xml><?xml version="1.0" encoding="utf-8"?>
<p:tagLst xmlns:p="http://schemas.openxmlformats.org/presentationml/2006/main">
  <p:tag name="AS_UNIQUEID" val="412"/>
</p:tagLst>
</file>

<file path=ppt/tags/tag418.xml><?xml version="1.0" encoding="utf-8"?>
<p:tagLst xmlns:p="http://schemas.openxmlformats.org/presentationml/2006/main">
  <p:tag name="AS_UNIQUEID" val="413"/>
</p:tagLst>
</file>

<file path=ppt/tags/tag419.xml><?xml version="1.0" encoding="utf-8"?>
<p:tagLst xmlns:p="http://schemas.openxmlformats.org/presentationml/2006/main">
  <p:tag name="AS_UNIQUEID" val="414"/>
</p:tagLst>
</file>

<file path=ppt/tags/tag420.xml><?xml version="1.0" encoding="utf-8"?>
<p:tagLst xmlns:p="http://schemas.openxmlformats.org/presentationml/2006/main">
  <p:tag name="AS_UNIQUEID" val="491"/>
</p:tagLst>
</file>

<file path=ppt/tags/tag421.xml><?xml version="1.0" encoding="utf-8"?>
<p:tagLst xmlns:p="http://schemas.openxmlformats.org/presentationml/2006/main">
  <p:tag name="AS_UNIQUEID" val="492"/>
</p:tagLst>
</file>

<file path=ppt/tags/tag422.xml><?xml version="1.0" encoding="utf-8"?>
<p:tagLst xmlns:p="http://schemas.openxmlformats.org/presentationml/2006/main">
  <p:tag name="AS_UNIQUEID" val="493"/>
</p:tagLst>
</file>

<file path=ppt/tags/tag423.xml><?xml version="1.0" encoding="utf-8"?>
<p:tagLst xmlns:p="http://schemas.openxmlformats.org/presentationml/2006/main">
  <p:tag name="AS_UNIQUEID" val="494"/>
</p:tagLst>
</file>

<file path=ppt/tags/tag424.xml><?xml version="1.0" encoding="utf-8"?>
<p:tagLst xmlns:p="http://schemas.openxmlformats.org/presentationml/2006/main">
  <p:tag name="AS_UNIQUEID" val="495"/>
</p:tagLst>
</file>

<file path=ppt/tags/tag425.xml><?xml version="1.0" encoding="utf-8"?>
<p:tagLst xmlns:p="http://schemas.openxmlformats.org/presentationml/2006/main">
  <p:tag name="AS_UNIQUEID" val="496"/>
</p:tagLst>
</file>

<file path=ppt/tags/tag426.xml><?xml version="1.0" encoding="utf-8"?>
<p:tagLst xmlns:p="http://schemas.openxmlformats.org/presentationml/2006/main">
  <p:tag name="AS_UNIQUEID" val="497"/>
</p:tagLst>
</file>

<file path=ppt/tags/tag427.xml><?xml version="1.0" encoding="utf-8"?>
<p:tagLst xmlns:p="http://schemas.openxmlformats.org/presentationml/2006/main">
  <p:tag name="AS_UNIQUEID" val="498"/>
</p:tagLst>
</file>

<file path=ppt/tags/tag428.xml><?xml version="1.0" encoding="utf-8"?>
<p:tagLst xmlns:p="http://schemas.openxmlformats.org/presentationml/2006/main">
  <p:tag name="AS_UNIQUEID" val="499"/>
</p:tagLst>
</file>

<file path=ppt/tags/tag429.xml><?xml version="1.0" encoding="utf-8"?>
<p:tagLst xmlns:p="http://schemas.openxmlformats.org/presentationml/2006/main">
  <p:tag name="AS_UNIQUEID" val="500"/>
</p:tagLst>
</file>

<file path=ppt/tags/tag430.xml><?xml version="1.0" encoding="utf-8"?>
<p:tagLst xmlns:p="http://schemas.openxmlformats.org/presentationml/2006/main">
  <p:tag name="AS_UNIQUEID" val="501"/>
</p:tagLst>
</file>

<file path=ppt/tags/tag431.xml><?xml version="1.0" encoding="utf-8"?>
<p:tagLst xmlns:p="http://schemas.openxmlformats.org/presentationml/2006/main">
  <p:tag name="AS_UNIQUEID" val="502"/>
</p:tagLst>
</file>

<file path=ppt/tags/tag432.xml><?xml version="1.0" encoding="utf-8"?>
<p:tagLst xmlns:p="http://schemas.openxmlformats.org/presentationml/2006/main">
  <p:tag name="AS_UNIQUEID" val="503"/>
</p:tagLst>
</file>

<file path=ppt/tags/tag433.xml><?xml version="1.0" encoding="utf-8"?>
<p:tagLst xmlns:p="http://schemas.openxmlformats.org/presentationml/2006/main">
  <p:tag name="AS_UNIQUEID" val="504"/>
</p:tagLst>
</file>

<file path=ppt/tags/tag434.xml><?xml version="1.0" encoding="utf-8"?>
<p:tagLst xmlns:p="http://schemas.openxmlformats.org/presentationml/2006/main">
  <p:tag name="AS_UNIQUEID" val="505"/>
</p:tagLst>
</file>

<file path=ppt/tags/tag435.xml><?xml version="1.0" encoding="utf-8"?>
<p:tagLst xmlns:p="http://schemas.openxmlformats.org/presentationml/2006/main">
  <p:tag name="AS_UNIQUEID" val="506"/>
</p:tagLst>
</file>

<file path=ppt/tags/tag436.xml><?xml version="1.0" encoding="utf-8"?>
<p:tagLst xmlns:p="http://schemas.openxmlformats.org/presentationml/2006/main">
  <p:tag name="AS_UNIQUEID" val="507"/>
</p:tagLst>
</file>

<file path=ppt/tags/tag437.xml><?xml version="1.0" encoding="utf-8"?>
<p:tagLst xmlns:p="http://schemas.openxmlformats.org/presentationml/2006/main">
  <p:tag name="AS_UNIQUEID" val="508"/>
</p:tagLst>
</file>

<file path=ppt/tags/tag438.xml><?xml version="1.0" encoding="utf-8"?>
<p:tagLst xmlns:p="http://schemas.openxmlformats.org/presentationml/2006/main">
  <p:tag name="AS_UNIQUEID" val="509"/>
</p:tagLst>
</file>

<file path=ppt/tags/tag439.xml><?xml version="1.0" encoding="utf-8"?>
<p:tagLst xmlns:p="http://schemas.openxmlformats.org/presentationml/2006/main">
  <p:tag name="AS_UNIQUEID" val="510"/>
</p:tagLst>
</file>

<file path=ppt/tags/tag440.xml><?xml version="1.0" encoding="utf-8"?>
<p:tagLst xmlns:p="http://schemas.openxmlformats.org/presentationml/2006/main">
  <p:tag name="AS_UNIQUEID" val="511"/>
</p:tagLst>
</file>

<file path=ppt/tags/tag441.xml><?xml version="1.0" encoding="utf-8"?>
<p:tagLst xmlns:p="http://schemas.openxmlformats.org/presentationml/2006/main">
  <p:tag name="AS_UNIQUEID" val="512"/>
</p:tagLst>
</file>

<file path=ppt/tags/tag442.xml><?xml version="1.0" encoding="utf-8"?>
<p:tagLst xmlns:p="http://schemas.openxmlformats.org/presentationml/2006/main">
  <p:tag name="AS_UNIQUEID" val="513"/>
</p:tagLst>
</file>

<file path=ppt/tags/tag443.xml><?xml version="1.0" encoding="utf-8"?>
<p:tagLst xmlns:p="http://schemas.openxmlformats.org/presentationml/2006/main">
  <p:tag name="AS_UNIQUEID" val="514"/>
</p:tagLst>
</file>

<file path=ppt/tags/tag444.xml><?xml version="1.0" encoding="utf-8"?>
<p:tagLst xmlns:p="http://schemas.openxmlformats.org/presentationml/2006/main">
  <p:tag name="AS_UNIQUEID" val="515"/>
</p:tagLst>
</file>

<file path=ppt/tags/tag445.xml><?xml version="1.0" encoding="utf-8"?>
<p:tagLst xmlns:p="http://schemas.openxmlformats.org/presentationml/2006/main">
  <p:tag name="AS_UNIQUEID" val="516"/>
</p:tagLst>
</file>

<file path=ppt/tags/tag446.xml><?xml version="1.0" encoding="utf-8"?>
<p:tagLst xmlns:p="http://schemas.openxmlformats.org/presentationml/2006/main">
  <p:tag name="AS_UNIQUEID" val="517"/>
</p:tagLst>
</file>

<file path=ppt/tags/tag447.xml><?xml version="1.0" encoding="utf-8"?>
<p:tagLst xmlns:p="http://schemas.openxmlformats.org/presentationml/2006/main">
  <p:tag name="AS_UNIQUEID" val="518"/>
</p:tagLst>
</file>

<file path=ppt/tags/tag448.xml><?xml version="1.0" encoding="utf-8"?>
<p:tagLst xmlns:p="http://schemas.openxmlformats.org/presentationml/2006/main">
  <p:tag name="AS_UNIQUEID" val="519"/>
</p:tagLst>
</file>

<file path=ppt/tags/tag449.xml><?xml version="1.0" encoding="utf-8"?>
<p:tagLst xmlns:p="http://schemas.openxmlformats.org/presentationml/2006/main">
  <p:tag name="AS_UNIQUEID" val="520"/>
</p:tagLst>
</file>

<file path=ppt/tags/tag450.xml><?xml version="1.0" encoding="utf-8"?>
<p:tagLst xmlns:p="http://schemas.openxmlformats.org/presentationml/2006/main">
  <p:tag name="AS_UNIQUEID" val="182"/>
</p:tagLst>
</file>

<file path=ppt/tags/tag451.xml><?xml version="1.0" encoding="utf-8"?>
<p:tagLst xmlns:p="http://schemas.openxmlformats.org/presentationml/2006/main">
  <p:tag name="AS_UNIQUEID" val="487"/>
</p:tagLst>
</file>

<file path=ppt/tags/tag452.xml><?xml version="1.0" encoding="utf-8"?>
<p:tagLst xmlns:p="http://schemas.openxmlformats.org/presentationml/2006/main">
  <p:tag name="AS_UNIQUEID" val="488"/>
</p:tagLst>
</file>

<file path=ppt/tags/tag453.xml><?xml version="1.0" encoding="utf-8"?>
<p:tagLst xmlns:p="http://schemas.openxmlformats.org/presentationml/2006/main">
  <p:tag name="AS_UNIQUEID" val="489"/>
</p:tagLst>
</file>

<file path=ppt/tags/tag454.xml><?xml version="1.0" encoding="utf-8"?>
<p:tagLst xmlns:p="http://schemas.openxmlformats.org/presentationml/2006/main">
  <p:tag name="AS_UNIQUEID" val="526"/>
</p:tagLst>
</file>

<file path=ppt/tags/tag455.xml><?xml version="1.0" encoding="utf-8"?>
<p:tagLst xmlns:p="http://schemas.openxmlformats.org/presentationml/2006/main">
  <p:tag name="AS_UNIQUEID" val="527"/>
</p:tagLst>
</file>

<file path=ppt/tags/tag456.xml><?xml version="1.0" encoding="utf-8"?>
<p:tagLst xmlns:p="http://schemas.openxmlformats.org/presentationml/2006/main">
  <p:tag name="AS_UNIQUEID" val="528"/>
</p:tagLst>
</file>

<file path=ppt/tags/tag457.xml><?xml version="1.0" encoding="utf-8"?>
<p:tagLst xmlns:p="http://schemas.openxmlformats.org/presentationml/2006/main">
  <p:tag name="AS_UNIQUEID" val="529"/>
</p:tagLst>
</file>

<file path=ppt/tags/tag458.xml><?xml version="1.0" encoding="utf-8"?>
<p:tagLst xmlns:p="http://schemas.openxmlformats.org/presentationml/2006/main">
  <p:tag name="AS_UNIQUEID" val="530"/>
</p:tagLst>
</file>

<file path=ppt/tags/tag459.xml><?xml version="1.0" encoding="utf-8"?>
<p:tagLst xmlns:p="http://schemas.openxmlformats.org/presentationml/2006/main">
  <p:tag name="AS_UNIQUEID" val="531"/>
</p:tagLst>
</file>

<file path=ppt/tags/tag460.xml><?xml version="1.0" encoding="utf-8"?>
<p:tagLst xmlns:p="http://schemas.openxmlformats.org/presentationml/2006/main">
  <p:tag name="AS_UNIQUEID" val="532"/>
</p:tagLst>
</file>

<file path=ppt/tags/tag461.xml><?xml version="1.0" encoding="utf-8"?>
<p:tagLst xmlns:p="http://schemas.openxmlformats.org/presentationml/2006/main">
  <p:tag name="AS_UNIQUEID" val="533"/>
</p:tagLst>
</file>

<file path=ppt/tags/tag462.xml><?xml version="1.0" encoding="utf-8"?>
<p:tagLst xmlns:p="http://schemas.openxmlformats.org/presentationml/2006/main">
  <p:tag name="AS_UNIQUEID" val="534"/>
</p:tagLst>
</file>

<file path=ppt/tags/tag463.xml><?xml version="1.0" encoding="utf-8"?>
<p:tagLst xmlns:p="http://schemas.openxmlformats.org/presentationml/2006/main">
  <p:tag name="AS_UNIQUEID" val="535"/>
</p:tagLst>
</file>

<file path=ppt/tags/tag464.xml><?xml version="1.0" encoding="utf-8"?>
<p:tagLst xmlns:p="http://schemas.openxmlformats.org/presentationml/2006/main">
  <p:tag name="AS_UNIQUEID" val="536"/>
</p:tagLst>
</file>

<file path=ppt/tags/tag465.xml><?xml version="1.0" encoding="utf-8"?>
<p:tagLst xmlns:p="http://schemas.openxmlformats.org/presentationml/2006/main">
  <p:tag name="AS_UNIQUEID" val="537"/>
</p:tagLst>
</file>

<file path=ppt/tags/tag466.xml><?xml version="1.0" encoding="utf-8"?>
<p:tagLst xmlns:p="http://schemas.openxmlformats.org/presentationml/2006/main">
  <p:tag name="AS_UNIQUEID" val="538"/>
</p:tagLst>
</file>

<file path=ppt/tags/tag467.xml><?xml version="1.0" encoding="utf-8"?>
<p:tagLst xmlns:p="http://schemas.openxmlformats.org/presentationml/2006/main">
  <p:tag name="AS_UNIQUEID" val="539"/>
</p:tagLst>
</file>

<file path=ppt/tags/tag468.xml><?xml version="1.0" encoding="utf-8"?>
<p:tagLst xmlns:p="http://schemas.openxmlformats.org/presentationml/2006/main">
  <p:tag name="AS_UNIQUEID" val="540"/>
</p:tagLst>
</file>

<file path=ppt/tags/tag469.xml><?xml version="1.0" encoding="utf-8"?>
<p:tagLst xmlns:p="http://schemas.openxmlformats.org/presentationml/2006/main">
  <p:tag name="AS_UNIQUEID" val="541"/>
</p:tagLst>
</file>

<file path=ppt/tags/tag470.xml><?xml version="1.0" encoding="utf-8"?>
<p:tagLst xmlns:p="http://schemas.openxmlformats.org/presentationml/2006/main">
  <p:tag name="AS_UNIQUEID" val="542"/>
</p:tagLst>
</file>

<file path=ppt/tags/tag471.xml><?xml version="1.0" encoding="utf-8"?>
<p:tagLst xmlns:p="http://schemas.openxmlformats.org/presentationml/2006/main">
  <p:tag name="AS_UNIQUEID" val="543"/>
</p:tagLst>
</file>

<file path=ppt/tags/tag472.xml><?xml version="1.0" encoding="utf-8"?>
<p:tagLst xmlns:p="http://schemas.openxmlformats.org/presentationml/2006/main">
  <p:tag name="AS_UNIQUEID" val="544"/>
</p:tagLst>
</file>

<file path=ppt/tags/tag473.xml><?xml version="1.0" encoding="utf-8"?>
<p:tagLst xmlns:p="http://schemas.openxmlformats.org/presentationml/2006/main">
  <p:tag name="AS_UNIQUEID" val="545"/>
</p:tagLst>
</file>

<file path=ppt/tags/tag474.xml><?xml version="1.0" encoding="utf-8"?>
<p:tagLst xmlns:p="http://schemas.openxmlformats.org/presentationml/2006/main">
  <p:tag name="AS_UNIQUEID" val="546"/>
</p:tagLst>
</file>

<file path=ppt/tags/tag475.xml><?xml version="1.0" encoding="utf-8"?>
<p:tagLst xmlns:p="http://schemas.openxmlformats.org/presentationml/2006/main">
  <p:tag name="AS_UNIQUEID" val="547"/>
</p:tagLst>
</file>

<file path=ppt/tags/tag476.xml><?xml version="1.0" encoding="utf-8"?>
<p:tagLst xmlns:p="http://schemas.openxmlformats.org/presentationml/2006/main">
  <p:tag name="AS_UNIQUEID" val="548"/>
</p:tagLst>
</file>

<file path=ppt/tags/tag477.xml><?xml version="1.0" encoding="utf-8"?>
<p:tagLst xmlns:p="http://schemas.openxmlformats.org/presentationml/2006/main">
  <p:tag name="AS_UNIQUEID" val="549"/>
</p:tagLst>
</file>

<file path=ppt/tags/tag478.xml><?xml version="1.0" encoding="utf-8"?>
<p:tagLst xmlns:p="http://schemas.openxmlformats.org/presentationml/2006/main">
  <p:tag name="AS_UNIQUEID" val="550"/>
</p:tagLst>
</file>

<file path=ppt/tags/tag479.xml><?xml version="1.0" encoding="utf-8"?>
<p:tagLst xmlns:p="http://schemas.openxmlformats.org/presentationml/2006/main">
  <p:tag name="AS_UNIQUEID" val="551"/>
</p:tagLst>
</file>

<file path=ppt/tags/tag480.xml><?xml version="1.0" encoding="utf-8"?>
<p:tagLst xmlns:p="http://schemas.openxmlformats.org/presentationml/2006/main">
  <p:tag name="AS_UNIQUEID" val="552"/>
</p:tagLst>
</file>

<file path=ppt/tags/tag481.xml><?xml version="1.0" encoding="utf-8"?>
<p:tagLst xmlns:p="http://schemas.openxmlformats.org/presentationml/2006/main">
  <p:tag name="AS_UNIQUEID" val="553"/>
</p:tagLst>
</file>

<file path=ppt/tags/tag482.xml><?xml version="1.0" encoding="utf-8"?>
<p:tagLst xmlns:p="http://schemas.openxmlformats.org/presentationml/2006/main">
  <p:tag name="AS_UNIQUEID" val="554"/>
</p:tagLst>
</file>

<file path=ppt/tags/tag483.xml><?xml version="1.0" encoding="utf-8"?>
<p:tagLst xmlns:p="http://schemas.openxmlformats.org/presentationml/2006/main">
  <p:tag name="AS_UNIQUEID" val="555"/>
</p:tagLst>
</file>

<file path=ppt/tags/tag484.xml><?xml version="1.0" encoding="utf-8"?>
<p:tagLst xmlns:p="http://schemas.openxmlformats.org/presentationml/2006/main">
  <p:tag name="AS_UNIQUEID" val="556"/>
</p:tagLst>
</file>

<file path=ppt/tags/tag485.xml><?xml version="1.0" encoding="utf-8"?>
<p:tagLst xmlns:p="http://schemas.openxmlformats.org/presentationml/2006/main">
  <p:tag name="AS_UNIQUEID" val="557"/>
</p:tagLst>
</file>

<file path=ppt/tags/tag486.xml><?xml version="1.0" encoding="utf-8"?>
<p:tagLst xmlns:p="http://schemas.openxmlformats.org/presentationml/2006/main">
  <p:tag name="AS_UNIQUEID" val="558"/>
</p:tagLst>
</file>

<file path=ppt/tags/tag487.xml><?xml version="1.0" encoding="utf-8"?>
<p:tagLst xmlns:p="http://schemas.openxmlformats.org/presentationml/2006/main">
  <p:tag name="AS_UNIQUEID" val="559"/>
</p:tagLst>
</file>

<file path=ppt/tags/tag488.xml><?xml version="1.0" encoding="utf-8"?>
<p:tagLst xmlns:p="http://schemas.openxmlformats.org/presentationml/2006/main">
  <p:tag name="AS_UNIQUEID" val="560"/>
</p:tagLst>
</file>

<file path=ppt/tags/tag489.xml><?xml version="1.0" encoding="utf-8"?>
<p:tagLst xmlns:p="http://schemas.openxmlformats.org/presentationml/2006/main">
  <p:tag name="AS_UNIQUEID" val="561"/>
</p:tagLst>
</file>

<file path=ppt/tags/tag490.xml><?xml version="1.0" encoding="utf-8"?>
<p:tagLst xmlns:p="http://schemas.openxmlformats.org/presentationml/2006/main">
  <p:tag name="AS_UNIQUEID" val="562"/>
</p:tagLst>
</file>

<file path=ppt/tags/tag491.xml><?xml version="1.0" encoding="utf-8"?>
<p:tagLst xmlns:p="http://schemas.openxmlformats.org/presentationml/2006/main">
  <p:tag name="AS_UNIQUEID" val="563"/>
</p:tagLst>
</file>

<file path=ppt/tags/tag492.xml><?xml version="1.0" encoding="utf-8"?>
<p:tagLst xmlns:p="http://schemas.openxmlformats.org/presentationml/2006/main">
  <p:tag name="AS_UNIQUEID" val="564"/>
</p:tagLst>
</file>

<file path=ppt/tags/tag493.xml><?xml version="1.0" encoding="utf-8"?>
<p:tagLst xmlns:p="http://schemas.openxmlformats.org/presentationml/2006/main">
  <p:tag name="AS_UNIQUEID" val="565"/>
</p:tagLst>
</file>

<file path=ppt/tags/tag494.xml><?xml version="1.0" encoding="utf-8"?>
<p:tagLst xmlns:p="http://schemas.openxmlformats.org/presentationml/2006/main">
  <p:tag name="AS_UNIQUEID" val="566"/>
</p:tagLst>
</file>

<file path=ppt/tags/tag495.xml><?xml version="1.0" encoding="utf-8"?>
<p:tagLst xmlns:p="http://schemas.openxmlformats.org/presentationml/2006/main">
  <p:tag name="AS_UNIQUEID" val="567"/>
</p:tagLst>
</file>

<file path=ppt/tags/tag496.xml><?xml version="1.0" encoding="utf-8"?>
<p:tagLst xmlns:p="http://schemas.openxmlformats.org/presentationml/2006/main">
  <p:tag name="AS_UNIQUEID" val="568"/>
</p:tagLst>
</file>

<file path=ppt/tags/tag497.xml><?xml version="1.0" encoding="utf-8"?>
<p:tagLst xmlns:p="http://schemas.openxmlformats.org/presentationml/2006/main">
  <p:tag name="AS_UNIQUEID" val="569"/>
</p:tagLst>
</file>

<file path=ppt/tags/tag498.xml><?xml version="1.0" encoding="utf-8"?>
<p:tagLst xmlns:p="http://schemas.openxmlformats.org/presentationml/2006/main">
  <p:tag name="AS_UNIQUEID" val="570"/>
</p:tagLst>
</file>

<file path=ppt/tags/tag499.xml><?xml version="1.0" encoding="utf-8"?>
<p:tagLst xmlns:p="http://schemas.openxmlformats.org/presentationml/2006/main">
  <p:tag name="AS_UNIQUEID" val="571"/>
</p:tagLst>
</file>

<file path=ppt/tags/tag500.xml><?xml version="1.0" encoding="utf-8"?>
<p:tagLst xmlns:p="http://schemas.openxmlformats.org/presentationml/2006/main">
  <p:tag name="AS_UNIQUEID" val="572"/>
</p:tagLst>
</file>

<file path=ppt/tags/tag501.xml><?xml version="1.0" encoding="utf-8"?>
<p:tagLst xmlns:p="http://schemas.openxmlformats.org/presentationml/2006/main">
  <p:tag name="AS_UNIQUEID" val="573"/>
</p:tagLst>
</file>

<file path=ppt/tags/tag502.xml><?xml version="1.0" encoding="utf-8"?>
<p:tagLst xmlns:p="http://schemas.openxmlformats.org/presentationml/2006/main">
  <p:tag name="AS_UNIQUEID" val="574"/>
</p:tagLst>
</file>

<file path=ppt/tags/tag503.xml><?xml version="1.0" encoding="utf-8"?>
<p:tagLst xmlns:p="http://schemas.openxmlformats.org/presentationml/2006/main">
  <p:tag name="AS_UNIQUEID" val="575"/>
</p:tagLst>
</file>

<file path=ppt/tags/tag504.xml><?xml version="1.0" encoding="utf-8"?>
<p:tagLst xmlns:p="http://schemas.openxmlformats.org/presentationml/2006/main">
  <p:tag name="AS_UNIQUEID" val="576"/>
</p:tagLst>
</file>

<file path=ppt/tags/tag505.xml><?xml version="1.0" encoding="utf-8"?>
<p:tagLst xmlns:p="http://schemas.openxmlformats.org/presentationml/2006/main">
  <p:tag name="AS_UNIQUEID" val="577"/>
</p:tagLst>
</file>

<file path=ppt/tags/tag506.xml><?xml version="1.0" encoding="utf-8"?>
<p:tagLst xmlns:p="http://schemas.openxmlformats.org/presentationml/2006/main">
  <p:tag name="AS_UNIQUEID" val="578"/>
</p:tagLst>
</file>

<file path=ppt/tags/tag507.xml><?xml version="1.0" encoding="utf-8"?>
<p:tagLst xmlns:p="http://schemas.openxmlformats.org/presentationml/2006/main">
  <p:tag name="AS_UNIQUEID" val="579"/>
</p:tagLst>
</file>

<file path=ppt/tags/tag508.xml><?xml version="1.0" encoding="utf-8"?>
<p:tagLst xmlns:p="http://schemas.openxmlformats.org/presentationml/2006/main">
  <p:tag name="AS_UNIQUEID" val="580"/>
</p:tagLst>
</file>

<file path=ppt/tags/tag509.xml><?xml version="1.0" encoding="utf-8"?>
<p:tagLst xmlns:p="http://schemas.openxmlformats.org/presentationml/2006/main">
  <p:tag name="AS_UNIQUEID" val="581"/>
</p:tagLst>
</file>

<file path=ppt/tags/tag510.xml><?xml version="1.0" encoding="utf-8"?>
<p:tagLst xmlns:p="http://schemas.openxmlformats.org/presentationml/2006/main">
  <p:tag name="AS_UNIQUEID" val="582"/>
</p:tagLst>
</file>

<file path=ppt/tags/tag511.xml><?xml version="1.0" encoding="utf-8"?>
<p:tagLst xmlns:p="http://schemas.openxmlformats.org/presentationml/2006/main">
  <p:tag name="AS_UNIQUEID" val="583"/>
</p:tagLst>
</file>

<file path=ppt/tags/tag512.xml><?xml version="1.0" encoding="utf-8"?>
<p:tagLst xmlns:p="http://schemas.openxmlformats.org/presentationml/2006/main">
  <p:tag name="AS_UNIQUEID" val="584"/>
</p:tagLst>
</file>

<file path=ppt/tags/tag513.xml><?xml version="1.0" encoding="utf-8"?>
<p:tagLst xmlns:p="http://schemas.openxmlformats.org/presentationml/2006/main">
  <p:tag name="AS_UNIQUEID" val="585"/>
</p:tagLst>
</file>

<file path=ppt/tags/tag514.xml><?xml version="1.0" encoding="utf-8"?>
<p:tagLst xmlns:p="http://schemas.openxmlformats.org/presentationml/2006/main">
  <p:tag name="AS_UNIQUEID" val="586"/>
</p:tagLst>
</file>

<file path=ppt/tags/tag515.xml><?xml version="1.0" encoding="utf-8"?>
<p:tagLst xmlns:p="http://schemas.openxmlformats.org/presentationml/2006/main">
  <p:tag name="AS_UNIQUEID" val="587"/>
</p:tagLst>
</file>

<file path=ppt/tags/tag516.xml><?xml version="1.0" encoding="utf-8"?>
<p:tagLst xmlns:p="http://schemas.openxmlformats.org/presentationml/2006/main">
  <p:tag name="AS_UNIQUEID" val="588"/>
</p:tagLst>
</file>

<file path=ppt/tags/tag517.xml><?xml version="1.0" encoding="utf-8"?>
<p:tagLst xmlns:p="http://schemas.openxmlformats.org/presentationml/2006/main">
  <p:tag name="AS_UNIQUEID" val="589"/>
</p:tagLst>
</file>

<file path=ppt/tags/tag518.xml><?xml version="1.0" encoding="utf-8"?>
<p:tagLst xmlns:p="http://schemas.openxmlformats.org/presentationml/2006/main">
  <p:tag name="AS_UNIQUEID" val="590"/>
</p:tagLst>
</file>

<file path=ppt/tags/tag519.xml><?xml version="1.0" encoding="utf-8"?>
<p:tagLst xmlns:p="http://schemas.openxmlformats.org/presentationml/2006/main">
  <p:tag name="AS_UNIQUEID" val="591"/>
</p:tagLst>
</file>

<file path=ppt/tags/tag520.xml><?xml version="1.0" encoding="utf-8"?>
<p:tagLst xmlns:p="http://schemas.openxmlformats.org/presentationml/2006/main">
  <p:tag name="AS_UNIQUEID" val="592"/>
</p:tagLst>
</file>

<file path=ppt/tags/tag521.xml><?xml version="1.0" encoding="utf-8"?>
<p:tagLst xmlns:p="http://schemas.openxmlformats.org/presentationml/2006/main">
  <p:tag name="AS_UNIQUEID" val="593"/>
</p:tagLst>
</file>

<file path=ppt/tags/tag522.xml><?xml version="1.0" encoding="utf-8"?>
<p:tagLst xmlns:p="http://schemas.openxmlformats.org/presentationml/2006/main">
  <p:tag name="AS_UNIQUEID" val="594"/>
</p:tagLst>
</file>

<file path=ppt/tags/tag523.xml><?xml version="1.0" encoding="utf-8"?>
<p:tagLst xmlns:p="http://schemas.openxmlformats.org/presentationml/2006/main">
  <p:tag name="AS_UNIQUEID" val="595"/>
</p:tagLst>
</file>

<file path=ppt/tags/tag524.xml><?xml version="1.0" encoding="utf-8"?>
<p:tagLst xmlns:p="http://schemas.openxmlformats.org/presentationml/2006/main">
  <p:tag name="AS_UNIQUEID" val="596"/>
</p:tagLst>
</file>

<file path=ppt/tags/tag525.xml><?xml version="1.0" encoding="utf-8"?>
<p:tagLst xmlns:p="http://schemas.openxmlformats.org/presentationml/2006/main">
  <p:tag name="AS_UNIQUEID" val="597"/>
</p:tagLst>
</file>

<file path=ppt/tags/tag526.xml><?xml version="1.0" encoding="utf-8"?>
<p:tagLst xmlns:p="http://schemas.openxmlformats.org/presentationml/2006/main">
  <p:tag name="AS_UNIQUEID" val="598"/>
</p:tagLst>
</file>

<file path=ppt/tags/tag527.xml><?xml version="1.0" encoding="utf-8"?>
<p:tagLst xmlns:p="http://schemas.openxmlformats.org/presentationml/2006/main">
  <p:tag name="AS_UNIQUEID" val="599"/>
</p:tagLst>
</file>

<file path=ppt/tags/tag528.xml><?xml version="1.0" encoding="utf-8"?>
<p:tagLst xmlns:p="http://schemas.openxmlformats.org/presentationml/2006/main">
  <p:tag name="AS_UNIQUEID" val="600"/>
</p:tagLst>
</file>

<file path=ppt/tags/tag529.xml><?xml version="1.0" encoding="utf-8"?>
<p:tagLst xmlns:p="http://schemas.openxmlformats.org/presentationml/2006/main">
  <p:tag name="AS_UNIQUEID" val="601"/>
</p:tagLst>
</file>

<file path=ppt/tags/tag530.xml><?xml version="1.0" encoding="utf-8"?>
<p:tagLst xmlns:p="http://schemas.openxmlformats.org/presentationml/2006/main">
  <p:tag name="AS_UNIQUEID" val="602"/>
</p:tagLst>
</file>

<file path=ppt/tags/tag531.xml><?xml version="1.0" encoding="utf-8"?>
<p:tagLst xmlns:p="http://schemas.openxmlformats.org/presentationml/2006/main">
  <p:tag name="AS_UNIQUEID" val="603"/>
</p:tagLst>
</file>

<file path=ppt/tags/tag532.xml><?xml version="1.0" encoding="utf-8"?>
<p:tagLst xmlns:p="http://schemas.openxmlformats.org/presentationml/2006/main">
  <p:tag name="AS_UNIQUEID" val="604"/>
</p:tagLst>
</file>

<file path=ppt/tags/tag533.xml><?xml version="1.0" encoding="utf-8"?>
<p:tagLst xmlns:p="http://schemas.openxmlformats.org/presentationml/2006/main">
  <p:tag name="AS_UNIQUEID" val="605"/>
</p:tagLst>
</file>

<file path=ppt/tags/tag534.xml><?xml version="1.0" encoding="utf-8"?>
<p:tagLst xmlns:p="http://schemas.openxmlformats.org/presentationml/2006/main">
  <p:tag name="AS_UNIQUEID" val="606"/>
</p:tagLst>
</file>

<file path=ppt/tags/tag535.xml><?xml version="1.0" encoding="utf-8"?>
<p:tagLst xmlns:p="http://schemas.openxmlformats.org/presentationml/2006/main">
  <p:tag name="AS_UNIQUEID" val="607"/>
</p:tagLst>
</file>

<file path=ppt/tags/tag536.xml><?xml version="1.0" encoding="utf-8"?>
<p:tagLst xmlns:p="http://schemas.openxmlformats.org/presentationml/2006/main">
  <p:tag name="AS_UNIQUEID" val="608"/>
</p:tagLst>
</file>

<file path=ppt/tags/tag537.xml><?xml version="1.0" encoding="utf-8"?>
<p:tagLst xmlns:p="http://schemas.openxmlformats.org/presentationml/2006/main">
  <p:tag name="AS_UNIQUEID" val="609"/>
</p:tagLst>
</file>

<file path=ppt/tags/tag538.xml><?xml version="1.0" encoding="utf-8"?>
<p:tagLst xmlns:p="http://schemas.openxmlformats.org/presentationml/2006/main">
  <p:tag name="AS_UNIQUEID" val="610"/>
</p:tagLst>
</file>

<file path=ppt/tags/tag539.xml><?xml version="1.0" encoding="utf-8"?>
<p:tagLst xmlns:p="http://schemas.openxmlformats.org/presentationml/2006/main">
  <p:tag name="AS_UNIQUEID" val="611"/>
</p:tagLst>
</file>

<file path=ppt/tags/tag540.xml><?xml version="1.0" encoding="utf-8"?>
<p:tagLst xmlns:p="http://schemas.openxmlformats.org/presentationml/2006/main">
  <p:tag name="AS_UNIQUEID" val="612"/>
</p:tagLst>
</file>

<file path=ppt/tags/tag541.xml><?xml version="1.0" encoding="utf-8"?>
<p:tagLst xmlns:p="http://schemas.openxmlformats.org/presentationml/2006/main">
  <p:tag name="AS_UNIQUEID" val="613"/>
</p:tagLst>
</file>

<file path=ppt/tags/tag542.xml><?xml version="1.0" encoding="utf-8"?>
<p:tagLst xmlns:p="http://schemas.openxmlformats.org/presentationml/2006/main">
  <p:tag name="AS_UNIQUEID" val="614"/>
</p:tagLst>
</file>

<file path=ppt/tags/tag543.xml><?xml version="1.0" encoding="utf-8"?>
<p:tagLst xmlns:p="http://schemas.openxmlformats.org/presentationml/2006/main">
  <p:tag name="AS_UNIQUEID" val="615"/>
</p:tagLst>
</file>

<file path=ppt/tags/tag544.xml><?xml version="1.0" encoding="utf-8"?>
<p:tagLst xmlns:p="http://schemas.openxmlformats.org/presentationml/2006/main">
  <p:tag name="AS_UNIQUEID" val="616"/>
</p:tagLst>
</file>

<file path=ppt/tags/tag545.xml><?xml version="1.0" encoding="utf-8"?>
<p:tagLst xmlns:p="http://schemas.openxmlformats.org/presentationml/2006/main">
  <p:tag name="AS_UNIQUEID" val="617"/>
</p:tagLst>
</file>

<file path=ppt/tags/tag546.xml><?xml version="1.0" encoding="utf-8"?>
<p:tagLst xmlns:p="http://schemas.openxmlformats.org/presentationml/2006/main">
  <p:tag name="AS_UNIQUEID" val="618"/>
</p:tagLst>
</file>

<file path=ppt/tags/tag547.xml><?xml version="1.0" encoding="utf-8"?>
<p:tagLst xmlns:p="http://schemas.openxmlformats.org/presentationml/2006/main">
  <p:tag name="AS_UNIQUEID" val="619"/>
</p:tagLst>
</file>

<file path=ppt/tags/tag548.xml><?xml version="1.0" encoding="utf-8"?>
<p:tagLst xmlns:p="http://schemas.openxmlformats.org/presentationml/2006/main">
  <p:tag name="AS_UNIQUEID" val="182"/>
</p:tagLst>
</file>

<file path=ppt/tags/tag549.xml><?xml version="1.0" encoding="utf-8"?>
<p:tagLst xmlns:p="http://schemas.openxmlformats.org/presentationml/2006/main">
  <p:tag name="AS_UNIQUEID" val="522"/>
</p:tagLst>
</file>

<file path=ppt/tags/tag550.xml><?xml version="1.0" encoding="utf-8"?>
<p:tagLst xmlns:p="http://schemas.openxmlformats.org/presentationml/2006/main">
  <p:tag name="AS_UNIQUEID" val="523"/>
</p:tagLst>
</file>

<file path=ppt/tags/tag551.xml><?xml version="1.0" encoding="utf-8"?>
<p:tagLst xmlns:p="http://schemas.openxmlformats.org/presentationml/2006/main">
  <p:tag name="AS_UNIQUEID" val="524"/>
</p:tagLst>
</file>

<file path=ppt/tags/tag552.xml><?xml version="1.0" encoding="utf-8"?>
<p:tagLst xmlns:p="http://schemas.openxmlformats.org/presentationml/2006/main">
  <p:tag name="AS_UNIQUEID" val="625"/>
</p:tagLst>
</file>

<file path=ppt/tags/tag553.xml><?xml version="1.0" encoding="utf-8"?>
<p:tagLst xmlns:p="http://schemas.openxmlformats.org/presentationml/2006/main">
  <p:tag name="AS_UNIQUEID" val="626"/>
</p:tagLst>
</file>

<file path=ppt/tags/tag554.xml><?xml version="1.0" encoding="utf-8"?>
<p:tagLst xmlns:p="http://schemas.openxmlformats.org/presentationml/2006/main">
  <p:tag name="AS_UNIQUEID" val="627"/>
</p:tagLst>
</file>

<file path=ppt/tags/tag555.xml><?xml version="1.0" encoding="utf-8"?>
<p:tagLst xmlns:p="http://schemas.openxmlformats.org/presentationml/2006/main">
  <p:tag name="AS_UNIQUEID" val="628"/>
</p:tagLst>
</file>

<file path=ppt/tags/tag556.xml><?xml version="1.0" encoding="utf-8"?>
<p:tagLst xmlns:p="http://schemas.openxmlformats.org/presentationml/2006/main">
  <p:tag name="AS_UNIQUEID" val="629"/>
</p:tagLst>
</file>

<file path=ppt/tags/tag557.xml><?xml version="1.0" encoding="utf-8"?>
<p:tagLst xmlns:p="http://schemas.openxmlformats.org/presentationml/2006/main">
  <p:tag name="AS_UNIQUEID" val="630"/>
</p:tagLst>
</file>

<file path=ppt/tags/tag558.xml><?xml version="1.0" encoding="utf-8"?>
<p:tagLst xmlns:p="http://schemas.openxmlformats.org/presentationml/2006/main">
  <p:tag name="AS_UNIQUEID" val="631"/>
</p:tagLst>
</file>

<file path=ppt/tags/tag559.xml><?xml version="1.0" encoding="utf-8"?>
<p:tagLst xmlns:p="http://schemas.openxmlformats.org/presentationml/2006/main">
  <p:tag name="AS_UNIQUEID" val="632"/>
</p:tagLst>
</file>

<file path=ppt/tags/tag560.xml><?xml version="1.0" encoding="utf-8"?>
<p:tagLst xmlns:p="http://schemas.openxmlformats.org/presentationml/2006/main">
  <p:tag name="AS_UNIQUEID" val="633"/>
</p:tagLst>
</file>

<file path=ppt/tags/tag561.xml><?xml version="1.0" encoding="utf-8"?>
<p:tagLst xmlns:p="http://schemas.openxmlformats.org/presentationml/2006/main">
  <p:tag name="AS_UNIQUEID" val="634"/>
</p:tagLst>
</file>

<file path=ppt/tags/tag562.xml><?xml version="1.0" encoding="utf-8"?>
<p:tagLst xmlns:p="http://schemas.openxmlformats.org/presentationml/2006/main">
  <p:tag name="AS_UNIQUEID" val="635"/>
</p:tagLst>
</file>

<file path=ppt/tags/tag563.xml><?xml version="1.0" encoding="utf-8"?>
<p:tagLst xmlns:p="http://schemas.openxmlformats.org/presentationml/2006/main">
  <p:tag name="AS_UNIQUEID" val="636"/>
</p:tagLst>
</file>

<file path=ppt/tags/tag564.xml><?xml version="1.0" encoding="utf-8"?>
<p:tagLst xmlns:p="http://schemas.openxmlformats.org/presentationml/2006/main">
  <p:tag name="AS_UNIQUEID" val="637"/>
</p:tagLst>
</file>

<file path=ppt/tags/tag565.xml><?xml version="1.0" encoding="utf-8"?>
<p:tagLst xmlns:p="http://schemas.openxmlformats.org/presentationml/2006/main">
  <p:tag name="AS_UNIQUEID" val="638"/>
</p:tagLst>
</file>

<file path=ppt/tags/tag566.xml><?xml version="1.0" encoding="utf-8"?>
<p:tagLst xmlns:p="http://schemas.openxmlformats.org/presentationml/2006/main">
  <p:tag name="AS_UNIQUEID" val="639"/>
</p:tagLst>
</file>

<file path=ppt/tags/tag567.xml><?xml version="1.0" encoding="utf-8"?>
<p:tagLst xmlns:p="http://schemas.openxmlformats.org/presentationml/2006/main">
  <p:tag name="AS_UNIQUEID" val="640"/>
</p:tagLst>
</file>

<file path=ppt/tags/tag568.xml><?xml version="1.0" encoding="utf-8"?>
<p:tagLst xmlns:p="http://schemas.openxmlformats.org/presentationml/2006/main">
  <p:tag name="AS_UNIQUEID" val="641"/>
</p:tagLst>
</file>

<file path=ppt/tags/tag569.xml><?xml version="1.0" encoding="utf-8"?>
<p:tagLst xmlns:p="http://schemas.openxmlformats.org/presentationml/2006/main">
  <p:tag name="AS_UNIQUEID" val="642"/>
</p:tagLst>
</file>

<file path=ppt/tags/tag570.xml><?xml version="1.0" encoding="utf-8"?>
<p:tagLst xmlns:p="http://schemas.openxmlformats.org/presentationml/2006/main">
  <p:tag name="AS_UNIQUEID" val="643"/>
</p:tagLst>
</file>

<file path=ppt/tags/tag571.xml><?xml version="1.0" encoding="utf-8"?>
<p:tagLst xmlns:p="http://schemas.openxmlformats.org/presentationml/2006/main">
  <p:tag name="AS_UNIQUEID" val="644"/>
</p:tagLst>
</file>

<file path=ppt/tags/tag572.xml><?xml version="1.0" encoding="utf-8"?>
<p:tagLst xmlns:p="http://schemas.openxmlformats.org/presentationml/2006/main">
  <p:tag name="AS_UNIQUEID" val="645"/>
</p:tagLst>
</file>

<file path=ppt/tags/tag573.xml><?xml version="1.0" encoding="utf-8"?>
<p:tagLst xmlns:p="http://schemas.openxmlformats.org/presentationml/2006/main">
  <p:tag name="AS_UNIQUEID" val="646"/>
</p:tagLst>
</file>

<file path=ppt/tags/tag574.xml><?xml version="1.0" encoding="utf-8"?>
<p:tagLst xmlns:p="http://schemas.openxmlformats.org/presentationml/2006/main">
  <p:tag name="AS_UNIQUEID" val="647"/>
</p:tagLst>
</file>

<file path=ppt/tags/tag575.xml><?xml version="1.0" encoding="utf-8"?>
<p:tagLst xmlns:p="http://schemas.openxmlformats.org/presentationml/2006/main">
  <p:tag name="AS_UNIQUEID" val="648"/>
</p:tagLst>
</file>

<file path=ppt/tags/tag576.xml><?xml version="1.0" encoding="utf-8"?>
<p:tagLst xmlns:p="http://schemas.openxmlformats.org/presentationml/2006/main">
  <p:tag name="AS_UNIQUEID" val="649"/>
</p:tagLst>
</file>

<file path=ppt/tags/tag577.xml><?xml version="1.0" encoding="utf-8"?>
<p:tagLst xmlns:p="http://schemas.openxmlformats.org/presentationml/2006/main">
  <p:tag name="AS_UNIQUEID" val="650"/>
</p:tagLst>
</file>

<file path=ppt/tags/tag578.xml><?xml version="1.0" encoding="utf-8"?>
<p:tagLst xmlns:p="http://schemas.openxmlformats.org/presentationml/2006/main">
  <p:tag name="AS_UNIQUEID" val="651"/>
</p:tagLst>
</file>

<file path=ppt/tags/tag579.xml><?xml version="1.0" encoding="utf-8"?>
<p:tagLst xmlns:p="http://schemas.openxmlformats.org/presentationml/2006/main">
  <p:tag name="AS_UNIQUEID" val="652"/>
</p:tagLst>
</file>

<file path=ppt/tags/tag580.xml><?xml version="1.0" encoding="utf-8"?>
<p:tagLst xmlns:p="http://schemas.openxmlformats.org/presentationml/2006/main">
  <p:tag name="AS_UNIQUEID" val="653"/>
</p:tagLst>
</file>

<file path=ppt/tags/tag581.xml><?xml version="1.0" encoding="utf-8"?>
<p:tagLst xmlns:p="http://schemas.openxmlformats.org/presentationml/2006/main">
  <p:tag name="AS_UNIQUEID" val="654"/>
</p:tagLst>
</file>

<file path=ppt/tags/tag582.xml><?xml version="1.0" encoding="utf-8"?>
<p:tagLst xmlns:p="http://schemas.openxmlformats.org/presentationml/2006/main">
  <p:tag name="AS_UNIQUEID" val="655"/>
</p:tagLst>
</file>

<file path=ppt/tags/tag583.xml><?xml version="1.0" encoding="utf-8"?>
<p:tagLst xmlns:p="http://schemas.openxmlformats.org/presentationml/2006/main">
  <p:tag name="AS_UNIQUEID" val="656"/>
</p:tagLst>
</file>

<file path=ppt/tags/tag584.xml><?xml version="1.0" encoding="utf-8"?>
<p:tagLst xmlns:p="http://schemas.openxmlformats.org/presentationml/2006/main">
  <p:tag name="AS_UNIQUEID" val="657"/>
</p:tagLst>
</file>

<file path=ppt/tags/tag585.xml><?xml version="1.0" encoding="utf-8"?>
<p:tagLst xmlns:p="http://schemas.openxmlformats.org/presentationml/2006/main">
  <p:tag name="AS_UNIQUEID" val="658"/>
</p:tagLst>
</file>

<file path=ppt/tags/tag586.xml><?xml version="1.0" encoding="utf-8"?>
<p:tagLst xmlns:p="http://schemas.openxmlformats.org/presentationml/2006/main">
  <p:tag name="AS_UNIQUEID" val="659"/>
</p:tagLst>
</file>

<file path=ppt/tags/tag587.xml><?xml version="1.0" encoding="utf-8"?>
<p:tagLst xmlns:p="http://schemas.openxmlformats.org/presentationml/2006/main">
  <p:tag name="AS_UNIQUEID" val="660"/>
</p:tagLst>
</file>

<file path=ppt/tags/tag588.xml><?xml version="1.0" encoding="utf-8"?>
<p:tagLst xmlns:p="http://schemas.openxmlformats.org/presentationml/2006/main">
  <p:tag name="AS_UNIQUEID" val="661"/>
</p:tagLst>
</file>

<file path=ppt/tags/tag589.xml><?xml version="1.0" encoding="utf-8"?>
<p:tagLst xmlns:p="http://schemas.openxmlformats.org/presentationml/2006/main">
  <p:tag name="AS_UNIQUEID" val="662"/>
</p:tagLst>
</file>

<file path=ppt/tags/tag590.xml><?xml version="1.0" encoding="utf-8"?>
<p:tagLst xmlns:p="http://schemas.openxmlformats.org/presentationml/2006/main">
  <p:tag name="AS_UNIQUEID" val="663"/>
</p:tagLst>
</file>

<file path=ppt/tags/tag591.xml><?xml version="1.0" encoding="utf-8"?>
<p:tagLst xmlns:p="http://schemas.openxmlformats.org/presentationml/2006/main">
  <p:tag name="AS_UNIQUEID" val="664"/>
</p:tagLst>
</file>

<file path=ppt/tags/tag592.xml><?xml version="1.0" encoding="utf-8"?>
<p:tagLst xmlns:p="http://schemas.openxmlformats.org/presentationml/2006/main">
  <p:tag name="AS_UNIQUEID" val="665"/>
</p:tagLst>
</file>

<file path=ppt/tags/tag593.xml><?xml version="1.0" encoding="utf-8"?>
<p:tagLst xmlns:p="http://schemas.openxmlformats.org/presentationml/2006/main">
  <p:tag name="AS_UNIQUEID" val="666"/>
</p:tagLst>
</file>

<file path=ppt/tags/tag594.xml><?xml version="1.0" encoding="utf-8"?>
<p:tagLst xmlns:p="http://schemas.openxmlformats.org/presentationml/2006/main">
  <p:tag name="AS_UNIQUEID" val="667"/>
</p:tagLst>
</file>

<file path=ppt/tags/tag595.xml><?xml version="1.0" encoding="utf-8"?>
<p:tagLst xmlns:p="http://schemas.openxmlformats.org/presentationml/2006/main">
  <p:tag name="AS_UNIQUEID" val="668"/>
</p:tagLst>
</file>

<file path=ppt/tags/tag596.xml><?xml version="1.0" encoding="utf-8"?>
<p:tagLst xmlns:p="http://schemas.openxmlformats.org/presentationml/2006/main">
  <p:tag name="AS_UNIQUEID" val="669"/>
</p:tagLst>
</file>

<file path=ppt/tags/tag597.xml><?xml version="1.0" encoding="utf-8"?>
<p:tagLst xmlns:p="http://schemas.openxmlformats.org/presentationml/2006/main">
  <p:tag name="AS_UNIQUEID" val="670"/>
</p:tagLst>
</file>

<file path=ppt/tags/tag598.xml><?xml version="1.0" encoding="utf-8"?>
<p:tagLst xmlns:p="http://schemas.openxmlformats.org/presentationml/2006/main">
  <p:tag name="AS_UNIQUEID" val="671"/>
</p:tagLst>
</file>

<file path=ppt/tags/tag599.xml><?xml version="1.0" encoding="utf-8"?>
<p:tagLst xmlns:p="http://schemas.openxmlformats.org/presentationml/2006/main">
  <p:tag name="AS_UNIQUEID" val="672"/>
</p:tagLst>
</file>

<file path=ppt/tags/tag600.xml><?xml version="1.0" encoding="utf-8"?>
<p:tagLst xmlns:p="http://schemas.openxmlformats.org/presentationml/2006/main">
  <p:tag name="AS_UNIQUEID" val="673"/>
</p:tagLst>
</file>

<file path=ppt/tags/tag601.xml><?xml version="1.0" encoding="utf-8"?>
<p:tagLst xmlns:p="http://schemas.openxmlformats.org/presentationml/2006/main">
  <p:tag name="AS_UNIQUEID" val="674"/>
</p:tagLst>
</file>

<file path=ppt/tags/tag602.xml><?xml version="1.0" encoding="utf-8"?>
<p:tagLst xmlns:p="http://schemas.openxmlformats.org/presentationml/2006/main">
  <p:tag name="AS_UNIQUEID" val="675"/>
</p:tagLst>
</file>

<file path=ppt/tags/tag603.xml><?xml version="1.0" encoding="utf-8"?>
<p:tagLst xmlns:p="http://schemas.openxmlformats.org/presentationml/2006/main">
  <p:tag name="AS_UNIQUEID" val="676"/>
</p:tagLst>
</file>

<file path=ppt/tags/tag604.xml><?xml version="1.0" encoding="utf-8"?>
<p:tagLst xmlns:p="http://schemas.openxmlformats.org/presentationml/2006/main">
  <p:tag name="AS_UNIQUEID" val="677"/>
</p:tagLst>
</file>

<file path=ppt/tags/tag605.xml><?xml version="1.0" encoding="utf-8"?>
<p:tagLst xmlns:p="http://schemas.openxmlformats.org/presentationml/2006/main">
  <p:tag name="AS_UNIQUEID" val="678"/>
</p:tagLst>
</file>

<file path=ppt/tags/tag606.xml><?xml version="1.0" encoding="utf-8"?>
<p:tagLst xmlns:p="http://schemas.openxmlformats.org/presentationml/2006/main">
  <p:tag name="AS_UNIQUEID" val="679"/>
</p:tagLst>
</file>

<file path=ppt/tags/tag607.xml><?xml version="1.0" encoding="utf-8"?>
<p:tagLst xmlns:p="http://schemas.openxmlformats.org/presentationml/2006/main">
  <p:tag name="AS_UNIQUEID" val="680"/>
</p:tagLst>
</file>

<file path=ppt/tags/tag608.xml><?xml version="1.0" encoding="utf-8"?>
<p:tagLst xmlns:p="http://schemas.openxmlformats.org/presentationml/2006/main">
  <p:tag name="AS_UNIQUEID" val="681"/>
</p:tagLst>
</file>

<file path=ppt/tags/tag609.xml><?xml version="1.0" encoding="utf-8"?>
<p:tagLst xmlns:p="http://schemas.openxmlformats.org/presentationml/2006/main">
  <p:tag name="AS_UNIQUEID" val="682"/>
</p:tagLst>
</file>

<file path=ppt/tags/tag610.xml><?xml version="1.0" encoding="utf-8"?>
<p:tagLst xmlns:p="http://schemas.openxmlformats.org/presentationml/2006/main">
  <p:tag name="AS_UNIQUEID" val="683"/>
</p:tagLst>
</file>

<file path=ppt/tags/tag611.xml><?xml version="1.0" encoding="utf-8"?>
<p:tagLst xmlns:p="http://schemas.openxmlformats.org/presentationml/2006/main">
  <p:tag name="AS_UNIQUEID" val="684"/>
</p:tagLst>
</file>

<file path=ppt/tags/tag612.xml><?xml version="1.0" encoding="utf-8"?>
<p:tagLst xmlns:p="http://schemas.openxmlformats.org/presentationml/2006/main">
  <p:tag name="AS_UNIQUEID" val="685"/>
</p:tagLst>
</file>

<file path=ppt/tags/tag613.xml><?xml version="1.0" encoding="utf-8"?>
<p:tagLst xmlns:p="http://schemas.openxmlformats.org/presentationml/2006/main">
  <p:tag name="AS_UNIQUEID" val="686"/>
</p:tagLst>
</file>

<file path=ppt/tags/tag614.xml><?xml version="1.0" encoding="utf-8"?>
<p:tagLst xmlns:p="http://schemas.openxmlformats.org/presentationml/2006/main">
  <p:tag name="AS_UNIQUEID" val="687"/>
</p:tagLst>
</file>

<file path=ppt/tags/tag615.xml><?xml version="1.0" encoding="utf-8"?>
<p:tagLst xmlns:p="http://schemas.openxmlformats.org/presentationml/2006/main">
  <p:tag name="AS_UNIQUEID" val="688"/>
</p:tagLst>
</file>

<file path=ppt/tags/tag616.xml><?xml version="1.0" encoding="utf-8"?>
<p:tagLst xmlns:p="http://schemas.openxmlformats.org/presentationml/2006/main">
  <p:tag name="AS_UNIQUEID" val="689"/>
</p:tagLst>
</file>

<file path=ppt/tags/tag617.xml><?xml version="1.0" encoding="utf-8"?>
<p:tagLst xmlns:p="http://schemas.openxmlformats.org/presentationml/2006/main">
  <p:tag name="AS_UNIQUEID" val="690"/>
</p:tagLst>
</file>

<file path=ppt/tags/tag618.xml><?xml version="1.0" encoding="utf-8"?>
<p:tagLst xmlns:p="http://schemas.openxmlformats.org/presentationml/2006/main">
  <p:tag name="AS_UNIQUEID" val="691"/>
</p:tagLst>
</file>

<file path=ppt/tags/tag619.xml><?xml version="1.0" encoding="utf-8"?>
<p:tagLst xmlns:p="http://schemas.openxmlformats.org/presentationml/2006/main">
  <p:tag name="AS_UNIQUEID" val="692"/>
</p:tagLst>
</file>

<file path=ppt/tags/tag620.xml><?xml version="1.0" encoding="utf-8"?>
<p:tagLst xmlns:p="http://schemas.openxmlformats.org/presentationml/2006/main">
  <p:tag name="AS_UNIQUEID" val="693"/>
</p:tagLst>
</file>

<file path=ppt/tags/tag621.xml><?xml version="1.0" encoding="utf-8"?>
<p:tagLst xmlns:p="http://schemas.openxmlformats.org/presentationml/2006/main">
  <p:tag name="AS_UNIQUEID" val="694"/>
</p:tagLst>
</file>

<file path=ppt/tags/tag622.xml><?xml version="1.0" encoding="utf-8"?>
<p:tagLst xmlns:p="http://schemas.openxmlformats.org/presentationml/2006/main">
  <p:tag name="AS_UNIQUEID" val="695"/>
</p:tagLst>
</file>

<file path=ppt/tags/tag623.xml><?xml version="1.0" encoding="utf-8"?>
<p:tagLst xmlns:p="http://schemas.openxmlformats.org/presentationml/2006/main">
  <p:tag name="AS_UNIQUEID" val="696"/>
</p:tagLst>
</file>

<file path=ppt/tags/tag624.xml><?xml version="1.0" encoding="utf-8"?>
<p:tagLst xmlns:p="http://schemas.openxmlformats.org/presentationml/2006/main">
  <p:tag name="AS_UNIQUEID" val="697"/>
</p:tagLst>
</file>

<file path=ppt/tags/tag625.xml><?xml version="1.0" encoding="utf-8"?>
<p:tagLst xmlns:p="http://schemas.openxmlformats.org/presentationml/2006/main">
  <p:tag name="AS_UNIQUEID" val="698"/>
</p:tagLst>
</file>

<file path=ppt/tags/tag626.xml><?xml version="1.0" encoding="utf-8"?>
<p:tagLst xmlns:p="http://schemas.openxmlformats.org/presentationml/2006/main">
  <p:tag name="AS_UNIQUEID" val="699"/>
</p:tagLst>
</file>

<file path=ppt/tags/tag627.xml><?xml version="1.0" encoding="utf-8"?>
<p:tagLst xmlns:p="http://schemas.openxmlformats.org/presentationml/2006/main">
  <p:tag name="AS_UNIQUEID" val="700"/>
</p:tagLst>
</file>

<file path=ppt/tags/tag628.xml><?xml version="1.0" encoding="utf-8"?>
<p:tagLst xmlns:p="http://schemas.openxmlformats.org/presentationml/2006/main">
  <p:tag name="AS_UNIQUEID" val="701"/>
</p:tagLst>
</file>

<file path=ppt/tags/tag629.xml><?xml version="1.0" encoding="utf-8"?>
<p:tagLst xmlns:p="http://schemas.openxmlformats.org/presentationml/2006/main">
  <p:tag name="AS_UNIQUEID" val="702"/>
</p:tagLst>
</file>

<file path=ppt/tags/tag630.xml><?xml version="1.0" encoding="utf-8"?>
<p:tagLst xmlns:p="http://schemas.openxmlformats.org/presentationml/2006/main">
  <p:tag name="AS_UNIQUEID" val="703"/>
</p:tagLst>
</file>

<file path=ppt/tags/tag631.xml><?xml version="1.0" encoding="utf-8"?>
<p:tagLst xmlns:p="http://schemas.openxmlformats.org/presentationml/2006/main">
  <p:tag name="AS_UNIQUEID" val="704"/>
</p:tagLst>
</file>

<file path=ppt/tags/tag632.xml><?xml version="1.0" encoding="utf-8"?>
<p:tagLst xmlns:p="http://schemas.openxmlformats.org/presentationml/2006/main">
  <p:tag name="AS_UNIQUEID" val="705"/>
</p:tagLst>
</file>

<file path=ppt/tags/tag633.xml><?xml version="1.0" encoding="utf-8"?>
<p:tagLst xmlns:p="http://schemas.openxmlformats.org/presentationml/2006/main">
  <p:tag name="AS_UNIQUEID" val="706"/>
</p:tagLst>
</file>

<file path=ppt/tags/tag634.xml><?xml version="1.0" encoding="utf-8"?>
<p:tagLst xmlns:p="http://schemas.openxmlformats.org/presentationml/2006/main">
  <p:tag name="AS_UNIQUEID" val="707"/>
</p:tagLst>
</file>

<file path=ppt/tags/tag635.xml><?xml version="1.0" encoding="utf-8"?>
<p:tagLst xmlns:p="http://schemas.openxmlformats.org/presentationml/2006/main">
  <p:tag name="AS_UNIQUEID" val="708"/>
</p:tagLst>
</file>

<file path=ppt/tags/tag636.xml><?xml version="1.0" encoding="utf-8"?>
<p:tagLst xmlns:p="http://schemas.openxmlformats.org/presentationml/2006/main">
  <p:tag name="AS_UNIQUEID" val="709"/>
</p:tagLst>
</file>

<file path=ppt/tags/tag637.xml><?xml version="1.0" encoding="utf-8"?>
<p:tagLst xmlns:p="http://schemas.openxmlformats.org/presentationml/2006/main">
  <p:tag name="AS_UNIQUEID" val="710"/>
</p:tagLst>
</file>

<file path=ppt/tags/tag638.xml><?xml version="1.0" encoding="utf-8"?>
<p:tagLst xmlns:p="http://schemas.openxmlformats.org/presentationml/2006/main">
  <p:tag name="AS_UNIQUEID" val="711"/>
</p:tagLst>
</file>

<file path=ppt/tags/tag639.xml><?xml version="1.0" encoding="utf-8"?>
<p:tagLst xmlns:p="http://schemas.openxmlformats.org/presentationml/2006/main">
  <p:tag name="AS_UNIQUEID" val="712"/>
</p:tagLst>
</file>

<file path=ppt/tags/tag640.xml><?xml version="1.0" encoding="utf-8"?>
<p:tagLst xmlns:p="http://schemas.openxmlformats.org/presentationml/2006/main">
  <p:tag name="AS_UNIQUEID" val="713"/>
</p:tagLst>
</file>

<file path=ppt/tags/tag641.xml><?xml version="1.0" encoding="utf-8"?>
<p:tagLst xmlns:p="http://schemas.openxmlformats.org/presentationml/2006/main">
  <p:tag name="AS_UNIQUEID" val="714"/>
</p:tagLst>
</file>

<file path=ppt/tags/tag642.xml><?xml version="1.0" encoding="utf-8"?>
<p:tagLst xmlns:p="http://schemas.openxmlformats.org/presentationml/2006/main">
  <p:tag name="AS_UNIQUEID" val="715"/>
</p:tagLst>
</file>

<file path=ppt/tags/tag643.xml><?xml version="1.0" encoding="utf-8"?>
<p:tagLst xmlns:p="http://schemas.openxmlformats.org/presentationml/2006/main">
  <p:tag name="AS_UNIQUEID" val="716"/>
</p:tagLst>
</file>

<file path=ppt/tags/tag644.xml><?xml version="1.0" encoding="utf-8"?>
<p:tagLst xmlns:p="http://schemas.openxmlformats.org/presentationml/2006/main">
  <p:tag name="AS_UNIQUEID" val="717"/>
</p:tagLst>
</file>

<file path=ppt/tags/tag645.xml><?xml version="1.0" encoding="utf-8"?>
<p:tagLst xmlns:p="http://schemas.openxmlformats.org/presentationml/2006/main">
  <p:tag name="AS_UNIQUEID" val="718"/>
</p:tagLst>
</file>

<file path=ppt/tags/tag646.xml><?xml version="1.0" encoding="utf-8"?>
<p:tagLst xmlns:p="http://schemas.openxmlformats.org/presentationml/2006/main">
  <p:tag name="AS_UNIQUEID" val="719"/>
</p:tagLst>
</file>

<file path=ppt/tags/tag647.xml><?xml version="1.0" encoding="utf-8"?>
<p:tagLst xmlns:p="http://schemas.openxmlformats.org/presentationml/2006/main">
  <p:tag name="AS_UNIQUEID" val="720"/>
</p:tagLst>
</file>

<file path=ppt/tags/tag648.xml><?xml version="1.0" encoding="utf-8"?>
<p:tagLst xmlns:p="http://schemas.openxmlformats.org/presentationml/2006/main">
  <p:tag name="AS_UNIQUEID" val="721"/>
</p:tagLst>
</file>

<file path=ppt/tags/tag649.xml><?xml version="1.0" encoding="utf-8"?>
<p:tagLst xmlns:p="http://schemas.openxmlformats.org/presentationml/2006/main">
  <p:tag name="AS_UNIQUEID" val="722"/>
</p:tagLst>
</file>

<file path=ppt/tags/tag650.xml><?xml version="1.0" encoding="utf-8"?>
<p:tagLst xmlns:p="http://schemas.openxmlformats.org/presentationml/2006/main">
  <p:tag name="AS_UNIQUEID" val="723"/>
</p:tagLst>
</file>

<file path=ppt/tags/tag651.xml><?xml version="1.0" encoding="utf-8"?>
<p:tagLst xmlns:p="http://schemas.openxmlformats.org/presentationml/2006/main">
  <p:tag name="AS_UNIQUEID" val="724"/>
</p:tagLst>
</file>

<file path=ppt/tags/tag652.xml><?xml version="1.0" encoding="utf-8"?>
<p:tagLst xmlns:p="http://schemas.openxmlformats.org/presentationml/2006/main">
  <p:tag name="AS_UNIQUEID" val="725"/>
</p:tagLst>
</file>

<file path=ppt/tags/tag653.xml><?xml version="1.0" encoding="utf-8"?>
<p:tagLst xmlns:p="http://schemas.openxmlformats.org/presentationml/2006/main">
  <p:tag name="AS_UNIQUEID" val="726"/>
</p:tagLst>
</file>

<file path=ppt/tags/tag654.xml><?xml version="1.0" encoding="utf-8"?>
<p:tagLst xmlns:p="http://schemas.openxmlformats.org/presentationml/2006/main">
  <p:tag name="AS_UNIQUEID" val="182"/>
</p:tagLst>
</file>

<file path=ppt/tags/tag655.xml><?xml version="1.0" encoding="utf-8"?>
<p:tagLst xmlns:p="http://schemas.openxmlformats.org/presentationml/2006/main">
  <p:tag name="AS_UNIQUEID" val="621"/>
</p:tagLst>
</file>

<file path=ppt/tags/tag656.xml><?xml version="1.0" encoding="utf-8"?>
<p:tagLst xmlns:p="http://schemas.openxmlformats.org/presentationml/2006/main">
  <p:tag name="AS_UNIQUEID" val="622"/>
</p:tagLst>
</file>

<file path=ppt/tags/tag657.xml><?xml version="1.0" encoding="utf-8"?>
<p:tagLst xmlns:p="http://schemas.openxmlformats.org/presentationml/2006/main">
  <p:tag name="AS_UNIQUEID" val="623"/>
</p:tagLst>
</file>

<file path=ppt/tags/tag658.xml><?xml version="1.0" encoding="utf-8"?>
<p:tagLst xmlns:p="http://schemas.openxmlformats.org/presentationml/2006/main">
  <p:tag name="AS_UNIQUEID" val="732"/>
</p:tagLst>
</file>

<file path=ppt/tags/tag659.xml><?xml version="1.0" encoding="utf-8"?>
<p:tagLst xmlns:p="http://schemas.openxmlformats.org/presentationml/2006/main">
  <p:tag name="AS_UNIQUEID" val="733"/>
</p:tagLst>
</file>

<file path=ppt/tags/tag660.xml><?xml version="1.0" encoding="utf-8"?>
<p:tagLst xmlns:p="http://schemas.openxmlformats.org/presentationml/2006/main">
  <p:tag name="AS_UNIQUEID" val="734"/>
</p:tagLst>
</file>

<file path=ppt/tags/tag661.xml><?xml version="1.0" encoding="utf-8"?>
<p:tagLst xmlns:p="http://schemas.openxmlformats.org/presentationml/2006/main">
  <p:tag name="AS_UNIQUEID" val="735"/>
</p:tagLst>
</file>

<file path=ppt/tags/tag662.xml><?xml version="1.0" encoding="utf-8"?>
<p:tagLst xmlns:p="http://schemas.openxmlformats.org/presentationml/2006/main">
  <p:tag name="AS_UNIQUEID" val="736"/>
</p:tagLst>
</file>

<file path=ppt/tags/tag663.xml><?xml version="1.0" encoding="utf-8"?>
<p:tagLst xmlns:p="http://schemas.openxmlformats.org/presentationml/2006/main">
  <p:tag name="AS_UNIQUEID" val="737"/>
</p:tagLst>
</file>

<file path=ppt/tags/tag664.xml><?xml version="1.0" encoding="utf-8"?>
<p:tagLst xmlns:p="http://schemas.openxmlformats.org/presentationml/2006/main">
  <p:tag name="AS_UNIQUEID" val="738"/>
</p:tagLst>
</file>

<file path=ppt/tags/tag665.xml><?xml version="1.0" encoding="utf-8"?>
<p:tagLst xmlns:p="http://schemas.openxmlformats.org/presentationml/2006/main">
  <p:tag name="AS_UNIQUEID" val="739"/>
</p:tagLst>
</file>

<file path=ppt/tags/tag666.xml><?xml version="1.0" encoding="utf-8"?>
<p:tagLst xmlns:p="http://schemas.openxmlformats.org/presentationml/2006/main">
  <p:tag name="AS_UNIQUEID" val="740"/>
</p:tagLst>
</file>

<file path=ppt/tags/tag667.xml><?xml version="1.0" encoding="utf-8"?>
<p:tagLst xmlns:p="http://schemas.openxmlformats.org/presentationml/2006/main">
  <p:tag name="AS_UNIQUEID" val="741"/>
</p:tagLst>
</file>

<file path=ppt/tags/tag668.xml><?xml version="1.0" encoding="utf-8"?>
<p:tagLst xmlns:p="http://schemas.openxmlformats.org/presentationml/2006/main">
  <p:tag name="AS_UNIQUEID" val="742"/>
</p:tagLst>
</file>

<file path=ppt/tags/tag669.xml><?xml version="1.0" encoding="utf-8"?>
<p:tagLst xmlns:p="http://schemas.openxmlformats.org/presentationml/2006/main">
  <p:tag name="AS_UNIQUEID" val="743"/>
</p:tagLst>
</file>

<file path=ppt/tags/tag670.xml><?xml version="1.0" encoding="utf-8"?>
<p:tagLst xmlns:p="http://schemas.openxmlformats.org/presentationml/2006/main">
  <p:tag name="AS_UNIQUEID" val="744"/>
</p:tagLst>
</file>

<file path=ppt/tags/tag671.xml><?xml version="1.0" encoding="utf-8"?>
<p:tagLst xmlns:p="http://schemas.openxmlformats.org/presentationml/2006/main">
  <p:tag name="AS_UNIQUEID" val="745"/>
</p:tagLst>
</file>

<file path=ppt/tags/tag672.xml><?xml version="1.0" encoding="utf-8"?>
<p:tagLst xmlns:p="http://schemas.openxmlformats.org/presentationml/2006/main">
  <p:tag name="AS_UNIQUEID" val="746"/>
</p:tagLst>
</file>

<file path=ppt/tags/tag673.xml><?xml version="1.0" encoding="utf-8"?>
<p:tagLst xmlns:p="http://schemas.openxmlformats.org/presentationml/2006/main">
  <p:tag name="AS_UNIQUEID" val="747"/>
</p:tagLst>
</file>

<file path=ppt/tags/tag674.xml><?xml version="1.0" encoding="utf-8"?>
<p:tagLst xmlns:p="http://schemas.openxmlformats.org/presentationml/2006/main">
  <p:tag name="AS_UNIQUEID" val="748"/>
</p:tagLst>
</file>

<file path=ppt/tags/tag675.xml><?xml version="1.0" encoding="utf-8"?>
<p:tagLst xmlns:p="http://schemas.openxmlformats.org/presentationml/2006/main">
  <p:tag name="AS_UNIQUEID" val="749"/>
</p:tagLst>
</file>

<file path=ppt/tags/tag676.xml><?xml version="1.0" encoding="utf-8"?>
<p:tagLst xmlns:p="http://schemas.openxmlformats.org/presentationml/2006/main">
  <p:tag name="AS_UNIQUEID" val="750"/>
</p:tagLst>
</file>

<file path=ppt/tags/tag677.xml><?xml version="1.0" encoding="utf-8"?>
<p:tagLst xmlns:p="http://schemas.openxmlformats.org/presentationml/2006/main">
  <p:tag name="AS_UNIQUEID" val="751"/>
</p:tagLst>
</file>

<file path=ppt/tags/tag678.xml><?xml version="1.0" encoding="utf-8"?>
<p:tagLst xmlns:p="http://schemas.openxmlformats.org/presentationml/2006/main">
  <p:tag name="AS_UNIQUEID" val="752"/>
</p:tagLst>
</file>

<file path=ppt/tags/tag679.xml><?xml version="1.0" encoding="utf-8"?>
<p:tagLst xmlns:p="http://schemas.openxmlformats.org/presentationml/2006/main">
  <p:tag name="AS_UNIQUEID" val="753"/>
</p:tagLst>
</file>

<file path=ppt/tags/tag680.xml><?xml version="1.0" encoding="utf-8"?>
<p:tagLst xmlns:p="http://schemas.openxmlformats.org/presentationml/2006/main">
  <p:tag name="AS_UNIQUEID" val="754"/>
</p:tagLst>
</file>

<file path=ppt/tags/tag681.xml><?xml version="1.0" encoding="utf-8"?>
<p:tagLst xmlns:p="http://schemas.openxmlformats.org/presentationml/2006/main">
  <p:tag name="AS_UNIQUEID" val="755"/>
</p:tagLst>
</file>

<file path=ppt/tags/tag682.xml><?xml version="1.0" encoding="utf-8"?>
<p:tagLst xmlns:p="http://schemas.openxmlformats.org/presentationml/2006/main">
  <p:tag name="AS_UNIQUEID" val="756"/>
</p:tagLst>
</file>

<file path=ppt/tags/tag683.xml><?xml version="1.0" encoding="utf-8"?>
<p:tagLst xmlns:p="http://schemas.openxmlformats.org/presentationml/2006/main">
  <p:tag name="AS_UNIQUEID" val="757"/>
</p:tagLst>
</file>

<file path=ppt/tags/tag684.xml><?xml version="1.0" encoding="utf-8"?>
<p:tagLst xmlns:p="http://schemas.openxmlformats.org/presentationml/2006/main">
  <p:tag name="AS_UNIQUEID" val="758"/>
</p:tagLst>
</file>

<file path=ppt/tags/tag685.xml><?xml version="1.0" encoding="utf-8"?>
<p:tagLst xmlns:p="http://schemas.openxmlformats.org/presentationml/2006/main">
  <p:tag name="AS_UNIQUEID" val="759"/>
</p:tagLst>
</file>

<file path=ppt/tags/tag686.xml><?xml version="1.0" encoding="utf-8"?>
<p:tagLst xmlns:p="http://schemas.openxmlformats.org/presentationml/2006/main">
  <p:tag name="AS_UNIQUEID" val="760"/>
</p:tagLst>
</file>

<file path=ppt/tags/tag687.xml><?xml version="1.0" encoding="utf-8"?>
<p:tagLst xmlns:p="http://schemas.openxmlformats.org/presentationml/2006/main">
  <p:tag name="AS_UNIQUEID" val="761"/>
</p:tagLst>
</file>

<file path=ppt/tags/tag688.xml><?xml version="1.0" encoding="utf-8"?>
<p:tagLst xmlns:p="http://schemas.openxmlformats.org/presentationml/2006/main">
  <p:tag name="AS_UNIQUEID" val="762"/>
</p:tagLst>
</file>

<file path=ppt/tags/tag689.xml><?xml version="1.0" encoding="utf-8"?>
<p:tagLst xmlns:p="http://schemas.openxmlformats.org/presentationml/2006/main">
  <p:tag name="AS_UNIQUEID" val="763"/>
</p:tagLst>
</file>

<file path=ppt/tags/tag690.xml><?xml version="1.0" encoding="utf-8"?>
<p:tagLst xmlns:p="http://schemas.openxmlformats.org/presentationml/2006/main">
  <p:tag name="AS_UNIQUEID" val="764"/>
</p:tagLst>
</file>

<file path=ppt/tags/tag691.xml><?xml version="1.0" encoding="utf-8"?>
<p:tagLst xmlns:p="http://schemas.openxmlformats.org/presentationml/2006/main">
  <p:tag name="AS_UNIQUEID" val="765"/>
</p:tagLst>
</file>

<file path=ppt/tags/tag692.xml><?xml version="1.0" encoding="utf-8"?>
<p:tagLst xmlns:p="http://schemas.openxmlformats.org/presentationml/2006/main">
  <p:tag name="AS_UNIQUEID" val="766"/>
</p:tagLst>
</file>

<file path=ppt/tags/tag693.xml><?xml version="1.0" encoding="utf-8"?>
<p:tagLst xmlns:p="http://schemas.openxmlformats.org/presentationml/2006/main">
  <p:tag name="AS_UNIQUEID" val="767"/>
</p:tagLst>
</file>

<file path=ppt/tags/tag694.xml><?xml version="1.0" encoding="utf-8"?>
<p:tagLst xmlns:p="http://schemas.openxmlformats.org/presentationml/2006/main">
  <p:tag name="AS_UNIQUEID" val="768"/>
</p:tagLst>
</file>

<file path=ppt/tags/tag695.xml><?xml version="1.0" encoding="utf-8"?>
<p:tagLst xmlns:p="http://schemas.openxmlformats.org/presentationml/2006/main">
  <p:tag name="AS_UNIQUEID" val="769"/>
</p:tagLst>
</file>

<file path=ppt/tags/tag696.xml><?xml version="1.0" encoding="utf-8"?>
<p:tagLst xmlns:p="http://schemas.openxmlformats.org/presentationml/2006/main">
  <p:tag name="AS_UNIQUEID" val="770"/>
</p:tagLst>
</file>

<file path=ppt/tags/tag697.xml><?xml version="1.0" encoding="utf-8"?>
<p:tagLst xmlns:p="http://schemas.openxmlformats.org/presentationml/2006/main">
  <p:tag name="AS_UNIQUEID" val="771"/>
</p:tagLst>
</file>

<file path=ppt/tags/tag698.xml><?xml version="1.0" encoding="utf-8"?>
<p:tagLst xmlns:p="http://schemas.openxmlformats.org/presentationml/2006/main">
  <p:tag name="AS_UNIQUEID" val="772"/>
</p:tagLst>
</file>

<file path=ppt/tags/tag699.xml><?xml version="1.0" encoding="utf-8"?>
<p:tagLst xmlns:p="http://schemas.openxmlformats.org/presentationml/2006/main">
  <p:tag name="AS_UNIQUEID" val="773"/>
</p:tagLst>
</file>

<file path=ppt/tags/tag700.xml><?xml version="1.0" encoding="utf-8"?>
<p:tagLst xmlns:p="http://schemas.openxmlformats.org/presentationml/2006/main">
  <p:tag name="AS_UNIQUEID" val="774"/>
</p:tagLst>
</file>

<file path=ppt/tags/tag701.xml><?xml version="1.0" encoding="utf-8"?>
<p:tagLst xmlns:p="http://schemas.openxmlformats.org/presentationml/2006/main">
  <p:tag name="AS_UNIQUEID" val="775"/>
</p:tagLst>
</file>

<file path=ppt/tags/tag702.xml><?xml version="1.0" encoding="utf-8"?>
<p:tagLst xmlns:p="http://schemas.openxmlformats.org/presentationml/2006/main">
  <p:tag name="AS_UNIQUEID" val="776"/>
</p:tagLst>
</file>

<file path=ppt/tags/tag703.xml><?xml version="1.0" encoding="utf-8"?>
<p:tagLst xmlns:p="http://schemas.openxmlformats.org/presentationml/2006/main">
  <p:tag name="AS_UNIQUEID" val="777"/>
</p:tagLst>
</file>

<file path=ppt/tags/tag704.xml><?xml version="1.0" encoding="utf-8"?>
<p:tagLst xmlns:p="http://schemas.openxmlformats.org/presentationml/2006/main">
  <p:tag name="AS_UNIQUEID" val="778"/>
</p:tagLst>
</file>

<file path=ppt/tags/tag705.xml><?xml version="1.0" encoding="utf-8"?>
<p:tagLst xmlns:p="http://schemas.openxmlformats.org/presentationml/2006/main">
  <p:tag name="AS_UNIQUEID" val="779"/>
</p:tagLst>
</file>

<file path=ppt/tags/tag706.xml><?xml version="1.0" encoding="utf-8"?>
<p:tagLst xmlns:p="http://schemas.openxmlformats.org/presentationml/2006/main">
  <p:tag name="AS_UNIQUEID" val="780"/>
</p:tagLst>
</file>

<file path=ppt/tags/tag707.xml><?xml version="1.0" encoding="utf-8"?>
<p:tagLst xmlns:p="http://schemas.openxmlformats.org/presentationml/2006/main">
  <p:tag name="AS_UNIQUEID" val="781"/>
</p:tagLst>
</file>

<file path=ppt/tags/tag708.xml><?xml version="1.0" encoding="utf-8"?>
<p:tagLst xmlns:p="http://schemas.openxmlformats.org/presentationml/2006/main">
  <p:tag name="AS_UNIQUEID" val="782"/>
</p:tagLst>
</file>

<file path=ppt/tags/tag709.xml><?xml version="1.0" encoding="utf-8"?>
<p:tagLst xmlns:p="http://schemas.openxmlformats.org/presentationml/2006/main">
  <p:tag name="AS_UNIQUEID" val="783"/>
</p:tagLst>
</file>

<file path=ppt/tags/tag710.xml><?xml version="1.0" encoding="utf-8"?>
<p:tagLst xmlns:p="http://schemas.openxmlformats.org/presentationml/2006/main">
  <p:tag name="AS_UNIQUEID" val="784"/>
</p:tagLst>
</file>

<file path=ppt/tags/tag711.xml><?xml version="1.0" encoding="utf-8"?>
<p:tagLst xmlns:p="http://schemas.openxmlformats.org/presentationml/2006/main">
  <p:tag name="AS_UNIQUEID" val="785"/>
</p:tagLst>
</file>

<file path=ppt/tags/tag712.xml><?xml version="1.0" encoding="utf-8"?>
<p:tagLst xmlns:p="http://schemas.openxmlformats.org/presentationml/2006/main">
  <p:tag name="AS_UNIQUEID" val="786"/>
</p:tagLst>
</file>

<file path=ppt/tags/tag713.xml><?xml version="1.0" encoding="utf-8"?>
<p:tagLst xmlns:p="http://schemas.openxmlformats.org/presentationml/2006/main">
  <p:tag name="AS_UNIQUEID" val="787"/>
</p:tagLst>
</file>

<file path=ppt/tags/tag714.xml><?xml version="1.0" encoding="utf-8"?>
<p:tagLst xmlns:p="http://schemas.openxmlformats.org/presentationml/2006/main">
  <p:tag name="AS_UNIQUEID" val="788"/>
</p:tagLst>
</file>

<file path=ppt/tags/tag715.xml><?xml version="1.0" encoding="utf-8"?>
<p:tagLst xmlns:p="http://schemas.openxmlformats.org/presentationml/2006/main">
  <p:tag name="AS_UNIQUEID" val="789"/>
</p:tagLst>
</file>

<file path=ppt/tags/tag716.xml><?xml version="1.0" encoding="utf-8"?>
<p:tagLst xmlns:p="http://schemas.openxmlformats.org/presentationml/2006/main">
  <p:tag name="AS_UNIQUEID" val="790"/>
</p:tagLst>
</file>

<file path=ppt/tags/tag717.xml><?xml version="1.0" encoding="utf-8"?>
<p:tagLst xmlns:p="http://schemas.openxmlformats.org/presentationml/2006/main">
  <p:tag name="AS_UNIQUEID" val="791"/>
</p:tagLst>
</file>

<file path=ppt/tags/tag718.xml><?xml version="1.0" encoding="utf-8"?>
<p:tagLst xmlns:p="http://schemas.openxmlformats.org/presentationml/2006/main">
  <p:tag name="AS_UNIQUEID" val="792"/>
</p:tagLst>
</file>

<file path=ppt/tags/tag719.xml><?xml version="1.0" encoding="utf-8"?>
<p:tagLst xmlns:p="http://schemas.openxmlformats.org/presentationml/2006/main">
  <p:tag name="AS_UNIQUEID" val="793"/>
</p:tagLst>
</file>

<file path=ppt/tags/tag720.xml><?xml version="1.0" encoding="utf-8"?>
<p:tagLst xmlns:p="http://schemas.openxmlformats.org/presentationml/2006/main">
  <p:tag name="AS_UNIQUEID" val="794"/>
</p:tagLst>
</file>

<file path=ppt/tags/tag721.xml><?xml version="1.0" encoding="utf-8"?>
<p:tagLst xmlns:p="http://schemas.openxmlformats.org/presentationml/2006/main">
  <p:tag name="AS_UNIQUEID" val="795"/>
</p:tagLst>
</file>

<file path=ppt/tags/tag722.xml><?xml version="1.0" encoding="utf-8"?>
<p:tagLst xmlns:p="http://schemas.openxmlformats.org/presentationml/2006/main">
  <p:tag name="AS_UNIQUEID" val="796"/>
</p:tagLst>
</file>

<file path=ppt/tags/tag723.xml><?xml version="1.0" encoding="utf-8"?>
<p:tagLst xmlns:p="http://schemas.openxmlformats.org/presentationml/2006/main">
  <p:tag name="AS_UNIQUEID" val="797"/>
</p:tagLst>
</file>

<file path=ppt/tags/tag724.xml><?xml version="1.0" encoding="utf-8"?>
<p:tagLst xmlns:p="http://schemas.openxmlformats.org/presentationml/2006/main">
  <p:tag name="AS_UNIQUEID" val="798"/>
</p:tagLst>
</file>

<file path=ppt/tags/tag725.xml><?xml version="1.0" encoding="utf-8"?>
<p:tagLst xmlns:p="http://schemas.openxmlformats.org/presentationml/2006/main">
  <p:tag name="AS_UNIQUEID" val="799"/>
</p:tagLst>
</file>

<file path=ppt/tags/tag726.xml><?xml version="1.0" encoding="utf-8"?>
<p:tagLst xmlns:p="http://schemas.openxmlformats.org/presentationml/2006/main">
  <p:tag name="AS_UNIQUEID" val="800"/>
</p:tagLst>
</file>

<file path=ppt/tags/tag727.xml><?xml version="1.0" encoding="utf-8"?>
<p:tagLst xmlns:p="http://schemas.openxmlformats.org/presentationml/2006/main">
  <p:tag name="AS_UNIQUEID" val="801"/>
</p:tagLst>
</file>

<file path=ppt/tags/tag728.xml><?xml version="1.0" encoding="utf-8"?>
<p:tagLst xmlns:p="http://schemas.openxmlformats.org/presentationml/2006/main">
  <p:tag name="AS_UNIQUEID" val="802"/>
</p:tagLst>
</file>

<file path=ppt/tags/tag729.xml><?xml version="1.0" encoding="utf-8"?>
<p:tagLst xmlns:p="http://schemas.openxmlformats.org/presentationml/2006/main">
  <p:tag name="AS_UNIQUEID" val="803"/>
</p:tagLst>
</file>

<file path=ppt/tags/tag730.xml><?xml version="1.0" encoding="utf-8"?>
<p:tagLst xmlns:p="http://schemas.openxmlformats.org/presentationml/2006/main">
  <p:tag name="AS_UNIQUEID" val="804"/>
</p:tagLst>
</file>

<file path=ppt/tags/tag731.xml><?xml version="1.0" encoding="utf-8"?>
<p:tagLst xmlns:p="http://schemas.openxmlformats.org/presentationml/2006/main">
  <p:tag name="AS_UNIQUEID" val="805"/>
</p:tagLst>
</file>

<file path=ppt/tags/tag732.xml><?xml version="1.0" encoding="utf-8"?>
<p:tagLst xmlns:p="http://schemas.openxmlformats.org/presentationml/2006/main">
  <p:tag name="AS_UNIQUEID" val="806"/>
</p:tagLst>
</file>

<file path=ppt/tags/tag733.xml><?xml version="1.0" encoding="utf-8"?>
<p:tagLst xmlns:p="http://schemas.openxmlformats.org/presentationml/2006/main">
  <p:tag name="AS_UNIQUEID" val="807"/>
</p:tagLst>
</file>

<file path=ppt/tags/tag734.xml><?xml version="1.0" encoding="utf-8"?>
<p:tagLst xmlns:p="http://schemas.openxmlformats.org/presentationml/2006/main">
  <p:tag name="AS_UNIQUEID" val="808"/>
</p:tagLst>
</file>

<file path=ppt/tags/tag735.xml><?xml version="1.0" encoding="utf-8"?>
<p:tagLst xmlns:p="http://schemas.openxmlformats.org/presentationml/2006/main">
  <p:tag name="AS_UNIQUEID" val="809"/>
</p:tagLst>
</file>

<file path=ppt/tags/tag736.xml><?xml version="1.0" encoding="utf-8"?>
<p:tagLst xmlns:p="http://schemas.openxmlformats.org/presentationml/2006/main">
  <p:tag name="AS_UNIQUEID" val="810"/>
</p:tagLst>
</file>

<file path=ppt/tags/tag737.xml><?xml version="1.0" encoding="utf-8"?>
<p:tagLst xmlns:p="http://schemas.openxmlformats.org/presentationml/2006/main">
  <p:tag name="AS_UNIQUEID" val="811"/>
</p:tagLst>
</file>

<file path=ppt/tags/tag738.xml><?xml version="1.0" encoding="utf-8"?>
<p:tagLst xmlns:p="http://schemas.openxmlformats.org/presentationml/2006/main">
  <p:tag name="AS_UNIQUEID" val="812"/>
</p:tagLst>
</file>

<file path=ppt/tags/tag739.xml><?xml version="1.0" encoding="utf-8"?>
<p:tagLst xmlns:p="http://schemas.openxmlformats.org/presentationml/2006/main">
  <p:tag name="AS_UNIQUEID" val="813"/>
</p:tagLst>
</file>

<file path=ppt/tags/tag740.xml><?xml version="1.0" encoding="utf-8"?>
<p:tagLst xmlns:p="http://schemas.openxmlformats.org/presentationml/2006/main">
  <p:tag name="AS_UNIQUEID" val="814"/>
</p:tagLst>
</file>

<file path=ppt/tags/tag741.xml><?xml version="1.0" encoding="utf-8"?>
<p:tagLst xmlns:p="http://schemas.openxmlformats.org/presentationml/2006/main">
  <p:tag name="AS_UNIQUEID" val="815"/>
</p:tagLst>
</file>

<file path=ppt/tags/tag742.xml><?xml version="1.0" encoding="utf-8"?>
<p:tagLst xmlns:p="http://schemas.openxmlformats.org/presentationml/2006/main">
  <p:tag name="AS_UNIQUEID" val="816"/>
</p:tagLst>
</file>

<file path=ppt/tags/tag743.xml><?xml version="1.0" encoding="utf-8"?>
<p:tagLst xmlns:p="http://schemas.openxmlformats.org/presentationml/2006/main">
  <p:tag name="AS_UNIQUEID" val="817"/>
</p:tagLst>
</file>

<file path=ppt/tags/tag744.xml><?xml version="1.0" encoding="utf-8"?>
<p:tagLst xmlns:p="http://schemas.openxmlformats.org/presentationml/2006/main">
  <p:tag name="AS_UNIQUEID" val="818"/>
</p:tagLst>
</file>

<file path=ppt/tags/tag745.xml><?xml version="1.0" encoding="utf-8"?>
<p:tagLst xmlns:p="http://schemas.openxmlformats.org/presentationml/2006/main">
  <p:tag name="AS_UNIQUEID" val="819"/>
</p:tagLst>
</file>

<file path=ppt/tags/tag746.xml><?xml version="1.0" encoding="utf-8"?>
<p:tagLst xmlns:p="http://schemas.openxmlformats.org/presentationml/2006/main">
  <p:tag name="AS_UNIQUEID" val="820"/>
</p:tagLst>
</file>

<file path=ppt/tags/tag747.xml><?xml version="1.0" encoding="utf-8"?>
<p:tagLst xmlns:p="http://schemas.openxmlformats.org/presentationml/2006/main">
  <p:tag name="AS_UNIQUEID" val="821"/>
</p:tagLst>
</file>

<file path=ppt/tags/tag748.xml><?xml version="1.0" encoding="utf-8"?>
<p:tagLst xmlns:p="http://schemas.openxmlformats.org/presentationml/2006/main">
  <p:tag name="AS_UNIQUEID" val="822"/>
</p:tagLst>
</file>

<file path=ppt/tags/tag749.xml><?xml version="1.0" encoding="utf-8"?>
<p:tagLst xmlns:p="http://schemas.openxmlformats.org/presentationml/2006/main">
  <p:tag name="AS_UNIQUEID" val="823"/>
</p:tagLst>
</file>

<file path=ppt/tags/tag750.xml><?xml version="1.0" encoding="utf-8"?>
<p:tagLst xmlns:p="http://schemas.openxmlformats.org/presentationml/2006/main">
  <p:tag name="AS_UNIQUEID" val="824"/>
</p:tagLst>
</file>

<file path=ppt/tags/tag751.xml><?xml version="1.0" encoding="utf-8"?>
<p:tagLst xmlns:p="http://schemas.openxmlformats.org/presentationml/2006/main">
  <p:tag name="AS_UNIQUEID" val="825"/>
</p:tagLst>
</file>

<file path=ppt/tags/tag752.xml><?xml version="1.0" encoding="utf-8"?>
<p:tagLst xmlns:p="http://schemas.openxmlformats.org/presentationml/2006/main">
  <p:tag name="AS_UNIQUEID" val="826"/>
</p:tagLst>
</file>

<file path=ppt/tags/tag753.xml><?xml version="1.0" encoding="utf-8"?>
<p:tagLst xmlns:p="http://schemas.openxmlformats.org/presentationml/2006/main">
  <p:tag name="AS_UNIQUEID" val="827"/>
</p:tagLst>
</file>

<file path=ppt/tags/tag754.xml><?xml version="1.0" encoding="utf-8"?>
<p:tagLst xmlns:p="http://schemas.openxmlformats.org/presentationml/2006/main">
  <p:tag name="AS_UNIQUEID" val="828"/>
</p:tagLst>
</file>

<file path=ppt/tags/tag755.xml><?xml version="1.0" encoding="utf-8"?>
<p:tagLst xmlns:p="http://schemas.openxmlformats.org/presentationml/2006/main">
  <p:tag name="AS_UNIQUEID" val="829"/>
</p:tagLst>
</file>

<file path=ppt/tags/tag756.xml><?xml version="1.0" encoding="utf-8"?>
<p:tagLst xmlns:p="http://schemas.openxmlformats.org/presentationml/2006/main">
  <p:tag name="AS_UNIQUEID" val="830"/>
</p:tagLst>
</file>

<file path=ppt/tags/tag757.xml><?xml version="1.0" encoding="utf-8"?>
<p:tagLst xmlns:p="http://schemas.openxmlformats.org/presentationml/2006/main">
  <p:tag name="AS_UNIQUEID" val="831"/>
</p:tagLst>
</file>

<file path=ppt/tags/tag758.xml><?xml version="1.0" encoding="utf-8"?>
<p:tagLst xmlns:p="http://schemas.openxmlformats.org/presentationml/2006/main">
  <p:tag name="AS_UNIQUEID" val="832"/>
</p:tagLst>
</file>

<file path=ppt/tags/tag759.xml><?xml version="1.0" encoding="utf-8"?>
<p:tagLst xmlns:p="http://schemas.openxmlformats.org/presentationml/2006/main">
  <p:tag name="AS_UNIQUEID" val="833"/>
</p:tagLst>
</file>

<file path=ppt/tags/tag760.xml><?xml version="1.0" encoding="utf-8"?>
<p:tagLst xmlns:p="http://schemas.openxmlformats.org/presentationml/2006/main">
  <p:tag name="AS_UNIQUEID" val="834"/>
</p:tagLst>
</file>

<file path=ppt/tags/tag761.xml><?xml version="1.0" encoding="utf-8"?>
<p:tagLst xmlns:p="http://schemas.openxmlformats.org/presentationml/2006/main">
  <p:tag name="AS_UNIQUEID" val="835"/>
</p:tagLst>
</file>

<file path=ppt/tags/tag762.xml><?xml version="1.0" encoding="utf-8"?>
<p:tagLst xmlns:p="http://schemas.openxmlformats.org/presentationml/2006/main">
  <p:tag name="AS_UNIQUEID" val="836"/>
</p:tagLst>
</file>

<file path=ppt/tags/tag763.xml><?xml version="1.0" encoding="utf-8"?>
<p:tagLst xmlns:p="http://schemas.openxmlformats.org/presentationml/2006/main">
  <p:tag name="AS_UNIQUEID" val="837"/>
</p:tagLst>
</file>

<file path=ppt/tags/tag764.xml><?xml version="1.0" encoding="utf-8"?>
<p:tagLst xmlns:p="http://schemas.openxmlformats.org/presentationml/2006/main">
  <p:tag name="AS_UNIQUEID" val="838"/>
</p:tagLst>
</file>

<file path=ppt/tags/tag765.xml><?xml version="1.0" encoding="utf-8"?>
<p:tagLst xmlns:p="http://schemas.openxmlformats.org/presentationml/2006/main">
  <p:tag name="AS_UNIQUEID" val="839"/>
</p:tagLst>
</file>

<file path=ppt/tags/tag766.xml><?xml version="1.0" encoding="utf-8"?>
<p:tagLst xmlns:p="http://schemas.openxmlformats.org/presentationml/2006/main">
  <p:tag name="AS_UNIQUEID" val="840"/>
</p:tagLst>
</file>

<file path=ppt/tags/tag767.xml><?xml version="1.0" encoding="utf-8"?>
<p:tagLst xmlns:p="http://schemas.openxmlformats.org/presentationml/2006/main">
  <p:tag name="AS_UNIQUEID" val="841"/>
</p:tagLst>
</file>

<file path=ppt/tags/tag768.xml><?xml version="1.0" encoding="utf-8"?>
<p:tagLst xmlns:p="http://schemas.openxmlformats.org/presentationml/2006/main">
  <p:tag name="AS_UNIQUEID" val="842"/>
</p:tagLst>
</file>

<file path=ppt/tags/tag769.xml><?xml version="1.0" encoding="utf-8"?>
<p:tagLst xmlns:p="http://schemas.openxmlformats.org/presentationml/2006/main">
  <p:tag name="AS_UNIQUEID" val="843"/>
</p:tagLst>
</file>

<file path=ppt/tags/tag770.xml><?xml version="1.0" encoding="utf-8"?>
<p:tagLst xmlns:p="http://schemas.openxmlformats.org/presentationml/2006/main">
  <p:tag name="AS_UNIQUEID" val="844"/>
</p:tagLst>
</file>

<file path=ppt/tags/tag771.xml><?xml version="1.0" encoding="utf-8"?>
<p:tagLst xmlns:p="http://schemas.openxmlformats.org/presentationml/2006/main">
  <p:tag name="AS_UNIQUEID" val="845"/>
</p:tagLst>
</file>

<file path=ppt/tags/tag772.xml><?xml version="1.0" encoding="utf-8"?>
<p:tagLst xmlns:p="http://schemas.openxmlformats.org/presentationml/2006/main">
  <p:tag name="AS_UNIQUEID" val="846"/>
</p:tagLst>
</file>

<file path=ppt/tags/tag773.xml><?xml version="1.0" encoding="utf-8"?>
<p:tagLst xmlns:p="http://schemas.openxmlformats.org/presentationml/2006/main">
  <p:tag name="AS_UNIQUEID" val="847"/>
</p:tagLst>
</file>

<file path=ppt/tags/tag774.xml><?xml version="1.0" encoding="utf-8"?>
<p:tagLst xmlns:p="http://schemas.openxmlformats.org/presentationml/2006/main">
  <p:tag name="AS_UNIQUEID" val="848"/>
</p:tagLst>
</file>

<file path=ppt/tags/tag775.xml><?xml version="1.0" encoding="utf-8"?>
<p:tagLst xmlns:p="http://schemas.openxmlformats.org/presentationml/2006/main">
  <p:tag name="AS_UNIQUEID" val="849"/>
</p:tagLst>
</file>

<file path=ppt/tags/tag776.xml><?xml version="1.0" encoding="utf-8"?>
<p:tagLst xmlns:p="http://schemas.openxmlformats.org/presentationml/2006/main">
  <p:tag name="AS_UNIQUEID" val="850"/>
</p:tagLst>
</file>

<file path=ppt/tags/tag777.xml><?xml version="1.0" encoding="utf-8"?>
<p:tagLst xmlns:p="http://schemas.openxmlformats.org/presentationml/2006/main">
  <p:tag name="AS_UNIQUEID" val="851"/>
</p:tagLst>
</file>

<file path=ppt/tags/tag778.xml><?xml version="1.0" encoding="utf-8"?>
<p:tagLst xmlns:p="http://schemas.openxmlformats.org/presentationml/2006/main">
  <p:tag name="AS_UNIQUEID" val="852"/>
</p:tagLst>
</file>

<file path=ppt/tags/tag779.xml><?xml version="1.0" encoding="utf-8"?>
<p:tagLst xmlns:p="http://schemas.openxmlformats.org/presentationml/2006/main">
  <p:tag name="AS_UNIQUEID" val="853"/>
</p:tagLst>
</file>

<file path=ppt/tags/tag780.xml><?xml version="1.0" encoding="utf-8"?>
<p:tagLst xmlns:p="http://schemas.openxmlformats.org/presentationml/2006/main">
  <p:tag name="AS_UNIQUEID" val="854"/>
</p:tagLst>
</file>

<file path=ppt/tags/tag781.xml><?xml version="1.0" encoding="utf-8"?>
<p:tagLst xmlns:p="http://schemas.openxmlformats.org/presentationml/2006/main">
  <p:tag name="AS_UNIQUEID" val="855"/>
</p:tagLst>
</file>

<file path=ppt/tags/tag782.xml><?xml version="1.0" encoding="utf-8"?>
<p:tagLst xmlns:p="http://schemas.openxmlformats.org/presentationml/2006/main">
  <p:tag name="AS_UNIQUEID" val="856"/>
</p:tagLst>
</file>

<file path=ppt/tags/tag783.xml><?xml version="1.0" encoding="utf-8"?>
<p:tagLst xmlns:p="http://schemas.openxmlformats.org/presentationml/2006/main">
  <p:tag name="AS_UNIQUEID" val="857"/>
</p:tagLst>
</file>

<file path=ppt/tags/tag784.xml><?xml version="1.0" encoding="utf-8"?>
<p:tagLst xmlns:p="http://schemas.openxmlformats.org/presentationml/2006/main">
  <p:tag name="AS_UNIQUEID" val="858"/>
</p:tagLst>
</file>

<file path=ppt/tags/tag785.xml><?xml version="1.0" encoding="utf-8"?>
<p:tagLst xmlns:p="http://schemas.openxmlformats.org/presentationml/2006/main">
  <p:tag name="AS_UNIQUEID" val="859"/>
</p:tagLst>
</file>

<file path=ppt/tags/tag786.xml><?xml version="1.0" encoding="utf-8"?>
<p:tagLst xmlns:p="http://schemas.openxmlformats.org/presentationml/2006/main">
  <p:tag name="AS_UNIQUEID" val="860"/>
</p:tagLst>
</file>

<file path=ppt/tags/tag787.xml><?xml version="1.0" encoding="utf-8"?>
<p:tagLst xmlns:p="http://schemas.openxmlformats.org/presentationml/2006/main">
  <p:tag name="AS_UNIQUEID" val="861"/>
</p:tagLst>
</file>

<file path=ppt/tags/tag788.xml><?xml version="1.0" encoding="utf-8"?>
<p:tagLst xmlns:p="http://schemas.openxmlformats.org/presentationml/2006/main">
  <p:tag name="AS_UNIQUEID" val="862"/>
</p:tagLst>
</file>

<file path=ppt/tags/tag789.xml><?xml version="1.0" encoding="utf-8"?>
<p:tagLst xmlns:p="http://schemas.openxmlformats.org/presentationml/2006/main">
  <p:tag name="AS_UNIQUEID" val="863"/>
</p:tagLst>
</file>

<file path=ppt/tags/tag790.xml><?xml version="1.0" encoding="utf-8"?>
<p:tagLst xmlns:p="http://schemas.openxmlformats.org/presentationml/2006/main">
  <p:tag name="AS_UNIQUEID" val="864"/>
</p:tagLst>
</file>

<file path=ppt/tags/tag791.xml><?xml version="1.0" encoding="utf-8"?>
<p:tagLst xmlns:p="http://schemas.openxmlformats.org/presentationml/2006/main">
  <p:tag name="AS_UNIQUEID" val="865"/>
</p:tagLst>
</file>

<file path=ppt/tags/tag792.xml><?xml version="1.0" encoding="utf-8"?>
<p:tagLst xmlns:p="http://schemas.openxmlformats.org/presentationml/2006/main">
  <p:tag name="AS_UNIQUEID" val="866"/>
</p:tagLst>
</file>

<file path=ppt/tags/tag793.xml><?xml version="1.0" encoding="utf-8"?>
<p:tagLst xmlns:p="http://schemas.openxmlformats.org/presentationml/2006/main">
  <p:tag name="AS_UNIQUEID" val="867"/>
</p:tagLst>
</file>

<file path=ppt/tags/tag794.xml><?xml version="1.0" encoding="utf-8"?>
<p:tagLst xmlns:p="http://schemas.openxmlformats.org/presentationml/2006/main">
  <p:tag name="AS_UNIQUEID" val="868"/>
</p:tagLst>
</file>

<file path=ppt/tags/tag795.xml><?xml version="1.0" encoding="utf-8"?>
<p:tagLst xmlns:p="http://schemas.openxmlformats.org/presentationml/2006/main">
  <p:tag name="AS_UNIQUEID" val="869"/>
</p:tagLst>
</file>

<file path=ppt/tags/tag796.xml><?xml version="1.0" encoding="utf-8"?>
<p:tagLst xmlns:p="http://schemas.openxmlformats.org/presentationml/2006/main">
  <p:tag name="AS_UNIQUEID" val="870"/>
</p:tagLst>
</file>

<file path=ppt/tags/tag797.xml><?xml version="1.0" encoding="utf-8"?>
<p:tagLst xmlns:p="http://schemas.openxmlformats.org/presentationml/2006/main">
  <p:tag name="AS_UNIQUEID" val="871"/>
</p:tagLst>
</file>

<file path=ppt/tags/tag798.xml><?xml version="1.0" encoding="utf-8"?>
<p:tagLst xmlns:p="http://schemas.openxmlformats.org/presentationml/2006/main">
  <p:tag name="AS_UNIQUEID" val="872"/>
</p:tagLst>
</file>

<file path=ppt/tags/tag799.xml><?xml version="1.0" encoding="utf-8"?>
<p:tagLst xmlns:p="http://schemas.openxmlformats.org/presentationml/2006/main">
  <p:tag name="AS_UNIQUEID" val="873"/>
</p:tagLst>
</file>

<file path=ppt/tags/tag800.xml><?xml version="1.0" encoding="utf-8"?>
<p:tagLst xmlns:p="http://schemas.openxmlformats.org/presentationml/2006/main">
  <p:tag name="AS_UNIQUEID" val="874"/>
</p:tagLst>
</file>

<file path=ppt/tags/tag801.xml><?xml version="1.0" encoding="utf-8"?>
<p:tagLst xmlns:p="http://schemas.openxmlformats.org/presentationml/2006/main">
  <p:tag name="AS_UNIQUEID" val="875"/>
</p:tagLst>
</file>

<file path=ppt/tags/tag802.xml><?xml version="1.0" encoding="utf-8"?>
<p:tagLst xmlns:p="http://schemas.openxmlformats.org/presentationml/2006/main">
  <p:tag name="AS_UNIQUEID" val="876"/>
</p:tagLst>
</file>

<file path=ppt/tags/tag803.xml><?xml version="1.0" encoding="utf-8"?>
<p:tagLst xmlns:p="http://schemas.openxmlformats.org/presentationml/2006/main">
  <p:tag name="AS_UNIQUEID" val="877"/>
</p:tagLst>
</file>

<file path=ppt/tags/tag804.xml><?xml version="1.0" encoding="utf-8"?>
<p:tagLst xmlns:p="http://schemas.openxmlformats.org/presentationml/2006/main">
  <p:tag name="AS_UNIQUEID" val="878"/>
</p:tagLst>
</file>

<file path=ppt/tags/tag805.xml><?xml version="1.0" encoding="utf-8"?>
<p:tagLst xmlns:p="http://schemas.openxmlformats.org/presentationml/2006/main">
  <p:tag name="AS_UNIQUEID" val="879"/>
</p:tagLst>
</file>

<file path=ppt/tags/tag806.xml><?xml version="1.0" encoding="utf-8"?>
<p:tagLst xmlns:p="http://schemas.openxmlformats.org/presentationml/2006/main">
  <p:tag name="AS_UNIQUEID" val="880"/>
</p:tagLst>
</file>

<file path=ppt/tags/tag807.xml><?xml version="1.0" encoding="utf-8"?>
<p:tagLst xmlns:p="http://schemas.openxmlformats.org/presentationml/2006/main">
  <p:tag name="AS_UNIQUEID" val="881"/>
</p:tagLst>
</file>

<file path=ppt/tags/tag808.xml><?xml version="1.0" encoding="utf-8"?>
<p:tagLst xmlns:p="http://schemas.openxmlformats.org/presentationml/2006/main">
  <p:tag name="AS_UNIQUEID" val="882"/>
</p:tagLst>
</file>

<file path=ppt/tags/tag809.xml><?xml version="1.0" encoding="utf-8"?>
<p:tagLst xmlns:p="http://schemas.openxmlformats.org/presentationml/2006/main">
  <p:tag name="AS_UNIQUEID" val="883"/>
</p:tagLst>
</file>

<file path=ppt/tags/tag810.xml><?xml version="1.0" encoding="utf-8"?>
<p:tagLst xmlns:p="http://schemas.openxmlformats.org/presentationml/2006/main">
  <p:tag name="AS_UNIQUEID" val="884"/>
</p:tagLst>
</file>

<file path=ppt/tags/tag811.xml><?xml version="1.0" encoding="utf-8"?>
<p:tagLst xmlns:p="http://schemas.openxmlformats.org/presentationml/2006/main">
  <p:tag name="AS_UNIQUEID" val="885"/>
</p:tagLst>
</file>

<file path=ppt/tags/tag812.xml><?xml version="1.0" encoding="utf-8"?>
<p:tagLst xmlns:p="http://schemas.openxmlformats.org/presentationml/2006/main">
  <p:tag name="AS_UNIQUEID" val="886"/>
</p:tagLst>
</file>

<file path=ppt/tags/tag813.xml><?xml version="1.0" encoding="utf-8"?>
<p:tagLst xmlns:p="http://schemas.openxmlformats.org/presentationml/2006/main">
  <p:tag name="AS_UNIQUEID" val="887"/>
</p:tagLst>
</file>

<file path=ppt/tags/tag814.xml><?xml version="1.0" encoding="utf-8"?>
<p:tagLst xmlns:p="http://schemas.openxmlformats.org/presentationml/2006/main">
  <p:tag name="AS_UNIQUEID" val="888"/>
</p:tagLst>
</file>

<file path=ppt/tags/tag815.xml><?xml version="1.0" encoding="utf-8"?>
<p:tagLst xmlns:p="http://schemas.openxmlformats.org/presentationml/2006/main">
  <p:tag name="AS_UNIQUEID" val="889"/>
</p:tagLst>
</file>

<file path=ppt/tags/tag816.xml><?xml version="1.0" encoding="utf-8"?>
<p:tagLst xmlns:p="http://schemas.openxmlformats.org/presentationml/2006/main">
  <p:tag name="AS_UNIQUEID" val="890"/>
</p:tagLst>
</file>

<file path=ppt/tags/tag817.xml><?xml version="1.0" encoding="utf-8"?>
<p:tagLst xmlns:p="http://schemas.openxmlformats.org/presentationml/2006/main">
  <p:tag name="AS_UNIQUEID" val="891"/>
</p:tagLst>
</file>

<file path=ppt/tags/tag818.xml><?xml version="1.0" encoding="utf-8"?>
<p:tagLst xmlns:p="http://schemas.openxmlformats.org/presentationml/2006/main">
  <p:tag name="AS_UNIQUEID" val="892"/>
</p:tagLst>
</file>

<file path=ppt/tags/tag819.xml><?xml version="1.0" encoding="utf-8"?>
<p:tagLst xmlns:p="http://schemas.openxmlformats.org/presentationml/2006/main">
  <p:tag name="AS_UNIQUEID" val="893"/>
</p:tagLst>
</file>

<file path=ppt/tags/tag820.xml><?xml version="1.0" encoding="utf-8"?>
<p:tagLst xmlns:p="http://schemas.openxmlformats.org/presentationml/2006/main">
  <p:tag name="AS_UNIQUEID" val="894"/>
</p:tagLst>
</file>

<file path=ppt/tags/tag821.xml><?xml version="1.0" encoding="utf-8"?>
<p:tagLst xmlns:p="http://schemas.openxmlformats.org/presentationml/2006/main">
  <p:tag name="AS_UNIQUEID" val="895"/>
</p:tagLst>
</file>

<file path=ppt/tags/tag822.xml><?xml version="1.0" encoding="utf-8"?>
<p:tagLst xmlns:p="http://schemas.openxmlformats.org/presentationml/2006/main">
  <p:tag name="AS_UNIQUEID" val="896"/>
</p:tagLst>
</file>

<file path=ppt/tags/tag823.xml><?xml version="1.0" encoding="utf-8"?>
<p:tagLst xmlns:p="http://schemas.openxmlformats.org/presentationml/2006/main">
  <p:tag name="AS_UNIQUEID" val="897"/>
</p:tagLst>
</file>

<file path=ppt/tags/tag824.xml><?xml version="1.0" encoding="utf-8"?>
<p:tagLst xmlns:p="http://schemas.openxmlformats.org/presentationml/2006/main">
  <p:tag name="AS_UNIQUEID" val="898"/>
</p:tagLst>
</file>

<file path=ppt/tags/tag825.xml><?xml version="1.0" encoding="utf-8"?>
<p:tagLst xmlns:p="http://schemas.openxmlformats.org/presentationml/2006/main">
  <p:tag name="AS_UNIQUEID" val="899"/>
</p:tagLst>
</file>

<file path=ppt/tags/tag826.xml><?xml version="1.0" encoding="utf-8"?>
<p:tagLst xmlns:p="http://schemas.openxmlformats.org/presentationml/2006/main">
  <p:tag name="AS_UNIQUEID" val="900"/>
</p:tagLst>
</file>

<file path=ppt/tags/tag827.xml><?xml version="1.0" encoding="utf-8"?>
<p:tagLst xmlns:p="http://schemas.openxmlformats.org/presentationml/2006/main">
  <p:tag name="AS_UNIQUEID" val="901"/>
</p:tagLst>
</file>

<file path=ppt/tags/tag828.xml><?xml version="1.0" encoding="utf-8"?>
<p:tagLst xmlns:p="http://schemas.openxmlformats.org/presentationml/2006/main">
  <p:tag name="AS_UNIQUEID" val="902"/>
</p:tagLst>
</file>

<file path=ppt/tags/tag829.xml><?xml version="1.0" encoding="utf-8"?>
<p:tagLst xmlns:p="http://schemas.openxmlformats.org/presentationml/2006/main">
  <p:tag name="AS_UNIQUEID" val="903"/>
</p:tagLst>
</file>

<file path=ppt/tags/tag830.xml><?xml version="1.0" encoding="utf-8"?>
<p:tagLst xmlns:p="http://schemas.openxmlformats.org/presentationml/2006/main">
  <p:tag name="AS_UNIQUEID" val="904"/>
</p:tagLst>
</file>

<file path=ppt/tags/tag831.xml><?xml version="1.0" encoding="utf-8"?>
<p:tagLst xmlns:p="http://schemas.openxmlformats.org/presentationml/2006/main">
  <p:tag name="AS_UNIQUEID" val="905"/>
</p:tagLst>
</file>

<file path=ppt/tags/tag832.xml><?xml version="1.0" encoding="utf-8"?>
<p:tagLst xmlns:p="http://schemas.openxmlformats.org/presentationml/2006/main">
  <p:tag name="AS_UNIQUEID" val="906"/>
</p:tagLst>
</file>

<file path=ppt/tags/tag833.xml><?xml version="1.0" encoding="utf-8"?>
<p:tagLst xmlns:p="http://schemas.openxmlformats.org/presentationml/2006/main">
  <p:tag name="AS_UNIQUEID" val="907"/>
</p:tagLst>
</file>

<file path=ppt/tags/tag834.xml><?xml version="1.0" encoding="utf-8"?>
<p:tagLst xmlns:p="http://schemas.openxmlformats.org/presentationml/2006/main">
  <p:tag name="AS_UNIQUEID" val="908"/>
</p:tagLst>
</file>

<file path=ppt/tags/tag835.xml><?xml version="1.0" encoding="utf-8"?>
<p:tagLst xmlns:p="http://schemas.openxmlformats.org/presentationml/2006/main">
  <p:tag name="AS_UNIQUEID" val="182"/>
</p:tagLst>
</file>

<file path=ppt/tags/tag836.xml><?xml version="1.0" encoding="utf-8"?>
<p:tagLst xmlns:p="http://schemas.openxmlformats.org/presentationml/2006/main">
  <p:tag name="AS_UNIQUEID" val="728"/>
</p:tagLst>
</file>

<file path=ppt/tags/tag837.xml><?xml version="1.0" encoding="utf-8"?>
<p:tagLst xmlns:p="http://schemas.openxmlformats.org/presentationml/2006/main">
  <p:tag name="AS_UNIQUEID" val="729"/>
</p:tagLst>
</file>

<file path=ppt/tags/tag838.xml><?xml version="1.0" encoding="utf-8"?>
<p:tagLst xmlns:p="http://schemas.openxmlformats.org/presentationml/2006/main">
  <p:tag name="AS_UNIQUEID" val="730"/>
</p:tagLst>
</file>

<file path=ppt/tags/tag839.xml><?xml version="1.0" encoding="utf-8"?>
<p:tagLst xmlns:p="http://schemas.openxmlformats.org/presentationml/2006/main">
  <p:tag name="AS_UNIQUEID" val="914"/>
</p:tagLst>
</file>

<file path=ppt/tags/tag840.xml><?xml version="1.0" encoding="utf-8"?>
<p:tagLst xmlns:p="http://schemas.openxmlformats.org/presentationml/2006/main">
  <p:tag name="AS_UNIQUEID" val="915"/>
</p:tagLst>
</file>

<file path=ppt/tags/tag841.xml><?xml version="1.0" encoding="utf-8"?>
<p:tagLst xmlns:p="http://schemas.openxmlformats.org/presentationml/2006/main">
  <p:tag name="AS_UNIQUEID" val="916"/>
</p:tagLst>
</file>

<file path=ppt/tags/tag842.xml><?xml version="1.0" encoding="utf-8"?>
<p:tagLst xmlns:p="http://schemas.openxmlformats.org/presentationml/2006/main">
  <p:tag name="AS_UNIQUEID" val="917"/>
</p:tagLst>
</file>

<file path=ppt/tags/tag843.xml><?xml version="1.0" encoding="utf-8"?>
<p:tagLst xmlns:p="http://schemas.openxmlformats.org/presentationml/2006/main">
  <p:tag name="AS_UNIQUEID" val="918"/>
</p:tagLst>
</file>

<file path=ppt/tags/tag844.xml><?xml version="1.0" encoding="utf-8"?>
<p:tagLst xmlns:p="http://schemas.openxmlformats.org/presentationml/2006/main">
  <p:tag name="AS_UNIQUEID" val="919"/>
</p:tagLst>
</file>

<file path=ppt/tags/tag845.xml><?xml version="1.0" encoding="utf-8"?>
<p:tagLst xmlns:p="http://schemas.openxmlformats.org/presentationml/2006/main">
  <p:tag name="AS_UNIQUEID" val="920"/>
</p:tagLst>
</file>

<file path=ppt/tags/tag846.xml><?xml version="1.0" encoding="utf-8"?>
<p:tagLst xmlns:p="http://schemas.openxmlformats.org/presentationml/2006/main">
  <p:tag name="AS_UNIQUEID" val="921"/>
</p:tagLst>
</file>

<file path=ppt/tags/tag847.xml><?xml version="1.0" encoding="utf-8"?>
<p:tagLst xmlns:p="http://schemas.openxmlformats.org/presentationml/2006/main">
  <p:tag name="AS_UNIQUEID" val="922"/>
</p:tagLst>
</file>

<file path=ppt/tags/tag848.xml><?xml version="1.0" encoding="utf-8"?>
<p:tagLst xmlns:p="http://schemas.openxmlformats.org/presentationml/2006/main">
  <p:tag name="AS_UNIQUEID" val="923"/>
</p:tagLst>
</file>

<file path=ppt/tags/tag849.xml><?xml version="1.0" encoding="utf-8"?>
<p:tagLst xmlns:p="http://schemas.openxmlformats.org/presentationml/2006/main">
  <p:tag name="AS_UNIQUEID" val="924"/>
</p:tagLst>
</file>

<file path=ppt/tags/tag850.xml><?xml version="1.0" encoding="utf-8"?>
<p:tagLst xmlns:p="http://schemas.openxmlformats.org/presentationml/2006/main">
  <p:tag name="AS_UNIQUEID" val="925"/>
</p:tagLst>
</file>

<file path=ppt/tags/tag851.xml><?xml version="1.0" encoding="utf-8"?>
<p:tagLst xmlns:p="http://schemas.openxmlformats.org/presentationml/2006/main">
  <p:tag name="AS_UNIQUEID" val="926"/>
</p:tagLst>
</file>

<file path=ppt/tags/tag852.xml><?xml version="1.0" encoding="utf-8"?>
<p:tagLst xmlns:p="http://schemas.openxmlformats.org/presentationml/2006/main">
  <p:tag name="AS_UNIQUEID" val="927"/>
</p:tagLst>
</file>

<file path=ppt/tags/tag853.xml><?xml version="1.0" encoding="utf-8"?>
<p:tagLst xmlns:p="http://schemas.openxmlformats.org/presentationml/2006/main">
  <p:tag name="AS_UNIQUEID" val="928"/>
</p:tagLst>
</file>

<file path=ppt/tags/tag854.xml><?xml version="1.0" encoding="utf-8"?>
<p:tagLst xmlns:p="http://schemas.openxmlformats.org/presentationml/2006/main">
  <p:tag name="AS_UNIQUEID" val="929"/>
</p:tagLst>
</file>

<file path=ppt/tags/tag855.xml><?xml version="1.0" encoding="utf-8"?>
<p:tagLst xmlns:p="http://schemas.openxmlformats.org/presentationml/2006/main">
  <p:tag name="AS_UNIQUEID" val="930"/>
</p:tagLst>
</file>

<file path=ppt/tags/tag856.xml><?xml version="1.0" encoding="utf-8"?>
<p:tagLst xmlns:p="http://schemas.openxmlformats.org/presentationml/2006/main">
  <p:tag name="AS_UNIQUEID" val="931"/>
</p:tagLst>
</file>

<file path=ppt/tags/tag857.xml><?xml version="1.0" encoding="utf-8"?>
<p:tagLst xmlns:p="http://schemas.openxmlformats.org/presentationml/2006/main">
  <p:tag name="AS_UNIQUEID" val="932"/>
</p:tagLst>
</file>

<file path=ppt/tags/tag858.xml><?xml version="1.0" encoding="utf-8"?>
<p:tagLst xmlns:p="http://schemas.openxmlformats.org/presentationml/2006/main">
  <p:tag name="AS_UNIQUEID" val="933"/>
</p:tagLst>
</file>

<file path=ppt/tags/tag859.xml><?xml version="1.0" encoding="utf-8"?>
<p:tagLst xmlns:p="http://schemas.openxmlformats.org/presentationml/2006/main">
  <p:tag name="AS_UNIQUEID" val="934"/>
</p:tagLst>
</file>

<file path=ppt/tags/tag860.xml><?xml version="1.0" encoding="utf-8"?>
<p:tagLst xmlns:p="http://schemas.openxmlformats.org/presentationml/2006/main">
  <p:tag name="AS_UNIQUEID" val="935"/>
</p:tagLst>
</file>

<file path=ppt/tags/tag861.xml><?xml version="1.0" encoding="utf-8"?>
<p:tagLst xmlns:p="http://schemas.openxmlformats.org/presentationml/2006/main">
  <p:tag name="AS_UNIQUEID" val="936"/>
</p:tagLst>
</file>

<file path=ppt/tags/tag862.xml><?xml version="1.0" encoding="utf-8"?>
<p:tagLst xmlns:p="http://schemas.openxmlformats.org/presentationml/2006/main">
  <p:tag name="AS_UNIQUEID" val="937"/>
</p:tagLst>
</file>

<file path=ppt/tags/tag863.xml><?xml version="1.0" encoding="utf-8"?>
<p:tagLst xmlns:p="http://schemas.openxmlformats.org/presentationml/2006/main">
  <p:tag name="AS_UNIQUEID" val="938"/>
</p:tagLst>
</file>

<file path=ppt/tags/tag864.xml><?xml version="1.0" encoding="utf-8"?>
<p:tagLst xmlns:p="http://schemas.openxmlformats.org/presentationml/2006/main">
  <p:tag name="AS_UNIQUEID" val="939"/>
</p:tagLst>
</file>

<file path=ppt/tags/tag865.xml><?xml version="1.0" encoding="utf-8"?>
<p:tagLst xmlns:p="http://schemas.openxmlformats.org/presentationml/2006/main">
  <p:tag name="AS_UNIQUEID" val="940"/>
</p:tagLst>
</file>

<file path=ppt/tags/tag866.xml><?xml version="1.0" encoding="utf-8"?>
<p:tagLst xmlns:p="http://schemas.openxmlformats.org/presentationml/2006/main">
  <p:tag name="AS_UNIQUEID" val="941"/>
</p:tagLst>
</file>

<file path=ppt/tags/tag867.xml><?xml version="1.0" encoding="utf-8"?>
<p:tagLst xmlns:p="http://schemas.openxmlformats.org/presentationml/2006/main">
  <p:tag name="AS_UNIQUEID" val="942"/>
</p:tagLst>
</file>

<file path=ppt/tags/tag868.xml><?xml version="1.0" encoding="utf-8"?>
<p:tagLst xmlns:p="http://schemas.openxmlformats.org/presentationml/2006/main">
  <p:tag name="AS_UNIQUEID" val="943"/>
</p:tagLst>
</file>

<file path=ppt/tags/tag869.xml><?xml version="1.0" encoding="utf-8"?>
<p:tagLst xmlns:p="http://schemas.openxmlformats.org/presentationml/2006/main">
  <p:tag name="AS_UNIQUEID" val="944"/>
</p:tagLst>
</file>

<file path=ppt/tags/tag870.xml><?xml version="1.0" encoding="utf-8"?>
<p:tagLst xmlns:p="http://schemas.openxmlformats.org/presentationml/2006/main">
  <p:tag name="AS_UNIQUEID" val="945"/>
</p:tagLst>
</file>

<file path=ppt/tags/tag871.xml><?xml version="1.0" encoding="utf-8"?>
<p:tagLst xmlns:p="http://schemas.openxmlformats.org/presentationml/2006/main">
  <p:tag name="AS_UNIQUEID" val="946"/>
</p:tagLst>
</file>

<file path=ppt/tags/tag872.xml><?xml version="1.0" encoding="utf-8"?>
<p:tagLst xmlns:p="http://schemas.openxmlformats.org/presentationml/2006/main">
  <p:tag name="AS_UNIQUEID" val="947"/>
</p:tagLst>
</file>

<file path=ppt/tags/tag873.xml><?xml version="1.0" encoding="utf-8"?>
<p:tagLst xmlns:p="http://schemas.openxmlformats.org/presentationml/2006/main">
  <p:tag name="AS_UNIQUEID" val="948"/>
</p:tagLst>
</file>

<file path=ppt/tags/tag874.xml><?xml version="1.0" encoding="utf-8"?>
<p:tagLst xmlns:p="http://schemas.openxmlformats.org/presentationml/2006/main">
  <p:tag name="AS_UNIQUEID" val="949"/>
</p:tagLst>
</file>

<file path=ppt/tags/tag875.xml><?xml version="1.0" encoding="utf-8"?>
<p:tagLst xmlns:p="http://schemas.openxmlformats.org/presentationml/2006/main">
  <p:tag name="AS_UNIQUEID" val="950"/>
</p:tagLst>
</file>

<file path=ppt/tags/tag876.xml><?xml version="1.0" encoding="utf-8"?>
<p:tagLst xmlns:p="http://schemas.openxmlformats.org/presentationml/2006/main">
  <p:tag name="AS_UNIQUEID" val="951"/>
</p:tagLst>
</file>

<file path=ppt/tags/tag877.xml><?xml version="1.0" encoding="utf-8"?>
<p:tagLst xmlns:p="http://schemas.openxmlformats.org/presentationml/2006/main">
  <p:tag name="AS_UNIQUEID" val="952"/>
</p:tagLst>
</file>

<file path=ppt/tags/tag878.xml><?xml version="1.0" encoding="utf-8"?>
<p:tagLst xmlns:p="http://schemas.openxmlformats.org/presentationml/2006/main">
  <p:tag name="AS_UNIQUEID" val="953"/>
</p:tagLst>
</file>

<file path=ppt/tags/tag879.xml><?xml version="1.0" encoding="utf-8"?>
<p:tagLst xmlns:p="http://schemas.openxmlformats.org/presentationml/2006/main">
  <p:tag name="AS_UNIQUEID" val="954"/>
</p:tagLst>
</file>

<file path=ppt/tags/tag880.xml><?xml version="1.0" encoding="utf-8"?>
<p:tagLst xmlns:p="http://schemas.openxmlformats.org/presentationml/2006/main">
  <p:tag name="AS_UNIQUEID" val="955"/>
</p:tagLst>
</file>

<file path=ppt/tags/tag881.xml><?xml version="1.0" encoding="utf-8"?>
<p:tagLst xmlns:p="http://schemas.openxmlformats.org/presentationml/2006/main">
  <p:tag name="AS_UNIQUEID" val="956"/>
</p:tagLst>
</file>

<file path=ppt/tags/tag882.xml><?xml version="1.0" encoding="utf-8"?>
<p:tagLst xmlns:p="http://schemas.openxmlformats.org/presentationml/2006/main">
  <p:tag name="AS_UNIQUEID" val="957"/>
</p:tagLst>
</file>

<file path=ppt/tags/tag883.xml><?xml version="1.0" encoding="utf-8"?>
<p:tagLst xmlns:p="http://schemas.openxmlformats.org/presentationml/2006/main">
  <p:tag name="AS_UNIQUEID" val="958"/>
</p:tagLst>
</file>

<file path=ppt/tags/tag884.xml><?xml version="1.0" encoding="utf-8"?>
<p:tagLst xmlns:p="http://schemas.openxmlformats.org/presentationml/2006/main">
  <p:tag name="AS_UNIQUEID" val="959"/>
</p:tagLst>
</file>

<file path=ppt/tags/tag885.xml><?xml version="1.0" encoding="utf-8"?>
<p:tagLst xmlns:p="http://schemas.openxmlformats.org/presentationml/2006/main">
  <p:tag name="AS_UNIQUEID" val="960"/>
</p:tagLst>
</file>

<file path=ppt/tags/tag886.xml><?xml version="1.0" encoding="utf-8"?>
<p:tagLst xmlns:p="http://schemas.openxmlformats.org/presentationml/2006/main">
  <p:tag name="AS_UNIQUEID" val="961"/>
</p:tagLst>
</file>

<file path=ppt/tags/tag887.xml><?xml version="1.0" encoding="utf-8"?>
<p:tagLst xmlns:p="http://schemas.openxmlformats.org/presentationml/2006/main">
  <p:tag name="AS_UNIQUEID" val="962"/>
</p:tagLst>
</file>

<file path=ppt/tags/tag888.xml><?xml version="1.0" encoding="utf-8"?>
<p:tagLst xmlns:p="http://schemas.openxmlformats.org/presentationml/2006/main">
  <p:tag name="AS_UNIQUEID" val="963"/>
</p:tagLst>
</file>

<file path=ppt/tags/tag889.xml><?xml version="1.0" encoding="utf-8"?>
<p:tagLst xmlns:p="http://schemas.openxmlformats.org/presentationml/2006/main">
  <p:tag name="AS_UNIQUEID" val="964"/>
</p:tagLst>
</file>

<file path=ppt/tags/tag890.xml><?xml version="1.0" encoding="utf-8"?>
<p:tagLst xmlns:p="http://schemas.openxmlformats.org/presentationml/2006/main">
  <p:tag name="AS_UNIQUEID" val="965"/>
</p:tagLst>
</file>

<file path=ppt/tags/tag891.xml><?xml version="1.0" encoding="utf-8"?>
<p:tagLst xmlns:p="http://schemas.openxmlformats.org/presentationml/2006/main">
  <p:tag name="AS_UNIQUEID" val="966"/>
</p:tagLst>
</file>

<file path=ppt/tags/tag892.xml><?xml version="1.0" encoding="utf-8"?>
<p:tagLst xmlns:p="http://schemas.openxmlformats.org/presentationml/2006/main">
  <p:tag name="AS_UNIQUEID" val="967"/>
</p:tagLst>
</file>

<file path=ppt/tags/tag893.xml><?xml version="1.0" encoding="utf-8"?>
<p:tagLst xmlns:p="http://schemas.openxmlformats.org/presentationml/2006/main">
  <p:tag name="AS_UNIQUEID" val="968"/>
</p:tagLst>
</file>

<file path=ppt/tags/tag894.xml><?xml version="1.0" encoding="utf-8"?>
<p:tagLst xmlns:p="http://schemas.openxmlformats.org/presentationml/2006/main">
  <p:tag name="AS_UNIQUEID" val="969"/>
</p:tagLst>
</file>

<file path=ppt/tags/tag895.xml><?xml version="1.0" encoding="utf-8"?>
<p:tagLst xmlns:p="http://schemas.openxmlformats.org/presentationml/2006/main">
  <p:tag name="AS_UNIQUEID" val="970"/>
</p:tagLst>
</file>

<file path=ppt/tags/tag896.xml><?xml version="1.0" encoding="utf-8"?>
<p:tagLst xmlns:p="http://schemas.openxmlformats.org/presentationml/2006/main">
  <p:tag name="AS_UNIQUEID" val="971"/>
</p:tagLst>
</file>

<file path=ppt/tags/tag897.xml><?xml version="1.0" encoding="utf-8"?>
<p:tagLst xmlns:p="http://schemas.openxmlformats.org/presentationml/2006/main">
  <p:tag name="AS_UNIQUEID" val="972"/>
</p:tagLst>
</file>

<file path=ppt/tags/tag898.xml><?xml version="1.0" encoding="utf-8"?>
<p:tagLst xmlns:p="http://schemas.openxmlformats.org/presentationml/2006/main">
  <p:tag name="AS_UNIQUEID" val="973"/>
</p:tagLst>
</file>

<file path=ppt/tags/tag899.xml><?xml version="1.0" encoding="utf-8"?>
<p:tagLst xmlns:p="http://schemas.openxmlformats.org/presentationml/2006/main">
  <p:tag name="AS_UNIQUEID" val="974"/>
</p:tagLst>
</file>

<file path=ppt/tags/tag900.xml><?xml version="1.0" encoding="utf-8"?>
<p:tagLst xmlns:p="http://schemas.openxmlformats.org/presentationml/2006/main">
  <p:tag name="AS_UNIQUEID" val="975"/>
</p:tagLst>
</file>

<file path=ppt/tags/tag901.xml><?xml version="1.0" encoding="utf-8"?>
<p:tagLst xmlns:p="http://schemas.openxmlformats.org/presentationml/2006/main">
  <p:tag name="AS_UNIQUEID" val="976"/>
</p:tagLst>
</file>

<file path=ppt/tags/tag902.xml><?xml version="1.0" encoding="utf-8"?>
<p:tagLst xmlns:p="http://schemas.openxmlformats.org/presentationml/2006/main">
  <p:tag name="AS_UNIQUEID" val="977"/>
</p:tagLst>
</file>

<file path=ppt/tags/tag903.xml><?xml version="1.0" encoding="utf-8"?>
<p:tagLst xmlns:p="http://schemas.openxmlformats.org/presentationml/2006/main">
  <p:tag name="AS_UNIQUEID" val="978"/>
</p:tagLst>
</file>

<file path=ppt/tags/tag904.xml><?xml version="1.0" encoding="utf-8"?>
<p:tagLst xmlns:p="http://schemas.openxmlformats.org/presentationml/2006/main">
  <p:tag name="AS_UNIQUEID" val="979"/>
</p:tagLst>
</file>

<file path=ppt/tags/tag905.xml><?xml version="1.0" encoding="utf-8"?>
<p:tagLst xmlns:p="http://schemas.openxmlformats.org/presentationml/2006/main">
  <p:tag name="AS_UNIQUEID" val="980"/>
</p:tagLst>
</file>

<file path=ppt/tags/tag906.xml><?xml version="1.0" encoding="utf-8"?>
<p:tagLst xmlns:p="http://schemas.openxmlformats.org/presentationml/2006/main">
  <p:tag name="AS_UNIQUEID" val="981"/>
</p:tagLst>
</file>

<file path=ppt/tags/tag907.xml><?xml version="1.0" encoding="utf-8"?>
<p:tagLst xmlns:p="http://schemas.openxmlformats.org/presentationml/2006/main">
  <p:tag name="AS_UNIQUEID" val="982"/>
</p:tagLst>
</file>

<file path=ppt/tags/tag908.xml><?xml version="1.0" encoding="utf-8"?>
<p:tagLst xmlns:p="http://schemas.openxmlformats.org/presentationml/2006/main">
  <p:tag name="AS_UNIQUEID" val="983"/>
</p:tagLst>
</file>

<file path=ppt/tags/tag909.xml><?xml version="1.0" encoding="utf-8"?>
<p:tagLst xmlns:p="http://schemas.openxmlformats.org/presentationml/2006/main">
  <p:tag name="AS_UNIQUEID" val="984"/>
</p:tagLst>
</file>

<file path=ppt/tags/tag910.xml><?xml version="1.0" encoding="utf-8"?>
<p:tagLst xmlns:p="http://schemas.openxmlformats.org/presentationml/2006/main">
  <p:tag name="AS_UNIQUEID" val="985"/>
</p:tagLst>
</file>

<file path=ppt/tags/tag911.xml><?xml version="1.0" encoding="utf-8"?>
<p:tagLst xmlns:p="http://schemas.openxmlformats.org/presentationml/2006/main">
  <p:tag name="AS_UNIQUEID" val="986"/>
</p:tagLst>
</file>

<file path=ppt/tags/tag912.xml><?xml version="1.0" encoding="utf-8"?>
<p:tagLst xmlns:p="http://schemas.openxmlformats.org/presentationml/2006/main">
  <p:tag name="AS_UNIQUEID" val="987"/>
</p:tagLst>
</file>

<file path=ppt/tags/tag913.xml><?xml version="1.0" encoding="utf-8"?>
<p:tagLst xmlns:p="http://schemas.openxmlformats.org/presentationml/2006/main">
  <p:tag name="AS_UNIQUEID" val="988"/>
</p:tagLst>
</file>

<file path=ppt/tags/tag914.xml><?xml version="1.0" encoding="utf-8"?>
<p:tagLst xmlns:p="http://schemas.openxmlformats.org/presentationml/2006/main">
  <p:tag name="AS_UNIQUEID" val="989"/>
</p:tagLst>
</file>

<file path=ppt/tags/tag915.xml><?xml version="1.0" encoding="utf-8"?>
<p:tagLst xmlns:p="http://schemas.openxmlformats.org/presentationml/2006/main">
  <p:tag name="AS_UNIQUEID" val="990"/>
</p:tagLst>
</file>

<file path=ppt/tags/tag916.xml><?xml version="1.0" encoding="utf-8"?>
<p:tagLst xmlns:p="http://schemas.openxmlformats.org/presentationml/2006/main">
  <p:tag name="AS_UNIQUEID" val="991"/>
</p:tagLst>
</file>

<file path=ppt/tags/tag917.xml><?xml version="1.0" encoding="utf-8"?>
<p:tagLst xmlns:p="http://schemas.openxmlformats.org/presentationml/2006/main">
  <p:tag name="AS_UNIQUEID" val="992"/>
</p:tagLst>
</file>

<file path=ppt/tags/tag918.xml><?xml version="1.0" encoding="utf-8"?>
<p:tagLst xmlns:p="http://schemas.openxmlformats.org/presentationml/2006/main">
  <p:tag name="AS_UNIQUEID" val="993"/>
</p:tagLst>
</file>

<file path=ppt/tags/tag919.xml><?xml version="1.0" encoding="utf-8"?>
<p:tagLst xmlns:p="http://schemas.openxmlformats.org/presentationml/2006/main">
  <p:tag name="AS_UNIQUEID" val="994"/>
</p:tagLst>
</file>

<file path=ppt/tags/tag920.xml><?xml version="1.0" encoding="utf-8"?>
<p:tagLst xmlns:p="http://schemas.openxmlformats.org/presentationml/2006/main">
  <p:tag name="AS_UNIQUEID" val="995"/>
</p:tagLst>
</file>

<file path=ppt/tags/tag921.xml><?xml version="1.0" encoding="utf-8"?>
<p:tagLst xmlns:p="http://schemas.openxmlformats.org/presentationml/2006/main">
  <p:tag name="AS_UNIQUEID" val="996"/>
</p:tagLst>
</file>

<file path=ppt/tags/tag922.xml><?xml version="1.0" encoding="utf-8"?>
<p:tagLst xmlns:p="http://schemas.openxmlformats.org/presentationml/2006/main">
  <p:tag name="AS_UNIQUEID" val="997"/>
</p:tagLst>
</file>

<file path=ppt/tags/tag923.xml><?xml version="1.0" encoding="utf-8"?>
<p:tagLst xmlns:p="http://schemas.openxmlformats.org/presentationml/2006/main">
  <p:tag name="AS_UNIQUEID" val="998"/>
</p:tagLst>
</file>

<file path=ppt/tags/tag924.xml><?xml version="1.0" encoding="utf-8"?>
<p:tagLst xmlns:p="http://schemas.openxmlformats.org/presentationml/2006/main">
  <p:tag name="AS_UNIQUEID" val="999"/>
</p:tagLst>
</file>

<file path=ppt/tags/tag925.xml><?xml version="1.0" encoding="utf-8"?>
<p:tagLst xmlns:p="http://schemas.openxmlformats.org/presentationml/2006/main">
  <p:tag name="AS_UNIQUEID" val="1000"/>
</p:tagLst>
</file>

<file path=ppt/tags/tag926.xml><?xml version="1.0" encoding="utf-8"?>
<p:tagLst xmlns:p="http://schemas.openxmlformats.org/presentationml/2006/main">
  <p:tag name="AS_UNIQUEID" val="1001"/>
</p:tagLst>
</file>

<file path=ppt/tags/tag927.xml><?xml version="1.0" encoding="utf-8"?>
<p:tagLst xmlns:p="http://schemas.openxmlformats.org/presentationml/2006/main">
  <p:tag name="AS_UNIQUEID" val="1002"/>
</p:tagLst>
</file>

<file path=ppt/tags/tag928.xml><?xml version="1.0" encoding="utf-8"?>
<p:tagLst xmlns:p="http://schemas.openxmlformats.org/presentationml/2006/main">
  <p:tag name="AS_UNIQUEID" val="1003"/>
</p:tagLst>
</file>

<file path=ppt/tags/tag929.xml><?xml version="1.0" encoding="utf-8"?>
<p:tagLst xmlns:p="http://schemas.openxmlformats.org/presentationml/2006/main">
  <p:tag name="AS_UNIQUEID" val="1004"/>
</p:tagLst>
</file>

<file path=ppt/tags/tag930.xml><?xml version="1.0" encoding="utf-8"?>
<p:tagLst xmlns:p="http://schemas.openxmlformats.org/presentationml/2006/main">
  <p:tag name="AS_UNIQUEID" val="1005"/>
</p:tagLst>
</file>

<file path=ppt/tags/tag931.xml><?xml version="1.0" encoding="utf-8"?>
<p:tagLst xmlns:p="http://schemas.openxmlformats.org/presentationml/2006/main">
  <p:tag name="AS_UNIQUEID" val="1006"/>
</p:tagLst>
</file>

<file path=ppt/tags/tag932.xml><?xml version="1.0" encoding="utf-8"?>
<p:tagLst xmlns:p="http://schemas.openxmlformats.org/presentationml/2006/main">
  <p:tag name="AS_UNIQUEID" val="1007"/>
</p:tagLst>
</file>

<file path=ppt/tags/tag933.xml><?xml version="1.0" encoding="utf-8"?>
<p:tagLst xmlns:p="http://schemas.openxmlformats.org/presentationml/2006/main">
  <p:tag name="AS_UNIQUEID" val="1008"/>
</p:tagLst>
</file>

<file path=ppt/tags/tag934.xml><?xml version="1.0" encoding="utf-8"?>
<p:tagLst xmlns:p="http://schemas.openxmlformats.org/presentationml/2006/main">
  <p:tag name="AS_UNIQUEID" val="1009"/>
</p:tagLst>
</file>

<file path=ppt/tags/tag935.xml><?xml version="1.0" encoding="utf-8"?>
<p:tagLst xmlns:p="http://schemas.openxmlformats.org/presentationml/2006/main">
  <p:tag name="AS_UNIQUEID" val="1010"/>
</p:tagLst>
</file>

<file path=ppt/tags/tag936.xml><?xml version="1.0" encoding="utf-8"?>
<p:tagLst xmlns:p="http://schemas.openxmlformats.org/presentationml/2006/main">
  <p:tag name="AS_UNIQUEID" val="1011"/>
</p:tagLst>
</file>

<file path=ppt/tags/tag937.xml><?xml version="1.0" encoding="utf-8"?>
<p:tagLst xmlns:p="http://schemas.openxmlformats.org/presentationml/2006/main">
  <p:tag name="AS_UNIQUEID" val="1012"/>
</p:tagLst>
</file>

<file path=ppt/tags/tag938.xml><?xml version="1.0" encoding="utf-8"?>
<p:tagLst xmlns:p="http://schemas.openxmlformats.org/presentationml/2006/main">
  <p:tag name="AS_UNIQUEID" val="1013"/>
</p:tagLst>
</file>

<file path=ppt/tags/tag939.xml><?xml version="1.0" encoding="utf-8"?>
<p:tagLst xmlns:p="http://schemas.openxmlformats.org/presentationml/2006/main">
  <p:tag name="AS_UNIQUEID" val="1014"/>
</p:tagLst>
</file>

<file path=ppt/tags/tag940.xml><?xml version="1.0" encoding="utf-8"?>
<p:tagLst xmlns:p="http://schemas.openxmlformats.org/presentationml/2006/main">
  <p:tag name="AS_UNIQUEID" val="1015"/>
</p:tagLst>
</file>

<file path=ppt/tags/tag941.xml><?xml version="1.0" encoding="utf-8"?>
<p:tagLst xmlns:p="http://schemas.openxmlformats.org/presentationml/2006/main">
  <p:tag name="AS_UNIQUEID" val="1016"/>
</p:tagLst>
</file>

<file path=ppt/tags/tag942.xml><?xml version="1.0" encoding="utf-8"?>
<p:tagLst xmlns:p="http://schemas.openxmlformats.org/presentationml/2006/main">
  <p:tag name="AS_UNIQUEID" val="1017"/>
</p:tagLst>
</file>

<file path=ppt/tags/tag943.xml><?xml version="1.0" encoding="utf-8"?>
<p:tagLst xmlns:p="http://schemas.openxmlformats.org/presentationml/2006/main">
  <p:tag name="AS_UNIQUEID" val="1018"/>
</p:tagLst>
</file>

<file path=ppt/tags/tag944.xml><?xml version="1.0" encoding="utf-8"?>
<p:tagLst xmlns:p="http://schemas.openxmlformats.org/presentationml/2006/main">
  <p:tag name="AS_UNIQUEID" val="1019"/>
</p:tagLst>
</file>

<file path=ppt/tags/tag945.xml><?xml version="1.0" encoding="utf-8"?>
<p:tagLst xmlns:p="http://schemas.openxmlformats.org/presentationml/2006/main">
  <p:tag name="AS_UNIQUEID" val="1020"/>
</p:tagLst>
</file>

<file path=ppt/tags/tag946.xml><?xml version="1.0" encoding="utf-8"?>
<p:tagLst xmlns:p="http://schemas.openxmlformats.org/presentationml/2006/main">
  <p:tag name="AS_UNIQUEID" val="1021"/>
</p:tagLst>
</file>

<file path=ppt/tags/tag947.xml><?xml version="1.0" encoding="utf-8"?>
<p:tagLst xmlns:p="http://schemas.openxmlformats.org/presentationml/2006/main">
  <p:tag name="AS_UNIQUEID" val="1022"/>
</p:tagLst>
</file>

<file path=ppt/tags/tag948.xml><?xml version="1.0" encoding="utf-8"?>
<p:tagLst xmlns:p="http://schemas.openxmlformats.org/presentationml/2006/main">
  <p:tag name="AS_UNIQUEID" val="1023"/>
</p:tagLst>
</file>

<file path=ppt/tags/tag949.xml><?xml version="1.0" encoding="utf-8"?>
<p:tagLst xmlns:p="http://schemas.openxmlformats.org/presentationml/2006/main">
  <p:tag name="AS_UNIQUEID" val="1024"/>
</p:tagLst>
</file>

<file path=ppt/tags/tag950.xml><?xml version="1.0" encoding="utf-8"?>
<p:tagLst xmlns:p="http://schemas.openxmlformats.org/presentationml/2006/main">
  <p:tag name="AS_UNIQUEID" val="1025"/>
</p:tagLst>
</file>

<file path=ppt/tags/tag951.xml><?xml version="1.0" encoding="utf-8"?>
<p:tagLst xmlns:p="http://schemas.openxmlformats.org/presentationml/2006/main">
  <p:tag name="AS_UNIQUEID" val="1026"/>
</p:tagLst>
</file>

<file path=ppt/tags/tag952.xml><?xml version="1.0" encoding="utf-8"?>
<p:tagLst xmlns:p="http://schemas.openxmlformats.org/presentationml/2006/main">
  <p:tag name="AS_UNIQUEID" val="1027"/>
</p:tagLst>
</file>

<file path=ppt/tags/tag953.xml><?xml version="1.0" encoding="utf-8"?>
<p:tagLst xmlns:p="http://schemas.openxmlformats.org/presentationml/2006/main">
  <p:tag name="AS_UNIQUEID" val="1028"/>
</p:tagLst>
</file>

<file path=ppt/tags/tag954.xml><?xml version="1.0" encoding="utf-8"?>
<p:tagLst xmlns:p="http://schemas.openxmlformats.org/presentationml/2006/main">
  <p:tag name="AS_UNIQUEID" val="1029"/>
</p:tagLst>
</file>

<file path=ppt/tags/tag955.xml><?xml version="1.0" encoding="utf-8"?>
<p:tagLst xmlns:p="http://schemas.openxmlformats.org/presentationml/2006/main">
  <p:tag name="AS_UNIQUEID" val="1030"/>
</p:tagLst>
</file>

<file path=ppt/tags/tag956.xml><?xml version="1.0" encoding="utf-8"?>
<p:tagLst xmlns:p="http://schemas.openxmlformats.org/presentationml/2006/main">
  <p:tag name="AS_UNIQUEID" val="1031"/>
</p:tagLst>
</file>

<file path=ppt/tags/tag957.xml><?xml version="1.0" encoding="utf-8"?>
<p:tagLst xmlns:p="http://schemas.openxmlformats.org/presentationml/2006/main">
  <p:tag name="AS_UNIQUEID" val="1032"/>
</p:tagLst>
</file>

<file path=ppt/tags/tag958.xml><?xml version="1.0" encoding="utf-8"?>
<p:tagLst xmlns:p="http://schemas.openxmlformats.org/presentationml/2006/main">
  <p:tag name="AS_UNIQUEID" val="1033"/>
</p:tagLst>
</file>

<file path=ppt/tags/tag959.xml><?xml version="1.0" encoding="utf-8"?>
<p:tagLst xmlns:p="http://schemas.openxmlformats.org/presentationml/2006/main">
  <p:tag name="AS_UNIQUEID" val="1034"/>
</p:tagLst>
</file>

<file path=ppt/tags/tag960.xml><?xml version="1.0" encoding="utf-8"?>
<p:tagLst xmlns:p="http://schemas.openxmlformats.org/presentationml/2006/main">
  <p:tag name="AS_UNIQUEID" val="1035"/>
</p:tagLst>
</file>

<file path=ppt/tags/tag961.xml><?xml version="1.0" encoding="utf-8"?>
<p:tagLst xmlns:p="http://schemas.openxmlformats.org/presentationml/2006/main">
  <p:tag name="AS_UNIQUEID" val="182"/>
</p:tagLst>
</file>

<file path=ppt/tags/tag962.xml><?xml version="1.0" encoding="utf-8"?>
<p:tagLst xmlns:p="http://schemas.openxmlformats.org/presentationml/2006/main">
  <p:tag name="AS_UNIQUEID" val="910"/>
</p:tagLst>
</file>

<file path=ppt/tags/tag963.xml><?xml version="1.0" encoding="utf-8"?>
<p:tagLst xmlns:p="http://schemas.openxmlformats.org/presentationml/2006/main">
  <p:tag name="AS_UNIQUEID" val="911"/>
</p:tagLst>
</file>

<file path=ppt/tags/tag964.xml><?xml version="1.0" encoding="utf-8"?>
<p:tagLst xmlns:p="http://schemas.openxmlformats.org/presentationml/2006/main">
  <p:tag name="AS_UNIQUEID" val="912"/>
</p:tagLst>
</file>

<file path=ppt/tags/tag965.xml><?xml version="1.0" encoding="utf-8"?>
<p:tagLst xmlns:p="http://schemas.openxmlformats.org/presentationml/2006/main">
  <p:tag name="AS_UNIQUEID" val="1041"/>
</p:tagLst>
</file>

<file path=ppt/tags/tag966.xml><?xml version="1.0" encoding="utf-8"?>
<p:tagLst xmlns:p="http://schemas.openxmlformats.org/presentationml/2006/main">
  <p:tag name="AS_UNIQUEID" val="1042"/>
</p:tagLst>
</file>

<file path=ppt/tags/tag967.xml><?xml version="1.0" encoding="utf-8"?>
<p:tagLst xmlns:p="http://schemas.openxmlformats.org/presentationml/2006/main">
  <p:tag name="AS_UNIQUEID" val="1043"/>
</p:tagLst>
</file>

<file path=ppt/tags/tag968.xml><?xml version="1.0" encoding="utf-8"?>
<p:tagLst xmlns:p="http://schemas.openxmlformats.org/presentationml/2006/main">
  <p:tag name="AS_UNIQUEID" val="1044"/>
</p:tagLst>
</file>

<file path=ppt/tags/tag969.xml><?xml version="1.0" encoding="utf-8"?>
<p:tagLst xmlns:p="http://schemas.openxmlformats.org/presentationml/2006/main">
  <p:tag name="AS_UNIQUEID" val="1045"/>
</p:tagLst>
</file>

<file path=ppt/tags/tag970.xml><?xml version="1.0" encoding="utf-8"?>
<p:tagLst xmlns:p="http://schemas.openxmlformats.org/presentationml/2006/main">
  <p:tag name="AS_UNIQUEID" val="1046"/>
</p:tagLst>
</file>

<file path=ppt/tags/tag971.xml><?xml version="1.0" encoding="utf-8"?>
<p:tagLst xmlns:p="http://schemas.openxmlformats.org/presentationml/2006/main">
  <p:tag name="AS_UNIQUEID" val="1047"/>
</p:tagLst>
</file>

<file path=ppt/tags/tag972.xml><?xml version="1.0" encoding="utf-8"?>
<p:tagLst xmlns:p="http://schemas.openxmlformats.org/presentationml/2006/main">
  <p:tag name="AS_UNIQUEID" val="1048"/>
</p:tagLst>
</file>

<file path=ppt/tags/tag973.xml><?xml version="1.0" encoding="utf-8"?>
<p:tagLst xmlns:p="http://schemas.openxmlformats.org/presentationml/2006/main">
  <p:tag name="AS_UNIQUEID" val="1049"/>
</p:tagLst>
</file>

<file path=ppt/tags/tag974.xml><?xml version="1.0" encoding="utf-8"?>
<p:tagLst xmlns:p="http://schemas.openxmlformats.org/presentationml/2006/main">
  <p:tag name="AS_UNIQUEID" val="1050"/>
</p:tagLst>
</file>

<file path=ppt/tags/tag975.xml><?xml version="1.0" encoding="utf-8"?>
<p:tagLst xmlns:p="http://schemas.openxmlformats.org/presentationml/2006/main">
  <p:tag name="AS_UNIQUEID" val="1051"/>
</p:tagLst>
</file>

<file path=ppt/tags/tag976.xml><?xml version="1.0" encoding="utf-8"?>
<p:tagLst xmlns:p="http://schemas.openxmlformats.org/presentationml/2006/main">
  <p:tag name="AS_UNIQUEID" val="1052"/>
</p:tagLst>
</file>

<file path=ppt/tags/tag977.xml><?xml version="1.0" encoding="utf-8"?>
<p:tagLst xmlns:p="http://schemas.openxmlformats.org/presentationml/2006/main">
  <p:tag name="AS_UNIQUEID" val="1053"/>
</p:tagLst>
</file>

<file path=ppt/tags/tag978.xml><?xml version="1.0" encoding="utf-8"?>
<p:tagLst xmlns:p="http://schemas.openxmlformats.org/presentationml/2006/main">
  <p:tag name="AS_UNIQUEID" val="1054"/>
</p:tagLst>
</file>

<file path=ppt/tags/tag979.xml><?xml version="1.0" encoding="utf-8"?>
<p:tagLst xmlns:p="http://schemas.openxmlformats.org/presentationml/2006/main">
  <p:tag name="AS_UNIQUEID" val="1055"/>
</p:tagLst>
</file>

<file path=ppt/tags/tag980.xml><?xml version="1.0" encoding="utf-8"?>
<p:tagLst xmlns:p="http://schemas.openxmlformats.org/presentationml/2006/main">
  <p:tag name="AS_UNIQUEID" val="1056"/>
</p:tagLst>
</file>

<file path=ppt/tags/tag981.xml><?xml version="1.0" encoding="utf-8"?>
<p:tagLst xmlns:p="http://schemas.openxmlformats.org/presentationml/2006/main">
  <p:tag name="AS_UNIQUEID" val="1057"/>
</p:tagLst>
</file>

<file path=ppt/tags/tag982.xml><?xml version="1.0" encoding="utf-8"?>
<p:tagLst xmlns:p="http://schemas.openxmlformats.org/presentationml/2006/main">
  <p:tag name="AS_UNIQUEID" val="1058"/>
</p:tagLst>
</file>

<file path=ppt/tags/tag983.xml><?xml version="1.0" encoding="utf-8"?>
<p:tagLst xmlns:p="http://schemas.openxmlformats.org/presentationml/2006/main">
  <p:tag name="AS_UNIQUEID" val="1059"/>
</p:tagLst>
</file>

<file path=ppt/tags/tag984.xml><?xml version="1.0" encoding="utf-8"?>
<p:tagLst xmlns:p="http://schemas.openxmlformats.org/presentationml/2006/main">
  <p:tag name="AS_UNIQUEID" val="1060"/>
</p:tagLst>
</file>

<file path=ppt/tags/tag985.xml><?xml version="1.0" encoding="utf-8"?>
<p:tagLst xmlns:p="http://schemas.openxmlformats.org/presentationml/2006/main">
  <p:tag name="AS_UNIQUEID" val="1061"/>
</p:tagLst>
</file>

<file path=ppt/tags/tag986.xml><?xml version="1.0" encoding="utf-8"?>
<p:tagLst xmlns:p="http://schemas.openxmlformats.org/presentationml/2006/main">
  <p:tag name="AS_UNIQUEID" val="1062"/>
</p:tagLst>
</file>

<file path=ppt/tags/tag987.xml><?xml version="1.0" encoding="utf-8"?>
<p:tagLst xmlns:p="http://schemas.openxmlformats.org/presentationml/2006/main">
  <p:tag name="AS_UNIQUEID" val="1063"/>
</p:tagLst>
</file>

<file path=ppt/tags/tag988.xml><?xml version="1.0" encoding="utf-8"?>
<p:tagLst xmlns:p="http://schemas.openxmlformats.org/presentationml/2006/main">
  <p:tag name="AS_UNIQUEID" val="1064"/>
</p:tagLst>
</file>

<file path=ppt/tags/tag989.xml><?xml version="1.0" encoding="utf-8"?>
<p:tagLst xmlns:p="http://schemas.openxmlformats.org/presentationml/2006/main">
  <p:tag name="AS_UNIQUEID" val="1065"/>
</p:tagLst>
</file>

<file path=ppt/tags/tag990.xml><?xml version="1.0" encoding="utf-8"?>
<p:tagLst xmlns:p="http://schemas.openxmlformats.org/presentationml/2006/main">
  <p:tag name="AS_UNIQUEID" val="1066"/>
</p:tagLst>
</file>

<file path=ppt/tags/tag991.xml><?xml version="1.0" encoding="utf-8"?>
<p:tagLst xmlns:p="http://schemas.openxmlformats.org/presentationml/2006/main">
  <p:tag name="AS_UNIQUEID" val="1067"/>
</p:tagLst>
</file>

<file path=ppt/tags/tag992.xml><?xml version="1.0" encoding="utf-8"?>
<p:tagLst xmlns:p="http://schemas.openxmlformats.org/presentationml/2006/main">
  <p:tag name="AS_UNIQUEID" val="1068"/>
</p:tagLst>
</file>

<file path=ppt/tags/tag993.xml><?xml version="1.0" encoding="utf-8"?>
<p:tagLst xmlns:p="http://schemas.openxmlformats.org/presentationml/2006/main">
  <p:tag name="AS_UNIQUEID" val="1069"/>
</p:tagLst>
</file>

<file path=ppt/tags/tag994.xml><?xml version="1.0" encoding="utf-8"?>
<p:tagLst xmlns:p="http://schemas.openxmlformats.org/presentationml/2006/main">
  <p:tag name="AS_UNIQUEID" val="1070"/>
</p:tagLst>
</file>

<file path=ppt/tags/tag995.xml><?xml version="1.0" encoding="utf-8"?>
<p:tagLst xmlns:p="http://schemas.openxmlformats.org/presentationml/2006/main">
  <p:tag name="AS_UNIQUEID" val="1071"/>
</p:tagLst>
</file>

<file path=ppt/tags/tag996.xml><?xml version="1.0" encoding="utf-8"?>
<p:tagLst xmlns:p="http://schemas.openxmlformats.org/presentationml/2006/main">
  <p:tag name="AS_UNIQUEID" val="1072"/>
</p:tagLst>
</file>

<file path=ppt/tags/tag997.xml><?xml version="1.0" encoding="utf-8"?>
<p:tagLst xmlns:p="http://schemas.openxmlformats.org/presentationml/2006/main">
  <p:tag name="AS_UNIQUEID" val="1073"/>
</p:tagLst>
</file>

<file path=ppt/tags/tag998.xml><?xml version="1.0" encoding="utf-8"?>
<p:tagLst xmlns:p="http://schemas.openxmlformats.org/presentationml/2006/main">
  <p:tag name="AS_UNIQUEID" val="1074"/>
</p:tagLst>
</file>

<file path=ppt/tags/tag999.xml><?xml version="1.0" encoding="utf-8"?>
<p:tagLst xmlns:p="http://schemas.openxmlformats.org/presentationml/2006/main">
  <p:tag name="AS_UNIQUEID" val="1075"/>
</p:tagLst>
</file>

<file path=ppt/tags/tag1000.xml><?xml version="1.0" encoding="utf-8"?>
<p:tagLst xmlns:p="http://schemas.openxmlformats.org/presentationml/2006/main">
  <p:tag name="AS_UNIQUEID" val="1076"/>
</p:tagLst>
</file>

<file path=ppt/tags/tag1001.xml><?xml version="1.0" encoding="utf-8"?>
<p:tagLst xmlns:p="http://schemas.openxmlformats.org/presentationml/2006/main">
  <p:tag name="AS_UNIQUEID" val="1077"/>
</p:tagLst>
</file>

<file path=ppt/tags/tag1002.xml><?xml version="1.0" encoding="utf-8"?>
<p:tagLst xmlns:p="http://schemas.openxmlformats.org/presentationml/2006/main">
  <p:tag name="AS_UNIQUEID" val="1078"/>
</p:tagLst>
</file>

<file path=ppt/tags/tag1003.xml><?xml version="1.0" encoding="utf-8"?>
<p:tagLst xmlns:p="http://schemas.openxmlformats.org/presentationml/2006/main">
  <p:tag name="AS_UNIQUEID" val="1079"/>
</p:tagLst>
</file>

<file path=ppt/tags/tag1004.xml><?xml version="1.0" encoding="utf-8"?>
<p:tagLst xmlns:p="http://schemas.openxmlformats.org/presentationml/2006/main">
  <p:tag name="AS_UNIQUEID" val="1080"/>
</p:tagLst>
</file>

<file path=ppt/tags/tag1005.xml><?xml version="1.0" encoding="utf-8"?>
<p:tagLst xmlns:p="http://schemas.openxmlformats.org/presentationml/2006/main">
  <p:tag name="AS_UNIQUEID" val="1081"/>
</p:tagLst>
</file>

<file path=ppt/tags/tag1006.xml><?xml version="1.0" encoding="utf-8"?>
<p:tagLst xmlns:p="http://schemas.openxmlformats.org/presentationml/2006/main">
  <p:tag name="AS_UNIQUEID" val="1082"/>
</p:tagLst>
</file>

<file path=ppt/tags/tag1007.xml><?xml version="1.0" encoding="utf-8"?>
<p:tagLst xmlns:p="http://schemas.openxmlformats.org/presentationml/2006/main">
  <p:tag name="AS_UNIQUEID" val="1083"/>
</p:tagLst>
</file>

<file path=ppt/tags/tag1008.xml><?xml version="1.0" encoding="utf-8"?>
<p:tagLst xmlns:p="http://schemas.openxmlformats.org/presentationml/2006/main">
  <p:tag name="AS_UNIQUEID" val="1084"/>
</p:tagLst>
</file>

<file path=ppt/tags/tag1009.xml><?xml version="1.0" encoding="utf-8"?>
<p:tagLst xmlns:p="http://schemas.openxmlformats.org/presentationml/2006/main">
  <p:tag name="AS_UNIQUEID" val="1085"/>
</p:tagLst>
</file>

<file path=ppt/tags/tag1010.xml><?xml version="1.0" encoding="utf-8"?>
<p:tagLst xmlns:p="http://schemas.openxmlformats.org/presentationml/2006/main">
  <p:tag name="AS_UNIQUEID" val="1086"/>
</p:tagLst>
</file>

<file path=ppt/tags/tag1011.xml><?xml version="1.0" encoding="utf-8"?>
<p:tagLst xmlns:p="http://schemas.openxmlformats.org/presentationml/2006/main">
  <p:tag name="AS_UNIQUEID" val="1087"/>
</p:tagLst>
</file>

<file path=ppt/tags/tag1012.xml><?xml version="1.0" encoding="utf-8"?>
<p:tagLst xmlns:p="http://schemas.openxmlformats.org/presentationml/2006/main">
  <p:tag name="AS_UNIQUEID" val="1088"/>
</p:tagLst>
</file>

<file path=ppt/tags/tag1013.xml><?xml version="1.0" encoding="utf-8"?>
<p:tagLst xmlns:p="http://schemas.openxmlformats.org/presentationml/2006/main">
  <p:tag name="AS_UNIQUEID" val="1089"/>
</p:tagLst>
</file>

<file path=ppt/tags/tag1014.xml><?xml version="1.0" encoding="utf-8"?>
<p:tagLst xmlns:p="http://schemas.openxmlformats.org/presentationml/2006/main">
  <p:tag name="AS_UNIQUEID" val="1090"/>
</p:tagLst>
</file>

<file path=ppt/tags/tag1015.xml><?xml version="1.0" encoding="utf-8"?>
<p:tagLst xmlns:p="http://schemas.openxmlformats.org/presentationml/2006/main">
  <p:tag name="AS_UNIQUEID" val="1091"/>
</p:tagLst>
</file>

<file path=ppt/tags/tag1016.xml><?xml version="1.0" encoding="utf-8"?>
<p:tagLst xmlns:p="http://schemas.openxmlformats.org/presentationml/2006/main">
  <p:tag name="AS_UNIQUEID" val="1092"/>
</p:tagLst>
</file>

<file path=ppt/tags/tag1017.xml><?xml version="1.0" encoding="utf-8"?>
<p:tagLst xmlns:p="http://schemas.openxmlformats.org/presentationml/2006/main">
  <p:tag name="AS_UNIQUEID" val="1093"/>
</p:tagLst>
</file>

<file path=ppt/tags/tag1018.xml><?xml version="1.0" encoding="utf-8"?>
<p:tagLst xmlns:p="http://schemas.openxmlformats.org/presentationml/2006/main">
  <p:tag name="AS_UNIQUEID" val="1094"/>
</p:tagLst>
</file>

<file path=ppt/tags/tag1019.xml><?xml version="1.0" encoding="utf-8"?>
<p:tagLst xmlns:p="http://schemas.openxmlformats.org/presentationml/2006/main">
  <p:tag name="AS_UNIQUEID" val="1095"/>
</p:tagLst>
</file>

<file path=ppt/tags/tag1020.xml><?xml version="1.0" encoding="utf-8"?>
<p:tagLst xmlns:p="http://schemas.openxmlformats.org/presentationml/2006/main">
  <p:tag name="AS_UNIQUEID" val="1096"/>
</p:tagLst>
</file>

<file path=ppt/tags/tag1021.xml><?xml version="1.0" encoding="utf-8"?>
<p:tagLst xmlns:p="http://schemas.openxmlformats.org/presentationml/2006/main">
  <p:tag name="AS_UNIQUEID" val="1097"/>
</p:tagLst>
</file>

<file path=ppt/tags/tag1022.xml><?xml version="1.0" encoding="utf-8"?>
<p:tagLst xmlns:p="http://schemas.openxmlformats.org/presentationml/2006/main">
  <p:tag name="AS_UNIQUEID" val="1098"/>
</p:tagLst>
</file>

<file path=ppt/tags/tag1023.xml><?xml version="1.0" encoding="utf-8"?>
<p:tagLst xmlns:p="http://schemas.openxmlformats.org/presentationml/2006/main">
  <p:tag name="AS_UNIQUEID" val="1099"/>
</p:tagLst>
</file>

<file path=ppt/tags/tag1024.xml><?xml version="1.0" encoding="utf-8"?>
<p:tagLst xmlns:p="http://schemas.openxmlformats.org/presentationml/2006/main">
  <p:tag name="AS_UNIQUEID" val="1100"/>
</p:tagLst>
</file>

<file path=ppt/tags/tag1025.xml><?xml version="1.0" encoding="utf-8"?>
<p:tagLst xmlns:p="http://schemas.openxmlformats.org/presentationml/2006/main">
  <p:tag name="AS_UNIQUEID" val="1101"/>
</p:tagLst>
</file>

<file path=ppt/tags/tag1026.xml><?xml version="1.0" encoding="utf-8"?>
<p:tagLst xmlns:p="http://schemas.openxmlformats.org/presentationml/2006/main">
  <p:tag name="AS_UNIQUEID" val="1102"/>
</p:tagLst>
</file>

<file path=ppt/tags/tag1027.xml><?xml version="1.0" encoding="utf-8"?>
<p:tagLst xmlns:p="http://schemas.openxmlformats.org/presentationml/2006/main">
  <p:tag name="AS_UNIQUEID" val="1103"/>
</p:tagLst>
</file>

<file path=ppt/tags/tag1028.xml><?xml version="1.0" encoding="utf-8"?>
<p:tagLst xmlns:p="http://schemas.openxmlformats.org/presentationml/2006/main">
  <p:tag name="AS_UNIQUEID" val="1104"/>
</p:tagLst>
</file>

<file path=ppt/tags/tag1029.xml><?xml version="1.0" encoding="utf-8"?>
<p:tagLst xmlns:p="http://schemas.openxmlformats.org/presentationml/2006/main">
  <p:tag name="AS_UNIQUEID" val="1105"/>
</p:tagLst>
</file>

<file path=ppt/tags/tag1030.xml><?xml version="1.0" encoding="utf-8"?>
<p:tagLst xmlns:p="http://schemas.openxmlformats.org/presentationml/2006/main">
  <p:tag name="AS_UNIQUEID" val="1106"/>
</p:tagLst>
</file>

<file path=ppt/tags/tag1031.xml><?xml version="1.0" encoding="utf-8"?>
<p:tagLst xmlns:p="http://schemas.openxmlformats.org/presentationml/2006/main">
  <p:tag name="AS_UNIQUEID" val="1107"/>
</p:tagLst>
</file>

<file path=ppt/tags/tag1032.xml><?xml version="1.0" encoding="utf-8"?>
<p:tagLst xmlns:p="http://schemas.openxmlformats.org/presentationml/2006/main">
  <p:tag name="AS_UNIQUEID" val="1108"/>
</p:tagLst>
</file>

<file path=ppt/tags/tag1033.xml><?xml version="1.0" encoding="utf-8"?>
<p:tagLst xmlns:p="http://schemas.openxmlformats.org/presentationml/2006/main">
  <p:tag name="AS_UNIQUEID" val="1109"/>
</p:tagLst>
</file>

<file path=ppt/tags/tag1034.xml><?xml version="1.0" encoding="utf-8"?>
<p:tagLst xmlns:p="http://schemas.openxmlformats.org/presentationml/2006/main">
  <p:tag name="AS_UNIQUEID" val="1110"/>
</p:tagLst>
</file>

<file path=ppt/tags/tag1035.xml><?xml version="1.0" encoding="utf-8"?>
<p:tagLst xmlns:p="http://schemas.openxmlformats.org/presentationml/2006/main">
  <p:tag name="AS_UNIQUEID" val="1111"/>
</p:tagLst>
</file>

<file path=ppt/tags/tag1036.xml><?xml version="1.0" encoding="utf-8"?>
<p:tagLst xmlns:p="http://schemas.openxmlformats.org/presentationml/2006/main">
  <p:tag name="AS_UNIQUEID" val="1112"/>
</p:tagLst>
</file>

<file path=ppt/tags/tag1037.xml><?xml version="1.0" encoding="utf-8"?>
<p:tagLst xmlns:p="http://schemas.openxmlformats.org/presentationml/2006/main">
  <p:tag name="AS_UNIQUEID" val="1113"/>
</p:tagLst>
</file>

<file path=ppt/tags/tag1038.xml><?xml version="1.0" encoding="utf-8"?>
<p:tagLst xmlns:p="http://schemas.openxmlformats.org/presentationml/2006/main">
  <p:tag name="AS_UNIQUEID" val="1114"/>
</p:tagLst>
</file>

<file path=ppt/tags/tag1039.xml><?xml version="1.0" encoding="utf-8"?>
<p:tagLst xmlns:p="http://schemas.openxmlformats.org/presentationml/2006/main">
  <p:tag name="AS_UNIQUEID" val="1115"/>
</p:tagLst>
</file>

<file path=ppt/tags/tag1040.xml><?xml version="1.0" encoding="utf-8"?>
<p:tagLst xmlns:p="http://schemas.openxmlformats.org/presentationml/2006/main">
  <p:tag name="AS_UNIQUEID" val="1116"/>
</p:tagLst>
</file>

<file path=ppt/tags/tag1041.xml><?xml version="1.0" encoding="utf-8"?>
<p:tagLst xmlns:p="http://schemas.openxmlformats.org/presentationml/2006/main">
  <p:tag name="AS_UNIQUEID" val="1117"/>
</p:tagLst>
</file>

<file path=ppt/tags/tag1042.xml><?xml version="1.0" encoding="utf-8"?>
<p:tagLst xmlns:p="http://schemas.openxmlformats.org/presentationml/2006/main">
  <p:tag name="AS_UNIQUEID" val="1118"/>
</p:tagLst>
</file>

<file path=ppt/tags/tag1043.xml><?xml version="1.0" encoding="utf-8"?>
<p:tagLst xmlns:p="http://schemas.openxmlformats.org/presentationml/2006/main">
  <p:tag name="AS_UNIQUEID" val="1119"/>
</p:tagLst>
</file>

<file path=ppt/tags/tag1044.xml><?xml version="1.0" encoding="utf-8"?>
<p:tagLst xmlns:p="http://schemas.openxmlformats.org/presentationml/2006/main">
  <p:tag name="AS_UNIQUEID" val="1120"/>
</p:tagLst>
</file>

<file path=ppt/tags/tag1045.xml><?xml version="1.0" encoding="utf-8"?>
<p:tagLst xmlns:p="http://schemas.openxmlformats.org/presentationml/2006/main">
  <p:tag name="AS_UNIQUEID" val="1121"/>
</p:tagLst>
</file>

<file path=ppt/tags/tag1046.xml><?xml version="1.0" encoding="utf-8"?>
<p:tagLst xmlns:p="http://schemas.openxmlformats.org/presentationml/2006/main">
  <p:tag name="AS_UNIQUEID" val="1122"/>
</p:tagLst>
</file>

<file path=ppt/tags/tag1047.xml><?xml version="1.0" encoding="utf-8"?>
<p:tagLst xmlns:p="http://schemas.openxmlformats.org/presentationml/2006/main">
  <p:tag name="AS_UNIQUEID" val="1123"/>
</p:tagLst>
</file>

<file path=ppt/tags/tag1048.xml><?xml version="1.0" encoding="utf-8"?>
<p:tagLst xmlns:p="http://schemas.openxmlformats.org/presentationml/2006/main">
  <p:tag name="AS_UNIQUEID" val="1124"/>
</p:tagLst>
</file>

<file path=ppt/tags/tag1049.xml><?xml version="1.0" encoding="utf-8"?>
<p:tagLst xmlns:p="http://schemas.openxmlformats.org/presentationml/2006/main">
  <p:tag name="AS_UNIQUEID" val="1125"/>
</p:tagLst>
</file>

<file path=ppt/tags/tag1050.xml><?xml version="1.0" encoding="utf-8"?>
<p:tagLst xmlns:p="http://schemas.openxmlformats.org/presentationml/2006/main">
  <p:tag name="AS_UNIQUEID" val="1126"/>
</p:tagLst>
</file>

<file path=ppt/tags/tag1051.xml><?xml version="1.0" encoding="utf-8"?>
<p:tagLst xmlns:p="http://schemas.openxmlformats.org/presentationml/2006/main">
  <p:tag name="AS_UNIQUEID" val="1127"/>
</p:tagLst>
</file>

<file path=ppt/tags/tag1052.xml><?xml version="1.0" encoding="utf-8"?>
<p:tagLst xmlns:p="http://schemas.openxmlformats.org/presentationml/2006/main">
  <p:tag name="AS_UNIQUEID" val="1128"/>
</p:tagLst>
</file>

<file path=ppt/tags/tag1053.xml><?xml version="1.0" encoding="utf-8"?>
<p:tagLst xmlns:p="http://schemas.openxmlformats.org/presentationml/2006/main">
  <p:tag name="AS_UNIQUEID" val="1129"/>
</p:tagLst>
</file>

<file path=ppt/tags/tag1054.xml><?xml version="1.0" encoding="utf-8"?>
<p:tagLst xmlns:p="http://schemas.openxmlformats.org/presentationml/2006/main">
  <p:tag name="AS_UNIQUEID" val="1130"/>
</p:tagLst>
</file>

<file path=ppt/tags/tag1055.xml><?xml version="1.0" encoding="utf-8"?>
<p:tagLst xmlns:p="http://schemas.openxmlformats.org/presentationml/2006/main">
  <p:tag name="AS_UNIQUEID" val="1131"/>
</p:tagLst>
</file>

<file path=ppt/tags/tag1056.xml><?xml version="1.0" encoding="utf-8"?>
<p:tagLst xmlns:p="http://schemas.openxmlformats.org/presentationml/2006/main">
  <p:tag name="AS_UNIQUEID" val="1132"/>
</p:tagLst>
</file>

<file path=ppt/tags/tag1057.xml><?xml version="1.0" encoding="utf-8"?>
<p:tagLst xmlns:p="http://schemas.openxmlformats.org/presentationml/2006/main">
  <p:tag name="AS_UNIQUEID" val="1133"/>
</p:tagLst>
</file>

<file path=ppt/tags/tag1058.xml><?xml version="1.0" encoding="utf-8"?>
<p:tagLst xmlns:p="http://schemas.openxmlformats.org/presentationml/2006/main">
  <p:tag name="AS_UNIQUEID" val="1134"/>
</p:tagLst>
</file>

<file path=ppt/tags/tag1059.xml><?xml version="1.0" encoding="utf-8"?>
<p:tagLst xmlns:p="http://schemas.openxmlformats.org/presentationml/2006/main">
  <p:tag name="AS_UNIQUEID" val="1135"/>
</p:tagLst>
</file>

<file path=ppt/tags/tag1060.xml><?xml version="1.0" encoding="utf-8"?>
<p:tagLst xmlns:p="http://schemas.openxmlformats.org/presentationml/2006/main">
  <p:tag name="AS_UNIQUEID" val="1136"/>
</p:tagLst>
</file>

<file path=ppt/tags/tag1061.xml><?xml version="1.0" encoding="utf-8"?>
<p:tagLst xmlns:p="http://schemas.openxmlformats.org/presentationml/2006/main">
  <p:tag name="AS_UNIQUEID" val="1137"/>
</p:tagLst>
</file>

<file path=ppt/tags/tag1062.xml><?xml version="1.0" encoding="utf-8"?>
<p:tagLst xmlns:p="http://schemas.openxmlformats.org/presentationml/2006/main">
  <p:tag name="AS_UNIQUEID" val="1138"/>
</p:tagLst>
</file>

<file path=ppt/tags/tag1063.xml><?xml version="1.0" encoding="utf-8"?>
<p:tagLst xmlns:p="http://schemas.openxmlformats.org/presentationml/2006/main">
  <p:tag name="AS_UNIQUEID" val="1139"/>
</p:tagLst>
</file>

<file path=ppt/tags/tag1064.xml><?xml version="1.0" encoding="utf-8"?>
<p:tagLst xmlns:p="http://schemas.openxmlformats.org/presentationml/2006/main">
  <p:tag name="AS_UNIQUEID" val="1140"/>
</p:tagLst>
</file>

<file path=ppt/tags/tag1065.xml><?xml version="1.0" encoding="utf-8"?>
<p:tagLst xmlns:p="http://schemas.openxmlformats.org/presentationml/2006/main">
  <p:tag name="AS_UNIQUEID" val="1141"/>
</p:tagLst>
</file>

<file path=ppt/tags/tag1066.xml><?xml version="1.0" encoding="utf-8"?>
<p:tagLst xmlns:p="http://schemas.openxmlformats.org/presentationml/2006/main">
  <p:tag name="AS_UNIQUEID" val="1142"/>
</p:tagLst>
</file>

<file path=ppt/tags/tag1067.xml><?xml version="1.0" encoding="utf-8"?>
<p:tagLst xmlns:p="http://schemas.openxmlformats.org/presentationml/2006/main">
  <p:tag name="AS_UNIQUEID" val="1143"/>
</p:tagLst>
</file>

<file path=ppt/tags/tag1068.xml><?xml version="1.0" encoding="utf-8"?>
<p:tagLst xmlns:p="http://schemas.openxmlformats.org/presentationml/2006/main">
  <p:tag name="AS_UNIQUEID" val="1144"/>
</p:tagLst>
</file>

<file path=ppt/tags/tag1069.xml><?xml version="1.0" encoding="utf-8"?>
<p:tagLst xmlns:p="http://schemas.openxmlformats.org/presentationml/2006/main">
  <p:tag name="AS_UNIQUEID" val="1145"/>
</p:tagLst>
</file>

<file path=ppt/tags/tag1070.xml><?xml version="1.0" encoding="utf-8"?>
<p:tagLst xmlns:p="http://schemas.openxmlformats.org/presentationml/2006/main">
  <p:tag name="AS_UNIQUEID" val="1146"/>
</p:tagLst>
</file>

<file path=ppt/tags/tag1071.xml><?xml version="1.0" encoding="utf-8"?>
<p:tagLst xmlns:p="http://schemas.openxmlformats.org/presentationml/2006/main">
  <p:tag name="AS_UNIQUEID" val="1147"/>
</p:tagLst>
</file>

<file path=ppt/tags/tag1072.xml><?xml version="1.0" encoding="utf-8"?>
<p:tagLst xmlns:p="http://schemas.openxmlformats.org/presentationml/2006/main">
  <p:tag name="AS_UNIQUEID" val="1148"/>
</p:tagLst>
</file>

<file path=ppt/tags/tag1073.xml><?xml version="1.0" encoding="utf-8"?>
<p:tagLst xmlns:p="http://schemas.openxmlformats.org/presentationml/2006/main">
  <p:tag name="AS_UNIQUEID" val="1149"/>
</p:tagLst>
</file>

<file path=ppt/tags/tag1074.xml><?xml version="1.0" encoding="utf-8"?>
<p:tagLst xmlns:p="http://schemas.openxmlformats.org/presentationml/2006/main">
  <p:tag name="AS_UNIQUEID" val="1150"/>
</p:tagLst>
</file>

<file path=ppt/tags/tag1075.xml><?xml version="1.0" encoding="utf-8"?>
<p:tagLst xmlns:p="http://schemas.openxmlformats.org/presentationml/2006/main">
  <p:tag name="AS_UNIQUEID" val="1151"/>
</p:tagLst>
</file>

<file path=ppt/tags/tag1076.xml><?xml version="1.0" encoding="utf-8"?>
<p:tagLst xmlns:p="http://schemas.openxmlformats.org/presentationml/2006/main">
  <p:tag name="AS_UNIQUEID" val="1152"/>
</p:tagLst>
</file>

<file path=ppt/tags/tag1077.xml><?xml version="1.0" encoding="utf-8"?>
<p:tagLst xmlns:p="http://schemas.openxmlformats.org/presentationml/2006/main">
  <p:tag name="AS_UNIQUEID" val="1153"/>
</p:tagLst>
</file>

<file path=ppt/tags/tag1078.xml><?xml version="1.0" encoding="utf-8"?>
<p:tagLst xmlns:p="http://schemas.openxmlformats.org/presentationml/2006/main">
  <p:tag name="AS_UNIQUEID" val="1154"/>
</p:tagLst>
</file>

<file path=ppt/tags/tag1079.xml><?xml version="1.0" encoding="utf-8"?>
<p:tagLst xmlns:p="http://schemas.openxmlformats.org/presentationml/2006/main">
  <p:tag name="AS_UNIQUEID" val="1155"/>
</p:tagLst>
</file>

<file path=ppt/tags/tag1080.xml><?xml version="1.0" encoding="utf-8"?>
<p:tagLst xmlns:p="http://schemas.openxmlformats.org/presentationml/2006/main">
  <p:tag name="AS_UNIQUEID" val="1156"/>
</p:tagLst>
</file>

<file path=ppt/tags/tag1081.xml><?xml version="1.0" encoding="utf-8"?>
<p:tagLst xmlns:p="http://schemas.openxmlformats.org/presentationml/2006/main">
  <p:tag name="AS_UNIQUEID" val="1157"/>
</p:tagLst>
</file>

<file path=ppt/tags/tag1082.xml><?xml version="1.0" encoding="utf-8"?>
<p:tagLst xmlns:p="http://schemas.openxmlformats.org/presentationml/2006/main">
  <p:tag name="AS_UNIQUEID" val="1158"/>
</p:tagLst>
</file>

<file path=ppt/tags/tag1083.xml><?xml version="1.0" encoding="utf-8"?>
<p:tagLst xmlns:p="http://schemas.openxmlformats.org/presentationml/2006/main">
  <p:tag name="AS_UNIQUEID" val="1159"/>
</p:tagLst>
</file>

<file path=ppt/tags/tag1084.xml><?xml version="1.0" encoding="utf-8"?>
<p:tagLst xmlns:p="http://schemas.openxmlformats.org/presentationml/2006/main">
  <p:tag name="AS_UNIQUEID" val="1160"/>
</p:tagLst>
</file>

<file path=ppt/tags/tag1085.xml><?xml version="1.0" encoding="utf-8"?>
<p:tagLst xmlns:p="http://schemas.openxmlformats.org/presentationml/2006/main">
  <p:tag name="AS_UNIQUEID" val="1161"/>
</p:tagLst>
</file>

<file path=ppt/tags/tag1086.xml><?xml version="1.0" encoding="utf-8"?>
<p:tagLst xmlns:p="http://schemas.openxmlformats.org/presentationml/2006/main">
  <p:tag name="AS_UNIQUEID" val="182"/>
</p:tagLst>
</file>

<file path=ppt/tags/tag1087.xml><?xml version="1.0" encoding="utf-8"?>
<p:tagLst xmlns:p="http://schemas.openxmlformats.org/presentationml/2006/main">
  <p:tag name="AS_UNIQUEID" val="1037"/>
</p:tagLst>
</file>

<file path=ppt/tags/tag1088.xml><?xml version="1.0" encoding="utf-8"?>
<p:tagLst xmlns:p="http://schemas.openxmlformats.org/presentationml/2006/main">
  <p:tag name="AS_UNIQUEID" val="1038"/>
</p:tagLst>
</file>

<file path=ppt/tags/tag1089.xml><?xml version="1.0" encoding="utf-8"?>
<p:tagLst xmlns:p="http://schemas.openxmlformats.org/presentationml/2006/main">
  <p:tag name="AS_UNIQUEID" val="1039"/>
</p:tagLst>
</file>

<file path=ppt/tags/tag1090.xml><?xml version="1.0" encoding="utf-8"?>
<p:tagLst xmlns:p="http://schemas.openxmlformats.org/presentationml/2006/main">
  <p:tag name="AS_UNIQUEID" val="1167"/>
</p:tagLst>
</file>

<file path=ppt/tags/tag1091.xml><?xml version="1.0" encoding="utf-8"?>
<p:tagLst xmlns:p="http://schemas.openxmlformats.org/presentationml/2006/main">
  <p:tag name="AS_UNIQUEID" val="1168"/>
</p:tagLst>
</file>

<file path=ppt/tags/tag1092.xml><?xml version="1.0" encoding="utf-8"?>
<p:tagLst xmlns:p="http://schemas.openxmlformats.org/presentationml/2006/main">
  <p:tag name="AS_UNIQUEID" val="1169"/>
</p:tagLst>
</file>

<file path=ppt/tags/tag1093.xml><?xml version="1.0" encoding="utf-8"?>
<p:tagLst xmlns:p="http://schemas.openxmlformats.org/presentationml/2006/main">
  <p:tag name="AS_UNIQUEID" val="1170"/>
</p:tagLst>
</file>

<file path=ppt/tags/tag1094.xml><?xml version="1.0" encoding="utf-8"?>
<p:tagLst xmlns:p="http://schemas.openxmlformats.org/presentationml/2006/main">
  <p:tag name="AS_UNIQUEID" val="1171"/>
</p:tagLst>
</file>

<file path=ppt/tags/tag1095.xml><?xml version="1.0" encoding="utf-8"?>
<p:tagLst xmlns:p="http://schemas.openxmlformats.org/presentationml/2006/main">
  <p:tag name="AS_UNIQUEID" val="1172"/>
</p:tagLst>
</file>

<file path=ppt/tags/tag1096.xml><?xml version="1.0" encoding="utf-8"?>
<p:tagLst xmlns:p="http://schemas.openxmlformats.org/presentationml/2006/main">
  <p:tag name="AS_UNIQUEID" val="1173"/>
</p:tagLst>
</file>

<file path=ppt/tags/tag1097.xml><?xml version="1.0" encoding="utf-8"?>
<p:tagLst xmlns:p="http://schemas.openxmlformats.org/presentationml/2006/main">
  <p:tag name="AS_UNIQUEID" val="1174"/>
</p:tagLst>
</file>

<file path=ppt/tags/tag1098.xml><?xml version="1.0" encoding="utf-8"?>
<p:tagLst xmlns:p="http://schemas.openxmlformats.org/presentationml/2006/main">
  <p:tag name="AS_UNIQUEID" val="1175"/>
</p:tagLst>
</file>

<file path=ppt/tags/tag1099.xml><?xml version="1.0" encoding="utf-8"?>
<p:tagLst xmlns:p="http://schemas.openxmlformats.org/presentationml/2006/main">
  <p:tag name="AS_UNIQUEID" val="1176"/>
</p:tagLst>
</file>

<file path=ppt/tags/tag1100.xml><?xml version="1.0" encoding="utf-8"?>
<p:tagLst xmlns:p="http://schemas.openxmlformats.org/presentationml/2006/main">
  <p:tag name="AS_UNIQUEID" val="1177"/>
</p:tagLst>
</file>

<file path=ppt/tags/tag1101.xml><?xml version="1.0" encoding="utf-8"?>
<p:tagLst xmlns:p="http://schemas.openxmlformats.org/presentationml/2006/main">
  <p:tag name="AS_UNIQUEID" val="1178"/>
</p:tagLst>
</file>

<file path=ppt/tags/tag1102.xml><?xml version="1.0" encoding="utf-8"?>
<p:tagLst xmlns:p="http://schemas.openxmlformats.org/presentationml/2006/main">
  <p:tag name="AS_UNIQUEID" val="1179"/>
</p:tagLst>
</file>

<file path=ppt/tags/tag1103.xml><?xml version="1.0" encoding="utf-8"?>
<p:tagLst xmlns:p="http://schemas.openxmlformats.org/presentationml/2006/main">
  <p:tag name="AS_UNIQUEID" val="1180"/>
</p:tagLst>
</file>

<file path=ppt/tags/tag1104.xml><?xml version="1.0" encoding="utf-8"?>
<p:tagLst xmlns:p="http://schemas.openxmlformats.org/presentationml/2006/main">
  <p:tag name="AS_UNIQUEID" val="1181"/>
</p:tagLst>
</file>

<file path=ppt/tags/tag1105.xml><?xml version="1.0" encoding="utf-8"?>
<p:tagLst xmlns:p="http://schemas.openxmlformats.org/presentationml/2006/main">
  <p:tag name="AS_UNIQUEID" val="1182"/>
</p:tagLst>
</file>

<file path=ppt/tags/tag1106.xml><?xml version="1.0" encoding="utf-8"?>
<p:tagLst xmlns:p="http://schemas.openxmlformats.org/presentationml/2006/main">
  <p:tag name="AS_UNIQUEID" val="1183"/>
</p:tagLst>
</file>

<file path=ppt/tags/tag1107.xml><?xml version="1.0" encoding="utf-8"?>
<p:tagLst xmlns:p="http://schemas.openxmlformats.org/presentationml/2006/main">
  <p:tag name="AS_UNIQUEID" val="1184"/>
</p:tagLst>
</file>

<file path=ppt/tags/tag1108.xml><?xml version="1.0" encoding="utf-8"?>
<p:tagLst xmlns:p="http://schemas.openxmlformats.org/presentationml/2006/main">
  <p:tag name="AS_UNIQUEID" val="1185"/>
</p:tagLst>
</file>

<file path=ppt/tags/tag1109.xml><?xml version="1.0" encoding="utf-8"?>
<p:tagLst xmlns:p="http://schemas.openxmlformats.org/presentationml/2006/main">
  <p:tag name="AS_UNIQUEID" val="1186"/>
</p:tagLst>
</file>

<file path=ppt/tags/tag1110.xml><?xml version="1.0" encoding="utf-8"?>
<p:tagLst xmlns:p="http://schemas.openxmlformats.org/presentationml/2006/main">
  <p:tag name="AS_UNIQUEID" val="1187"/>
</p:tagLst>
</file>

<file path=ppt/tags/tag1111.xml><?xml version="1.0" encoding="utf-8"?>
<p:tagLst xmlns:p="http://schemas.openxmlformats.org/presentationml/2006/main">
  <p:tag name="AS_UNIQUEID" val="1188"/>
</p:tagLst>
</file>

<file path=ppt/tags/tag1112.xml><?xml version="1.0" encoding="utf-8"?>
<p:tagLst xmlns:p="http://schemas.openxmlformats.org/presentationml/2006/main">
  <p:tag name="AS_UNIQUEID" val="1189"/>
</p:tagLst>
</file>

<file path=ppt/tags/tag1113.xml><?xml version="1.0" encoding="utf-8"?>
<p:tagLst xmlns:p="http://schemas.openxmlformats.org/presentationml/2006/main">
  <p:tag name="AS_UNIQUEID" val="1190"/>
</p:tagLst>
</file>

<file path=ppt/tags/tag1114.xml><?xml version="1.0" encoding="utf-8"?>
<p:tagLst xmlns:p="http://schemas.openxmlformats.org/presentationml/2006/main">
  <p:tag name="AS_UNIQUEID" val="1191"/>
</p:tagLst>
</file>

<file path=ppt/tags/tag1115.xml><?xml version="1.0" encoding="utf-8"?>
<p:tagLst xmlns:p="http://schemas.openxmlformats.org/presentationml/2006/main">
  <p:tag name="AS_UNIQUEID" val="1192"/>
</p:tagLst>
</file>

<file path=ppt/tags/tag1116.xml><?xml version="1.0" encoding="utf-8"?>
<p:tagLst xmlns:p="http://schemas.openxmlformats.org/presentationml/2006/main">
  <p:tag name="AS_UNIQUEID" val="1193"/>
</p:tagLst>
</file>

<file path=ppt/tags/tag1117.xml><?xml version="1.0" encoding="utf-8"?>
<p:tagLst xmlns:p="http://schemas.openxmlformats.org/presentationml/2006/main">
  <p:tag name="AS_UNIQUEID" val="1194"/>
</p:tagLst>
</file>

<file path=ppt/tags/tag1118.xml><?xml version="1.0" encoding="utf-8"?>
<p:tagLst xmlns:p="http://schemas.openxmlformats.org/presentationml/2006/main">
  <p:tag name="AS_UNIQUEID" val="1195"/>
</p:tagLst>
</file>

<file path=ppt/tags/tag1119.xml><?xml version="1.0" encoding="utf-8"?>
<p:tagLst xmlns:p="http://schemas.openxmlformats.org/presentationml/2006/main">
  <p:tag name="AS_UNIQUEID" val="1196"/>
</p:tagLst>
</file>

<file path=ppt/tags/tag1120.xml><?xml version="1.0" encoding="utf-8"?>
<p:tagLst xmlns:p="http://schemas.openxmlformats.org/presentationml/2006/main">
  <p:tag name="AS_UNIQUEID" val="1197"/>
</p:tagLst>
</file>

<file path=ppt/tags/tag1121.xml><?xml version="1.0" encoding="utf-8"?>
<p:tagLst xmlns:p="http://schemas.openxmlformats.org/presentationml/2006/main">
  <p:tag name="AS_UNIQUEID" val="1198"/>
</p:tagLst>
</file>

<file path=ppt/tags/tag1122.xml><?xml version="1.0" encoding="utf-8"?>
<p:tagLst xmlns:p="http://schemas.openxmlformats.org/presentationml/2006/main">
  <p:tag name="AS_UNIQUEID" val="1199"/>
</p:tagLst>
</file>

<file path=ppt/tags/tag1123.xml><?xml version="1.0" encoding="utf-8"?>
<p:tagLst xmlns:p="http://schemas.openxmlformats.org/presentationml/2006/main">
  <p:tag name="AS_UNIQUEID" val="1200"/>
</p:tagLst>
</file>

<file path=ppt/tags/tag1124.xml><?xml version="1.0" encoding="utf-8"?>
<p:tagLst xmlns:p="http://schemas.openxmlformats.org/presentationml/2006/main">
  <p:tag name="AS_UNIQUEID" val="1201"/>
</p:tagLst>
</file>

<file path=ppt/tags/tag1125.xml><?xml version="1.0" encoding="utf-8"?>
<p:tagLst xmlns:p="http://schemas.openxmlformats.org/presentationml/2006/main">
  <p:tag name="AS_UNIQUEID" val="1202"/>
</p:tagLst>
</file>

<file path=ppt/tags/tag1126.xml><?xml version="1.0" encoding="utf-8"?>
<p:tagLst xmlns:p="http://schemas.openxmlformats.org/presentationml/2006/main">
  <p:tag name="AS_UNIQUEID" val="1203"/>
</p:tagLst>
</file>

<file path=ppt/tags/tag1127.xml><?xml version="1.0" encoding="utf-8"?>
<p:tagLst xmlns:p="http://schemas.openxmlformats.org/presentationml/2006/main">
  <p:tag name="AS_UNIQUEID" val="1204"/>
</p:tagLst>
</file>

<file path=ppt/tags/tag1128.xml><?xml version="1.0" encoding="utf-8"?>
<p:tagLst xmlns:p="http://schemas.openxmlformats.org/presentationml/2006/main">
  <p:tag name="AS_UNIQUEID" val="1205"/>
</p:tagLst>
</file>

<file path=ppt/tags/tag1129.xml><?xml version="1.0" encoding="utf-8"?>
<p:tagLst xmlns:p="http://schemas.openxmlformats.org/presentationml/2006/main">
  <p:tag name="AS_UNIQUEID" val="1206"/>
</p:tagLst>
</file>

<file path=ppt/tags/tag1130.xml><?xml version="1.0" encoding="utf-8"?>
<p:tagLst xmlns:p="http://schemas.openxmlformats.org/presentationml/2006/main">
  <p:tag name="AS_UNIQUEID" val="1207"/>
</p:tagLst>
</file>

<file path=ppt/tags/tag1131.xml><?xml version="1.0" encoding="utf-8"?>
<p:tagLst xmlns:p="http://schemas.openxmlformats.org/presentationml/2006/main">
  <p:tag name="AS_UNIQUEID" val="1208"/>
</p:tagLst>
</file>

<file path=ppt/tags/tag1132.xml><?xml version="1.0" encoding="utf-8"?>
<p:tagLst xmlns:p="http://schemas.openxmlformats.org/presentationml/2006/main">
  <p:tag name="AS_UNIQUEID" val="1209"/>
</p:tagLst>
</file>

<file path=ppt/tags/tag1133.xml><?xml version="1.0" encoding="utf-8"?>
<p:tagLst xmlns:p="http://schemas.openxmlformats.org/presentationml/2006/main">
  <p:tag name="AS_UNIQUEID" val="1210"/>
</p:tagLst>
</file>

<file path=ppt/tags/tag1134.xml><?xml version="1.0" encoding="utf-8"?>
<p:tagLst xmlns:p="http://schemas.openxmlformats.org/presentationml/2006/main">
  <p:tag name="AS_UNIQUEID" val="1211"/>
</p:tagLst>
</file>

<file path=ppt/tags/tag1135.xml><?xml version="1.0" encoding="utf-8"?>
<p:tagLst xmlns:p="http://schemas.openxmlformats.org/presentationml/2006/main">
  <p:tag name="AS_UNIQUEID" val="1212"/>
</p:tagLst>
</file>

<file path=ppt/tags/tag1136.xml><?xml version="1.0" encoding="utf-8"?>
<p:tagLst xmlns:p="http://schemas.openxmlformats.org/presentationml/2006/main">
  <p:tag name="AS_UNIQUEID" val="1213"/>
</p:tagLst>
</file>

<file path=ppt/tags/tag1137.xml><?xml version="1.0" encoding="utf-8"?>
<p:tagLst xmlns:p="http://schemas.openxmlformats.org/presentationml/2006/main">
  <p:tag name="AS_UNIQUEID" val="1214"/>
</p:tagLst>
</file>

<file path=ppt/tags/tag1138.xml><?xml version="1.0" encoding="utf-8"?>
<p:tagLst xmlns:p="http://schemas.openxmlformats.org/presentationml/2006/main">
  <p:tag name="AS_UNIQUEID" val="1215"/>
</p:tagLst>
</file>

<file path=ppt/tags/tag1139.xml><?xml version="1.0" encoding="utf-8"?>
<p:tagLst xmlns:p="http://schemas.openxmlformats.org/presentationml/2006/main">
  <p:tag name="AS_UNIQUEID" val="1216"/>
</p:tagLst>
</file>

<file path=ppt/tags/tag1140.xml><?xml version="1.0" encoding="utf-8"?>
<p:tagLst xmlns:p="http://schemas.openxmlformats.org/presentationml/2006/main">
  <p:tag name="AS_UNIQUEID" val="1217"/>
</p:tagLst>
</file>

<file path=ppt/tags/tag1141.xml><?xml version="1.0" encoding="utf-8"?>
<p:tagLst xmlns:p="http://schemas.openxmlformats.org/presentationml/2006/main">
  <p:tag name="AS_UNIQUEID" val="1218"/>
</p:tagLst>
</file>

<file path=ppt/tags/tag1142.xml><?xml version="1.0" encoding="utf-8"?>
<p:tagLst xmlns:p="http://schemas.openxmlformats.org/presentationml/2006/main">
  <p:tag name="AS_UNIQUEID" val="1219"/>
</p:tagLst>
</file>

<file path=ppt/tags/tag1143.xml><?xml version="1.0" encoding="utf-8"?>
<p:tagLst xmlns:p="http://schemas.openxmlformats.org/presentationml/2006/main">
  <p:tag name="AS_UNIQUEID" val="1220"/>
</p:tagLst>
</file>

<file path=ppt/tags/tag1144.xml><?xml version="1.0" encoding="utf-8"?>
<p:tagLst xmlns:p="http://schemas.openxmlformats.org/presentationml/2006/main">
  <p:tag name="AS_UNIQUEID" val="1221"/>
</p:tagLst>
</file>

<file path=ppt/tags/tag1145.xml><?xml version="1.0" encoding="utf-8"?>
<p:tagLst xmlns:p="http://schemas.openxmlformats.org/presentationml/2006/main">
  <p:tag name="AS_UNIQUEID" val="1222"/>
</p:tagLst>
</file>

<file path=ppt/tags/tag1146.xml><?xml version="1.0" encoding="utf-8"?>
<p:tagLst xmlns:p="http://schemas.openxmlformats.org/presentationml/2006/main">
  <p:tag name="AS_UNIQUEID" val="1223"/>
</p:tagLst>
</file>

<file path=ppt/tags/tag1147.xml><?xml version="1.0" encoding="utf-8"?>
<p:tagLst xmlns:p="http://schemas.openxmlformats.org/presentationml/2006/main">
  <p:tag name="AS_UNIQUEID" val="1224"/>
</p:tagLst>
</file>

<file path=ppt/tags/tag1148.xml><?xml version="1.0" encoding="utf-8"?>
<p:tagLst xmlns:p="http://schemas.openxmlformats.org/presentationml/2006/main">
  <p:tag name="AS_UNIQUEID" val="1225"/>
</p:tagLst>
</file>

<file path=ppt/tags/tag1149.xml><?xml version="1.0" encoding="utf-8"?>
<p:tagLst xmlns:p="http://schemas.openxmlformats.org/presentationml/2006/main">
  <p:tag name="AS_UNIQUEID" val="1226"/>
</p:tagLst>
</file>

<file path=ppt/tags/tag1150.xml><?xml version="1.0" encoding="utf-8"?>
<p:tagLst xmlns:p="http://schemas.openxmlformats.org/presentationml/2006/main">
  <p:tag name="AS_UNIQUEID" val="1227"/>
</p:tagLst>
</file>

<file path=ppt/tags/tag1151.xml><?xml version="1.0" encoding="utf-8"?>
<p:tagLst xmlns:p="http://schemas.openxmlformats.org/presentationml/2006/main">
  <p:tag name="AS_UNIQUEID" val="1228"/>
</p:tagLst>
</file>

<file path=ppt/tags/tag1152.xml><?xml version="1.0" encoding="utf-8"?>
<p:tagLst xmlns:p="http://schemas.openxmlformats.org/presentationml/2006/main">
  <p:tag name="AS_UNIQUEID" val="1229"/>
</p:tagLst>
</file>

<file path=ppt/tags/tag1153.xml><?xml version="1.0" encoding="utf-8"?>
<p:tagLst xmlns:p="http://schemas.openxmlformats.org/presentationml/2006/main">
  <p:tag name="AS_UNIQUEID" val="1230"/>
</p:tagLst>
</file>

<file path=ppt/tags/tag1154.xml><?xml version="1.0" encoding="utf-8"?>
<p:tagLst xmlns:p="http://schemas.openxmlformats.org/presentationml/2006/main">
  <p:tag name="AS_UNIQUEID" val="1231"/>
</p:tagLst>
</file>

<file path=ppt/tags/tag1155.xml><?xml version="1.0" encoding="utf-8"?>
<p:tagLst xmlns:p="http://schemas.openxmlformats.org/presentationml/2006/main">
  <p:tag name="AS_UNIQUEID" val="1232"/>
</p:tagLst>
</file>

<file path=ppt/tags/tag1156.xml><?xml version="1.0" encoding="utf-8"?>
<p:tagLst xmlns:p="http://schemas.openxmlformats.org/presentationml/2006/main">
  <p:tag name="AS_UNIQUEID" val="1233"/>
</p:tagLst>
</file>

<file path=ppt/tags/tag1157.xml><?xml version="1.0" encoding="utf-8"?>
<p:tagLst xmlns:p="http://schemas.openxmlformats.org/presentationml/2006/main">
  <p:tag name="AS_UNIQUEID" val="1234"/>
</p:tagLst>
</file>

<file path=ppt/tags/tag1158.xml><?xml version="1.0" encoding="utf-8"?>
<p:tagLst xmlns:p="http://schemas.openxmlformats.org/presentationml/2006/main">
  <p:tag name="AS_UNIQUEID" val="1235"/>
</p:tagLst>
</file>

<file path=ppt/tags/tag1159.xml><?xml version="1.0" encoding="utf-8"?>
<p:tagLst xmlns:p="http://schemas.openxmlformats.org/presentationml/2006/main">
  <p:tag name="AS_UNIQUEID" val="1236"/>
</p:tagLst>
</file>

<file path=ppt/tags/tag1160.xml><?xml version="1.0" encoding="utf-8"?>
<p:tagLst xmlns:p="http://schemas.openxmlformats.org/presentationml/2006/main">
  <p:tag name="AS_UNIQUEID" val="1237"/>
</p:tagLst>
</file>

<file path=ppt/tags/tag1161.xml><?xml version="1.0" encoding="utf-8"?>
<p:tagLst xmlns:p="http://schemas.openxmlformats.org/presentationml/2006/main">
  <p:tag name="AS_UNIQUEID" val="1238"/>
</p:tagLst>
</file>

<file path=ppt/tags/tag1162.xml><?xml version="1.0" encoding="utf-8"?>
<p:tagLst xmlns:p="http://schemas.openxmlformats.org/presentationml/2006/main">
  <p:tag name="AS_UNIQUEID" val="1239"/>
</p:tagLst>
</file>

<file path=ppt/tags/tag1163.xml><?xml version="1.0" encoding="utf-8"?>
<p:tagLst xmlns:p="http://schemas.openxmlformats.org/presentationml/2006/main">
  <p:tag name="AS_UNIQUEID" val="1240"/>
</p:tagLst>
</file>

<file path=ppt/tags/tag1164.xml><?xml version="1.0" encoding="utf-8"?>
<p:tagLst xmlns:p="http://schemas.openxmlformats.org/presentationml/2006/main">
  <p:tag name="AS_UNIQUEID" val="1241"/>
</p:tagLst>
</file>

<file path=ppt/tags/tag1165.xml><?xml version="1.0" encoding="utf-8"?>
<p:tagLst xmlns:p="http://schemas.openxmlformats.org/presentationml/2006/main">
  <p:tag name="AS_UNIQUEID" val="1242"/>
</p:tagLst>
</file>

<file path=ppt/tags/tag1166.xml><?xml version="1.0" encoding="utf-8"?>
<p:tagLst xmlns:p="http://schemas.openxmlformats.org/presentationml/2006/main">
  <p:tag name="AS_UNIQUEID" val="1243"/>
</p:tagLst>
</file>

<file path=ppt/tags/tag1167.xml><?xml version="1.0" encoding="utf-8"?>
<p:tagLst xmlns:p="http://schemas.openxmlformats.org/presentationml/2006/main">
  <p:tag name="AS_UNIQUEID" val="1244"/>
</p:tagLst>
</file>

<file path=ppt/tags/tag1168.xml><?xml version="1.0" encoding="utf-8"?>
<p:tagLst xmlns:p="http://schemas.openxmlformats.org/presentationml/2006/main">
  <p:tag name="AS_UNIQUEID" val="1245"/>
</p:tagLst>
</file>

<file path=ppt/tags/tag1169.xml><?xml version="1.0" encoding="utf-8"?>
<p:tagLst xmlns:p="http://schemas.openxmlformats.org/presentationml/2006/main">
  <p:tag name="AS_UNIQUEID" val="1246"/>
</p:tagLst>
</file>

<file path=ppt/tags/tag1170.xml><?xml version="1.0" encoding="utf-8"?>
<p:tagLst xmlns:p="http://schemas.openxmlformats.org/presentationml/2006/main">
  <p:tag name="AS_UNIQUEID" val="1247"/>
</p:tagLst>
</file>

<file path=ppt/tags/tag1171.xml><?xml version="1.0" encoding="utf-8"?>
<p:tagLst xmlns:p="http://schemas.openxmlformats.org/presentationml/2006/main">
  <p:tag name="AS_UNIQUEID" val="1248"/>
</p:tagLst>
</file>

<file path=ppt/tags/tag1172.xml><?xml version="1.0" encoding="utf-8"?>
<p:tagLst xmlns:p="http://schemas.openxmlformats.org/presentationml/2006/main">
  <p:tag name="AS_UNIQUEID" val="1249"/>
</p:tagLst>
</file>

<file path=ppt/tags/tag1173.xml><?xml version="1.0" encoding="utf-8"?>
<p:tagLst xmlns:p="http://schemas.openxmlformats.org/presentationml/2006/main">
  <p:tag name="AS_UNIQUEID" val="1250"/>
</p:tagLst>
</file>

<file path=ppt/tags/tag1174.xml><?xml version="1.0" encoding="utf-8"?>
<p:tagLst xmlns:p="http://schemas.openxmlformats.org/presentationml/2006/main">
  <p:tag name="AS_UNIQUEID" val="1251"/>
</p:tagLst>
</file>

<file path=ppt/tags/tag1175.xml><?xml version="1.0" encoding="utf-8"?>
<p:tagLst xmlns:p="http://schemas.openxmlformats.org/presentationml/2006/main">
  <p:tag name="AS_UNIQUEID" val="1252"/>
</p:tagLst>
</file>

<file path=ppt/tags/tag1176.xml><?xml version="1.0" encoding="utf-8"?>
<p:tagLst xmlns:p="http://schemas.openxmlformats.org/presentationml/2006/main">
  <p:tag name="AS_UNIQUEID" val="1253"/>
</p:tagLst>
</file>

<file path=ppt/tags/tag1177.xml><?xml version="1.0" encoding="utf-8"?>
<p:tagLst xmlns:p="http://schemas.openxmlformats.org/presentationml/2006/main">
  <p:tag name="AS_UNIQUEID" val="1254"/>
</p:tagLst>
</file>

<file path=ppt/tags/tag1178.xml><?xml version="1.0" encoding="utf-8"?>
<p:tagLst xmlns:p="http://schemas.openxmlformats.org/presentationml/2006/main">
  <p:tag name="AS_UNIQUEID" val="1255"/>
</p:tagLst>
</file>

<file path=ppt/tags/tag1179.xml><?xml version="1.0" encoding="utf-8"?>
<p:tagLst xmlns:p="http://schemas.openxmlformats.org/presentationml/2006/main">
  <p:tag name="AS_UNIQUEID" val="1256"/>
</p:tagLst>
</file>

<file path=ppt/tags/tag1180.xml><?xml version="1.0" encoding="utf-8"?>
<p:tagLst xmlns:p="http://schemas.openxmlformats.org/presentationml/2006/main">
  <p:tag name="AS_UNIQUEID" val="1257"/>
</p:tagLst>
</file>

<file path=ppt/tags/tag1181.xml><?xml version="1.0" encoding="utf-8"?>
<p:tagLst xmlns:p="http://schemas.openxmlformats.org/presentationml/2006/main">
  <p:tag name="AS_UNIQUEID" val="1258"/>
</p:tagLst>
</file>

<file path=ppt/tags/tag1182.xml><?xml version="1.0" encoding="utf-8"?>
<p:tagLst xmlns:p="http://schemas.openxmlformats.org/presentationml/2006/main">
  <p:tag name="AS_UNIQUEID" val="1259"/>
</p:tagLst>
</file>

<file path=ppt/tags/tag1183.xml><?xml version="1.0" encoding="utf-8"?>
<p:tagLst xmlns:p="http://schemas.openxmlformats.org/presentationml/2006/main">
  <p:tag name="AS_UNIQUEID" val="1260"/>
</p:tagLst>
</file>

<file path=ppt/tags/tag1184.xml><?xml version="1.0" encoding="utf-8"?>
<p:tagLst xmlns:p="http://schemas.openxmlformats.org/presentationml/2006/main">
  <p:tag name="AS_UNIQUEID" val="1261"/>
</p:tagLst>
</file>

<file path=ppt/tags/tag1185.xml><?xml version="1.0" encoding="utf-8"?>
<p:tagLst xmlns:p="http://schemas.openxmlformats.org/presentationml/2006/main">
  <p:tag name="AS_UNIQUEID" val="1262"/>
</p:tagLst>
</file>

<file path=ppt/tags/tag1186.xml><?xml version="1.0" encoding="utf-8"?>
<p:tagLst xmlns:p="http://schemas.openxmlformats.org/presentationml/2006/main">
  <p:tag name="AS_UNIQUEID" val="1263"/>
</p:tagLst>
</file>

<file path=ppt/tags/tag1187.xml><?xml version="1.0" encoding="utf-8"?>
<p:tagLst xmlns:p="http://schemas.openxmlformats.org/presentationml/2006/main">
  <p:tag name="AS_UNIQUEID" val="1264"/>
</p:tagLst>
</file>

<file path=ppt/tags/tag1188.xml><?xml version="1.0" encoding="utf-8"?>
<p:tagLst xmlns:p="http://schemas.openxmlformats.org/presentationml/2006/main">
  <p:tag name="AS_UNIQUEID" val="1265"/>
</p:tagLst>
</file>

<file path=ppt/tags/tag1189.xml><?xml version="1.0" encoding="utf-8"?>
<p:tagLst xmlns:p="http://schemas.openxmlformats.org/presentationml/2006/main">
  <p:tag name="AS_UNIQUEID" val="1266"/>
</p:tagLst>
</file>

<file path=ppt/tags/tag1190.xml><?xml version="1.0" encoding="utf-8"?>
<p:tagLst xmlns:p="http://schemas.openxmlformats.org/presentationml/2006/main">
  <p:tag name="AS_UNIQUEID" val="182"/>
</p:tagLst>
</file>

<file path=ppt/tags/tag1191.xml><?xml version="1.0" encoding="utf-8"?>
<p:tagLst xmlns:p="http://schemas.openxmlformats.org/presentationml/2006/main">
  <p:tag name="AS_UNIQUEID" val="1163"/>
</p:tagLst>
</file>

<file path=ppt/tags/tag1192.xml><?xml version="1.0" encoding="utf-8"?>
<p:tagLst xmlns:p="http://schemas.openxmlformats.org/presentationml/2006/main">
  <p:tag name="AS_UNIQUEID" val="1164"/>
</p:tagLst>
</file>

<file path=ppt/tags/tag1193.xml><?xml version="1.0" encoding="utf-8"?>
<p:tagLst xmlns:p="http://schemas.openxmlformats.org/presentationml/2006/main">
  <p:tag name="AS_UNIQUEID" val="1165"/>
</p:tagLst>
</file>

<file path=ppt/tags/tag1194.xml><?xml version="1.0" encoding="utf-8"?>
<p:tagLst xmlns:p="http://schemas.openxmlformats.org/presentationml/2006/main">
  <p:tag name="AS_UNIQUEID" val="1272"/>
</p:tagLst>
</file>

<file path=ppt/tags/tag1195.xml><?xml version="1.0" encoding="utf-8"?>
<p:tagLst xmlns:p="http://schemas.openxmlformats.org/presentationml/2006/main">
  <p:tag name="AS_UNIQUEID" val="1273"/>
</p:tagLst>
</file>

<file path=ppt/tags/tag1196.xml><?xml version="1.0" encoding="utf-8"?>
<p:tagLst xmlns:p="http://schemas.openxmlformats.org/presentationml/2006/main">
  <p:tag name="AS_UNIQUEID" val="1274"/>
</p:tagLst>
</file>

<file path=ppt/tags/tag1197.xml><?xml version="1.0" encoding="utf-8"?>
<p:tagLst xmlns:p="http://schemas.openxmlformats.org/presentationml/2006/main">
  <p:tag name="AS_UNIQUEID" val="1275"/>
</p:tagLst>
</file>

<file path=ppt/tags/tag1198.xml><?xml version="1.0" encoding="utf-8"?>
<p:tagLst xmlns:p="http://schemas.openxmlformats.org/presentationml/2006/main">
  <p:tag name="AS_UNIQUEID" val="1276"/>
</p:tagLst>
</file>

<file path=ppt/tags/tag1199.xml><?xml version="1.0" encoding="utf-8"?>
<p:tagLst xmlns:p="http://schemas.openxmlformats.org/presentationml/2006/main">
  <p:tag name="AS_UNIQUEID" val="1277"/>
</p:tagLst>
</file>

<file path=ppt/tags/tag1200.xml><?xml version="1.0" encoding="utf-8"?>
<p:tagLst xmlns:p="http://schemas.openxmlformats.org/presentationml/2006/main">
  <p:tag name="AS_UNIQUEID" val="1278"/>
</p:tagLst>
</file>

<file path=ppt/tags/tag1201.xml><?xml version="1.0" encoding="utf-8"?>
<p:tagLst xmlns:p="http://schemas.openxmlformats.org/presentationml/2006/main">
  <p:tag name="AS_UNIQUEID" val="1279"/>
</p:tagLst>
</file>

<file path=ppt/tags/tag1202.xml><?xml version="1.0" encoding="utf-8"?>
<p:tagLst xmlns:p="http://schemas.openxmlformats.org/presentationml/2006/main">
  <p:tag name="AS_UNIQUEID" val="1280"/>
</p:tagLst>
</file>

<file path=ppt/tags/tag1203.xml><?xml version="1.0" encoding="utf-8"?>
<p:tagLst xmlns:p="http://schemas.openxmlformats.org/presentationml/2006/main">
  <p:tag name="AS_UNIQUEID" val="1281"/>
</p:tagLst>
</file>

<file path=ppt/tags/tag1204.xml><?xml version="1.0" encoding="utf-8"?>
<p:tagLst xmlns:p="http://schemas.openxmlformats.org/presentationml/2006/main">
  <p:tag name="AS_UNIQUEID" val="1282"/>
</p:tagLst>
</file>

<file path=ppt/tags/tag1205.xml><?xml version="1.0" encoding="utf-8"?>
<p:tagLst xmlns:p="http://schemas.openxmlformats.org/presentationml/2006/main">
  <p:tag name="AS_UNIQUEID" val="1283"/>
</p:tagLst>
</file>

<file path=ppt/tags/tag1206.xml><?xml version="1.0" encoding="utf-8"?>
<p:tagLst xmlns:p="http://schemas.openxmlformats.org/presentationml/2006/main">
  <p:tag name="AS_UNIQUEID" val="1284"/>
</p:tagLst>
</file>

<file path=ppt/tags/tag1207.xml><?xml version="1.0" encoding="utf-8"?>
<p:tagLst xmlns:p="http://schemas.openxmlformats.org/presentationml/2006/main">
  <p:tag name="AS_UNIQUEID" val="182"/>
</p:tagLst>
</file>

<file path=ppt/tags/tag1208.xml><?xml version="1.0" encoding="utf-8"?>
<p:tagLst xmlns:p="http://schemas.openxmlformats.org/presentationml/2006/main">
  <p:tag name="AS_UNIQUEID" val="1268"/>
</p:tagLst>
</file>

<file path=ppt/tags/tag1209.xml><?xml version="1.0" encoding="utf-8"?>
<p:tagLst xmlns:p="http://schemas.openxmlformats.org/presentationml/2006/main">
  <p:tag name="AS_UNIQUEID" val="1269"/>
</p:tagLst>
</file>

<file path=ppt/tags/tag1210.xml><?xml version="1.0" encoding="utf-8"?>
<p:tagLst xmlns:p="http://schemas.openxmlformats.org/presentationml/2006/main">
  <p:tag name="AS_UNIQUEID" val="1270"/>
</p:tagLst>
</file>

<file path=ppt/tags/tag1211.xml><?xml version="1.0" encoding="utf-8"?>
<p:tagLst xmlns:p="http://schemas.openxmlformats.org/presentationml/2006/main">
  <p:tag name="AS_UNIQUEID" val="1290"/>
</p:tagLst>
</file>

<file path=ppt/tags/tag1212.xml><?xml version="1.0" encoding="utf-8"?>
<p:tagLst xmlns:p="http://schemas.openxmlformats.org/presentationml/2006/main">
  <p:tag name="AS_UNIQUEID" val="1291"/>
</p:tagLst>
</file>

<file path=ppt/tags/tag1213.xml><?xml version="1.0" encoding="utf-8"?>
<p:tagLst xmlns:p="http://schemas.openxmlformats.org/presentationml/2006/main">
  <p:tag name="AS_UNIQUEID" val="1292"/>
</p:tagLst>
</file>

<file path=ppt/tags/tag1214.xml><?xml version="1.0" encoding="utf-8"?>
<p:tagLst xmlns:p="http://schemas.openxmlformats.org/presentationml/2006/main">
  <p:tag name="AS_UNIQUEID" val="1293"/>
</p:tagLst>
</file>

<file path=ppt/tags/tag1215.xml><?xml version="1.0" encoding="utf-8"?>
<p:tagLst xmlns:p="http://schemas.openxmlformats.org/presentationml/2006/main">
  <p:tag name="AS_UNIQUEID" val="1294"/>
</p:tagLst>
</file>

<file path=ppt/tags/tag1216.xml><?xml version="1.0" encoding="utf-8"?>
<p:tagLst xmlns:p="http://schemas.openxmlformats.org/presentationml/2006/main">
  <p:tag name="AS_UNIQUEID" val="1295"/>
</p:tagLst>
</file>

<file path=ppt/tags/tag1217.xml><?xml version="1.0" encoding="utf-8"?>
<p:tagLst xmlns:p="http://schemas.openxmlformats.org/presentationml/2006/main">
  <p:tag name="AS_UNIQUEID" val="1296"/>
</p:tagLst>
</file>

<file path=ppt/tags/tag1218.xml><?xml version="1.0" encoding="utf-8"?>
<p:tagLst xmlns:p="http://schemas.openxmlformats.org/presentationml/2006/main">
  <p:tag name="AS_UNIQUEID" val="1297"/>
</p:tagLst>
</file>

<file path=ppt/tags/tag1219.xml><?xml version="1.0" encoding="utf-8"?>
<p:tagLst xmlns:p="http://schemas.openxmlformats.org/presentationml/2006/main">
  <p:tag name="AS_UNIQUEID" val="1298"/>
</p:tagLst>
</file>

<file path=ppt/tags/tag1220.xml><?xml version="1.0" encoding="utf-8"?>
<p:tagLst xmlns:p="http://schemas.openxmlformats.org/presentationml/2006/main">
  <p:tag name="AS_UNIQUEID" val="1299"/>
</p:tagLst>
</file>

<file path=ppt/tags/tag1221.xml><?xml version="1.0" encoding="utf-8"?>
<p:tagLst xmlns:p="http://schemas.openxmlformats.org/presentationml/2006/main">
  <p:tag name="AS_UNIQUEID" val="1300"/>
</p:tagLst>
</file>

<file path=ppt/tags/tag1222.xml><?xml version="1.0" encoding="utf-8"?>
<p:tagLst xmlns:p="http://schemas.openxmlformats.org/presentationml/2006/main">
  <p:tag name="AS_UNIQUEID" val="1301"/>
</p:tagLst>
</file>

<file path=ppt/tags/tag1223.xml><?xml version="1.0" encoding="utf-8"?>
<p:tagLst xmlns:p="http://schemas.openxmlformats.org/presentationml/2006/main">
  <p:tag name="AS_UNIQUEID" val="1302"/>
</p:tagLst>
</file>

<file path=ppt/tags/tag1224.xml><?xml version="1.0" encoding="utf-8"?>
<p:tagLst xmlns:p="http://schemas.openxmlformats.org/presentationml/2006/main">
  <p:tag name="AS_UNIQUEID" val="1303"/>
</p:tagLst>
</file>

<file path=ppt/tags/tag1225.xml><?xml version="1.0" encoding="utf-8"?>
<p:tagLst xmlns:p="http://schemas.openxmlformats.org/presentationml/2006/main">
  <p:tag name="AS_UNIQUEID" val="1304"/>
</p:tagLst>
</file>

<file path=ppt/tags/tag1226.xml><?xml version="1.0" encoding="utf-8"?>
<p:tagLst xmlns:p="http://schemas.openxmlformats.org/presentationml/2006/main">
  <p:tag name="AS_UNIQUEID" val="1305"/>
</p:tagLst>
</file>

<file path=ppt/tags/tag1227.xml><?xml version="1.0" encoding="utf-8"?>
<p:tagLst xmlns:p="http://schemas.openxmlformats.org/presentationml/2006/main">
  <p:tag name="AS_UNIQUEID" val="1306"/>
</p:tagLst>
</file>

<file path=ppt/tags/tag1228.xml><?xml version="1.0" encoding="utf-8"?>
<p:tagLst xmlns:p="http://schemas.openxmlformats.org/presentationml/2006/main">
  <p:tag name="AS_UNIQUEID" val="1307"/>
</p:tagLst>
</file>

<file path=ppt/tags/tag1229.xml><?xml version="1.0" encoding="utf-8"?>
<p:tagLst xmlns:p="http://schemas.openxmlformats.org/presentationml/2006/main">
  <p:tag name="AS_UNIQUEID" val="1308"/>
</p:tagLst>
</file>

<file path=ppt/tags/tag1230.xml><?xml version="1.0" encoding="utf-8"?>
<p:tagLst xmlns:p="http://schemas.openxmlformats.org/presentationml/2006/main">
  <p:tag name="AS_UNIQUEID" val="1309"/>
</p:tagLst>
</file>

<file path=ppt/tags/tag1231.xml><?xml version="1.0" encoding="utf-8"?>
<p:tagLst xmlns:p="http://schemas.openxmlformats.org/presentationml/2006/main">
  <p:tag name="AS_UNIQUEID" val="1310"/>
</p:tagLst>
</file>

<file path=ppt/tags/tag1232.xml><?xml version="1.0" encoding="utf-8"?>
<p:tagLst xmlns:p="http://schemas.openxmlformats.org/presentationml/2006/main">
  <p:tag name="AS_UNIQUEID" val="1311"/>
</p:tagLst>
</file>

<file path=ppt/tags/tag1233.xml><?xml version="1.0" encoding="utf-8"?>
<p:tagLst xmlns:p="http://schemas.openxmlformats.org/presentationml/2006/main">
  <p:tag name="AS_UNIQUEID" val="1312"/>
</p:tagLst>
</file>

<file path=ppt/tags/tag1234.xml><?xml version="1.0" encoding="utf-8"?>
<p:tagLst xmlns:p="http://schemas.openxmlformats.org/presentationml/2006/main">
  <p:tag name="AS_UNIQUEID" val="1313"/>
</p:tagLst>
</file>

<file path=ppt/tags/tag1235.xml><?xml version="1.0" encoding="utf-8"?>
<p:tagLst xmlns:p="http://schemas.openxmlformats.org/presentationml/2006/main">
  <p:tag name="AS_UNIQUEID" val="1314"/>
</p:tagLst>
</file>

<file path=ppt/tags/tag1236.xml><?xml version="1.0" encoding="utf-8"?>
<p:tagLst xmlns:p="http://schemas.openxmlformats.org/presentationml/2006/main">
  <p:tag name="AS_UNIQUEID" val="1315"/>
</p:tagLst>
</file>

<file path=ppt/tags/tag1237.xml><?xml version="1.0" encoding="utf-8"?>
<p:tagLst xmlns:p="http://schemas.openxmlformats.org/presentationml/2006/main">
  <p:tag name="AS_UNIQUEID" val="1316"/>
</p:tagLst>
</file>

<file path=ppt/tags/tag1238.xml><?xml version="1.0" encoding="utf-8"?>
<p:tagLst xmlns:p="http://schemas.openxmlformats.org/presentationml/2006/main">
  <p:tag name="AS_UNIQUEID" val="1317"/>
</p:tagLst>
</file>

<file path=ppt/tags/tag1239.xml><?xml version="1.0" encoding="utf-8"?>
<p:tagLst xmlns:p="http://schemas.openxmlformats.org/presentationml/2006/main">
  <p:tag name="AS_UNIQUEID" val="1318"/>
</p:tagLst>
</file>

<file path=ppt/tags/tag1240.xml><?xml version="1.0" encoding="utf-8"?>
<p:tagLst xmlns:p="http://schemas.openxmlformats.org/presentationml/2006/main">
  <p:tag name="AS_UNIQUEID" val="1319"/>
</p:tagLst>
</file>

<file path=ppt/tags/tag1241.xml><?xml version="1.0" encoding="utf-8"?>
<p:tagLst xmlns:p="http://schemas.openxmlformats.org/presentationml/2006/main">
  <p:tag name="AS_UNIQUEID" val="1320"/>
</p:tagLst>
</file>

<file path=ppt/tags/tag1242.xml><?xml version="1.0" encoding="utf-8"?>
<p:tagLst xmlns:p="http://schemas.openxmlformats.org/presentationml/2006/main">
  <p:tag name="AS_UNIQUEID" val="1321"/>
</p:tagLst>
</file>

<file path=ppt/tags/tag1243.xml><?xml version="1.0" encoding="utf-8"?>
<p:tagLst xmlns:p="http://schemas.openxmlformats.org/presentationml/2006/main">
  <p:tag name="AS_UNIQUEID" val="1322"/>
</p:tagLst>
</file>

<file path=ppt/tags/tag1244.xml><?xml version="1.0" encoding="utf-8"?>
<p:tagLst xmlns:p="http://schemas.openxmlformats.org/presentationml/2006/main">
  <p:tag name="AS_UNIQUEID" val="1323"/>
</p:tagLst>
</file>

<file path=ppt/tags/tag1245.xml><?xml version="1.0" encoding="utf-8"?>
<p:tagLst xmlns:p="http://schemas.openxmlformats.org/presentationml/2006/main">
  <p:tag name="AS_UNIQUEID" val="1324"/>
</p:tagLst>
</file>

<file path=ppt/tags/tag1246.xml><?xml version="1.0" encoding="utf-8"?>
<p:tagLst xmlns:p="http://schemas.openxmlformats.org/presentationml/2006/main">
  <p:tag name="AS_UNIQUEID" val="1325"/>
</p:tagLst>
</file>

<file path=ppt/tags/tag1247.xml><?xml version="1.0" encoding="utf-8"?>
<p:tagLst xmlns:p="http://schemas.openxmlformats.org/presentationml/2006/main">
  <p:tag name="AS_UNIQUEID" val="1326"/>
</p:tagLst>
</file>

<file path=ppt/tags/tag1248.xml><?xml version="1.0" encoding="utf-8"?>
<p:tagLst xmlns:p="http://schemas.openxmlformats.org/presentationml/2006/main">
  <p:tag name="AS_UNIQUEID" val="1327"/>
</p:tagLst>
</file>

<file path=ppt/tags/tag1249.xml><?xml version="1.0" encoding="utf-8"?>
<p:tagLst xmlns:p="http://schemas.openxmlformats.org/presentationml/2006/main">
  <p:tag name="AS_UNIQUEID" val="1328"/>
</p:tagLst>
</file>

<file path=ppt/tags/tag1250.xml><?xml version="1.0" encoding="utf-8"?>
<p:tagLst xmlns:p="http://schemas.openxmlformats.org/presentationml/2006/main">
  <p:tag name="AS_UNIQUEID" val="1329"/>
</p:tagLst>
</file>

<file path=ppt/tags/tag1251.xml><?xml version="1.0" encoding="utf-8"?>
<p:tagLst xmlns:p="http://schemas.openxmlformats.org/presentationml/2006/main">
  <p:tag name="AS_UNIQUEID" val="1330"/>
</p:tagLst>
</file>

<file path=ppt/tags/tag1252.xml><?xml version="1.0" encoding="utf-8"?>
<p:tagLst xmlns:p="http://schemas.openxmlformats.org/presentationml/2006/main">
  <p:tag name="AS_UNIQUEID" val="1331"/>
</p:tagLst>
</file>

<file path=ppt/tags/tag1253.xml><?xml version="1.0" encoding="utf-8"?>
<p:tagLst xmlns:p="http://schemas.openxmlformats.org/presentationml/2006/main">
  <p:tag name="AS_UNIQUEID" val="1332"/>
</p:tagLst>
</file>

<file path=ppt/tags/tag1254.xml><?xml version="1.0" encoding="utf-8"?>
<p:tagLst xmlns:p="http://schemas.openxmlformats.org/presentationml/2006/main">
  <p:tag name="AS_UNIQUEID" val="1333"/>
</p:tagLst>
</file>

<file path=ppt/tags/tag1255.xml><?xml version="1.0" encoding="utf-8"?>
<p:tagLst xmlns:p="http://schemas.openxmlformats.org/presentationml/2006/main">
  <p:tag name="AS_UNIQUEID" val="1334"/>
</p:tagLst>
</file>

<file path=ppt/tags/tag1256.xml><?xml version="1.0" encoding="utf-8"?>
<p:tagLst xmlns:p="http://schemas.openxmlformats.org/presentationml/2006/main">
  <p:tag name="AS_UNIQUEID" val="1335"/>
</p:tagLst>
</file>

<file path=ppt/tags/tag1257.xml><?xml version="1.0" encoding="utf-8"?>
<p:tagLst xmlns:p="http://schemas.openxmlformats.org/presentationml/2006/main">
  <p:tag name="AS_UNIQUEID" val="1336"/>
</p:tagLst>
</file>

<file path=ppt/tags/tag1258.xml><?xml version="1.0" encoding="utf-8"?>
<p:tagLst xmlns:p="http://schemas.openxmlformats.org/presentationml/2006/main">
  <p:tag name="AS_UNIQUEID" val="1337"/>
</p:tagLst>
</file>

<file path=ppt/tags/tag1259.xml><?xml version="1.0" encoding="utf-8"?>
<p:tagLst xmlns:p="http://schemas.openxmlformats.org/presentationml/2006/main">
  <p:tag name="AS_UNIQUEID" val="1338"/>
</p:tagLst>
</file>

<file path=ppt/tags/tag1260.xml><?xml version="1.0" encoding="utf-8"?>
<p:tagLst xmlns:p="http://schemas.openxmlformats.org/presentationml/2006/main">
  <p:tag name="AS_UNIQUEID" val="1339"/>
</p:tagLst>
</file>

<file path=ppt/tags/tag1261.xml><?xml version="1.0" encoding="utf-8"?>
<p:tagLst xmlns:p="http://schemas.openxmlformats.org/presentationml/2006/main">
  <p:tag name="AS_UNIQUEID" val="1340"/>
</p:tagLst>
</file>

<file path=ppt/tags/tag1262.xml><?xml version="1.0" encoding="utf-8"?>
<p:tagLst xmlns:p="http://schemas.openxmlformats.org/presentationml/2006/main">
  <p:tag name="AS_UNIQUEID" val="1341"/>
</p:tagLst>
</file>

<file path=ppt/tags/tag1263.xml><?xml version="1.0" encoding="utf-8"?>
<p:tagLst xmlns:p="http://schemas.openxmlformats.org/presentationml/2006/main">
  <p:tag name="AS_UNIQUEID" val="1342"/>
</p:tagLst>
</file>

<file path=ppt/tags/tag1264.xml><?xml version="1.0" encoding="utf-8"?>
<p:tagLst xmlns:p="http://schemas.openxmlformats.org/presentationml/2006/main">
  <p:tag name="AS_UNIQUEID" val="1343"/>
</p:tagLst>
</file>

<file path=ppt/tags/tag1265.xml><?xml version="1.0" encoding="utf-8"?>
<p:tagLst xmlns:p="http://schemas.openxmlformats.org/presentationml/2006/main">
  <p:tag name="AS_UNIQUEID" val="1344"/>
</p:tagLst>
</file>

<file path=ppt/tags/tag1266.xml><?xml version="1.0" encoding="utf-8"?>
<p:tagLst xmlns:p="http://schemas.openxmlformats.org/presentationml/2006/main">
  <p:tag name="AS_UNIQUEID" val="1345"/>
</p:tagLst>
</file>

<file path=ppt/tags/tag1267.xml><?xml version="1.0" encoding="utf-8"?>
<p:tagLst xmlns:p="http://schemas.openxmlformats.org/presentationml/2006/main">
  <p:tag name="AS_UNIQUEID" val="1346"/>
</p:tagLst>
</file>

<file path=ppt/tags/tag1268.xml><?xml version="1.0" encoding="utf-8"?>
<p:tagLst xmlns:p="http://schemas.openxmlformats.org/presentationml/2006/main">
  <p:tag name="AS_UNIQUEID" val="1347"/>
</p:tagLst>
</file>

<file path=ppt/tags/tag1269.xml><?xml version="1.0" encoding="utf-8"?>
<p:tagLst xmlns:p="http://schemas.openxmlformats.org/presentationml/2006/main">
  <p:tag name="AS_UNIQUEID" val="1348"/>
</p:tagLst>
</file>

<file path=ppt/tags/tag1270.xml><?xml version="1.0" encoding="utf-8"?>
<p:tagLst xmlns:p="http://schemas.openxmlformats.org/presentationml/2006/main">
  <p:tag name="AS_UNIQUEID" val="1349"/>
</p:tagLst>
</file>

<file path=ppt/tags/tag1271.xml><?xml version="1.0" encoding="utf-8"?>
<p:tagLst xmlns:p="http://schemas.openxmlformats.org/presentationml/2006/main">
  <p:tag name="AS_UNIQUEID" val="1350"/>
</p:tagLst>
</file>

<file path=ppt/tags/tag1272.xml><?xml version="1.0" encoding="utf-8"?>
<p:tagLst xmlns:p="http://schemas.openxmlformats.org/presentationml/2006/main">
  <p:tag name="AS_UNIQUEID" val="1351"/>
</p:tagLst>
</file>

<file path=ppt/tags/tag1273.xml><?xml version="1.0" encoding="utf-8"?>
<p:tagLst xmlns:p="http://schemas.openxmlformats.org/presentationml/2006/main">
  <p:tag name="AS_UNIQUEID" val="1352"/>
</p:tagLst>
</file>

<file path=ppt/tags/tag1274.xml><?xml version="1.0" encoding="utf-8"?>
<p:tagLst xmlns:p="http://schemas.openxmlformats.org/presentationml/2006/main">
  <p:tag name="AS_UNIQUEID" val="1353"/>
</p:tagLst>
</file>

<file path=ppt/tags/tag1275.xml><?xml version="1.0" encoding="utf-8"?>
<p:tagLst xmlns:p="http://schemas.openxmlformats.org/presentationml/2006/main">
  <p:tag name="AS_UNIQUEID" val="1354"/>
</p:tagLst>
</file>

<file path=ppt/tags/tag1276.xml><?xml version="1.0" encoding="utf-8"?>
<p:tagLst xmlns:p="http://schemas.openxmlformats.org/presentationml/2006/main">
  <p:tag name="AS_UNIQUEID" val="1355"/>
</p:tagLst>
</file>

<file path=ppt/tags/tag1277.xml><?xml version="1.0" encoding="utf-8"?>
<p:tagLst xmlns:p="http://schemas.openxmlformats.org/presentationml/2006/main">
  <p:tag name="AS_UNIQUEID" val="1356"/>
</p:tagLst>
</file>

<file path=ppt/tags/tag1278.xml><?xml version="1.0" encoding="utf-8"?>
<p:tagLst xmlns:p="http://schemas.openxmlformats.org/presentationml/2006/main">
  <p:tag name="AS_UNIQUEID" val="1357"/>
</p:tagLst>
</file>

<file path=ppt/tags/tag1279.xml><?xml version="1.0" encoding="utf-8"?>
<p:tagLst xmlns:p="http://schemas.openxmlformats.org/presentationml/2006/main">
  <p:tag name="AS_UNIQUEID" val="1358"/>
</p:tagLst>
</file>

<file path=ppt/tags/tag1280.xml><?xml version="1.0" encoding="utf-8"?>
<p:tagLst xmlns:p="http://schemas.openxmlformats.org/presentationml/2006/main">
  <p:tag name="AS_UNIQUEID" val="1359"/>
</p:tagLst>
</file>

<file path=ppt/tags/tag1281.xml><?xml version="1.0" encoding="utf-8"?>
<p:tagLst xmlns:p="http://schemas.openxmlformats.org/presentationml/2006/main">
  <p:tag name="AS_UNIQUEID" val="1360"/>
</p:tagLst>
</file>

<file path=ppt/tags/tag1282.xml><?xml version="1.0" encoding="utf-8"?>
<p:tagLst xmlns:p="http://schemas.openxmlformats.org/presentationml/2006/main">
  <p:tag name="AS_UNIQUEID" val="1361"/>
</p:tagLst>
</file>

<file path=ppt/tags/tag1283.xml><?xml version="1.0" encoding="utf-8"?>
<p:tagLst xmlns:p="http://schemas.openxmlformats.org/presentationml/2006/main">
  <p:tag name="AS_UNIQUEID" val="1362"/>
</p:tagLst>
</file>

<file path=ppt/tags/tag1284.xml><?xml version="1.0" encoding="utf-8"?>
<p:tagLst xmlns:p="http://schemas.openxmlformats.org/presentationml/2006/main">
  <p:tag name="AS_UNIQUEID" val="1363"/>
</p:tagLst>
</file>

<file path=ppt/tags/tag1285.xml><?xml version="1.0" encoding="utf-8"?>
<p:tagLst xmlns:p="http://schemas.openxmlformats.org/presentationml/2006/main">
  <p:tag name="AS_UNIQUEID" val="1364"/>
</p:tagLst>
</file>

<file path=ppt/tags/tag1286.xml><?xml version="1.0" encoding="utf-8"?>
<p:tagLst xmlns:p="http://schemas.openxmlformats.org/presentationml/2006/main">
  <p:tag name="AS_UNIQUEID" val="1365"/>
</p:tagLst>
</file>

<file path=ppt/tags/tag1287.xml><?xml version="1.0" encoding="utf-8"?>
<p:tagLst xmlns:p="http://schemas.openxmlformats.org/presentationml/2006/main">
  <p:tag name="AS_UNIQUEID" val="1366"/>
</p:tagLst>
</file>

<file path=ppt/tags/tag1288.xml><?xml version="1.0" encoding="utf-8"?>
<p:tagLst xmlns:p="http://schemas.openxmlformats.org/presentationml/2006/main">
  <p:tag name="AS_UNIQUEID" val="1367"/>
</p:tagLst>
</file>

<file path=ppt/tags/tag1289.xml><?xml version="1.0" encoding="utf-8"?>
<p:tagLst xmlns:p="http://schemas.openxmlformats.org/presentationml/2006/main">
  <p:tag name="AS_UNIQUEID" val="1368"/>
</p:tagLst>
</file>

<file path=ppt/tags/tag1290.xml><?xml version="1.0" encoding="utf-8"?>
<p:tagLst xmlns:p="http://schemas.openxmlformats.org/presentationml/2006/main">
  <p:tag name="AS_UNIQUEID" val="1369"/>
</p:tagLst>
</file>

<file path=ppt/tags/tag1291.xml><?xml version="1.0" encoding="utf-8"?>
<p:tagLst xmlns:p="http://schemas.openxmlformats.org/presentationml/2006/main">
  <p:tag name="AS_UNIQUEID" val="1370"/>
</p:tagLst>
</file>

<file path=ppt/tags/tag1292.xml><?xml version="1.0" encoding="utf-8"?>
<p:tagLst xmlns:p="http://schemas.openxmlformats.org/presentationml/2006/main">
  <p:tag name="AS_UNIQUEID" val="1371"/>
</p:tagLst>
</file>

<file path=ppt/tags/tag1293.xml><?xml version="1.0" encoding="utf-8"?>
<p:tagLst xmlns:p="http://schemas.openxmlformats.org/presentationml/2006/main">
  <p:tag name="AS_UNIQUEID" val="1372"/>
</p:tagLst>
</file>

<file path=ppt/tags/tag1294.xml><?xml version="1.0" encoding="utf-8"?>
<p:tagLst xmlns:p="http://schemas.openxmlformats.org/presentationml/2006/main">
  <p:tag name="AS_UNIQUEID" val="1373"/>
</p:tagLst>
</file>

<file path=ppt/tags/tag1295.xml><?xml version="1.0" encoding="utf-8"?>
<p:tagLst xmlns:p="http://schemas.openxmlformats.org/presentationml/2006/main">
  <p:tag name="AS_UNIQUEID" val="1374"/>
</p:tagLst>
</file>

<file path=ppt/tags/tag1296.xml><?xml version="1.0" encoding="utf-8"?>
<p:tagLst xmlns:p="http://schemas.openxmlformats.org/presentationml/2006/main">
  <p:tag name="AS_UNIQUEID" val="1375"/>
</p:tagLst>
</file>

<file path=ppt/tags/tag1297.xml><?xml version="1.0" encoding="utf-8"?>
<p:tagLst xmlns:p="http://schemas.openxmlformats.org/presentationml/2006/main">
  <p:tag name="AS_UNIQUEID" val="1376"/>
</p:tagLst>
</file>

<file path=ppt/tags/tag1298.xml><?xml version="1.0" encoding="utf-8"?>
<p:tagLst xmlns:p="http://schemas.openxmlformats.org/presentationml/2006/main">
  <p:tag name="AS_UNIQUEID" val="1377"/>
</p:tagLst>
</file>

<file path=ppt/tags/tag1299.xml><?xml version="1.0" encoding="utf-8"?>
<p:tagLst xmlns:p="http://schemas.openxmlformats.org/presentationml/2006/main">
  <p:tag name="AS_UNIQUEID" val="1378"/>
</p:tagLst>
</file>

<file path=ppt/tags/tag1300.xml><?xml version="1.0" encoding="utf-8"?>
<p:tagLst xmlns:p="http://schemas.openxmlformats.org/presentationml/2006/main">
  <p:tag name="AS_UNIQUEID" val="1379"/>
</p:tagLst>
</file>

<file path=ppt/tags/tag1301.xml><?xml version="1.0" encoding="utf-8"?>
<p:tagLst xmlns:p="http://schemas.openxmlformats.org/presentationml/2006/main">
  <p:tag name="AS_UNIQUEID" val="1380"/>
</p:tagLst>
</file>

<file path=ppt/tags/tag1302.xml><?xml version="1.0" encoding="utf-8"?>
<p:tagLst xmlns:p="http://schemas.openxmlformats.org/presentationml/2006/main">
  <p:tag name="AS_UNIQUEID" val="1381"/>
</p:tagLst>
</file>

<file path=ppt/tags/tag1303.xml><?xml version="1.0" encoding="utf-8"?>
<p:tagLst xmlns:p="http://schemas.openxmlformats.org/presentationml/2006/main">
  <p:tag name="AS_UNIQUEID" val="1382"/>
</p:tagLst>
</file>

<file path=ppt/tags/tag1304.xml><?xml version="1.0" encoding="utf-8"?>
<p:tagLst xmlns:p="http://schemas.openxmlformats.org/presentationml/2006/main">
  <p:tag name="AS_UNIQUEID" val="1383"/>
</p:tagLst>
</file>

<file path=ppt/tags/tag1305.xml><?xml version="1.0" encoding="utf-8"?>
<p:tagLst xmlns:p="http://schemas.openxmlformats.org/presentationml/2006/main">
  <p:tag name="AS_UNIQUEID" val="1384"/>
</p:tagLst>
</file>

<file path=ppt/tags/tag1306.xml><?xml version="1.0" encoding="utf-8"?>
<p:tagLst xmlns:p="http://schemas.openxmlformats.org/presentationml/2006/main">
  <p:tag name="AS_UNIQUEID" val="1385"/>
</p:tagLst>
</file>

<file path=ppt/tags/tag1307.xml><?xml version="1.0" encoding="utf-8"?>
<p:tagLst xmlns:p="http://schemas.openxmlformats.org/presentationml/2006/main">
  <p:tag name="AS_UNIQUEID" val="1386"/>
</p:tagLst>
</file>

<file path=ppt/tags/tag1308.xml><?xml version="1.0" encoding="utf-8"?>
<p:tagLst xmlns:p="http://schemas.openxmlformats.org/presentationml/2006/main">
  <p:tag name="AS_UNIQUEID" val="1387"/>
</p:tagLst>
</file>

<file path=ppt/tags/tag1309.xml><?xml version="1.0" encoding="utf-8"?>
<p:tagLst xmlns:p="http://schemas.openxmlformats.org/presentationml/2006/main">
  <p:tag name="AS_UNIQUEID" val="1388"/>
</p:tagLst>
</file>

<file path=ppt/tags/tag1310.xml><?xml version="1.0" encoding="utf-8"?>
<p:tagLst xmlns:p="http://schemas.openxmlformats.org/presentationml/2006/main">
  <p:tag name="AS_UNIQUEID" val="1389"/>
</p:tagLst>
</file>

<file path=ppt/tags/tag1311.xml><?xml version="1.0" encoding="utf-8"?>
<p:tagLst xmlns:p="http://schemas.openxmlformats.org/presentationml/2006/main">
  <p:tag name="AS_UNIQUEID" val="182"/>
</p:tagLst>
</file>

<file path=ppt/tags/tag1312.xml><?xml version="1.0" encoding="utf-8"?>
<p:tagLst xmlns:p="http://schemas.openxmlformats.org/presentationml/2006/main">
  <p:tag name="AS_UNIQUEID" val="1286"/>
</p:tagLst>
</file>

<file path=ppt/tags/tag1313.xml><?xml version="1.0" encoding="utf-8"?>
<p:tagLst xmlns:p="http://schemas.openxmlformats.org/presentationml/2006/main">
  <p:tag name="AS_UNIQUEID" val="1287"/>
</p:tagLst>
</file>

<file path=ppt/tags/tag1314.xml><?xml version="1.0" encoding="utf-8"?>
<p:tagLst xmlns:p="http://schemas.openxmlformats.org/presentationml/2006/main">
  <p:tag name="AS_UNIQUEID" val="1288"/>
</p:tagLst>
</file>

<file path=ppt/tags/tag1315.xml><?xml version="1.0" encoding="utf-8"?>
<p:tagLst xmlns:p="http://schemas.openxmlformats.org/presentationml/2006/main">
  <p:tag name="AS_UNIQUEID" val="1421"/>
</p:tagLst>
</file>

<file path=ppt/tags/tag1316.xml><?xml version="1.0" encoding="utf-8"?>
<p:tagLst xmlns:p="http://schemas.openxmlformats.org/presentationml/2006/main">
  <p:tag name="AS_UNIQUEID" val="1422"/>
</p:tagLst>
</file>

<file path=ppt/tags/tag1317.xml><?xml version="1.0" encoding="utf-8"?>
<p:tagLst xmlns:p="http://schemas.openxmlformats.org/presentationml/2006/main">
  <p:tag name="AS_UNIQUEID" val="1423"/>
</p:tagLst>
</file>

<file path=ppt/tags/tag1318.xml><?xml version="1.0" encoding="utf-8"?>
<p:tagLst xmlns:p="http://schemas.openxmlformats.org/presentationml/2006/main">
  <p:tag name="AS_UNIQUEID" val="1424"/>
</p:tagLst>
</file>

<file path=ppt/tags/tag1319.xml><?xml version="1.0" encoding="utf-8"?>
<p:tagLst xmlns:p="http://schemas.openxmlformats.org/presentationml/2006/main">
  <p:tag name="AS_UNIQUEID" val="1425"/>
</p:tagLst>
</file>

<file path=ppt/tags/tag1320.xml><?xml version="1.0" encoding="utf-8"?>
<p:tagLst xmlns:p="http://schemas.openxmlformats.org/presentationml/2006/main">
  <p:tag name="AS_UNIQUEID" val="1426"/>
</p:tagLst>
</file>

<file path=ppt/tags/tag1321.xml><?xml version="1.0" encoding="utf-8"?>
<p:tagLst xmlns:p="http://schemas.openxmlformats.org/presentationml/2006/main">
  <p:tag name="AS_UNIQUEID" val="1427"/>
</p:tagLst>
</file>

<file path=ppt/tags/tag1322.xml><?xml version="1.0" encoding="utf-8"?>
<p:tagLst xmlns:p="http://schemas.openxmlformats.org/presentationml/2006/main">
  <p:tag name="AS_UNIQUEID" val="1428"/>
</p:tagLst>
</file>

<file path=ppt/tags/tag1323.xml><?xml version="1.0" encoding="utf-8"?>
<p:tagLst xmlns:p="http://schemas.openxmlformats.org/presentationml/2006/main">
  <p:tag name="AS_UNIQUEID" val="1429"/>
</p:tagLst>
</file>

<file path=ppt/tags/tag1324.xml><?xml version="1.0" encoding="utf-8"?>
<p:tagLst xmlns:p="http://schemas.openxmlformats.org/presentationml/2006/main">
  <p:tag name="AS_UNIQUEID" val="1430"/>
</p:tagLst>
</file>

<file path=ppt/tags/tag1325.xml><?xml version="1.0" encoding="utf-8"?>
<p:tagLst xmlns:p="http://schemas.openxmlformats.org/presentationml/2006/main">
  <p:tag name="AS_UNIQUEID" val="1431"/>
</p:tagLst>
</file>

<file path=ppt/tags/tag1326.xml><?xml version="1.0" encoding="utf-8"?>
<p:tagLst xmlns:p="http://schemas.openxmlformats.org/presentationml/2006/main">
  <p:tag name="AS_UNIQUEID" val="1432"/>
</p:tagLst>
</file>

<file path=ppt/tags/tag1327.xml><?xml version="1.0" encoding="utf-8"?>
<p:tagLst xmlns:p="http://schemas.openxmlformats.org/presentationml/2006/main">
  <p:tag name="AS_UNIQUEID" val="182"/>
</p:tagLst>
</file>

<file path=ppt/tags/tag1328.xml><?xml version="1.0" encoding="utf-8"?>
<p:tagLst xmlns:p="http://schemas.openxmlformats.org/presentationml/2006/main">
  <p:tag name="AS_UNIQUEID" val="1417"/>
</p:tagLst>
</file>

<file path=ppt/tags/tag1329.xml><?xml version="1.0" encoding="utf-8"?>
<p:tagLst xmlns:p="http://schemas.openxmlformats.org/presentationml/2006/main">
  <p:tag name="AS_UNIQUEID" val="1418"/>
</p:tagLst>
</file>

<file path=ppt/tags/tag1330.xml><?xml version="1.0" encoding="utf-8"?>
<p:tagLst xmlns:p="http://schemas.openxmlformats.org/presentationml/2006/main">
  <p:tag name="AS_UNIQUEID" val="1419"/>
</p:tagLst>
</file>

<file path=ppt/tags/tag1331.xml><?xml version="1.0" encoding="utf-8"?>
<p:tagLst xmlns:p="http://schemas.openxmlformats.org/presentationml/2006/main">
  <p:tag name="AS_UNIQUEID" val="199"/>
</p:tagLst>
</file>

<file path=ppt/tags/tag1332.xml><?xml version="1.0" encoding="utf-8"?>
<p:tagLst xmlns:p="http://schemas.openxmlformats.org/presentationml/2006/main">
  <p:tag name="AS_UNIQUEID" val="200"/>
  <p:tag name="KSO_WM_BEAUTIFY_FLAG" val="#wm#"/>
  <p:tag name="KSO_WM_DIAGRAM_GROUP_CODE" val="n1-1"/>
  <p:tag name="KSO_WM_TAG_VERSION" val="1.0"/>
  <p:tag name="KSO_WM_TEMPLATE_CATEGORY" val="diagram"/>
  <p:tag name="KSO_WM_TEMPLATE_INDEX" val="20188089"/>
  <p:tag name="KSO_WM_UNIT_COMPATIBLE" val="0"/>
  <p:tag name="KSO_WM_UNIT_DIAGRAM_ISNUMVISUAL" val="0"/>
  <p:tag name="KSO_WM_UNIT_DIAGRAM_ISREFERUNIT" val="0"/>
  <p:tag name="KSO_WM_UNIT_HIGHLIGHT" val="0"/>
  <p:tag name="KSO_WM_UNIT_ID" val="diagram20188089_1*n_h_d*1_1_1"/>
  <p:tag name="KSO_WM_UNIT_INDEX" val="1_1_1"/>
  <p:tag name="KSO_WM_UNIT_LAYERLEVEL" val="1_1_1"/>
  <p:tag name="KSO_WM_UNIT_TYPE" val="n_h_d"/>
  <p:tag name="KSO_WM_UNIT_VALUE" val="519*1792"/>
</p:tagLst>
</file>

<file path=ppt/tags/tag1333.xml><?xml version="1.0" encoding="utf-8"?>
<p:tagLst xmlns:p="http://schemas.openxmlformats.org/presentationml/2006/main">
  <p:tag name="AS_UNIQUEID" val="201"/>
  <p:tag name="KSO_WM_BEAUTIFY_FLAG" val="#wm#"/>
  <p:tag name="KSO_WM_DIAGRAM_GROUP_CODE" val="n1-1"/>
  <p:tag name="KSO_WM_TAG_VERSION" val="1.0"/>
  <p:tag name="KSO_WM_TEMPLATE_CATEGORY" val="diagram"/>
  <p:tag name="KSO_WM_TEMPLATE_INDEX" val="20188089"/>
  <p:tag name="KSO_WM_UNIT_COMPATIBLE" val="0"/>
  <p:tag name="KSO_WM_UNIT_DIAGRAM_ISNUMVISUAL" val="0"/>
  <p:tag name="KSO_WM_UNIT_DIAGRAM_ISREFERUNIT" val="0"/>
  <p:tag name="KSO_WM_UNIT_FILL_FORE_SCHEMECOLOR_INDEX" val="5"/>
  <p:tag name="KSO_WM_UNIT_FILL_TYPE" val="1"/>
  <p:tag name="KSO_WM_UNIT_HIGHLIGHT" val="0"/>
  <p:tag name="KSO_WM_UNIT_ID" val="diagram20188089_1*n_h_i*1_1_2"/>
  <p:tag name="KSO_WM_UNIT_INDEX" val="1_1_2"/>
  <p:tag name="KSO_WM_UNIT_LAYERLEVEL" val="1_1_1"/>
  <p:tag name="KSO_WM_UNIT_LINE_FILL_TYPE" val="2"/>
  <p:tag name="KSO_WM_UNIT_LINE_FORE_SCHEMECOLOR_INDEX" val="14"/>
  <p:tag name="KSO_WM_UNIT_TEXT_FILL_FORE_SCHEMECOLOR_INDEX" val="2"/>
  <p:tag name="KSO_WM_UNIT_TEXT_FILL_TYPE" val="1"/>
  <p:tag name="KSO_WM_UNIT_TYPE" val="n_h_i"/>
</p:tagLst>
</file>

<file path=ppt/tags/tag1334.xml><?xml version="1.0" encoding="utf-8"?>
<p:tagLst xmlns:p="http://schemas.openxmlformats.org/presentationml/2006/main">
  <p:tag name="AS_UNIQUEID" val="202"/>
  <p:tag name="KSO_WM_BEAUTIFY_FLAG" val="#wm#"/>
  <p:tag name="KSO_WM_DIAGRAM_GROUP_CODE" val="n1-1"/>
  <p:tag name="KSO_WM_TAG_VERSION" val="1.0"/>
  <p:tag name="KSO_WM_TEMPLATE_CATEGORY" val="diagram"/>
  <p:tag name="KSO_WM_TEMPLATE_INDEX" val="20188089"/>
  <p:tag name="KSO_WM_UNIT_COMPATIBLE" val="0"/>
  <p:tag name="KSO_WM_UNIT_DIAGRAM_ISNUMVISUAL" val="0"/>
  <p:tag name="KSO_WM_UNIT_DIAGRAM_ISREFERUNIT" val="0"/>
  <p:tag name="KSO_WM_UNIT_HIGHLIGHT" val="0"/>
  <p:tag name="KSO_WM_UNIT_ID" val="diagram20188089_1*n_h_i*1_2_1"/>
  <p:tag name="KSO_WM_UNIT_INDEX" val="1_2_1"/>
  <p:tag name="KSO_WM_UNIT_LAYERLEVEL" val="1_1_1"/>
  <p:tag name="KSO_WM_UNIT_LINE_FILL_TYPE" val="2"/>
  <p:tag name="KSO_WM_UNIT_LINE_FORE_SCHEMECOLOR_INDEX" val="13"/>
  <p:tag name="KSO_WM_UNIT_TEXT_FILL_FORE_SCHEMECOLOR_INDEX" val="13"/>
  <p:tag name="KSO_WM_UNIT_TEXT_FILL_TYPE" val="1"/>
  <p:tag name="KSO_WM_UNIT_TYPE" val="n_h_i"/>
</p:tagLst>
</file>

<file path=ppt/tags/tag1335.xml><?xml version="1.0" encoding="utf-8"?>
<p:tagLst xmlns:p="http://schemas.openxmlformats.org/presentationml/2006/main">
  <p:tag name="AS_UNIQUEID" val="203"/>
  <p:tag name="KSO_WM_BEAUTIFY_FLAG" val="#wm#"/>
  <p:tag name="KSO_WM_DIAGRAM_GROUP_CODE" val="n1-1"/>
  <p:tag name="KSO_WM_TAG_VERSION" val="1.0"/>
  <p:tag name="KSO_WM_TEMPLATE_CATEGORY" val="diagram"/>
  <p:tag name="KSO_WM_TEMPLATE_INDEX" val="20188089"/>
  <p:tag name="KSO_WM_UNIT_COMPATIBLE" val="0"/>
  <p:tag name="KSO_WM_UNIT_DIAGRAM_ISNUMVISUAL" val="0"/>
  <p:tag name="KSO_WM_UNIT_DIAGRAM_ISREFERUNIT" val="0"/>
  <p:tag name="KSO_WM_UNIT_FILL_FORE_SCHEMECOLOR_INDEX" val="6"/>
  <p:tag name="KSO_WM_UNIT_FILL_TYPE" val="1"/>
  <p:tag name="KSO_WM_UNIT_HIGHLIGHT" val="0"/>
  <p:tag name="KSO_WM_UNIT_ID" val="diagram20188089_1*n_h_h_i*1_2_2_2"/>
  <p:tag name="KSO_WM_UNIT_INDEX" val="1_2_2_2"/>
  <p:tag name="KSO_WM_UNIT_LAYERLEVEL" val="1_1_1_1"/>
  <p:tag name="KSO_WM_UNIT_LINE_FILL_TYPE" val="2"/>
  <p:tag name="KSO_WM_UNIT_LINE_FORE_SCHEMECOLOR_INDEX" val="14"/>
  <p:tag name="KSO_WM_UNIT_TEXT_FILL_FORE_SCHEMECOLOR_INDEX" val="2"/>
  <p:tag name="KSO_WM_UNIT_TEXT_FILL_TYPE" val="1"/>
  <p:tag name="KSO_WM_UNIT_TYPE" val="n_h_h_i"/>
</p:tagLst>
</file>

<file path=ppt/tags/tag1336.xml><?xml version="1.0" encoding="utf-8"?>
<p:tagLst xmlns:p="http://schemas.openxmlformats.org/presentationml/2006/main">
  <p:tag name="AS_UNIQUEID" val="204"/>
  <p:tag name="KSO_WM_BEAUTIFY_FLAG" val="#wm#"/>
  <p:tag name="KSO_WM_DIAGRAM_GROUP_CODE" val="n1-1"/>
  <p:tag name="KSO_WM_TAG_VERSION" val="1.0"/>
  <p:tag name="KSO_WM_TEMPLATE_CATEGORY" val="diagram"/>
  <p:tag name="KSO_WM_TEMPLATE_INDEX" val="20188089"/>
  <p:tag name="KSO_WM_UNIT_COMPATIBLE" val="0"/>
  <p:tag name="KSO_WM_UNIT_DIAGRAM_ISNUMVISUAL" val="0"/>
  <p:tag name="KSO_WM_UNIT_DIAGRAM_ISREFERUNIT" val="0"/>
  <p:tag name="KSO_WM_UNIT_FILL_FORE_SCHEMECOLOR_INDEX" val="14"/>
  <p:tag name="KSO_WM_UNIT_FILL_TYPE" val="1"/>
  <p:tag name="KSO_WM_UNIT_HIGHLIGHT" val="0"/>
  <p:tag name="KSO_WM_UNIT_ID" val="diagram20188089_1*n_h_h_i*1_2_2_1"/>
  <p:tag name="KSO_WM_UNIT_INDEX" val="1_2_2_1"/>
  <p:tag name="KSO_WM_UNIT_LAYERLEVEL" val="1_1_1_1"/>
  <p:tag name="KSO_WM_UNIT_TEXT_FILL_FORE_SCHEMECOLOR_INDEX" val="13"/>
  <p:tag name="KSO_WM_UNIT_TEXT_FILL_TYPE" val="1"/>
  <p:tag name="KSO_WM_UNIT_TYPE" val="n_h_h_i"/>
</p:tagLst>
</file>

<file path=ppt/tags/tag1337.xml><?xml version="1.0" encoding="utf-8"?>
<p:tagLst xmlns:p="http://schemas.openxmlformats.org/presentationml/2006/main">
  <p:tag name="AS_UNIQUEID" val="205"/>
  <p:tag name="KSO_WM_BEAUTIFY_FLAG" val="#wm#"/>
  <p:tag name="KSO_WM_DIAGRAM_GROUP_CODE" val="n1-1"/>
  <p:tag name="KSO_WM_TAG_VERSION" val="1.0"/>
  <p:tag name="KSO_WM_TEMPLATE_CATEGORY" val="diagram"/>
  <p:tag name="KSO_WM_TEMPLATE_INDEX" val="20188089"/>
  <p:tag name="KSO_WM_UNIT_COMPATIBLE" val="0"/>
  <p:tag name="KSO_WM_UNIT_DIAGRAM_ISNUMVISUAL" val="0"/>
  <p:tag name="KSO_WM_UNIT_DIAGRAM_ISREFERUNIT" val="0"/>
  <p:tag name="KSO_WM_UNIT_FILL_FORE_SCHEMECOLOR_INDEX" val="5"/>
  <p:tag name="KSO_WM_UNIT_FILL_TYPE" val="1"/>
  <p:tag name="KSO_WM_UNIT_HIGHLIGHT" val="0"/>
  <p:tag name="KSO_WM_UNIT_ID" val="diagram20188089_1*n_h_h_i*1_2_1_2"/>
  <p:tag name="KSO_WM_UNIT_INDEX" val="1_2_1_2"/>
  <p:tag name="KSO_WM_UNIT_LAYERLEVEL" val="1_1_1_1"/>
  <p:tag name="KSO_WM_UNIT_LINE_FILL_TYPE" val="2"/>
  <p:tag name="KSO_WM_UNIT_LINE_FORE_SCHEMECOLOR_INDEX" val="14"/>
  <p:tag name="KSO_WM_UNIT_TEXT_FILL_FORE_SCHEMECOLOR_INDEX" val="2"/>
  <p:tag name="KSO_WM_UNIT_TEXT_FILL_TYPE" val="1"/>
  <p:tag name="KSO_WM_UNIT_TYPE" val="n_h_h_i"/>
</p:tagLst>
</file>

<file path=ppt/tags/tag1338.xml><?xml version="1.0" encoding="utf-8"?>
<p:tagLst xmlns:p="http://schemas.openxmlformats.org/presentationml/2006/main">
  <p:tag name="AS_UNIQUEID" val="206"/>
  <p:tag name="KSO_WM_BEAUTIFY_FLAG" val="#wm#"/>
  <p:tag name="KSO_WM_DIAGRAM_GROUP_CODE" val="n1-1"/>
  <p:tag name="KSO_WM_TAG_VERSION" val="1.0"/>
  <p:tag name="KSO_WM_TEMPLATE_CATEGORY" val="diagram"/>
  <p:tag name="KSO_WM_TEMPLATE_INDEX" val="20188089"/>
  <p:tag name="KSO_WM_UNIT_COMPATIBLE" val="0"/>
  <p:tag name="KSO_WM_UNIT_DIAGRAM_ISNUMVISUAL" val="0"/>
  <p:tag name="KSO_WM_UNIT_DIAGRAM_ISREFERUNIT" val="0"/>
  <p:tag name="KSO_WM_UNIT_FILL_FORE_SCHEMECOLOR_INDEX" val="14"/>
  <p:tag name="KSO_WM_UNIT_FILL_TYPE" val="1"/>
  <p:tag name="KSO_WM_UNIT_HIGHLIGHT" val="0"/>
  <p:tag name="KSO_WM_UNIT_ID" val="diagram20188089_1*n_h_h_i*1_2_1_1"/>
  <p:tag name="KSO_WM_UNIT_INDEX" val="1_2_1_1"/>
  <p:tag name="KSO_WM_UNIT_LAYERLEVEL" val="1_1_1_1"/>
  <p:tag name="KSO_WM_UNIT_TEXT_FILL_FORE_SCHEMECOLOR_INDEX" val="13"/>
  <p:tag name="KSO_WM_UNIT_TEXT_FILL_TYPE" val="1"/>
  <p:tag name="KSO_WM_UNIT_TYPE" val="n_h_h_i"/>
</p:tagLst>
</file>

<file path=ppt/tags/tag1339.xml><?xml version="1.0" encoding="utf-8"?>
<p:tagLst xmlns:p="http://schemas.openxmlformats.org/presentationml/2006/main">
  <p:tag name="AS_UNIQUEID" val="207"/>
  <p:tag name="KSO_WM_BEAUTIFY_FLAG" val="#wm#"/>
  <p:tag name="KSO_WM_DIAGRAM_GROUP_CODE" val="n1-1"/>
  <p:tag name="KSO_WM_TAG_VERSION" val="1.0"/>
  <p:tag name="KSO_WM_TEMPLATE_CATEGORY" val="diagram"/>
  <p:tag name="KSO_WM_TEMPLATE_INDEX" val="20188089"/>
  <p:tag name="KSO_WM_UNIT_COMPATIBLE" val="0"/>
  <p:tag name="KSO_WM_UNIT_DIAGRAM_ISNUMVISUAL" val="0"/>
  <p:tag name="KSO_WM_UNIT_DIAGRAM_ISREFERUNIT" val="0"/>
  <p:tag name="KSO_WM_UNIT_HIGHLIGHT" val="0"/>
  <p:tag name="KSO_WM_UNIT_ID" val="diagram20188089_1*n_h_a*1_1_1"/>
  <p:tag name="KSO_WM_UNIT_INDEX" val="1_1_1"/>
  <p:tag name="KSO_WM_UNIT_ISCONTENTSTITLE" val="0"/>
  <p:tag name="KSO_WM_UNIT_LAYERLEVEL" val="1_1_1"/>
  <p:tag name="KSO_WM_UNIT_NOCLEAR" val="0"/>
  <p:tag name="KSO_WM_UNIT_PRESET_TEXT" val="单击此处添加标题"/>
  <p:tag name="KSO_WM_UNIT_TEXT_FILL_FORE_SCHEMECOLOR_INDEX" val="14"/>
  <p:tag name="KSO_WM_UNIT_TEXT_FILL_TYPE" val="1"/>
  <p:tag name="KSO_WM_UNIT_TYPE" val="n_h_a"/>
  <p:tag name="KSO_WM_UNIT_VALUE" val="11"/>
</p:tagLst>
</file>

<file path=ppt/tags/tag1340.xml><?xml version="1.0" encoding="utf-8"?>
<p:tagLst xmlns:p="http://schemas.openxmlformats.org/presentationml/2006/main">
  <p:tag name="AS_UNIQUEID" val="208"/>
  <p:tag name="KSO_WM_BEAUTIFY_FLAG" val="#wm#"/>
  <p:tag name="KSO_WM_DIAGRAM_GROUP_CODE" val="n1-1"/>
  <p:tag name="KSO_WM_TAG_VERSION" val="1.0"/>
  <p:tag name="KSO_WM_TEMPLATE_CATEGORY" val="diagram"/>
  <p:tag name="KSO_WM_TEMPLATE_INDEX" val="20188089"/>
  <p:tag name="KSO_WM_UNIT_COMPATIBLE" val="0"/>
  <p:tag name="KSO_WM_UNIT_DIAGRAM_ISNUMVISUAL" val="0"/>
  <p:tag name="KSO_WM_UNIT_DIAGRAM_ISREFERUNIT" val="0"/>
  <p:tag name="KSO_WM_UNIT_HIGHLIGHT" val="0"/>
  <p:tag name="KSO_WM_UNIT_ID" val="diagram20188089_1*n_h_i*1_2_2"/>
  <p:tag name="KSO_WM_UNIT_INDEX" val="1_2_2"/>
  <p:tag name="KSO_WM_UNIT_LAYERLEVEL" val="1_1_1"/>
  <p:tag name="KSO_WM_UNIT_LINE_FILL_TYPE" val="2"/>
  <p:tag name="KSO_WM_UNIT_LINE_FORE_SCHEMECOLOR_INDEX" val="13"/>
  <p:tag name="KSO_WM_UNIT_TYPE" val="n_h_i"/>
</p:tagLst>
</file>

<file path=ppt/tags/tag1341.xml><?xml version="1.0" encoding="utf-8"?>
<p:tagLst xmlns:p="http://schemas.openxmlformats.org/presentationml/2006/main">
  <p:tag name="AS_UNIQUEID" val="209"/>
  <p:tag name="KSO_WM_BEAUTIFY_FLAG" val="#wm#"/>
  <p:tag name="KSO_WM_DIAGRAM_GROUP_CODE" val="n1-1"/>
  <p:tag name="KSO_WM_TAG_VERSION" val="1.0"/>
  <p:tag name="KSO_WM_TEMPLATE_CATEGORY" val="diagram"/>
  <p:tag name="KSO_WM_TEMPLATE_INDEX" val="20188089"/>
  <p:tag name="KSO_WM_UNIT_COMPATIBLE" val="0"/>
  <p:tag name="KSO_WM_UNIT_DIAGRAM_ISNUMVISUAL" val="0"/>
  <p:tag name="KSO_WM_UNIT_DIAGRAM_ISREFERUNIT" val="0"/>
  <p:tag name="KSO_WM_UNIT_HIGHLIGHT" val="0"/>
  <p:tag name="KSO_WM_UNIT_ID" val="diagram20188089_1*n_h_h_f*1_2_1_1"/>
  <p:tag name="KSO_WM_UNIT_INDEX" val="1_2_1_1"/>
  <p:tag name="KSO_WM_UNIT_LAYERLEVEL" val="1_1_1_1"/>
  <p:tag name="KSO_WM_UNIT_NOCLEAR" val="0"/>
  <p:tag name="KSO_WM_UNIT_PRESET_TEXT" val="单击此处添加文本具体内容，简明扼要的阐述您的观点。"/>
  <p:tag name="KSO_WM_UNIT_TEXT_FILL_FORE_SCHEMECOLOR_INDEX" val="13"/>
  <p:tag name="KSO_WM_UNIT_TEXT_FILL_TYPE" val="1"/>
  <p:tag name="KSO_WM_UNIT_TYPE" val="n_h_h_f"/>
  <p:tag name="KSO_WM_UNIT_VALUE" val="51"/>
</p:tagLst>
</file>

<file path=ppt/tags/tag1342.xml><?xml version="1.0" encoding="utf-8"?>
<p:tagLst xmlns:p="http://schemas.openxmlformats.org/presentationml/2006/main">
  <p:tag name="AS_UNIQUEID" val="210"/>
  <p:tag name="KSO_WM_BEAUTIFY_FLAG" val="#wm#"/>
  <p:tag name="KSO_WM_DIAGRAM_GROUP_CODE" val="n1-1"/>
  <p:tag name="KSO_WM_TAG_VERSION" val="1.0"/>
  <p:tag name="KSO_WM_TEMPLATE_CATEGORY" val="diagram"/>
  <p:tag name="KSO_WM_TEMPLATE_INDEX" val="20188089"/>
  <p:tag name="KSO_WM_UNIT_COMPATIBLE" val="0"/>
  <p:tag name="KSO_WM_UNIT_DIAGRAM_ISNUMVISUAL" val="0"/>
  <p:tag name="KSO_WM_UNIT_DIAGRAM_ISREFERUNIT" val="0"/>
  <p:tag name="KSO_WM_UNIT_HIGHLIGHT" val="0"/>
  <p:tag name="KSO_WM_UNIT_ID" val="diagram20188089_1*n_h_h_a*1_2_1_1"/>
  <p:tag name="KSO_WM_UNIT_INDEX" val="1_2_1_1"/>
  <p:tag name="KSO_WM_UNIT_ISCONTENTSTITLE" val="0"/>
  <p:tag name="KSO_WM_UNIT_LAYERLEVEL" val="1_1_1_1"/>
  <p:tag name="KSO_WM_UNIT_NOCLEAR" val="0"/>
  <p:tag name="KSO_WM_UNIT_PRESET_TEXT" val="单击此处添加标题"/>
  <p:tag name="KSO_WM_UNIT_TEXT_FILL_FORE_SCHEMECOLOR_INDEX" val="5"/>
  <p:tag name="KSO_WM_UNIT_TEXT_FILL_TYPE" val="1"/>
  <p:tag name="KSO_WM_UNIT_TYPE" val="n_h_h_a"/>
  <p:tag name="KSO_WM_UNIT_VALUE" val="51"/>
</p:tagLst>
</file>

<file path=ppt/tags/tag1343.xml><?xml version="1.0" encoding="utf-8"?>
<p:tagLst xmlns:p="http://schemas.openxmlformats.org/presentationml/2006/main">
  <p:tag name="AS_UNIQUEID" val="209"/>
  <p:tag name="KSO_WM_BEAUTIFY_FLAG" val="#wm#"/>
  <p:tag name="KSO_WM_DIAGRAM_GROUP_CODE" val="n1-1"/>
  <p:tag name="KSO_WM_TAG_VERSION" val="1.0"/>
  <p:tag name="KSO_WM_TEMPLATE_CATEGORY" val="diagram"/>
  <p:tag name="KSO_WM_TEMPLATE_INDEX" val="20188089"/>
  <p:tag name="KSO_WM_UNIT_COMPATIBLE" val="0"/>
  <p:tag name="KSO_WM_UNIT_DIAGRAM_ISNUMVISUAL" val="0"/>
  <p:tag name="KSO_WM_UNIT_DIAGRAM_ISREFERUNIT" val="0"/>
  <p:tag name="KSO_WM_UNIT_HIGHLIGHT" val="0"/>
  <p:tag name="KSO_WM_UNIT_ID" val="diagram20188089_1*n_h_h_f*1_2_1_1"/>
  <p:tag name="KSO_WM_UNIT_INDEX" val="1_2_1_1"/>
  <p:tag name="KSO_WM_UNIT_LAYERLEVEL" val="1_1_1_1"/>
  <p:tag name="KSO_WM_UNIT_NOCLEAR" val="0"/>
  <p:tag name="KSO_WM_UNIT_PRESET_TEXT" val="单击此处添加文本具体内容，简明扼要的阐述您的观点。"/>
  <p:tag name="KSO_WM_UNIT_TEXT_FILL_FORE_SCHEMECOLOR_INDEX" val="13"/>
  <p:tag name="KSO_WM_UNIT_TEXT_FILL_TYPE" val="1"/>
  <p:tag name="KSO_WM_UNIT_TYPE" val="n_h_h_f"/>
  <p:tag name="KSO_WM_UNIT_VALUE" val="51"/>
</p:tagLst>
</file>

<file path=ppt/tags/tag1344.xml><?xml version="1.0" encoding="utf-8"?>
<p:tagLst xmlns:p="http://schemas.openxmlformats.org/presentationml/2006/main">
  <p:tag name="AS_UNIQUEID" val="195"/>
</p:tagLst>
</file>

<file path=ppt/tags/tag1345.xml><?xml version="1.0" encoding="utf-8"?>
<p:tagLst xmlns:p="http://schemas.openxmlformats.org/presentationml/2006/main">
  <p:tag name="AS_UNIQUEID" val="196"/>
</p:tagLst>
</file>

<file path=ppt/tags/tag1346.xml><?xml version="1.0" encoding="utf-8"?>
<p:tagLst xmlns:p="http://schemas.openxmlformats.org/presentationml/2006/main">
  <p:tag name="AS_UNIQUEID" val="197"/>
</p:tagLst>
</file>

<file path=ppt/tags/tag1347.xml><?xml version="1.0" encoding="utf-8"?>
<p:tagLst xmlns:p="http://schemas.openxmlformats.org/presentationml/2006/main">
  <p:tag name="AS_UNIQUEID" val="216"/>
</p:tagLst>
</file>

<file path=ppt/tags/tag1348.xml><?xml version="1.0" encoding="utf-8"?>
<p:tagLst xmlns:p="http://schemas.openxmlformats.org/presentationml/2006/main">
  <p:tag name="AS_UNIQUEID" val="217"/>
</p:tagLst>
</file>

<file path=ppt/tags/tag1349.xml><?xml version="1.0" encoding="utf-8"?>
<p:tagLst xmlns:p="http://schemas.openxmlformats.org/presentationml/2006/main">
  <p:tag name="AS_UNIQUEID" val="218"/>
</p:tagLst>
</file>

<file path=ppt/tags/tag1350.xml><?xml version="1.0" encoding="utf-8"?>
<p:tagLst xmlns:p="http://schemas.openxmlformats.org/presentationml/2006/main">
  <p:tag name="AS_UNIQUEID" val="219"/>
</p:tagLst>
</file>

<file path=ppt/tags/tag1351.xml><?xml version="1.0" encoding="utf-8"?>
<p:tagLst xmlns:p="http://schemas.openxmlformats.org/presentationml/2006/main">
  <p:tag name="AS_UNIQUEID" val="220"/>
</p:tagLst>
</file>

<file path=ppt/tags/tag1352.xml><?xml version="1.0" encoding="utf-8"?>
<p:tagLst xmlns:p="http://schemas.openxmlformats.org/presentationml/2006/main">
  <p:tag name="AS_UNIQUEID" val="212"/>
</p:tagLst>
</file>

<file path=ppt/tags/tag1353.xml><?xml version="1.0" encoding="utf-8"?>
<p:tagLst xmlns:p="http://schemas.openxmlformats.org/presentationml/2006/main">
  <p:tag name="AS_UNIQUEID" val="213"/>
</p:tagLst>
</file>

<file path=ppt/tags/tag1354.xml><?xml version="1.0" encoding="utf-8"?>
<p:tagLst xmlns:p="http://schemas.openxmlformats.org/presentationml/2006/main">
  <p:tag name="AS_UNIQUEID" val="214"/>
</p:tagLst>
</file>

<file path=ppt/tags/tag1355.xml><?xml version="1.0" encoding="utf-8"?>
<p:tagLst xmlns:p="http://schemas.openxmlformats.org/presentationml/2006/main">
  <p:tag name="AS_UNIQUEID" val="226"/>
</p:tagLst>
</file>

<file path=ppt/tags/tag1356.xml><?xml version="1.0" encoding="utf-8"?>
<p:tagLst xmlns:p="http://schemas.openxmlformats.org/presentationml/2006/main">
  <p:tag name="AS_UNIQUEID" val="227"/>
  <p:tag name="KSO_WM_BEAUTIFY_FLAG" val="#wm#"/>
  <p:tag name="KSO_WM_DIAGRAM_GROUP_CODE" val="n1-1"/>
  <p:tag name="KSO_WM_TAG_VERSION" val="1.0"/>
  <p:tag name="KSO_WM_TEMPLATE_CATEGORY" val="diagram"/>
  <p:tag name="KSO_WM_TEMPLATE_INDEX" val="20170213"/>
  <p:tag name="KSO_WM_UNIT_COMPATIBLE" val="0"/>
  <p:tag name="KSO_WM_UNIT_DIAGRAM_ISNUMVISUAL" val="0"/>
  <p:tag name="KSO_WM_UNIT_DIAGRAM_ISREFERUNIT" val="0"/>
  <p:tag name="KSO_WM_UNIT_HIGHLIGHT" val="0"/>
  <p:tag name="KSO_WM_UNIT_ID" val="diagram20170213_1*n_h_h_a*1_2_1_1"/>
  <p:tag name="KSO_WM_UNIT_INDEX" val="1_2_1_1"/>
  <p:tag name="KSO_WM_UNIT_ISCONTENTSTITLE" val="0"/>
  <p:tag name="KSO_WM_UNIT_LAYERLEVEL" val="1_1_1_1"/>
  <p:tag name="KSO_WM_UNIT_NOCLEAR" val="0"/>
  <p:tag name="KSO_WM_UNIT_PRESET_TEXT" val="单击此处添加标题"/>
  <p:tag name="KSO_WM_UNIT_TEXT_FILL_FORE_SCHEMECOLOR_INDEX" val="13"/>
  <p:tag name="KSO_WM_UNIT_TEXT_FILL_TYPE" val="1"/>
  <p:tag name="KSO_WM_UNIT_TYPE" val="n_h_h_a"/>
  <p:tag name="KSO_WM_UNIT_VALUE" val="12"/>
</p:tagLst>
</file>

<file path=ppt/tags/tag1357.xml><?xml version="1.0" encoding="utf-8"?>
<p:tagLst xmlns:p="http://schemas.openxmlformats.org/presentationml/2006/main">
  <p:tag name="AS_UNIQUEID" val="228"/>
  <p:tag name="KSO_WM_BEAUTIFY_FLAG" val="#wm#"/>
  <p:tag name="KSO_WM_DIAGRAM_GROUP_CODE" val="n1-1"/>
  <p:tag name="KSO_WM_TAG_VERSION" val="1.0"/>
  <p:tag name="KSO_WM_TEMPLATE_CATEGORY" val="diagram"/>
  <p:tag name="KSO_WM_TEMPLATE_INDEX" val="20170213"/>
  <p:tag name="KSO_WM_UNIT_COMPATIBLE" val="0"/>
  <p:tag name="KSO_WM_UNIT_DIAGRAM_ISNUMVISUAL" val="0"/>
  <p:tag name="KSO_WM_UNIT_DIAGRAM_ISREFERUNIT" val="0"/>
  <p:tag name="KSO_WM_UNIT_HIGHLIGHT" val="0"/>
  <p:tag name="KSO_WM_UNIT_ID" val="diagram20170213_1*n_h_h_f*1_2_1_1"/>
  <p:tag name="KSO_WM_UNIT_INDEX" val="1_2_1_1"/>
  <p:tag name="KSO_WM_UNIT_LAYERLEVEL" val="1_1_1_1"/>
  <p:tag name="KSO_WM_UNIT_NOCLEAR" val="0"/>
  <p:tag name="KSO_WM_UNIT_PRESET_TEXT" val="单击此处添加文本具体内容，简明扼要地阐述你的观点。"/>
  <p:tag name="KSO_WM_UNIT_TEXT_FILL_FORE_SCHEMECOLOR_INDEX" val="13"/>
  <p:tag name="KSO_WM_UNIT_TEXT_FILL_TYPE" val="1"/>
  <p:tag name="KSO_WM_UNIT_TYPE" val="n_h_h_f"/>
</p:tagLst>
</file>

<file path=ppt/tags/tag1358.xml><?xml version="1.0" encoding="utf-8"?>
<p:tagLst xmlns:p="http://schemas.openxmlformats.org/presentationml/2006/main">
  <p:tag name="AS_UNIQUEID" val="229"/>
  <p:tag name="KSO_WM_BEAUTIFY_FLAG" val="#wm#"/>
  <p:tag name="KSO_WM_DIAGRAM_GROUP_CODE" val="n1-1"/>
  <p:tag name="KSO_WM_TAG_VERSION" val="1.0"/>
  <p:tag name="KSO_WM_TEMPLATE_CATEGORY" val="diagram"/>
  <p:tag name="KSO_WM_TEMPLATE_INDEX" val="20170213"/>
  <p:tag name="KSO_WM_UNIT_COMPATIBLE" val="0"/>
  <p:tag name="KSO_WM_UNIT_DIAGRAM_ISNUMVISUAL" val="0"/>
  <p:tag name="KSO_WM_UNIT_DIAGRAM_ISREFERUNIT" val="0"/>
  <p:tag name="KSO_WM_UNIT_HIGHLIGHT" val="0"/>
  <p:tag name="KSO_WM_UNIT_ID" val="diagram20170213_1*n_h_h_i*1_2_1_2"/>
  <p:tag name="KSO_WM_UNIT_INDEX" val="1_2_1_2"/>
  <p:tag name="KSO_WM_UNIT_LAYERLEVEL" val="1_1_1_1"/>
  <p:tag name="KSO_WM_UNIT_LINE_FILL_TYPE" val="2"/>
  <p:tag name="KSO_WM_UNIT_LINE_FORE_SCHEMECOLOR_INDEX" val="5"/>
  <p:tag name="KSO_WM_UNIT_TEXT_FILL_FORE_SCHEMECOLOR_INDEX" val="13"/>
  <p:tag name="KSO_WM_UNIT_TEXT_FILL_TYPE" val="1"/>
  <p:tag name="KSO_WM_UNIT_TYPE" val="n_h_h_i"/>
</p:tagLst>
</file>

<file path=ppt/tags/tag1359.xml><?xml version="1.0" encoding="utf-8"?>
<p:tagLst xmlns:p="http://schemas.openxmlformats.org/presentationml/2006/main">
  <p:tag name="AS_UNIQUEID" val="230"/>
  <p:tag name="KSO_WM_BEAUTIFY_FLAG" val="#wm#"/>
  <p:tag name="KSO_WM_DIAGRAM_GROUP_CODE" val="n1-1"/>
  <p:tag name="KSO_WM_TAG_VERSION" val="1.0"/>
  <p:tag name="KSO_WM_TEMPLATE_CATEGORY" val="diagram"/>
  <p:tag name="KSO_WM_TEMPLATE_INDEX" val="20170213"/>
  <p:tag name="KSO_WM_UNIT_COMPATIBLE" val="0"/>
  <p:tag name="KSO_WM_UNIT_DIAGRAM_ISNUMVISUAL" val="0"/>
  <p:tag name="KSO_WM_UNIT_DIAGRAM_ISREFERUNIT" val="0"/>
  <p:tag name="KSO_WM_UNIT_HIGHLIGHT" val="0"/>
  <p:tag name="KSO_WM_UNIT_ID" val="diagram20170213_1*n_h_h_i*1_2_2_2"/>
  <p:tag name="KSO_WM_UNIT_INDEX" val="1_2_2_2"/>
  <p:tag name="KSO_WM_UNIT_LAYERLEVEL" val="1_1_1_1"/>
  <p:tag name="KSO_WM_UNIT_LINE_FILL_TYPE" val="2"/>
  <p:tag name="KSO_WM_UNIT_LINE_FORE_SCHEMECOLOR_INDEX" val="5"/>
  <p:tag name="KSO_WM_UNIT_TEXT_FILL_FORE_SCHEMECOLOR_INDEX" val="13"/>
  <p:tag name="KSO_WM_UNIT_TEXT_FILL_TYPE" val="1"/>
  <p:tag name="KSO_WM_UNIT_TYPE" val="n_h_h_i"/>
</p:tagLst>
</file>

<file path=ppt/tags/tag1360.xml><?xml version="1.0" encoding="utf-8"?>
<p:tagLst xmlns:p="http://schemas.openxmlformats.org/presentationml/2006/main">
  <p:tag name="AS_UNIQUEID" val="231"/>
  <p:tag name="KSO_WM_BEAUTIFY_FLAG" val="#wm#"/>
  <p:tag name="KSO_WM_DIAGRAM_GROUP_CODE" val="n1-1"/>
  <p:tag name="KSO_WM_TAG_VERSION" val="1.0"/>
  <p:tag name="KSO_WM_TEMPLATE_CATEGORY" val="diagram"/>
  <p:tag name="KSO_WM_TEMPLATE_INDEX" val="20170213"/>
  <p:tag name="KSO_WM_UNIT_COMPATIBLE" val="0"/>
  <p:tag name="KSO_WM_UNIT_DIAGRAM_ISNUMVISUAL" val="0"/>
  <p:tag name="KSO_WM_UNIT_DIAGRAM_ISREFERUNIT" val="0"/>
  <p:tag name="KSO_WM_UNIT_FILL_FORE_SCHEMECOLOR_INDEX" val="14"/>
  <p:tag name="KSO_WM_UNIT_FILL_TYPE" val="1"/>
  <p:tag name="KSO_WM_UNIT_HIGHLIGHT" val="0"/>
  <p:tag name="KSO_WM_UNIT_ID" val="diagram20170213_1*n_h_i*1_1_7"/>
  <p:tag name="KSO_WM_UNIT_INDEX" val="1_1_7"/>
  <p:tag name="KSO_WM_UNIT_LAYERLEVEL" val="1_1_1"/>
  <p:tag name="KSO_WM_UNIT_TEXT_FILL_FORE_SCHEMECOLOR_INDEX" val="13"/>
  <p:tag name="KSO_WM_UNIT_TEXT_FILL_TYPE" val="1"/>
  <p:tag name="KSO_WM_UNIT_TYPE" val="n_h_i"/>
</p:tagLst>
</file>

<file path=ppt/tags/tag1361.xml><?xml version="1.0" encoding="utf-8"?>
<p:tagLst xmlns:p="http://schemas.openxmlformats.org/presentationml/2006/main">
  <p:tag name="AS_UNIQUEID" val="232"/>
  <p:tag name="KSO_WM_BEAUTIFY_FLAG" val="#wm#"/>
  <p:tag name="KSO_WM_DIAGRAM_GROUP_CODE" val="n1-1"/>
  <p:tag name="KSO_WM_TAG_VERSION" val="1.0"/>
  <p:tag name="KSO_WM_TEMPLATE_CATEGORY" val="diagram"/>
  <p:tag name="KSO_WM_TEMPLATE_INDEX" val="20170213"/>
  <p:tag name="KSO_WM_UNIT_COMPATIBLE" val="0"/>
  <p:tag name="KSO_WM_UNIT_DIAGRAM_ISNUMVISUAL" val="0"/>
  <p:tag name="KSO_WM_UNIT_DIAGRAM_ISREFERUNIT" val="0"/>
  <p:tag name="KSO_WM_UNIT_FILL_FORE_SCHEMECOLOR_INDEX" val="5"/>
  <p:tag name="KSO_WM_UNIT_FILL_TYPE" val="1"/>
  <p:tag name="KSO_WM_UNIT_HIGHLIGHT" val="0"/>
  <p:tag name="KSO_WM_UNIT_ID" val="diagram20170213_1*n_h_h_i*1_2_2_1"/>
  <p:tag name="KSO_WM_UNIT_INDEX" val="1_2_2_1"/>
  <p:tag name="KSO_WM_UNIT_LAYERLEVEL" val="1_1_1_1"/>
  <p:tag name="KSO_WM_UNIT_LINE_FILL_TYPE" val="2"/>
  <p:tag name="KSO_WM_UNIT_LINE_FORE_SCHEMECOLOR_INDEX" val="13"/>
  <p:tag name="KSO_WM_UNIT_TEXT_FILL_FORE_SCHEMECOLOR_INDEX" val="13"/>
  <p:tag name="KSO_WM_UNIT_TEXT_FILL_TYPE" val="1"/>
  <p:tag name="KSO_WM_UNIT_TYPE" val="n_h_h_i"/>
</p:tagLst>
</file>

<file path=ppt/tags/tag1362.xml><?xml version="1.0" encoding="utf-8"?>
<p:tagLst xmlns:p="http://schemas.openxmlformats.org/presentationml/2006/main">
  <p:tag name="AS_UNIQUEID" val="233"/>
  <p:tag name="KSO_WM_BEAUTIFY_FLAG" val="#wm#"/>
  <p:tag name="KSO_WM_DIAGRAM_GROUP_CODE" val="n1-1"/>
  <p:tag name="KSO_WM_TAG_VERSION" val="1.0"/>
  <p:tag name="KSO_WM_TEMPLATE_CATEGORY" val="diagram"/>
  <p:tag name="KSO_WM_TEMPLATE_INDEX" val="20170213"/>
  <p:tag name="KSO_WM_UNIT_COMPATIBLE" val="0"/>
  <p:tag name="KSO_WM_UNIT_DIAGRAM_ISNUMVISUAL" val="0"/>
  <p:tag name="KSO_WM_UNIT_DIAGRAM_ISREFERUNIT" val="0"/>
  <p:tag name="KSO_WM_UNIT_FILL_FORE_SCHEMECOLOR_INDEX" val="14"/>
  <p:tag name="KSO_WM_UNIT_FILL_TYPE" val="1"/>
  <p:tag name="KSO_WM_UNIT_HIGHLIGHT" val="0"/>
  <p:tag name="KSO_WM_UNIT_ID" val="diagram20170213_1*n_h_h_x*1_2_2_1"/>
  <p:tag name="KSO_WM_UNIT_INDEX" val="1_2_2_1"/>
  <p:tag name="KSO_WM_UNIT_LAYERLEVEL" val="1_1_1_1"/>
  <p:tag name="KSO_WM_UNIT_TEXT_FILL_FORE_SCHEMECOLOR_INDEX" val="13"/>
  <p:tag name="KSO_WM_UNIT_TEXT_FILL_TYPE" val="1"/>
  <p:tag name="KSO_WM_UNIT_TYPE" val="n_h_h_x"/>
  <p:tag name="KSO_WM_UNIT_VALUE" val="107*112"/>
</p:tagLst>
</file>

<file path=ppt/tags/tag1363.xml><?xml version="1.0" encoding="utf-8"?>
<p:tagLst xmlns:p="http://schemas.openxmlformats.org/presentationml/2006/main">
  <p:tag name="AS_UNIQUEID" val="234"/>
  <p:tag name="KSO_WM_BEAUTIFY_FLAG" val="#wm#"/>
  <p:tag name="KSO_WM_DIAGRAM_GROUP_CODE" val="n1-1"/>
  <p:tag name="KSO_WM_TAG_VERSION" val="1.0"/>
  <p:tag name="KSO_WM_TEMPLATE_CATEGORY" val="diagram"/>
  <p:tag name="KSO_WM_TEMPLATE_INDEX" val="20170213"/>
  <p:tag name="KSO_WM_UNIT_COMPATIBLE" val="0"/>
  <p:tag name="KSO_WM_UNIT_DIAGRAM_ISNUMVISUAL" val="0"/>
  <p:tag name="KSO_WM_UNIT_DIAGRAM_ISREFERUNIT" val="0"/>
  <p:tag name="KSO_WM_UNIT_FILL_FORE_SCHEMECOLOR_INDEX" val="5"/>
  <p:tag name="KSO_WM_UNIT_FILL_TYPE" val="1"/>
  <p:tag name="KSO_WM_UNIT_HIGHLIGHT" val="0"/>
  <p:tag name="KSO_WM_UNIT_ID" val="diagram20170213_1*n_h_h_i*1_2_1_1"/>
  <p:tag name="KSO_WM_UNIT_INDEX" val="1_2_1_1"/>
  <p:tag name="KSO_WM_UNIT_LAYERLEVEL" val="1_1_1_1"/>
  <p:tag name="KSO_WM_UNIT_LINE_FILL_TYPE" val="2"/>
  <p:tag name="KSO_WM_UNIT_LINE_FORE_SCHEMECOLOR_INDEX" val="13"/>
  <p:tag name="KSO_WM_UNIT_TEXT_FILL_FORE_SCHEMECOLOR_INDEX" val="13"/>
  <p:tag name="KSO_WM_UNIT_TEXT_FILL_TYPE" val="1"/>
  <p:tag name="KSO_WM_UNIT_TYPE" val="n_h_h_i"/>
</p:tagLst>
</file>

<file path=ppt/tags/tag1364.xml><?xml version="1.0" encoding="utf-8"?>
<p:tagLst xmlns:p="http://schemas.openxmlformats.org/presentationml/2006/main">
  <p:tag name="AS_UNIQUEID" val="235"/>
  <p:tag name="KSO_WM_BEAUTIFY_FLAG" val="#wm#"/>
  <p:tag name="KSO_WM_DIAGRAM_GROUP_CODE" val="n1-1"/>
  <p:tag name="KSO_WM_TAG_VERSION" val="1.0"/>
  <p:tag name="KSO_WM_TEMPLATE_CATEGORY" val="diagram"/>
  <p:tag name="KSO_WM_TEMPLATE_INDEX" val="20170213"/>
  <p:tag name="KSO_WM_UNIT_COMPATIBLE" val="0"/>
  <p:tag name="KSO_WM_UNIT_DIAGRAM_ISNUMVISUAL" val="0"/>
  <p:tag name="KSO_WM_UNIT_DIAGRAM_ISREFERUNIT" val="0"/>
  <p:tag name="KSO_WM_UNIT_FILL_FORE_SCHEMECOLOR_INDEX" val="14"/>
  <p:tag name="KSO_WM_UNIT_FILL_TYPE" val="1"/>
  <p:tag name="KSO_WM_UNIT_HIGHLIGHT" val="0"/>
  <p:tag name="KSO_WM_UNIT_ID" val="diagram20170213_1*n_h_h_x*1_2_1_1"/>
  <p:tag name="KSO_WM_UNIT_INDEX" val="1_2_1_1"/>
  <p:tag name="KSO_WM_UNIT_LAYERLEVEL" val="1_1_1_1"/>
  <p:tag name="KSO_WM_UNIT_TEXT_FILL_FORE_SCHEMECOLOR_INDEX" val="13"/>
  <p:tag name="KSO_WM_UNIT_TEXT_FILL_TYPE" val="1"/>
  <p:tag name="KSO_WM_UNIT_TYPE" val="n_h_h_x"/>
  <p:tag name="KSO_WM_UNIT_VALUE" val="100*105"/>
</p:tagLst>
</file>

<file path=ppt/tags/tag1365.xml><?xml version="1.0" encoding="utf-8"?>
<p:tagLst xmlns:p="http://schemas.openxmlformats.org/presentationml/2006/main">
  <p:tag name="AS_UNIQUEID" val="236"/>
  <p:tag name="KSO_WM_BEAUTIFY_FLAG" val="#wm#"/>
  <p:tag name="KSO_WM_DIAGRAM_GROUP_CODE" val="n1-1"/>
  <p:tag name="KSO_WM_TAG_VERSION" val="1.0"/>
  <p:tag name="KSO_WM_TEMPLATE_CATEGORY" val="diagram"/>
  <p:tag name="KSO_WM_TEMPLATE_INDEX" val="20170213"/>
  <p:tag name="KSO_WM_UNIT_COMPATIBLE" val="0"/>
  <p:tag name="KSO_WM_UNIT_DIAGRAM_ISNUMVISUAL" val="0"/>
  <p:tag name="KSO_WM_UNIT_DIAGRAM_ISREFERUNIT" val="0"/>
  <p:tag name="KSO_WM_UNIT_HIGHLIGHT" val="0"/>
  <p:tag name="KSO_WM_UNIT_ID" val="diagram20170213_1*n_h_d*1_1_1"/>
  <p:tag name="KSO_WM_UNIT_INDEX" val="1_1_1"/>
  <p:tag name="KSO_WM_UNIT_LAYERLEVEL" val="1_1_1"/>
  <p:tag name="KSO_WM_UNIT_SUPPORT_UNIT_TYPE" val="[]"/>
  <p:tag name="KSO_WM_UNIT_TYPE" val="n_h_d"/>
  <p:tag name="KSO_WM_UNIT_VALUE" val="568*978"/>
</p:tagLst>
</file>

<file path=ppt/tags/tag1366.xml><?xml version="1.0" encoding="utf-8"?>
<p:tagLst xmlns:p="http://schemas.openxmlformats.org/presentationml/2006/main">
  <p:tag name="AS_UNIQUEID" val="237"/>
  <p:tag name="KSO_WM_BEAUTIFY_FLAG" val="#wm#"/>
  <p:tag name="KSO_WM_DIAGRAM_GROUP_CODE" val="n1-1"/>
  <p:tag name="KSO_WM_TAG_VERSION" val="1.0"/>
  <p:tag name="KSO_WM_TEMPLATE_CATEGORY" val="diagram"/>
  <p:tag name="KSO_WM_TEMPLATE_INDEX" val="20170213"/>
  <p:tag name="KSO_WM_UNIT_COMPATIBLE" val="0"/>
  <p:tag name="KSO_WM_UNIT_DIAGRAM_ISNUMVISUAL" val="0"/>
  <p:tag name="KSO_WM_UNIT_DIAGRAM_ISREFERUNIT" val="0"/>
  <p:tag name="KSO_WM_UNIT_FILL_FORE_SCHEMECOLOR_INDEX" val="14"/>
  <p:tag name="KSO_WM_UNIT_FILL_TYPE" val="1"/>
  <p:tag name="KSO_WM_UNIT_HIGHLIGHT" val="0"/>
  <p:tag name="KSO_WM_UNIT_ID" val="diagram20170213_1*n_h_i*1_1_1"/>
  <p:tag name="KSO_WM_UNIT_INDEX" val="1_1_1"/>
  <p:tag name="KSO_WM_UNIT_LAYERLEVEL" val="1_1_1"/>
  <p:tag name="KSO_WM_UNIT_TEXT_FILL_FORE_SCHEMECOLOR_INDEX" val="13"/>
  <p:tag name="KSO_WM_UNIT_TEXT_FILL_TYPE" val="1"/>
  <p:tag name="KSO_WM_UNIT_TYPE" val="n_h_i"/>
</p:tagLst>
</file>

<file path=ppt/tags/tag1367.xml><?xml version="1.0" encoding="utf-8"?>
<p:tagLst xmlns:p="http://schemas.openxmlformats.org/presentationml/2006/main">
  <p:tag name="AS_UNIQUEID" val="238"/>
  <p:tag name="KSO_WM_BEAUTIFY_FLAG" val="#wm#"/>
  <p:tag name="KSO_WM_DIAGRAM_GROUP_CODE" val="n1-1"/>
  <p:tag name="KSO_WM_TAG_VERSION" val="1.0"/>
  <p:tag name="KSO_WM_TEMPLATE_CATEGORY" val="diagram"/>
  <p:tag name="KSO_WM_TEMPLATE_INDEX" val="20170213"/>
  <p:tag name="KSO_WM_UNIT_COMPATIBLE" val="0"/>
  <p:tag name="KSO_WM_UNIT_DIAGRAM_ISNUMVISUAL" val="0"/>
  <p:tag name="KSO_WM_UNIT_DIAGRAM_ISREFERUNIT" val="0"/>
  <p:tag name="KSO_WM_UNIT_FILL_FORE_SCHEMECOLOR_INDEX" val="14"/>
  <p:tag name="KSO_WM_UNIT_FILL_TYPE" val="1"/>
  <p:tag name="KSO_WM_UNIT_HIGHLIGHT" val="0"/>
  <p:tag name="KSO_WM_UNIT_ID" val="diagram20170213_1*n_h_i*1_1_2"/>
  <p:tag name="KSO_WM_UNIT_INDEX" val="1_1_2"/>
  <p:tag name="KSO_WM_UNIT_LAYERLEVEL" val="1_1_1"/>
  <p:tag name="KSO_WM_UNIT_TEXT_FILL_FORE_SCHEMECOLOR_INDEX" val="13"/>
  <p:tag name="KSO_WM_UNIT_TEXT_FILL_TYPE" val="1"/>
  <p:tag name="KSO_WM_UNIT_TYPE" val="n_h_i"/>
</p:tagLst>
</file>

<file path=ppt/tags/tag1368.xml><?xml version="1.0" encoding="utf-8"?>
<p:tagLst xmlns:p="http://schemas.openxmlformats.org/presentationml/2006/main">
  <p:tag name="AS_UNIQUEID" val="239"/>
  <p:tag name="KSO_WM_BEAUTIFY_FLAG" val="#wm#"/>
  <p:tag name="KSO_WM_DIAGRAM_GROUP_CODE" val="n1-1"/>
  <p:tag name="KSO_WM_TAG_VERSION" val="1.0"/>
  <p:tag name="KSO_WM_TEMPLATE_CATEGORY" val="diagram"/>
  <p:tag name="KSO_WM_TEMPLATE_INDEX" val="20170213"/>
  <p:tag name="KSO_WM_UNIT_COMPATIBLE" val="0"/>
  <p:tag name="KSO_WM_UNIT_DIAGRAM_ISNUMVISUAL" val="0"/>
  <p:tag name="KSO_WM_UNIT_DIAGRAM_ISREFERUNIT" val="0"/>
  <p:tag name="KSO_WM_UNIT_FILL_FORE_SCHEMECOLOR_INDEX" val="13"/>
  <p:tag name="KSO_WM_UNIT_FILL_TYPE" val="1"/>
  <p:tag name="KSO_WM_UNIT_HIGHLIGHT" val="0"/>
  <p:tag name="KSO_WM_UNIT_ID" val="diagram20170213_1*n_h_i*1_1_3"/>
  <p:tag name="KSO_WM_UNIT_INDEX" val="1_1_3"/>
  <p:tag name="KSO_WM_UNIT_LAYERLEVEL" val="1_1_1"/>
  <p:tag name="KSO_WM_UNIT_TEXT_FILL_FORE_SCHEMECOLOR_INDEX" val="13"/>
  <p:tag name="KSO_WM_UNIT_TEXT_FILL_TYPE" val="1"/>
  <p:tag name="KSO_WM_UNIT_TYPE" val="n_h_i"/>
</p:tagLst>
</file>

<file path=ppt/tags/tag1369.xml><?xml version="1.0" encoding="utf-8"?>
<p:tagLst xmlns:p="http://schemas.openxmlformats.org/presentationml/2006/main">
  <p:tag name="AS_UNIQUEID" val="240"/>
  <p:tag name="KSO_WM_BEAUTIFY_FLAG" val="#wm#"/>
  <p:tag name="KSO_WM_DIAGRAM_GROUP_CODE" val="n1-1"/>
  <p:tag name="KSO_WM_TAG_VERSION" val="1.0"/>
  <p:tag name="KSO_WM_TEMPLATE_CATEGORY" val="diagram"/>
  <p:tag name="KSO_WM_TEMPLATE_INDEX" val="20170213"/>
  <p:tag name="KSO_WM_UNIT_COMPATIBLE" val="0"/>
  <p:tag name="KSO_WM_UNIT_DIAGRAM_ISNUMVISUAL" val="0"/>
  <p:tag name="KSO_WM_UNIT_DIAGRAM_ISREFERUNIT" val="0"/>
  <p:tag name="KSO_WM_UNIT_FILL_FORE_SCHEMECOLOR_INDEX" val="14"/>
  <p:tag name="KSO_WM_UNIT_FILL_TYPE" val="1"/>
  <p:tag name="KSO_WM_UNIT_HIGHLIGHT" val="0"/>
  <p:tag name="KSO_WM_UNIT_ID" val="diagram20170213_1*n_h_i*1_1_4"/>
  <p:tag name="KSO_WM_UNIT_INDEX" val="1_1_4"/>
  <p:tag name="KSO_WM_UNIT_LAYERLEVEL" val="1_1_1"/>
  <p:tag name="KSO_WM_UNIT_TEXT_FILL_FORE_SCHEMECOLOR_INDEX" val="13"/>
  <p:tag name="KSO_WM_UNIT_TEXT_FILL_TYPE" val="1"/>
  <p:tag name="KSO_WM_UNIT_TYPE" val="n_h_i"/>
</p:tagLst>
</file>

<file path=ppt/tags/tag1370.xml><?xml version="1.0" encoding="utf-8"?>
<p:tagLst xmlns:p="http://schemas.openxmlformats.org/presentationml/2006/main">
  <p:tag name="AS_UNIQUEID" val="241"/>
  <p:tag name="KSO_WM_BEAUTIFY_FLAG" val="#wm#"/>
  <p:tag name="KSO_WM_DIAGRAM_GROUP_CODE" val="n1-1"/>
  <p:tag name="KSO_WM_TAG_VERSION" val="1.0"/>
  <p:tag name="KSO_WM_TEMPLATE_CATEGORY" val="diagram"/>
  <p:tag name="KSO_WM_TEMPLATE_INDEX" val="20170213"/>
  <p:tag name="KSO_WM_UNIT_COMPATIBLE" val="0"/>
  <p:tag name="KSO_WM_UNIT_DIAGRAM_ISNUMVISUAL" val="0"/>
  <p:tag name="KSO_WM_UNIT_DIAGRAM_ISREFERUNIT" val="0"/>
  <p:tag name="KSO_WM_UNIT_FILL_FORE_SCHEMECOLOR_INDEX" val="14"/>
  <p:tag name="KSO_WM_UNIT_FILL_TYPE" val="1"/>
  <p:tag name="KSO_WM_UNIT_HIGHLIGHT" val="0"/>
  <p:tag name="KSO_WM_UNIT_ID" val="diagram20170213_1*n_h_i*1_1_5"/>
  <p:tag name="KSO_WM_UNIT_INDEX" val="1_1_5"/>
  <p:tag name="KSO_WM_UNIT_LAYERLEVEL" val="1_1_1"/>
  <p:tag name="KSO_WM_UNIT_TEXT_FILL_FORE_SCHEMECOLOR_INDEX" val="13"/>
  <p:tag name="KSO_WM_UNIT_TEXT_FILL_TYPE" val="1"/>
  <p:tag name="KSO_WM_UNIT_TYPE" val="n_h_i"/>
</p:tagLst>
</file>

<file path=ppt/tags/tag1371.xml><?xml version="1.0" encoding="utf-8"?>
<p:tagLst xmlns:p="http://schemas.openxmlformats.org/presentationml/2006/main">
  <p:tag name="AS_UNIQUEID" val="242"/>
  <p:tag name="KSO_WM_BEAUTIFY_FLAG" val="#wm#"/>
  <p:tag name="KSO_WM_DIAGRAM_GROUP_CODE" val="n1-1"/>
  <p:tag name="KSO_WM_TAG_VERSION" val="1.0"/>
  <p:tag name="KSO_WM_TEMPLATE_CATEGORY" val="diagram"/>
  <p:tag name="KSO_WM_TEMPLATE_INDEX" val="20170213"/>
  <p:tag name="KSO_WM_UNIT_COMPATIBLE" val="0"/>
  <p:tag name="KSO_WM_UNIT_DIAGRAM_ISNUMVISUAL" val="0"/>
  <p:tag name="KSO_WM_UNIT_DIAGRAM_ISREFERUNIT" val="0"/>
  <p:tag name="KSO_WM_UNIT_FILL_FORE_SCHEMECOLOR_INDEX" val="13"/>
  <p:tag name="KSO_WM_UNIT_FILL_TYPE" val="1"/>
  <p:tag name="KSO_WM_UNIT_HIGHLIGHT" val="0"/>
  <p:tag name="KSO_WM_UNIT_ID" val="diagram20170213_1*n_h_i*1_1_6"/>
  <p:tag name="KSO_WM_UNIT_INDEX" val="1_1_6"/>
  <p:tag name="KSO_WM_UNIT_LAYERLEVEL" val="1_1_1"/>
  <p:tag name="KSO_WM_UNIT_TEXT_FILL_FORE_SCHEMECOLOR_INDEX" val="13"/>
  <p:tag name="KSO_WM_UNIT_TEXT_FILL_TYPE" val="1"/>
  <p:tag name="KSO_WM_UNIT_TYPE" val="n_h_i"/>
</p:tagLst>
</file>

<file path=ppt/tags/tag1372.xml><?xml version="1.0" encoding="utf-8"?>
<p:tagLst xmlns:p="http://schemas.openxmlformats.org/presentationml/2006/main">
  <p:tag name="AS_UNIQUEID" val="243"/>
  <p:tag name="KSO_WM_BEAUTIFY_FLAG" val="#wm#"/>
  <p:tag name="KSO_WM_DIAGRAM_GROUP_CODE" val="n1-1"/>
  <p:tag name="KSO_WM_TAG_VERSION" val="1.0"/>
  <p:tag name="KSO_WM_TEMPLATE_CATEGORY" val="diagram"/>
  <p:tag name="KSO_WM_TEMPLATE_INDEX" val="20170213"/>
  <p:tag name="KSO_WM_UNIT_COMPATIBLE" val="0"/>
  <p:tag name="KSO_WM_UNIT_DIAGRAM_ISNUMVISUAL" val="0"/>
  <p:tag name="KSO_WM_UNIT_DIAGRAM_ISREFERUNIT" val="0"/>
  <p:tag name="KSO_WM_UNIT_HIGHLIGHT" val="0"/>
  <p:tag name="KSO_WM_UNIT_ID" val="diagram20170213_1*n_h_h_a*1_2_2_1"/>
  <p:tag name="KSO_WM_UNIT_INDEX" val="1_2_2_1"/>
  <p:tag name="KSO_WM_UNIT_ISCONTENTSTITLE" val="0"/>
  <p:tag name="KSO_WM_UNIT_LAYERLEVEL" val="1_1_1_1"/>
  <p:tag name="KSO_WM_UNIT_NOCLEAR" val="0"/>
  <p:tag name="KSO_WM_UNIT_PRESET_TEXT" val="单击此处添加标题"/>
  <p:tag name="KSO_WM_UNIT_TEXT_FILL_FORE_SCHEMECOLOR_INDEX" val="13"/>
  <p:tag name="KSO_WM_UNIT_TEXT_FILL_TYPE" val="1"/>
  <p:tag name="KSO_WM_UNIT_TYPE" val="n_h_h_a"/>
  <p:tag name="KSO_WM_UNIT_VALUE" val="12"/>
</p:tagLst>
</file>

<file path=ppt/tags/tag1373.xml><?xml version="1.0" encoding="utf-8"?>
<p:tagLst xmlns:p="http://schemas.openxmlformats.org/presentationml/2006/main">
  <p:tag name="AS_UNIQUEID" val="244"/>
  <p:tag name="KSO_WM_BEAUTIFY_FLAG" val="#wm#"/>
  <p:tag name="KSO_WM_DIAGRAM_GROUP_CODE" val="n1-1"/>
  <p:tag name="KSO_WM_TAG_VERSION" val="1.0"/>
  <p:tag name="KSO_WM_TEMPLATE_CATEGORY" val="diagram"/>
  <p:tag name="KSO_WM_TEMPLATE_INDEX" val="20170213"/>
  <p:tag name="KSO_WM_UNIT_COMPATIBLE" val="0"/>
  <p:tag name="KSO_WM_UNIT_DIAGRAM_ISNUMVISUAL" val="0"/>
  <p:tag name="KSO_WM_UNIT_DIAGRAM_ISREFERUNIT" val="0"/>
  <p:tag name="KSO_WM_UNIT_HIGHLIGHT" val="0"/>
  <p:tag name="KSO_WM_UNIT_ID" val="diagram20170213_1*n_h_h_f*1_2_2_1"/>
  <p:tag name="KSO_WM_UNIT_INDEX" val="1_2_2_1"/>
  <p:tag name="KSO_WM_UNIT_LAYERLEVEL" val="1_1_1_1"/>
  <p:tag name="KSO_WM_UNIT_NOCLEAR" val="0"/>
  <p:tag name="KSO_WM_UNIT_PRESET_TEXT" val="单击此处添加文本具体内容，简明扼要地阐述你的观点。"/>
  <p:tag name="KSO_WM_UNIT_TEXT_FILL_FORE_SCHEMECOLOR_INDEX" val="13"/>
  <p:tag name="KSO_WM_UNIT_TEXT_FILL_TYPE" val="1"/>
  <p:tag name="KSO_WM_UNIT_TYPE" val="n_h_h_f"/>
</p:tagLst>
</file>

<file path=ppt/tags/tag1374.xml><?xml version="1.0" encoding="utf-8"?>
<p:tagLst xmlns:p="http://schemas.openxmlformats.org/presentationml/2006/main">
  <p:tag name="AS_UNIQUEID" val="222"/>
</p:tagLst>
</file>

<file path=ppt/tags/tag1375.xml><?xml version="1.0" encoding="utf-8"?>
<p:tagLst xmlns:p="http://schemas.openxmlformats.org/presentationml/2006/main">
  <p:tag name="AS_UNIQUEID" val="223"/>
</p:tagLst>
</file>

<file path=ppt/tags/tag1376.xml><?xml version="1.0" encoding="utf-8"?>
<p:tagLst xmlns:p="http://schemas.openxmlformats.org/presentationml/2006/main">
  <p:tag name="AS_UNIQUEID" val="224"/>
</p:tagLst>
</file>

<file path=ppt/tags/tag1377.xml><?xml version="1.0" encoding="utf-8"?>
<p:tagLst xmlns:p="http://schemas.openxmlformats.org/presentationml/2006/main">
  <p:tag name="AS_UNIQUEID" val="1438"/>
</p:tagLst>
</file>

<file path=ppt/tags/tag1378.xml><?xml version="1.0" encoding="utf-8"?>
<p:tagLst xmlns:p="http://schemas.openxmlformats.org/presentationml/2006/main">
  <p:tag name="AS_UNIQUEID" val="1439"/>
</p:tagLst>
</file>

<file path=ppt/tags/tag1379.xml><?xml version="1.0" encoding="utf-8"?>
<p:tagLst xmlns:p="http://schemas.openxmlformats.org/presentationml/2006/main">
  <p:tag name="AS_UNIQUEID" val="1440"/>
</p:tagLst>
</file>

<file path=ppt/tags/tag1380.xml><?xml version="1.0" encoding="utf-8"?>
<p:tagLst xmlns:p="http://schemas.openxmlformats.org/presentationml/2006/main">
  <p:tag name="AS_UNIQUEID" val="1441"/>
</p:tagLst>
</file>

<file path=ppt/tags/tag1381.xml><?xml version="1.0" encoding="utf-8"?>
<p:tagLst xmlns:p="http://schemas.openxmlformats.org/presentationml/2006/main">
  <p:tag name="AS_UNIQUEID" val="1442"/>
</p:tagLst>
</file>

<file path=ppt/tags/tag1382.xml><?xml version="1.0" encoding="utf-8"?>
<p:tagLst xmlns:p="http://schemas.openxmlformats.org/presentationml/2006/main">
  <p:tag name="AS_UNIQUEID" val="1443"/>
  <p:tag name="KSO_WM_UNIT_TABLE_BEAUTIFY" val="smartTable{d6716199-8bae-44dc-894b-11fcc8ed2b34}"/>
</p:tagLst>
</file>

<file path=ppt/tags/tag1383.xml><?xml version="1.0" encoding="utf-8"?>
<p:tagLst xmlns:p="http://schemas.openxmlformats.org/presentationml/2006/main">
  <p:tag name="AS_UNIQUEID" val="226"/>
</p:tagLst>
</file>

<file path=ppt/tags/tag1384.xml><?xml version="1.0" encoding="utf-8"?>
<p:tagLst xmlns:p="http://schemas.openxmlformats.org/presentationml/2006/main">
  <p:tag name="AS_UNIQUEID" val="1434"/>
</p:tagLst>
</file>

<file path=ppt/tags/tag1385.xml><?xml version="1.0" encoding="utf-8"?>
<p:tagLst xmlns:p="http://schemas.openxmlformats.org/presentationml/2006/main">
  <p:tag name="AS_UNIQUEID" val="1435"/>
</p:tagLst>
</file>

<file path=ppt/tags/tag1386.xml><?xml version="1.0" encoding="utf-8"?>
<p:tagLst xmlns:p="http://schemas.openxmlformats.org/presentationml/2006/main">
  <p:tag name="AS_UNIQUEID" val="1436"/>
</p:tagLst>
</file>

<file path=ppt/tags/tag1387.xml><?xml version="1.0" encoding="utf-8"?>
<p:tagLst xmlns:p="http://schemas.openxmlformats.org/presentationml/2006/main">
  <p:tag name="AS_UNIQUEID" val="82"/>
</p:tagLst>
</file>

<file path=ppt/tags/tag1388.xml><?xml version="1.0" encoding="utf-8"?>
<p:tagLst xmlns:p="http://schemas.openxmlformats.org/presentationml/2006/main">
  <p:tag name="AS_UNIQUEID" val="83"/>
</p:tagLst>
</file>

<file path=ppt/tags/tag1389.xml><?xml version="1.0" encoding="utf-8"?>
<p:tagLst xmlns:p="http://schemas.openxmlformats.org/presentationml/2006/main">
  <p:tag name="AS_UNIQUEID" val="84"/>
</p:tagLst>
</file>

<file path=ppt/tags/tag1390.xml><?xml version="1.0" encoding="utf-8"?>
<p:tagLst xmlns:p="http://schemas.openxmlformats.org/presentationml/2006/main">
  <p:tag name="AS_UNIQUEID" val="85"/>
</p:tagLst>
</file>

<file path=ppt/tags/tag1391.xml><?xml version="1.0" encoding="utf-8"?>
<p:tagLst xmlns:p="http://schemas.openxmlformats.org/presentationml/2006/main">
  <p:tag name="AS_UNIQUEID" val="86"/>
</p:tagLst>
</file>

<file path=ppt/tags/tag1392.xml><?xml version="1.0" encoding="utf-8"?>
<p:tagLst xmlns:p="http://schemas.openxmlformats.org/presentationml/2006/main">
  <p:tag name="AS_UNIQUEID" val="87"/>
</p:tagLst>
</file>

<file path=ppt/tags/tag1393.xml><?xml version="1.0" encoding="utf-8"?>
<p:tagLst xmlns:p="http://schemas.openxmlformats.org/presentationml/2006/main">
  <p:tag name="AS_UNIQUEID" val="88"/>
</p:tagLst>
</file>

<file path=ppt/tags/tag1394.xml><?xml version="1.0" encoding="utf-8"?>
<p:tagLst xmlns:p="http://schemas.openxmlformats.org/presentationml/2006/main">
  <p:tag name="AS_UNIQUEID" val="89"/>
</p:tagLst>
</file>

<file path=ppt/tags/tag1395.xml><?xml version="1.0" encoding="utf-8"?>
<p:tagLst xmlns:p="http://schemas.openxmlformats.org/presentationml/2006/main">
  <p:tag name="AS_UNIQUEID" val="90"/>
</p:tagLst>
</file>

<file path=ppt/tags/tag1396.xml><?xml version="1.0" encoding="utf-8"?>
<p:tagLst xmlns:p="http://schemas.openxmlformats.org/presentationml/2006/main">
  <p:tag name="AS_UNIQUEID" val="91"/>
</p:tagLst>
</file>

<file path=ppt/tags/tag1397.xml><?xml version="1.0" encoding="utf-8"?>
<p:tagLst xmlns:p="http://schemas.openxmlformats.org/presentationml/2006/main">
  <p:tag name="AS_UNIQUEID" val="92"/>
</p:tagLst>
</file>

<file path=ppt/tags/tag1398.xml><?xml version="1.0" encoding="utf-8"?>
<p:tagLst xmlns:p="http://schemas.openxmlformats.org/presentationml/2006/main">
  <p:tag name="AS_UNIQUEID" val="93"/>
</p:tagLst>
</file>

<file path=ppt/tags/tag1399.xml><?xml version="1.0" encoding="utf-8"?>
<p:tagLst xmlns:p="http://schemas.openxmlformats.org/presentationml/2006/main">
  <p:tag name="AS_UNIQUEID" val="94"/>
</p:tagLst>
</file>

<file path=ppt/tags/tag1400.xml><?xml version="1.0" encoding="utf-8"?>
<p:tagLst xmlns:p="http://schemas.openxmlformats.org/presentationml/2006/main">
  <p:tag name="AS_UNIQUEID" val="95"/>
</p:tagLst>
</file>

<file path=ppt/tags/tag1401.xml><?xml version="1.0" encoding="utf-8"?>
<p:tagLst xmlns:p="http://schemas.openxmlformats.org/presentationml/2006/main">
  <p:tag name="AS_UNIQUEID" val="96"/>
</p:tagLst>
</file>

<file path=ppt/tags/tag1402.xml><?xml version="1.0" encoding="utf-8"?>
<p:tagLst xmlns:p="http://schemas.openxmlformats.org/presentationml/2006/main">
  <p:tag name="AS_UNIQUEID" val="97"/>
</p:tagLst>
</file>

<file path=ppt/tags/tag1403.xml><?xml version="1.0" encoding="utf-8"?>
<p:tagLst xmlns:p="http://schemas.openxmlformats.org/presentationml/2006/main">
  <p:tag name="AS_UNIQUEID" val="98"/>
</p:tagLst>
</file>

<file path=ppt/tags/tag1404.xml><?xml version="1.0" encoding="utf-8"?>
<p:tagLst xmlns:p="http://schemas.openxmlformats.org/presentationml/2006/main">
  <p:tag name="AS_UNIQUEID" val="99"/>
</p:tagLst>
</file>

<file path=ppt/tags/tag1405.xml><?xml version="1.0" encoding="utf-8"?>
<p:tagLst xmlns:p="http://schemas.openxmlformats.org/presentationml/2006/main">
  <p:tag name="AS_UNIQUEID" val="100"/>
</p:tagLst>
</file>

<file path=ppt/tags/tag1406.xml><?xml version="1.0" encoding="utf-8"?>
<p:tagLst xmlns:p="http://schemas.openxmlformats.org/presentationml/2006/main">
  <p:tag name="AS_UNIQUEID" val="101"/>
</p:tagLst>
</file>

<file path=ppt/tags/tag1407.xml><?xml version="1.0" encoding="utf-8"?>
<p:tagLst xmlns:p="http://schemas.openxmlformats.org/presentationml/2006/main">
  <p:tag name="AS_UNIQUEID" val="102"/>
</p:tagLst>
</file>

<file path=ppt/tags/tag1408.xml><?xml version="1.0" encoding="utf-8"?>
<p:tagLst xmlns:p="http://schemas.openxmlformats.org/presentationml/2006/main">
  <p:tag name="AS_UNIQUEID" val="103"/>
</p:tagLst>
</file>

<file path=ppt/tags/tag1409.xml><?xml version="1.0" encoding="utf-8"?>
<p:tagLst xmlns:p="http://schemas.openxmlformats.org/presentationml/2006/main">
  <p:tag name="AS_UNIQUEID" val="104"/>
</p:tagLst>
</file>

<file path=ppt/tags/tag1410.xml><?xml version="1.0" encoding="utf-8"?>
<p:tagLst xmlns:p="http://schemas.openxmlformats.org/presentationml/2006/main">
  <p:tag name="AS_UNIQUEID" val="105"/>
</p:tagLst>
</file>

<file path=ppt/tags/tag1411.xml><?xml version="1.0" encoding="utf-8"?>
<p:tagLst xmlns:p="http://schemas.openxmlformats.org/presentationml/2006/main">
  <p:tag name="AS_UNIQUEID" val="106"/>
</p:tagLst>
</file>

<file path=ppt/tags/tag1412.xml><?xml version="1.0" encoding="utf-8"?>
<p:tagLst xmlns:p="http://schemas.openxmlformats.org/presentationml/2006/main">
  <p:tag name="AS_UNIQUEID" val="107"/>
</p:tagLst>
</file>

<file path=ppt/tags/tag1413.xml><?xml version="1.0" encoding="utf-8"?>
<p:tagLst xmlns:p="http://schemas.openxmlformats.org/presentationml/2006/main">
  <p:tag name="AS_UNIQUEID" val="108"/>
</p:tagLst>
</file>

<file path=ppt/tags/tag1414.xml><?xml version="1.0" encoding="utf-8"?>
<p:tagLst xmlns:p="http://schemas.openxmlformats.org/presentationml/2006/main">
  <p:tag name="AS_UNIQUEID" val="109"/>
</p:tagLst>
</file>

<file path=ppt/tags/tag1415.xml><?xml version="1.0" encoding="utf-8"?>
<p:tagLst xmlns:p="http://schemas.openxmlformats.org/presentationml/2006/main">
  <p:tag name="AS_UNIQUEID" val="110"/>
</p:tagLst>
</file>

<file path=ppt/tags/tag1416.xml><?xml version="1.0" encoding="utf-8"?>
<p:tagLst xmlns:p="http://schemas.openxmlformats.org/presentationml/2006/main">
  <p:tag name="AS_UNIQUEID" val="111"/>
</p:tagLst>
</file>

<file path=ppt/tags/tag1417.xml><?xml version="1.0" encoding="utf-8"?>
<p:tagLst xmlns:p="http://schemas.openxmlformats.org/presentationml/2006/main">
  <p:tag name="AS_UNIQUEID" val="112"/>
</p:tagLst>
</file>

<file path=ppt/tags/tag1418.xml><?xml version="1.0" encoding="utf-8"?>
<p:tagLst xmlns:p="http://schemas.openxmlformats.org/presentationml/2006/main">
  <p:tag name="AS_UNIQUEID" val="113"/>
</p:tagLst>
</file>

<file path=ppt/tags/tag1419.xml><?xml version="1.0" encoding="utf-8"?>
<p:tagLst xmlns:p="http://schemas.openxmlformats.org/presentationml/2006/main">
  <p:tag name="AS_UNIQUEID" val="114"/>
</p:tagLst>
</file>

<file path=ppt/tags/tag1420.xml><?xml version="1.0" encoding="utf-8"?>
<p:tagLst xmlns:p="http://schemas.openxmlformats.org/presentationml/2006/main">
  <p:tag name="AS_UNIQUEID" val="115"/>
</p:tagLst>
</file>

<file path=ppt/tags/tag1421.xml><?xml version="1.0" encoding="utf-8"?>
<p:tagLst xmlns:p="http://schemas.openxmlformats.org/presentationml/2006/main">
  <p:tag name="AS_UNIQUEID" val="226"/>
</p:tagLst>
</file>

<file path=ppt/tags/tag1422.xml><?xml version="1.0" encoding="utf-8"?>
<p:tagLst xmlns:p="http://schemas.openxmlformats.org/presentationml/2006/main">
  <p:tag name="AS_UNIQUEID" val="73"/>
</p:tagLst>
</file>

<file path=ppt/tags/tag1423.xml><?xml version="1.0" encoding="utf-8"?>
<p:tagLst xmlns:p="http://schemas.openxmlformats.org/presentationml/2006/main">
  <p:tag name="AS_UNIQUEID" val="74"/>
</p:tagLst>
</file>

<file path=ppt/tags/tag1424.xml><?xml version="1.0" encoding="utf-8"?>
<p:tagLst xmlns:p="http://schemas.openxmlformats.org/presentationml/2006/main">
  <p:tag name="AS_UNIQUEID" val="75"/>
</p:tagLst>
</file>

<file path=ppt/tags/tag1425.xml><?xml version="1.0" encoding="utf-8"?>
<p:tagLst xmlns:p="http://schemas.openxmlformats.org/presentationml/2006/main">
  <p:tag name="AS_UNIQUEID" val="226"/>
</p:tagLst>
</file>

<file path=ppt/tags/tag1426.xml><?xml version="1.0" encoding="utf-8"?>
<p:tagLst xmlns:p="http://schemas.openxmlformats.org/presentationml/2006/main">
  <p:tag name="AS_UNIQUEID" val="250"/>
</p:tagLst>
</file>

<file path=ppt/tags/tag1427.xml><?xml version="1.0" encoding="utf-8"?>
<p:tagLst xmlns:p="http://schemas.openxmlformats.org/presentationml/2006/main">
  <p:tag name="AS_UNIQUEID" val="251"/>
</p:tagLst>
</file>

<file path=ppt/tags/tag1428.xml><?xml version="1.0" encoding="utf-8"?>
<p:tagLst xmlns:p="http://schemas.openxmlformats.org/presentationml/2006/main">
  <p:tag name="AS_UNIQUEID" val="252"/>
</p:tagLst>
</file>

<file path=ppt/tags/tag1429.xml><?xml version="1.0" encoding="utf-8"?>
<p:tagLst xmlns:p="http://schemas.openxmlformats.org/presentationml/2006/main">
  <p:tag name="AS_UNIQUEID" val="253"/>
</p:tagLst>
</file>

<file path=ppt/tags/tag1430.xml><?xml version="1.0" encoding="utf-8"?>
<p:tagLst xmlns:p="http://schemas.openxmlformats.org/presentationml/2006/main">
  <p:tag name="AS_UNIQUEID" val="254"/>
</p:tagLst>
</file>

<file path=ppt/tags/tag1431.xml><?xml version="1.0" encoding="utf-8"?>
<p:tagLst xmlns:p="http://schemas.openxmlformats.org/presentationml/2006/main">
  <p:tag name="AS_UNIQUEID" val="255"/>
</p:tagLst>
</file>

<file path=ppt/tags/tag1432.xml><?xml version="1.0" encoding="utf-8"?>
<p:tagLst xmlns:p="http://schemas.openxmlformats.org/presentationml/2006/main">
  <p:tag name="AS_UNIQUEID" val="256"/>
</p:tagLst>
</file>

<file path=ppt/tags/tag1433.xml><?xml version="1.0" encoding="utf-8"?>
<p:tagLst xmlns:p="http://schemas.openxmlformats.org/presentationml/2006/main">
  <p:tag name="AS_UNIQUEID" val="257"/>
</p:tagLst>
</file>

<file path=ppt/tags/tag1434.xml><?xml version="1.0" encoding="utf-8"?>
<p:tagLst xmlns:p="http://schemas.openxmlformats.org/presentationml/2006/main">
  <p:tag name="AS_UNIQUEID" val="258"/>
</p:tagLst>
</file>

<file path=ppt/tags/tag1435.xml><?xml version="1.0" encoding="utf-8"?>
<p:tagLst xmlns:p="http://schemas.openxmlformats.org/presentationml/2006/main">
  <p:tag name="AS_UNIQUEID" val="259"/>
</p:tagLst>
</file>

<file path=ppt/tags/tag1436.xml><?xml version="1.0" encoding="utf-8"?>
<p:tagLst xmlns:p="http://schemas.openxmlformats.org/presentationml/2006/main">
  <p:tag name="AS_UNIQUEID" val="260"/>
</p:tagLst>
</file>

<file path=ppt/tags/tag1437.xml><?xml version="1.0" encoding="utf-8"?>
<p:tagLst xmlns:p="http://schemas.openxmlformats.org/presentationml/2006/main">
  <p:tag name="AS_UNIQUEID" val="261"/>
</p:tagLst>
</file>

<file path=ppt/tags/tag1438.xml><?xml version="1.0" encoding="utf-8"?>
<p:tagLst xmlns:p="http://schemas.openxmlformats.org/presentationml/2006/main">
  <p:tag name="AS_UNIQUEID" val="262"/>
</p:tagLst>
</file>

<file path=ppt/tags/tag1439.xml><?xml version="1.0" encoding="utf-8"?>
<p:tagLst xmlns:p="http://schemas.openxmlformats.org/presentationml/2006/main">
  <p:tag name="AS_UNIQUEID" val="263"/>
</p:tagLst>
</file>

<file path=ppt/tags/tag1440.xml><?xml version="1.0" encoding="utf-8"?>
<p:tagLst xmlns:p="http://schemas.openxmlformats.org/presentationml/2006/main">
  <p:tag name="AS_UNIQUEID" val="264"/>
</p:tagLst>
</file>

<file path=ppt/tags/tag1441.xml><?xml version="1.0" encoding="utf-8"?>
<p:tagLst xmlns:p="http://schemas.openxmlformats.org/presentationml/2006/main">
  <p:tag name="AS_UNIQUEID" val="265"/>
</p:tagLst>
</file>

<file path=ppt/tags/tag1442.xml><?xml version="1.0" encoding="utf-8"?>
<p:tagLst xmlns:p="http://schemas.openxmlformats.org/presentationml/2006/main">
  <p:tag name="AS_UNIQUEID" val="266"/>
</p:tagLst>
</file>

<file path=ppt/tags/tag1443.xml><?xml version="1.0" encoding="utf-8"?>
<p:tagLst xmlns:p="http://schemas.openxmlformats.org/presentationml/2006/main">
  <p:tag name="AS_UNIQUEID" val="267"/>
</p:tagLst>
</file>

<file path=ppt/tags/tag1444.xml><?xml version="1.0" encoding="utf-8"?>
<p:tagLst xmlns:p="http://schemas.openxmlformats.org/presentationml/2006/main">
  <p:tag name="AS_UNIQUEID" val="246"/>
</p:tagLst>
</file>

<file path=ppt/tags/tag1445.xml><?xml version="1.0" encoding="utf-8"?>
<p:tagLst xmlns:p="http://schemas.openxmlformats.org/presentationml/2006/main">
  <p:tag name="AS_UNIQUEID" val="247"/>
</p:tagLst>
</file>

<file path=ppt/tags/tag1446.xml><?xml version="1.0" encoding="utf-8"?>
<p:tagLst xmlns:p="http://schemas.openxmlformats.org/presentationml/2006/main">
  <p:tag name="AS_UNIQUEID" val="248"/>
</p:tagLst>
</file>

<file path=ppt/tags/tag1447.xml><?xml version="1.0" encoding="utf-8"?>
<p:tagLst xmlns:p="http://schemas.openxmlformats.org/presentationml/2006/main">
  <p:tag name="AS_NET" val="4.0.30319.42000"/>
  <p:tag name="AS_OS" val="Microsoft Windows NT 6.1.7601 Service Pack 1"/>
  <p:tag name="AS_RELEASE_DATE" val="2020.05.14"/>
  <p:tag name="AS_TITLE" val="Aspose.Slides for .NET 4.0 Client Profile"/>
  <p:tag name="AS_VERSION" val="20.5"/>
</p:tagLst>
</file>

<file path=ppt/theme/theme1.xml><?xml version="1.0" encoding="utf-8"?>
<a:theme xmlns:a="http://schemas.openxmlformats.org/drawingml/2006/main" name="千图网拥有20W+精美PPT模板 更多PPT模板下载至：www.58pic.com/office/pp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千图网拥有20W+精美PPT模板 更多PPT模板下载至：www.58pic.com/office/pp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3458</Words>
  <Application>WPS 演示</Application>
  <PresentationFormat>自定义</PresentationFormat>
  <Paragraphs>700</Paragraphs>
  <Slides>56</Slides>
  <Notes>45</Notes>
  <HiddenSlides>4</HiddenSlides>
  <MMClips>0</MMClips>
  <ScaleCrop>false</ScaleCrop>
  <HeadingPairs>
    <vt:vector size="6" baseType="variant">
      <vt:variant>
        <vt:lpstr>已用的字体</vt:lpstr>
      </vt:variant>
      <vt:variant>
        <vt:i4>25</vt:i4>
      </vt:variant>
      <vt:variant>
        <vt:lpstr>主题</vt:lpstr>
      </vt:variant>
      <vt:variant>
        <vt:i4>2</vt:i4>
      </vt:variant>
      <vt:variant>
        <vt:lpstr>幻灯片标题</vt:lpstr>
      </vt:variant>
      <vt:variant>
        <vt:i4>56</vt:i4>
      </vt:variant>
    </vt:vector>
  </HeadingPairs>
  <TitlesOfParts>
    <vt:vector size="83" baseType="lpstr">
      <vt:lpstr>Arial</vt:lpstr>
      <vt:lpstr>宋体</vt:lpstr>
      <vt:lpstr>Wingdings</vt:lpstr>
      <vt:lpstr>微软雅黑</vt:lpstr>
      <vt:lpstr>方正兰亭超细黑简体</vt:lpstr>
      <vt:lpstr>黑体</vt:lpstr>
      <vt:lpstr>hakuyoxingshu7000</vt:lpstr>
      <vt:lpstr>Lato Regular</vt:lpstr>
      <vt:lpstr>Segoe Print</vt:lpstr>
      <vt:lpstr>Arial Unicode MS</vt:lpstr>
      <vt:lpstr>等线 Light</vt:lpstr>
      <vt:lpstr>等线</vt:lpstr>
      <vt:lpstr>Arial</vt:lpstr>
      <vt:lpstr>Open Sans Light</vt:lpstr>
      <vt:lpstr>Open Sans</vt:lpstr>
      <vt:lpstr>Calibri</vt:lpstr>
      <vt:lpstr>楷体</vt:lpstr>
      <vt:lpstr>Impact</vt:lpstr>
      <vt:lpstr>华文楷体</vt:lpstr>
      <vt:lpstr>Wingdings</vt:lpstr>
      <vt:lpstr>Times New Roman</vt:lpstr>
      <vt:lpstr>Gill Sans</vt:lpstr>
      <vt:lpstr>Gill Sans MT</vt:lpstr>
      <vt:lpstr>ヒラギノ角ゴ ProN W3</vt:lpstr>
      <vt:lpstr>MS Mincho</vt:lpstr>
      <vt:lpstr>千图网拥有20W+精美PPT模板 更多PPT模板下载至：www.58pic.com/office/ppt​​</vt:lpstr>
      <vt:lpstr>1_千图网拥有20W+精美PPT模板 更多PPT模板下载至：www.58pic.com/office/ppt​​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本节小节</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Administrator</cp:lastModifiedBy>
  <cp:revision>7</cp:revision>
  <dcterms:created xsi:type="dcterms:W3CDTF">2018-02-23T07:21:00Z</dcterms:created>
  <dcterms:modified xsi:type="dcterms:W3CDTF">2026-08-11T03:12:12Z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2052-11.8.2.10393</vt:lpwstr>
  </property>
</Properties>
</file>