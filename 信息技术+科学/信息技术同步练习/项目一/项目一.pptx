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xls" ContentType="application/vnd.ms-excel"/>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4" r:id="rId3"/>
  </p:sldMasterIdLst>
  <p:notesMasterIdLst>
    <p:notesMasterId r:id="rId16"/>
  </p:notesMasterIdLst>
  <p:sldIdLst>
    <p:sldId id="256" r:id="rId4"/>
    <p:sldId id="279" r:id="rId5"/>
    <p:sldId id="280" r:id="rId6"/>
    <p:sldId id="286" r:id="rId7"/>
    <p:sldId id="281" r:id="rId8"/>
    <p:sldId id="300" r:id="rId9"/>
    <p:sldId id="282" r:id="rId10"/>
    <p:sldId id="328" r:id="rId11"/>
    <p:sldId id="329" r:id="rId12"/>
    <p:sldId id="332" r:id="rId13"/>
    <p:sldId id="333" r:id="rId14"/>
    <p:sldId id="334" r:id="rId15"/>
    <p:sldId id="335" r:id="rId17"/>
    <p:sldId id="338" r:id="rId18"/>
    <p:sldId id="283" r:id="rId19"/>
    <p:sldId id="339" r:id="rId20"/>
    <p:sldId id="371" r:id="rId21"/>
    <p:sldId id="361" r:id="rId22"/>
    <p:sldId id="362" r:id="rId23"/>
    <p:sldId id="363" r:id="rId24"/>
    <p:sldId id="364" r:id="rId25"/>
    <p:sldId id="365" r:id="rId26"/>
    <p:sldId id="366" r:id="rId27"/>
    <p:sldId id="367" r:id="rId28"/>
    <p:sldId id="368" r:id="rId29"/>
    <p:sldId id="284" r:id="rId30"/>
    <p:sldId id="295" r:id="rId31"/>
    <p:sldId id="296" r:id="rId32"/>
    <p:sldId id="297" r:id="rId33"/>
    <p:sldId id="298" r:id="rId34"/>
    <p:sldId id="342" r:id="rId35"/>
    <p:sldId id="343" r:id="rId36"/>
    <p:sldId id="270" r:id="rId37"/>
    <p:sldId id="344" r:id="rId38"/>
    <p:sldId id="285" r:id="rId39"/>
    <p:sldId id="271" r:id="rId40"/>
  </p:sldIdLst>
  <p:sldSz cx="12192000" cy="6858000"/>
  <p:notesSz cx="6858000" cy="9144000"/>
  <p:custDataLst>
    <p:tags r:id="rId44"/>
  </p:custDataLst>
  <p:defaultTex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p:restoredTop sz="94676"/>
  </p:normalViewPr>
  <p:slideViewPr>
    <p:cSldViewPr snapToGrid="0" showGuides="1">
      <p:cViewPr>
        <p:scale>
          <a:sx n="71" d="100"/>
          <a:sy n="71" d="100"/>
        </p:scale>
        <p:origin x="-446" y="230"/>
      </p:cViewPr>
      <p:guideLst>
        <p:guide orient="horz" pos="2285"/>
        <p:guide pos="3858"/>
      </p:guideLst>
    </p:cSldViewPr>
  </p:slideViewPr>
  <p:notesTextViewPr>
    <p:cViewPr>
      <p:scale>
        <a:sx n="1" d="1"/>
        <a:sy n="1" d="1"/>
      </p:scale>
      <p:origin x="0" y="0"/>
    </p:cViewPr>
  </p:notesTextViewPr>
  <p:sorterViewPr showFormatting="0">
    <p:cViewPr>
      <p:scale>
        <a:sx n="100" d="100"/>
        <a:sy n="100" d="100"/>
      </p:scale>
      <p:origin x="0" y="0"/>
    </p:cViewPr>
  </p:sorterViewPr>
  <p:notesViewPr>
    <p:cSldViewPr>
      <p:cViewPr>
        <p:scale>
          <a:sx n="66" d="100"/>
          <a:sy n="66" d="100"/>
        </p:scale>
        <p:origin x="0" y="0"/>
      </p:cViewPr>
      <p:guideLst/>
    </p:cSldViewPr>
  </p:notesViewPr>
  <p:gridSpacing cx="72005" cy="72005"/>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4" Type="http://schemas.openxmlformats.org/officeDocument/2006/relationships/tags" Target="tags/tag555.xml"/><Relationship Id="rId43" Type="http://schemas.openxmlformats.org/officeDocument/2006/relationships/tableStyles" Target="tableStyles.xml"/><Relationship Id="rId42" Type="http://schemas.openxmlformats.org/officeDocument/2006/relationships/viewProps" Target="viewProps.xml"/><Relationship Id="rId41" Type="http://schemas.openxmlformats.org/officeDocument/2006/relationships/presProps" Target="presProps.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notesMaster" Target="notesMasters/notesMaster1.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9.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0.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eaLnBrk="0" hangingPunct="0">
              <a:buFontTx/>
              <a:buNone/>
              <a:defRPr sz="1200"/>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eaLnBrk="0" hangingPunct="0">
              <a:buFontTx/>
              <a:buNone/>
              <a:defRPr sz="1200"/>
            </a:lvl1pPr>
          </a:lstStyle>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第二级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第三级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第四级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第五级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eaLnBrk="0" hangingPunct="0">
              <a:buFontTx/>
              <a:buNone/>
              <a:defRPr sz="1200"/>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wrap="square" lIns="91440" tIns="45720" rIns="91440" bIns="45720" numCol="1" anchor="b" anchorCtr="0" compatLnSpc="1"/>
          <a:lstStyle>
            <a:lvl1pPr algn="r" eaLnBrk="1" hangingPunct="1">
              <a:buFont typeface="Arial" panose="020B0604020202020204" pitchFamily="34" charset="0"/>
              <a:buNone/>
              <a:defRPr sz="1200" noProof="1"/>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6D5D20B-C9C8-4D59-9DE0-EFEFE0BDD008}" type="slidenum">
              <a:rPr kumimoji="0" altLang="en-US" sz="1200" b="0" i="0" u="none" strike="noStrike" kern="1200" cap="none" spc="0" normalizeH="0" baseline="0" noProof="1" smtClean="0">
                <a:ln>
                  <a:noFill/>
                </a:ln>
                <a:solidFill>
                  <a:schemeClr val="tx1"/>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1" smtClean="0">
              <a:ln>
                <a:noFill/>
              </a:ln>
              <a:solidFill>
                <a:schemeClr val="tx1"/>
              </a:solidFill>
              <a:effectLst/>
              <a:uLnTx/>
              <a:uFillTx/>
              <a:latin typeface="Calibri" panose="020F050202020403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幻灯片图像占位符 1"/>
          <p:cNvSpPr>
            <a:spLocks noGrp="1" noRot="1" noChangeAspect="1" noTextEdit="1"/>
          </p:cNvSpPr>
          <p:nvPr>
            <p:ph type="sldImg"/>
          </p:nvPr>
        </p:nvSpPr>
        <p:spPr/>
      </p:sp>
      <p:sp>
        <p:nvSpPr>
          <p:cNvPr id="55299" name="文本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zh-CN" alt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幻灯片图像占位符 1"/>
          <p:cNvSpPr>
            <a:spLocks noGrp="1" noRot="1" noChangeAspect="1" noTextEdit="1"/>
          </p:cNvSpPr>
          <p:nvPr>
            <p:ph type="sldImg"/>
          </p:nvPr>
        </p:nvSpPr>
        <p:spPr/>
      </p:sp>
      <p:sp>
        <p:nvSpPr>
          <p:cNvPr id="44035" name="文本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zh-CN" alt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p:cNvSpPr>
            <a:spLocks noGrp="1" noRot="1" noChangeAspect="1" noTextEdit="1"/>
          </p:cNvSpPr>
          <p:nvPr>
            <p:ph type="sldImg"/>
          </p:nvPr>
        </p:nvSpPr>
        <p:spPr/>
      </p:sp>
      <p:sp>
        <p:nvSpPr>
          <p:cNvPr id="45059" name="文本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zh-CN" alt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幻灯片图像占位符 1"/>
          <p:cNvSpPr>
            <a:spLocks noGrp="1" noRot="1" noChangeAspect="1" noTextEdit="1"/>
          </p:cNvSpPr>
          <p:nvPr>
            <p:ph type="sldImg"/>
          </p:nvPr>
        </p:nvSpPr>
        <p:spPr/>
      </p:sp>
      <p:sp>
        <p:nvSpPr>
          <p:cNvPr id="46083" name="文本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zh-CN" alt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幻灯片图像占位符 1"/>
          <p:cNvSpPr>
            <a:spLocks noGrp="1" noRot="1" noChangeAspect="1" noTextEdit="1"/>
          </p:cNvSpPr>
          <p:nvPr>
            <p:ph type="sldImg"/>
          </p:nvPr>
        </p:nvSpPr>
        <p:spPr/>
      </p:sp>
      <p:sp>
        <p:nvSpPr>
          <p:cNvPr id="47107" name="文本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zh-CN" alt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p:sp>
      <p:sp>
        <p:nvSpPr>
          <p:cNvPr id="48131" name="文本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zh-CN" alt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幻灯片图像占位符 1"/>
          <p:cNvSpPr>
            <a:spLocks noGrp="1" noRot="1" noChangeAspect="1" noTextEdit="1"/>
          </p:cNvSpPr>
          <p:nvPr>
            <p:ph type="sldImg"/>
          </p:nvPr>
        </p:nvSpPr>
        <p:spPr/>
      </p:sp>
      <p:sp>
        <p:nvSpPr>
          <p:cNvPr id="49155" name="文本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zh-CN" alt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幻灯片图像占位符 1"/>
          <p:cNvSpPr>
            <a:spLocks noGrp="1" noRot="1" noChangeAspect="1" noTextEdit="1"/>
          </p:cNvSpPr>
          <p:nvPr>
            <p:ph type="sldImg"/>
          </p:nvPr>
        </p:nvSpPr>
        <p:spPr/>
      </p:sp>
      <p:sp>
        <p:nvSpPr>
          <p:cNvPr id="50179" name="文本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zh-CN" altLang="en-US"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幻灯片图像占位符 1"/>
          <p:cNvSpPr>
            <a:spLocks noGrp="1" noRot="1" noChangeAspect="1" noTextEdit="1"/>
          </p:cNvSpPr>
          <p:nvPr>
            <p:ph type="sldImg"/>
          </p:nvPr>
        </p:nvSpPr>
        <p:spPr>
          <a:ln>
            <a:solidFill>
              <a:srgbClr val="000000">
                <a:alpha val="100000"/>
              </a:srgbClr>
            </a:solidFill>
            <a:miter lim="800000"/>
          </a:ln>
        </p:spPr>
      </p:sp>
      <p:sp>
        <p:nvSpPr>
          <p:cNvPr id="13315" name="文本占位符 2"/>
          <p:cNvSpPr>
            <a:spLocks noGrp="1"/>
          </p:cNvSpPr>
          <p:nvPr>
            <p:ph type="body" idx="1"/>
          </p:nvPr>
        </p:nvSpPr>
        <p:spPr>
          <a:noFill/>
          <a:ln>
            <a:noFill/>
          </a:ln>
        </p:spPr>
        <p:txBody>
          <a:bodyPr wrap="square" lIns="91440" tIns="45720" rIns="91440" bIns="45720" anchor="t"/>
          <a:lstStyle/>
          <a:p>
            <a:pPr lvl="0"/>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noProof="1" smtClean="0"/>
              <a:t>单击此处编辑母版标题样式</a:t>
            </a:r>
            <a:endParaRPr lang="en-US" noProof="1"/>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smtClean="0"/>
              <a:t>单击此处编辑母版副标题样式</a:t>
            </a:r>
            <a:endParaRPr lang="en-US" noProof="1"/>
          </a:p>
        </p:txBody>
      </p:sp>
      <p:sp>
        <p:nvSpPr>
          <p:cNvPr id="4" name="日期占位符 3"/>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D16FA71-E5A1-4B22-877B-790B2D8CCF13}" type="slidenum">
              <a:rPr kumimoji="0" altLang="en-US" sz="1200" b="0" i="0" u="none" strike="noStrike" kern="1200" cap="none" spc="0" normalizeH="0" baseline="0" noProof="1" smtClean="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1" smtClean="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noProof="1" smtClean="0"/>
              <a:t>单击此处编辑母版标题样式</a:t>
            </a:r>
            <a:endParaRPr lang="en-US" noProof="1"/>
          </a:p>
        </p:txBody>
      </p:sp>
      <p:sp>
        <p:nvSpPr>
          <p:cNvPr id="3" name="Content Placeholder 2"/>
          <p:cNvSpPr>
            <a:spLocks noGrp="1"/>
          </p:cNvSpPr>
          <p:nvPr>
            <p:ph idx="1"/>
          </p:nvPr>
        </p:nvSpPr>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en-US" noProof="1"/>
          </a:p>
        </p:txBody>
      </p:sp>
      <p:sp>
        <p:nvSpPr>
          <p:cNvPr id="4" name="日期占位符 3"/>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D16FA71-E5A1-4B22-877B-790B2D8CCF13}" type="slidenum">
              <a:rPr kumimoji="0" altLang="en-US" sz="1200" b="0" i="0" u="none" strike="noStrike" kern="1200" cap="none" spc="0" normalizeH="0" baseline="0" noProof="1" smtClean="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1" smtClean="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zh-CN" altLang="en-US" noProof="1" smtClean="0"/>
              <a:t>单击此处编辑母版标题样式</a:t>
            </a:r>
            <a:endParaRPr lang="en-US" noProof="1"/>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noProof="1" smtClean="0"/>
              <a:t>单击此处编辑母版文本样式</a:t>
            </a:r>
            <a:endParaRPr lang="zh-CN" altLang="en-US" noProof="1" smtClean="0"/>
          </a:p>
        </p:txBody>
      </p:sp>
      <p:sp>
        <p:nvSpPr>
          <p:cNvPr id="4" name="日期占位符 3"/>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D16FA71-E5A1-4B22-877B-790B2D8CCF13}" type="slidenum">
              <a:rPr kumimoji="0" altLang="en-US" sz="1200" b="0" i="0" u="none" strike="noStrike" kern="1200" cap="none" spc="0" normalizeH="0" baseline="0" noProof="1" smtClean="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1" smtClean="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noProof="1" smtClean="0"/>
              <a:t>单击此处编辑母版标题样式</a:t>
            </a:r>
            <a:endParaRPr lang="en-US" noProof="1"/>
          </a:p>
        </p:txBody>
      </p:sp>
      <p:sp>
        <p:nvSpPr>
          <p:cNvPr id="3" name="Content Placeholder 2"/>
          <p:cNvSpPr>
            <a:spLocks noGrp="1"/>
          </p:cNvSpPr>
          <p:nvPr>
            <p:ph sz="half" idx="1"/>
          </p:nvPr>
        </p:nvSpPr>
        <p:spPr>
          <a:xfrm>
            <a:off x="838200" y="1825625"/>
            <a:ext cx="5181600" cy="4351338"/>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en-US" noProof="1"/>
          </a:p>
        </p:txBody>
      </p:sp>
      <p:sp>
        <p:nvSpPr>
          <p:cNvPr id="4" name="Content Placeholder 3"/>
          <p:cNvSpPr>
            <a:spLocks noGrp="1"/>
          </p:cNvSpPr>
          <p:nvPr>
            <p:ph sz="half" idx="2"/>
          </p:nvPr>
        </p:nvSpPr>
        <p:spPr>
          <a:xfrm>
            <a:off x="6172200" y="1825625"/>
            <a:ext cx="5181600" cy="4351338"/>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en-US" noProof="1"/>
          </a:p>
        </p:txBody>
      </p:sp>
      <p:sp>
        <p:nvSpPr>
          <p:cNvPr id="5" name="日期占位符 4"/>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D16FA71-E5A1-4B22-877B-790B2D8CCF13}" type="slidenum">
              <a:rPr kumimoji="0" altLang="en-US" sz="1200" b="0" i="0" u="none" strike="noStrike" kern="1200" cap="none" spc="0" normalizeH="0" baseline="0" noProof="1" smtClean="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1" smtClean="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zh-CN" altLang="en-US" noProof="1" smtClean="0"/>
              <a:t>单击此处编辑母版标题样式</a:t>
            </a:r>
            <a:endParaRPr lang="en-US" noProof="1"/>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4" name="Content Placeholder 3"/>
          <p:cNvSpPr>
            <a:spLocks noGrp="1"/>
          </p:cNvSpPr>
          <p:nvPr>
            <p:ph sz="half" idx="2"/>
          </p:nvPr>
        </p:nvSpPr>
        <p:spPr>
          <a:xfrm>
            <a:off x="839789" y="2505075"/>
            <a:ext cx="5157787" cy="3684588"/>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en-US" noProof="1"/>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6" name="Content Placeholder 5"/>
          <p:cNvSpPr>
            <a:spLocks noGrp="1"/>
          </p:cNvSpPr>
          <p:nvPr>
            <p:ph sz="quarter" idx="4"/>
          </p:nvPr>
        </p:nvSpPr>
        <p:spPr>
          <a:xfrm>
            <a:off x="6172201" y="2505075"/>
            <a:ext cx="5183188" cy="3684588"/>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en-US" noProof="1"/>
          </a:p>
        </p:txBody>
      </p:sp>
      <p:sp>
        <p:nvSpPr>
          <p:cNvPr id="7" name="日期占位符 6"/>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D16FA71-E5A1-4B22-877B-790B2D8CCF13}" type="slidenum">
              <a:rPr kumimoji="0" altLang="en-US" sz="1200" b="0" i="0" u="none" strike="noStrike" kern="1200" cap="none" spc="0" normalizeH="0" baseline="0" noProof="1" smtClean="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1" smtClean="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noProof="1" smtClean="0"/>
              <a:t>单击此处编辑母版标题样式</a:t>
            </a:r>
            <a:endParaRPr lang="en-US" noProof="1"/>
          </a:p>
        </p:txBody>
      </p:sp>
      <p:sp>
        <p:nvSpPr>
          <p:cNvPr id="3" name="日期占位符 2"/>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D16FA71-E5A1-4B22-877B-790B2D8CCF13}" type="slidenum">
              <a:rPr kumimoji="0" altLang="en-US" sz="1200" b="0" i="0" u="none" strike="noStrike" kern="1200" cap="none" spc="0" normalizeH="0" baseline="0" noProof="1" smtClean="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1" smtClean="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D16FA71-E5A1-4B22-877B-790B2D8CCF13}" type="slidenum">
              <a:rPr kumimoji="0" altLang="en-US" sz="1200" b="0" i="0" u="none" strike="noStrike" kern="1200" cap="none" spc="0" normalizeH="0" baseline="0" noProof="1" smtClean="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1" smtClean="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noProof="1" smtClean="0"/>
              <a:t>单击此处编辑母版标题样式</a:t>
            </a:r>
            <a:endParaRPr lang="en-US" noProof="1"/>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en-US" noProof="1"/>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smtClean="0"/>
              <a:t>单击此处编辑母版文本样式</a:t>
            </a:r>
            <a:endParaRPr lang="zh-CN" altLang="en-US" noProof="1" smtClean="0"/>
          </a:p>
        </p:txBody>
      </p:sp>
      <p:sp>
        <p:nvSpPr>
          <p:cNvPr id="5" name="日期占位符 4"/>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D16FA71-E5A1-4B22-877B-790B2D8CCF13}" type="slidenum">
              <a:rPr kumimoji="0" altLang="en-US" sz="1200" b="0" i="0" u="none" strike="noStrike" kern="1200" cap="none" spc="0" normalizeH="0" baseline="0" noProof="1" smtClean="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1" smtClean="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noProof="1" smtClean="0"/>
              <a:t>单击此处编辑母版标题样式</a:t>
            </a:r>
            <a:endParaRPr lang="en-US" noProof="1"/>
          </a:p>
        </p:txBody>
      </p:sp>
      <p:sp>
        <p:nvSpPr>
          <p:cNvPr id="3" name="Picture Placeholder 2"/>
          <p:cNvSpPr>
            <a:spLocks noGrp="1" noChangeAspect="1"/>
          </p:cNvSpPr>
          <p:nvPr>
            <p:ph type="pic" idx="1"/>
          </p:nvPr>
        </p:nvSpPr>
        <p:spPr>
          <a:xfrm>
            <a:off x="5183188" y="987427"/>
            <a:ext cx="6172200" cy="4873625"/>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defRPr/>
            </a:pPr>
            <a:r>
              <a:rPr kumimoji="0" lang="zh-CN" altLang="en-US" sz="3200" b="0" i="0" u="none" strike="noStrike" kern="1200" cap="none" spc="0" normalizeH="0" baseline="0" noProof="0" smtClean="0">
                <a:ln>
                  <a:noFill/>
                </a:ln>
                <a:solidFill>
                  <a:schemeClr val="tx1"/>
                </a:solidFill>
                <a:effectLst/>
                <a:uLnTx/>
                <a:uFillTx/>
                <a:latin typeface="+mn-lt"/>
                <a:ea typeface="+mn-ea"/>
                <a:cs typeface="+mn-cs"/>
              </a:rPr>
              <a:t>单击图标添加图片</a:t>
            </a: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smtClean="0"/>
              <a:t>单击此处编辑母版文本样式</a:t>
            </a:r>
            <a:endParaRPr lang="zh-CN" altLang="en-US" noProof="1" smtClean="0"/>
          </a:p>
        </p:txBody>
      </p:sp>
      <p:sp>
        <p:nvSpPr>
          <p:cNvPr id="5" name="日期占位符 4"/>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D16FA71-E5A1-4B22-877B-790B2D8CCF13}" type="slidenum">
              <a:rPr kumimoji="0" altLang="en-US" sz="1200" b="0" i="0" u="none" strike="noStrike" kern="1200" cap="none" spc="0" normalizeH="0" baseline="0" noProof="1" smtClean="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1" smtClean="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noProof="1" smtClean="0"/>
              <a:t>单击此处编辑母版标题样式</a:t>
            </a:r>
            <a:endParaRPr lang="en-US" noProof="1"/>
          </a:p>
        </p:txBody>
      </p:sp>
      <p:sp>
        <p:nvSpPr>
          <p:cNvPr id="3" name="Vertical Text Placeholder 2"/>
          <p:cNvSpPr>
            <a:spLocks noGrp="1"/>
          </p:cNvSpPr>
          <p:nvPr>
            <p:ph type="body" orient="vert" idx="1"/>
          </p:nvPr>
        </p:nvSpPr>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en-US" noProof="1"/>
          </a:p>
        </p:txBody>
      </p:sp>
      <p:sp>
        <p:nvSpPr>
          <p:cNvPr id="4" name="日期占位符 3"/>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D16FA71-E5A1-4B22-877B-790B2D8CCF13}" type="slidenum">
              <a:rPr kumimoji="0" altLang="en-US" sz="1200" b="0" i="0" u="none" strike="noStrike" kern="1200" cap="none" spc="0" normalizeH="0" baseline="0" noProof="1" smtClean="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1" smtClean="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zh-CN" altLang="en-US" noProof="1" smtClean="0"/>
              <a:t>单击此处编辑母版标题样式</a:t>
            </a:r>
            <a:endParaRPr lang="en-US" noProof="1"/>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en-US" noProof="1"/>
          </a:p>
        </p:txBody>
      </p:sp>
      <p:sp>
        <p:nvSpPr>
          <p:cNvPr id="4" name="日期占位符 3"/>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D16FA71-E5A1-4B22-877B-790B2D8CCF13}" type="slidenum">
              <a:rPr kumimoji="0" altLang="en-US" sz="1200" b="0" i="0" u="none" strike="noStrike" kern="1200" cap="none" spc="0" normalizeH="0" baseline="0" noProof="1" smtClean="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1" smtClean="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D16FA71-E5A1-4B22-877B-790B2D8CCF13}" type="slidenum">
              <a:rPr kumimoji="0" altLang="en-US" sz="1200" b="0" i="0" u="none" strike="noStrike" kern="1200" cap="none" spc="0" normalizeH="0" baseline="0" noProof="1" smtClean="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1" smtClean="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D16FA71-E5A1-4B22-877B-790B2D8CCF13}" type="slidenum">
              <a:rPr kumimoji="0" altLang="en-US" sz="1200" b="0" i="0" u="none" strike="noStrike" kern="1200" cap="none" spc="0" normalizeH="0" baseline="0" noProof="1" smtClean="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1" smtClean="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5_标题和内容">
    <p:spTree>
      <p:nvGrpSpPr>
        <p:cNvPr id="1" name=""/>
        <p:cNvGrpSpPr/>
        <p:nvPr/>
      </p:nvGrpSpPr>
      <p:grpSpPr>
        <a:xfrm>
          <a:off x="0" y="0"/>
          <a:ext cx="0" cy="0"/>
          <a:chOff x="0" y="0"/>
          <a:chExt cx="0" cy="0"/>
        </a:xfrm>
      </p:grpSpPr>
      <p:sp>
        <p:nvSpPr>
          <p:cNvPr id="7" name="日期占位符 1"/>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8" name="页脚占位符 2"/>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9" name="灯片编号占位符 3"/>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8CD88EB-536A-4DA4-BAEE-4B6927029F68}" type="slidenum">
              <a:rPr kumimoji="0" altLang="en-US" sz="1200" b="0" i="0" u="none" strike="noStrike" kern="1200" cap="none" spc="0" normalizeH="0" baseline="0" noProof="1" smtClean="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1" smtClean="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节标题">
    <p:spTree>
      <p:nvGrpSpPr>
        <p:cNvPr id="1" name=""/>
        <p:cNvGrpSpPr/>
        <p:nvPr/>
      </p:nvGrpSpPr>
      <p:grpSpPr>
        <a:xfrm>
          <a:off x="0" y="0"/>
          <a:ext cx="0" cy="0"/>
          <a:chOff x="0" y="0"/>
          <a:chExt cx="0" cy="0"/>
        </a:xfrm>
      </p:grpSpPr>
      <p:sp>
        <p:nvSpPr>
          <p:cNvPr id="7" name="日期占位符 1"/>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8" name="页脚占位符 2"/>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9" name="灯片编号占位符 3"/>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F31EDF0-8FB7-453E-96BA-6099484DF56D}" type="slidenum">
              <a:rPr kumimoji="0" altLang="en-US" sz="1200" b="0" i="0" u="none" strike="noStrike" kern="1200" cap="none" spc="0" normalizeH="0" baseline="0" noProof="1" smtClean="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1" smtClean="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zh-CN" altLang="en-US" sz="1200" b="0" i="0" u="none" strike="noStrike" kern="1200" cap="none" spc="0" normalizeH="0" baseline="0" noProof="0">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pPr>
            <a:endParaRPr kumimoji="0" lang="zh-CN" altLang="en-US" sz="1200" b="0" i="0" u="none" strike="noStrike" kern="1200" cap="none" spc="0" normalizeH="0" baseline="0" noProof="0">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pPr>
            <a:fld id="{9D16FA71-E5A1-4B22-877B-790B2D8CCF13}" type="slidenum">
              <a:rPr kumimoji="0" altLang="en-US" sz="1200" b="0" i="0" u="none" strike="noStrike" kern="1200" cap="none" spc="0" normalizeH="0" baseline="0" noProof="1" smtClean="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1" smtClean="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lvl1pPr>
              <a:defRPr>
                <a:latin typeface="微软雅黑" panose="020B0503020204020204" pitchFamily="34" charset="-122"/>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lvl1pPr>
              <a:defRPr>
                <a:latin typeface="微软雅黑" panose="020B0503020204020204" pitchFamily="34" charset="-122"/>
                <a:ea typeface="微软雅黑" panose="020B0503020204020204" pitchFamily="34" charset="-122"/>
              </a:defRPr>
            </a:lvl1pPr>
          </a:lstStyle>
          <a:p>
            <a:endParaRPr lang="zh-CN" altLang="en-US"/>
          </a:p>
        </p:txBody>
      </p:sp>
      <p:sp>
        <p:nvSpPr>
          <p:cNvPr id="4" name="灯片编号占位符 3"/>
          <p:cNvSpPr>
            <a:spLocks noGrp="1"/>
          </p:cNvSpPr>
          <p:nvPr>
            <p:ph type="sldNum" sz="quarter" idx="12"/>
            <p:custDataLst>
              <p:tags r:id="rId4"/>
            </p:custDataLst>
          </p:nvPr>
        </p:nvSpPr>
        <p:spPr/>
        <p:txBody>
          <a:bodyPr/>
          <a:lstStyle>
            <a:lvl1pPr>
              <a:defRPr>
                <a:latin typeface="微软雅黑" panose="020B0503020204020204" pitchFamily="34" charset="-122"/>
                <a:ea typeface="微软雅黑" panose="020B0503020204020204" pitchFamily="34" charset="-122"/>
              </a:defRPr>
            </a:lvl1pPr>
          </a:lstStyle>
          <a:p>
            <a:fld id="{49AE70B2-8BF9-45C0-BB95-33D1B9D3A854}" type="slidenum">
              <a:rPr lang="zh-CN" altLang="en-US" smtClean="0"/>
            </a:fld>
            <a:endParaRPr lang="zh-CN" alt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7.xml"/><Relationship Id="rId1"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a:xfrm>
            <a:off x="838200" y="365125"/>
            <a:ext cx="10515600" cy="1325563"/>
          </a:xfrm>
          <a:prstGeom prst="rect">
            <a:avLst/>
          </a:prstGeom>
          <a:noFill/>
          <a:ln w="9525">
            <a:noFill/>
          </a:ln>
        </p:spPr>
        <p:txBody>
          <a:bodyPr anchor="ctr"/>
          <a:lstStyle/>
          <a:p>
            <a:pPr lvl="0"/>
            <a:r>
              <a:rPr lang="zh-CN" altLang="en-US"/>
              <a:t>单击此处编辑母版标题样式</a:t>
            </a:r>
            <a:endParaRPr lang="en-US" altLang="zh-CN"/>
          </a:p>
        </p:txBody>
      </p:sp>
      <p:sp>
        <p:nvSpPr>
          <p:cNvPr id="1027" name="Text Placeholder 2"/>
          <p:cNvSpPr>
            <a:spLocks noGrp="1"/>
          </p:cNvSpPr>
          <p:nvPr>
            <p:ph type="body" idx="5"/>
          </p:nvPr>
        </p:nvSpPr>
        <p:spPr>
          <a:xfrm>
            <a:off x="838200" y="1825625"/>
            <a:ext cx="10515600" cy="4351338"/>
          </a:xfrm>
          <a:prstGeom prst="rect">
            <a:avLst/>
          </a:prstGeom>
          <a:noFill/>
          <a:ln w="9525">
            <a:noFill/>
          </a:ln>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ltLang="zh-C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0" hangingPunct="0">
              <a:buFontTx/>
              <a:buNone/>
              <a:defRPr sz="1200">
                <a:solidFill>
                  <a:schemeClr val="tx1">
                    <a:tint val="75000"/>
                  </a:schemeClr>
                </a:solidFill>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0" hangingPunct="0">
              <a:buFontTx/>
              <a:buNone/>
              <a:defRPr sz="1200">
                <a:solidFill>
                  <a:schemeClr val="tx1">
                    <a:tint val="75000"/>
                  </a:schemeClr>
                </a:solidFill>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lstStyle>
            <a:lvl1pPr algn="r" eaLnBrk="1" hangingPunct="1">
              <a:buFont typeface="Arial" panose="020B0604020202020204" pitchFamily="34" charset="0"/>
              <a:buNone/>
              <a:defRPr sz="1200" noProof="1">
                <a:solidFill>
                  <a:srgbClr val="898989"/>
                </a:solidFill>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D16FA71-E5A1-4B22-877B-790B2D8CCF13}" type="slidenum">
              <a:rPr kumimoji="0" altLang="en-US" sz="1200" b="0" i="0" u="none" strike="noStrike" kern="1200" cap="none" spc="0" normalizeH="0" baseline="0" noProof="1" smtClean="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1" smtClean="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ransition/>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p:titleStyle>
    <p:bodyStyle>
      <a:lvl1pPr marL="227330" indent="-22733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4530" indent="-22733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1730" indent="-22733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598930" indent="-22733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6130" indent="-22733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a:xfrm>
            <a:off x="838200" y="365125"/>
            <a:ext cx="10515600" cy="1325563"/>
          </a:xfrm>
          <a:prstGeom prst="rect">
            <a:avLst/>
          </a:prstGeom>
          <a:noFill/>
          <a:ln w="9525">
            <a:noFill/>
          </a:ln>
        </p:spPr>
        <p:txBody>
          <a:bodyPr anchor="ctr"/>
          <a:lstStyle/>
          <a:p>
            <a:pPr lvl="0"/>
            <a:r>
              <a:rPr lang="zh-CN" altLang="en-US"/>
              <a:t>单击此处编辑母版标题样式</a:t>
            </a:r>
            <a:endParaRPr lang="en-US" altLang="zh-CN"/>
          </a:p>
        </p:txBody>
      </p:sp>
      <p:sp>
        <p:nvSpPr>
          <p:cNvPr id="1027" name="Text Placeholder 2"/>
          <p:cNvSpPr>
            <a:spLocks noGrp="1"/>
          </p:cNvSpPr>
          <p:nvPr>
            <p:ph type="body" idx="5"/>
          </p:nvPr>
        </p:nvSpPr>
        <p:spPr>
          <a:xfrm>
            <a:off x="838200" y="1825625"/>
            <a:ext cx="10515600" cy="4351338"/>
          </a:xfrm>
          <a:prstGeom prst="rect">
            <a:avLst/>
          </a:prstGeom>
          <a:noFill/>
          <a:ln w="9525">
            <a:noFill/>
          </a:ln>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ltLang="zh-C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0" hangingPunct="0">
              <a:buFontTx/>
              <a:buNone/>
              <a:defRPr sz="1200">
                <a:solidFill>
                  <a:schemeClr val="tx1">
                    <a:tint val="75000"/>
                  </a:schemeClr>
                </a:solidFill>
              </a:defRPr>
            </a:lvl1pPr>
          </a:lstStyle>
          <a:p>
            <a:pPr marL="0" marR="0" lvl="0" indent="0" algn="l" defTabSz="914400" rtl="0" eaLnBrk="0" fontAlgn="base" latinLnBrk="0" hangingPunct="0">
              <a:lnSpc>
                <a:spcPct val="100000"/>
              </a:lnSpc>
              <a:spcBef>
                <a:spcPct val="0"/>
              </a:spcBef>
              <a:spcAft>
                <a:spcPct val="0"/>
              </a:spcAft>
              <a:buClrTx/>
              <a:buSzTx/>
              <a:buFontTx/>
              <a:buNone/>
            </a:pPr>
            <a:endParaRPr kumimoji="0" lang="zh-CN" altLang="en-US" sz="1200" b="0" i="0" u="none" strike="noStrike" kern="1200" cap="none" spc="0" normalizeH="0" baseline="0" noProof="0">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0" hangingPunct="0">
              <a:buFontTx/>
              <a:buNone/>
              <a:defRPr sz="1200">
                <a:solidFill>
                  <a:schemeClr val="tx1">
                    <a:tint val="75000"/>
                  </a:schemeClr>
                </a:solidFill>
              </a:defRPr>
            </a:lvl1pPr>
          </a:lstStyle>
          <a:p>
            <a:pPr marL="0" marR="0" lvl="0" indent="0" algn="ctr" defTabSz="914400" rtl="0" eaLnBrk="0" fontAlgn="base" latinLnBrk="0" hangingPunct="0">
              <a:lnSpc>
                <a:spcPct val="100000"/>
              </a:lnSpc>
              <a:spcBef>
                <a:spcPct val="0"/>
              </a:spcBef>
              <a:spcAft>
                <a:spcPct val="0"/>
              </a:spcAft>
              <a:buClrTx/>
              <a:buSzTx/>
              <a:buFontTx/>
              <a:buNone/>
            </a:pPr>
            <a:endParaRPr kumimoji="0" lang="zh-CN" altLang="en-US" sz="1200" b="0" i="0" u="none" strike="noStrike" kern="1200" cap="none" spc="0" normalizeH="0" baseline="0" noProof="0">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lstStyle>
            <a:lvl1pPr algn="r" eaLnBrk="1" hangingPunct="1">
              <a:buFont typeface="Arial" panose="020B0604020202020204" pitchFamily="34" charset="0"/>
              <a:buNone/>
              <a:defRPr sz="1200" noProof="1">
                <a:solidFill>
                  <a:srgbClr val="898989"/>
                </a:solidFill>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pPr>
            <a:fld id="{9D16FA71-E5A1-4B22-877B-790B2D8CCF13}" type="slidenum">
              <a:rPr kumimoji="0" altLang="en-US" sz="1200" b="0" i="0" u="none" strike="noStrike" kern="1200" cap="none" spc="0" normalizeH="0" baseline="0" noProof="1" smtClean="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1" smtClean="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65" r:id="rId1"/>
    <p:sldLayoutId id="2147483666" r:id="rId2"/>
  </p:sldLayoutIdLst>
  <p:transition/>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p:titleStyle>
    <p:bodyStyle>
      <a:lvl1pPr marL="227330" indent="-22733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4530" indent="-22733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1730" indent="-22733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598930" indent="-22733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6130" indent="-22733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9" Type="http://schemas.openxmlformats.org/officeDocument/2006/relationships/tags" Target="../tags/tag12.xml"/><Relationship Id="rId8" Type="http://schemas.openxmlformats.org/officeDocument/2006/relationships/tags" Target="../tags/tag11.xml"/><Relationship Id="rId7" Type="http://schemas.openxmlformats.org/officeDocument/2006/relationships/tags" Target="../tags/tag10.xml"/><Relationship Id="rId6" Type="http://schemas.openxmlformats.org/officeDocument/2006/relationships/tags" Target="../tags/tag9.xml"/><Relationship Id="rId5" Type="http://schemas.openxmlformats.org/officeDocument/2006/relationships/tags" Target="../tags/tag8.xml"/><Relationship Id="rId4" Type="http://schemas.openxmlformats.org/officeDocument/2006/relationships/tags" Target="../tags/tag7.xml"/><Relationship Id="rId3" Type="http://schemas.openxmlformats.org/officeDocument/2006/relationships/tags" Target="../tags/tag6.xml"/><Relationship Id="rId2" Type="http://schemas.openxmlformats.org/officeDocument/2006/relationships/tags" Target="../tags/tag5.xml"/><Relationship Id="rId19" Type="http://schemas.openxmlformats.org/officeDocument/2006/relationships/slideLayout" Target="../slideLayouts/slideLayout16.xml"/><Relationship Id="rId18" Type="http://schemas.openxmlformats.org/officeDocument/2006/relationships/tags" Target="../tags/tag21.xml"/><Relationship Id="rId17" Type="http://schemas.openxmlformats.org/officeDocument/2006/relationships/tags" Target="../tags/tag20.xml"/><Relationship Id="rId16" Type="http://schemas.openxmlformats.org/officeDocument/2006/relationships/tags" Target="../tags/tag19.xml"/><Relationship Id="rId15" Type="http://schemas.openxmlformats.org/officeDocument/2006/relationships/tags" Target="../tags/tag18.xml"/><Relationship Id="rId14" Type="http://schemas.openxmlformats.org/officeDocument/2006/relationships/tags" Target="../tags/tag17.xml"/><Relationship Id="rId13" Type="http://schemas.openxmlformats.org/officeDocument/2006/relationships/tags" Target="../tags/tag16.xml"/><Relationship Id="rId12" Type="http://schemas.openxmlformats.org/officeDocument/2006/relationships/tags" Target="../tags/tag15.xml"/><Relationship Id="rId11" Type="http://schemas.openxmlformats.org/officeDocument/2006/relationships/tags" Target="../tags/tag14.xml"/><Relationship Id="rId10" Type="http://schemas.openxmlformats.org/officeDocument/2006/relationships/tags" Target="../tags/tag13.xml"/><Relationship Id="rId1" Type="http://schemas.openxmlformats.org/officeDocument/2006/relationships/tags" Target="../tags/tag4.xml"/></Relationships>
</file>

<file path=ppt/slides/_rels/slide3.xml.rels><?xml version="1.0" encoding="UTF-8" standalone="yes"?>
<Relationships xmlns="http://schemas.openxmlformats.org/package/2006/relationships"><Relationship Id="rId9" Type="http://schemas.openxmlformats.org/officeDocument/2006/relationships/tags" Target="../tags/tag30.xml"/><Relationship Id="rId8" Type="http://schemas.openxmlformats.org/officeDocument/2006/relationships/tags" Target="../tags/tag29.xml"/><Relationship Id="rId7" Type="http://schemas.openxmlformats.org/officeDocument/2006/relationships/tags" Target="../tags/tag28.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 Id="rId3" Type="http://schemas.openxmlformats.org/officeDocument/2006/relationships/tags" Target="../tags/tag24.xml"/><Relationship Id="rId2" Type="http://schemas.openxmlformats.org/officeDocument/2006/relationships/tags" Target="../tags/tag23.xml"/><Relationship Id="rId12" Type="http://schemas.openxmlformats.org/officeDocument/2006/relationships/slideLayout" Target="../slideLayouts/slideLayout16.xml"/><Relationship Id="rId11" Type="http://schemas.openxmlformats.org/officeDocument/2006/relationships/tags" Target="../tags/tag32.xml"/><Relationship Id="rId10" Type="http://schemas.openxmlformats.org/officeDocument/2006/relationships/tags" Target="../tags/tag31.xml"/><Relationship Id="rId1" Type="http://schemas.openxmlformats.org/officeDocument/2006/relationships/tags" Target="../tags/tag22.xml"/></Relationships>
</file>

<file path=ppt/slides/_rels/slide4.xml.rels><?xml version="1.0" encoding="UTF-8" standalone="yes"?>
<Relationships xmlns="http://schemas.openxmlformats.org/package/2006/relationships"><Relationship Id="rId5" Type="http://schemas.openxmlformats.org/officeDocument/2006/relationships/slideLayout" Target="../slideLayouts/slideLayout16.xml"/><Relationship Id="rId4" Type="http://schemas.openxmlformats.org/officeDocument/2006/relationships/image" Target="../media/image4.jpeg"/><Relationship Id="rId3" Type="http://schemas.openxmlformats.org/officeDocument/2006/relationships/image" Target="../media/image3.jpeg"/><Relationship Id="rId2" Type="http://schemas.microsoft.com/office/2007/relationships/hdphoto" Target="../media/image2.wdp"/><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9" Type="http://schemas.openxmlformats.org/officeDocument/2006/relationships/tags" Target="../tags/tag41.xml"/><Relationship Id="rId8" Type="http://schemas.openxmlformats.org/officeDocument/2006/relationships/tags" Target="../tags/tag40.xml"/><Relationship Id="rId7" Type="http://schemas.openxmlformats.org/officeDocument/2006/relationships/tags" Target="../tags/tag39.xml"/><Relationship Id="rId6" Type="http://schemas.openxmlformats.org/officeDocument/2006/relationships/tags" Target="../tags/tag38.xml"/><Relationship Id="rId5" Type="http://schemas.openxmlformats.org/officeDocument/2006/relationships/tags" Target="../tags/tag37.xml"/><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2" Type="http://schemas.openxmlformats.org/officeDocument/2006/relationships/slideLayout" Target="../slideLayouts/slideLayout16.xml"/><Relationship Id="rId11" Type="http://schemas.openxmlformats.org/officeDocument/2006/relationships/tags" Target="../tags/tag43.xml"/><Relationship Id="rId10" Type="http://schemas.openxmlformats.org/officeDocument/2006/relationships/tags" Target="../tags/tag42.xml"/><Relationship Id="rId1" Type="http://schemas.openxmlformats.org/officeDocument/2006/relationships/tags" Target="../tags/tag33.xml"/></Relationships>
</file>

<file path=ppt/slides/_rels/slide6.xml.rels><?xml version="1.0" encoding="UTF-8" standalone="yes"?>
<Relationships xmlns="http://schemas.openxmlformats.org/package/2006/relationships"><Relationship Id="rId9" Type="http://schemas.openxmlformats.org/officeDocument/2006/relationships/tags" Target="../tags/tag52.xml"/><Relationship Id="rId8" Type="http://schemas.openxmlformats.org/officeDocument/2006/relationships/tags" Target="../tags/tag51.xml"/><Relationship Id="rId7" Type="http://schemas.openxmlformats.org/officeDocument/2006/relationships/tags" Target="../tags/tag50.xml"/><Relationship Id="rId6" Type="http://schemas.openxmlformats.org/officeDocument/2006/relationships/tags" Target="../tags/tag49.xml"/><Relationship Id="rId5" Type="http://schemas.openxmlformats.org/officeDocument/2006/relationships/tags" Target="../tags/tag48.xml"/><Relationship Id="rId4" Type="http://schemas.openxmlformats.org/officeDocument/2006/relationships/tags" Target="../tags/tag47.xml"/><Relationship Id="rId3" Type="http://schemas.openxmlformats.org/officeDocument/2006/relationships/tags" Target="../tags/tag46.xml"/><Relationship Id="rId2" Type="http://schemas.openxmlformats.org/officeDocument/2006/relationships/tags" Target="../tags/tag45.xml"/><Relationship Id="rId10" Type="http://schemas.openxmlformats.org/officeDocument/2006/relationships/slideLayout" Target="../slideLayouts/slideLayout16.xml"/><Relationship Id="rId1" Type="http://schemas.openxmlformats.org/officeDocument/2006/relationships/tags" Target="../tags/tag44.xml"/></Relationships>
</file>

<file path=ppt/slides/_rels/slide7.xml.rels><?xml version="1.0" encoding="UTF-8" standalone="yes"?>
<Relationships xmlns="http://schemas.openxmlformats.org/package/2006/relationships"><Relationship Id="rId9" Type="http://schemas.openxmlformats.org/officeDocument/2006/relationships/tags" Target="../tags/tag61.xml"/><Relationship Id="rId8" Type="http://schemas.openxmlformats.org/officeDocument/2006/relationships/tags" Target="../tags/tag60.xml"/><Relationship Id="rId7" Type="http://schemas.openxmlformats.org/officeDocument/2006/relationships/tags" Target="../tags/tag59.xml"/><Relationship Id="rId6" Type="http://schemas.openxmlformats.org/officeDocument/2006/relationships/tags" Target="../tags/tag58.xml"/><Relationship Id="rId5" Type="http://schemas.openxmlformats.org/officeDocument/2006/relationships/tags" Target="../tags/tag57.xml"/><Relationship Id="rId4" Type="http://schemas.openxmlformats.org/officeDocument/2006/relationships/tags" Target="../tags/tag56.xml"/><Relationship Id="rId3" Type="http://schemas.openxmlformats.org/officeDocument/2006/relationships/tags" Target="../tags/tag55.xml"/><Relationship Id="rId2" Type="http://schemas.openxmlformats.org/officeDocument/2006/relationships/tags" Target="../tags/tag54.xml"/><Relationship Id="rId12" Type="http://schemas.openxmlformats.org/officeDocument/2006/relationships/slideLayout" Target="../slideLayouts/slideLayout16.xml"/><Relationship Id="rId11" Type="http://schemas.openxmlformats.org/officeDocument/2006/relationships/tags" Target="../tags/tag63.xml"/><Relationship Id="rId10" Type="http://schemas.openxmlformats.org/officeDocument/2006/relationships/tags" Target="../tags/tag62.xml"/><Relationship Id="rId1" Type="http://schemas.openxmlformats.org/officeDocument/2006/relationships/tags" Target="../tags/tag53.xml"/></Relationships>
</file>

<file path=ppt/slides/_rels/slide8.xml.rels><?xml version="1.0" encoding="UTF-8" standalone="yes"?>
<Relationships xmlns="http://schemas.openxmlformats.org/package/2006/relationships"><Relationship Id="rId9" Type="http://schemas.openxmlformats.org/officeDocument/2006/relationships/tags" Target="../tags/tag70.xml"/><Relationship Id="rId8" Type="http://schemas.openxmlformats.org/officeDocument/2006/relationships/tags" Target="../tags/tag69.xml"/><Relationship Id="rId7" Type="http://schemas.openxmlformats.org/officeDocument/2006/relationships/tags" Target="../tags/tag68.xml"/><Relationship Id="rId6" Type="http://schemas.openxmlformats.org/officeDocument/2006/relationships/tags" Target="../tags/tag67.xml"/><Relationship Id="rId5" Type="http://schemas.openxmlformats.org/officeDocument/2006/relationships/tags" Target="../tags/tag66.xml"/><Relationship Id="rId4" Type="http://schemas.openxmlformats.org/officeDocument/2006/relationships/tags" Target="../tags/tag65.xml"/><Relationship Id="rId3" Type="http://schemas.openxmlformats.org/officeDocument/2006/relationships/tags" Target="../tags/tag64.xml"/><Relationship Id="rId2" Type="http://schemas.openxmlformats.org/officeDocument/2006/relationships/image" Target="../media/image1.svg"/><Relationship Id="rId17" Type="http://schemas.openxmlformats.org/officeDocument/2006/relationships/slideLayout" Target="../slideLayouts/slideLayout13.xml"/><Relationship Id="rId16" Type="http://schemas.openxmlformats.org/officeDocument/2006/relationships/tags" Target="../tags/tag77.xml"/><Relationship Id="rId15" Type="http://schemas.openxmlformats.org/officeDocument/2006/relationships/tags" Target="../tags/tag76.xml"/><Relationship Id="rId14" Type="http://schemas.openxmlformats.org/officeDocument/2006/relationships/tags" Target="../tags/tag75.xml"/><Relationship Id="rId13" Type="http://schemas.openxmlformats.org/officeDocument/2006/relationships/tags" Target="../tags/tag74.xml"/><Relationship Id="rId12" Type="http://schemas.openxmlformats.org/officeDocument/2006/relationships/tags" Target="../tags/tag73.xml"/><Relationship Id="rId11" Type="http://schemas.openxmlformats.org/officeDocument/2006/relationships/tags" Target="../tags/tag72.xml"/><Relationship Id="rId10" Type="http://schemas.openxmlformats.org/officeDocument/2006/relationships/tags" Target="../tags/tag71.xml"/><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tags" Target="../tags/tag78.xml"/><Relationship Id="rId3" Type="http://schemas.openxmlformats.org/officeDocument/2006/relationships/image" Target="../media/image6.png"/><Relationship Id="rId2" Type="http://schemas.openxmlformats.org/officeDocument/2006/relationships/image" Target="../media/image1.svg"/><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9" Type="http://schemas.openxmlformats.org/officeDocument/2006/relationships/tags" Target="../tags/tag85.xml"/><Relationship Id="rId8" Type="http://schemas.openxmlformats.org/officeDocument/2006/relationships/tags" Target="../tags/tag84.xml"/><Relationship Id="rId7" Type="http://schemas.openxmlformats.org/officeDocument/2006/relationships/tags" Target="../tags/tag83.xml"/><Relationship Id="rId6" Type="http://schemas.openxmlformats.org/officeDocument/2006/relationships/tags" Target="../tags/tag82.xml"/><Relationship Id="rId5" Type="http://schemas.openxmlformats.org/officeDocument/2006/relationships/tags" Target="../tags/tag81.xml"/><Relationship Id="rId4" Type="http://schemas.openxmlformats.org/officeDocument/2006/relationships/tags" Target="../tags/tag80.xml"/><Relationship Id="rId3" Type="http://schemas.openxmlformats.org/officeDocument/2006/relationships/tags" Target="../tags/tag79.xml"/><Relationship Id="rId2" Type="http://schemas.openxmlformats.org/officeDocument/2006/relationships/image" Target="../media/image1.svg"/><Relationship Id="rId12" Type="http://schemas.openxmlformats.org/officeDocument/2006/relationships/slideLayout" Target="../slideLayouts/slideLayout13.xml"/><Relationship Id="rId11" Type="http://schemas.openxmlformats.org/officeDocument/2006/relationships/tags" Target="../tags/tag87.xml"/><Relationship Id="rId10" Type="http://schemas.openxmlformats.org/officeDocument/2006/relationships/tags" Target="../tags/tag86.xml"/><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9" Type="http://schemas.openxmlformats.org/officeDocument/2006/relationships/tags" Target="../tags/tag95.xml"/><Relationship Id="rId8" Type="http://schemas.openxmlformats.org/officeDocument/2006/relationships/tags" Target="../tags/tag94.xml"/><Relationship Id="rId7" Type="http://schemas.openxmlformats.org/officeDocument/2006/relationships/tags" Target="../tags/tag93.xml"/><Relationship Id="rId6" Type="http://schemas.openxmlformats.org/officeDocument/2006/relationships/tags" Target="../tags/tag92.xml"/><Relationship Id="rId5" Type="http://schemas.openxmlformats.org/officeDocument/2006/relationships/tags" Target="../tags/tag91.xml"/><Relationship Id="rId4" Type="http://schemas.openxmlformats.org/officeDocument/2006/relationships/tags" Target="../tags/tag90.xml"/><Relationship Id="rId3" Type="http://schemas.openxmlformats.org/officeDocument/2006/relationships/tags" Target="../tags/tag89.xml"/><Relationship Id="rId2" Type="http://schemas.openxmlformats.org/officeDocument/2006/relationships/tags" Target="../tags/tag88.xml"/><Relationship Id="rId11" Type="http://schemas.openxmlformats.org/officeDocument/2006/relationships/slideLayout" Target="../slideLayouts/slideLayout13.xml"/><Relationship Id="rId10" Type="http://schemas.openxmlformats.org/officeDocument/2006/relationships/tags" Target="../tags/tag96.xml"/><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9" Type="http://schemas.openxmlformats.org/officeDocument/2006/relationships/tags" Target="../tags/tag104.xml"/><Relationship Id="rId8" Type="http://schemas.openxmlformats.org/officeDocument/2006/relationships/tags" Target="../tags/tag103.xml"/><Relationship Id="rId7" Type="http://schemas.openxmlformats.org/officeDocument/2006/relationships/tags" Target="../tags/tag102.xml"/><Relationship Id="rId6" Type="http://schemas.openxmlformats.org/officeDocument/2006/relationships/tags" Target="../tags/tag101.xml"/><Relationship Id="rId5" Type="http://schemas.openxmlformats.org/officeDocument/2006/relationships/tags" Target="../tags/tag100.xml"/><Relationship Id="rId4" Type="http://schemas.openxmlformats.org/officeDocument/2006/relationships/tags" Target="../tags/tag99.xml"/><Relationship Id="rId3" Type="http://schemas.openxmlformats.org/officeDocument/2006/relationships/tags" Target="../tags/tag98.xml"/><Relationship Id="rId2" Type="http://schemas.openxmlformats.org/officeDocument/2006/relationships/tags" Target="../tags/tag97.xml"/><Relationship Id="rId18" Type="http://schemas.openxmlformats.org/officeDocument/2006/relationships/notesSlide" Target="../notesSlides/notesSlide1.xml"/><Relationship Id="rId17" Type="http://schemas.openxmlformats.org/officeDocument/2006/relationships/slideLayout" Target="../slideLayouts/slideLayout13.xml"/><Relationship Id="rId16" Type="http://schemas.openxmlformats.org/officeDocument/2006/relationships/tags" Target="../tags/tag111.xml"/><Relationship Id="rId15" Type="http://schemas.openxmlformats.org/officeDocument/2006/relationships/tags" Target="../tags/tag110.xml"/><Relationship Id="rId14" Type="http://schemas.openxmlformats.org/officeDocument/2006/relationships/tags" Target="../tags/tag109.xml"/><Relationship Id="rId13" Type="http://schemas.openxmlformats.org/officeDocument/2006/relationships/tags" Target="../tags/tag108.xml"/><Relationship Id="rId12" Type="http://schemas.openxmlformats.org/officeDocument/2006/relationships/tags" Target="../tags/tag107.xml"/><Relationship Id="rId11" Type="http://schemas.openxmlformats.org/officeDocument/2006/relationships/tags" Target="../tags/tag106.xml"/><Relationship Id="rId10" Type="http://schemas.openxmlformats.org/officeDocument/2006/relationships/tags" Target="../tags/tag105.xml"/><Relationship Id="rId1" Type="http://schemas.openxmlformats.org/officeDocument/2006/relationships/image" Target="../media/image5.png"/></Relationships>
</file>

<file path=ppt/slides/_rels/slide13.xml.rels><?xml version="1.0" encoding="UTF-8" standalone="yes"?>
<Relationships xmlns="http://schemas.openxmlformats.org/package/2006/relationships"><Relationship Id="rId6" Type="http://schemas.openxmlformats.org/officeDocument/2006/relationships/slideLayout" Target="../slideLayouts/slideLayout13.xml"/><Relationship Id="rId5" Type="http://schemas.openxmlformats.org/officeDocument/2006/relationships/tags" Target="../tags/tag114.xml"/><Relationship Id="rId4" Type="http://schemas.openxmlformats.org/officeDocument/2006/relationships/image" Target="../media/image7.jpeg"/><Relationship Id="rId3" Type="http://schemas.openxmlformats.org/officeDocument/2006/relationships/tags" Target="../tags/tag113.xml"/><Relationship Id="rId2" Type="http://schemas.openxmlformats.org/officeDocument/2006/relationships/tags" Target="../tags/tag112.xml"/><Relationship Id="rId1" Type="http://schemas.openxmlformats.org/officeDocument/2006/relationships/image" Target="../media/image5.png"/></Relationships>
</file>

<file path=ppt/slides/_rels/slide14.xml.rels><?xml version="1.0" encoding="UTF-8" standalone="yes"?>
<Relationships xmlns="http://schemas.openxmlformats.org/package/2006/relationships"><Relationship Id="rId9" Type="http://schemas.openxmlformats.org/officeDocument/2006/relationships/tags" Target="../tags/tag122.xml"/><Relationship Id="rId8" Type="http://schemas.openxmlformats.org/officeDocument/2006/relationships/tags" Target="../tags/tag121.xml"/><Relationship Id="rId7" Type="http://schemas.openxmlformats.org/officeDocument/2006/relationships/tags" Target="../tags/tag120.xml"/><Relationship Id="rId6" Type="http://schemas.openxmlformats.org/officeDocument/2006/relationships/tags" Target="../tags/tag119.xml"/><Relationship Id="rId5" Type="http://schemas.openxmlformats.org/officeDocument/2006/relationships/tags" Target="../tags/tag118.xml"/><Relationship Id="rId4" Type="http://schemas.openxmlformats.org/officeDocument/2006/relationships/tags" Target="../tags/tag117.xml"/><Relationship Id="rId3" Type="http://schemas.openxmlformats.org/officeDocument/2006/relationships/tags" Target="../tags/tag116.xml"/><Relationship Id="rId27" Type="http://schemas.openxmlformats.org/officeDocument/2006/relationships/slideLayout" Target="../slideLayouts/slideLayout13.xml"/><Relationship Id="rId26" Type="http://schemas.openxmlformats.org/officeDocument/2006/relationships/tags" Target="../tags/tag139.xml"/><Relationship Id="rId25" Type="http://schemas.openxmlformats.org/officeDocument/2006/relationships/tags" Target="../tags/tag138.xml"/><Relationship Id="rId24" Type="http://schemas.openxmlformats.org/officeDocument/2006/relationships/tags" Target="../tags/tag137.xml"/><Relationship Id="rId23" Type="http://schemas.openxmlformats.org/officeDocument/2006/relationships/tags" Target="../tags/tag136.xml"/><Relationship Id="rId22" Type="http://schemas.openxmlformats.org/officeDocument/2006/relationships/tags" Target="../tags/tag135.xml"/><Relationship Id="rId21" Type="http://schemas.openxmlformats.org/officeDocument/2006/relationships/tags" Target="../tags/tag134.xml"/><Relationship Id="rId20" Type="http://schemas.openxmlformats.org/officeDocument/2006/relationships/tags" Target="../tags/tag133.xml"/><Relationship Id="rId2" Type="http://schemas.openxmlformats.org/officeDocument/2006/relationships/tags" Target="../tags/tag115.xml"/><Relationship Id="rId19" Type="http://schemas.openxmlformats.org/officeDocument/2006/relationships/tags" Target="../tags/tag132.xml"/><Relationship Id="rId18" Type="http://schemas.openxmlformats.org/officeDocument/2006/relationships/tags" Target="../tags/tag131.xml"/><Relationship Id="rId17" Type="http://schemas.openxmlformats.org/officeDocument/2006/relationships/tags" Target="../tags/tag130.xml"/><Relationship Id="rId16" Type="http://schemas.openxmlformats.org/officeDocument/2006/relationships/tags" Target="../tags/tag129.xml"/><Relationship Id="rId15" Type="http://schemas.openxmlformats.org/officeDocument/2006/relationships/tags" Target="../tags/tag128.xml"/><Relationship Id="rId14" Type="http://schemas.openxmlformats.org/officeDocument/2006/relationships/tags" Target="../tags/tag127.xml"/><Relationship Id="rId13" Type="http://schemas.openxmlformats.org/officeDocument/2006/relationships/tags" Target="../tags/tag126.xml"/><Relationship Id="rId12" Type="http://schemas.openxmlformats.org/officeDocument/2006/relationships/tags" Target="../tags/tag125.xml"/><Relationship Id="rId11" Type="http://schemas.openxmlformats.org/officeDocument/2006/relationships/tags" Target="../tags/tag124.xml"/><Relationship Id="rId10" Type="http://schemas.openxmlformats.org/officeDocument/2006/relationships/tags" Target="../tags/tag123.xml"/><Relationship Id="rId1" Type="http://schemas.openxmlformats.org/officeDocument/2006/relationships/image" Target="../media/image5.png"/></Relationships>
</file>

<file path=ppt/slides/_rels/slide15.xml.rels><?xml version="1.0" encoding="UTF-8" standalone="yes"?>
<Relationships xmlns="http://schemas.openxmlformats.org/package/2006/relationships"><Relationship Id="rId9" Type="http://schemas.openxmlformats.org/officeDocument/2006/relationships/tags" Target="../tags/tag148.xml"/><Relationship Id="rId8" Type="http://schemas.openxmlformats.org/officeDocument/2006/relationships/tags" Target="../tags/tag147.xml"/><Relationship Id="rId7" Type="http://schemas.openxmlformats.org/officeDocument/2006/relationships/tags" Target="../tags/tag146.xml"/><Relationship Id="rId6" Type="http://schemas.openxmlformats.org/officeDocument/2006/relationships/tags" Target="../tags/tag145.xml"/><Relationship Id="rId5" Type="http://schemas.openxmlformats.org/officeDocument/2006/relationships/tags" Target="../tags/tag144.xml"/><Relationship Id="rId4" Type="http://schemas.openxmlformats.org/officeDocument/2006/relationships/tags" Target="../tags/tag143.xml"/><Relationship Id="rId3" Type="http://schemas.openxmlformats.org/officeDocument/2006/relationships/tags" Target="../tags/tag142.xml"/><Relationship Id="rId2" Type="http://schemas.openxmlformats.org/officeDocument/2006/relationships/tags" Target="../tags/tag141.xml"/><Relationship Id="rId12" Type="http://schemas.openxmlformats.org/officeDocument/2006/relationships/slideLayout" Target="../slideLayouts/slideLayout16.xml"/><Relationship Id="rId11" Type="http://schemas.openxmlformats.org/officeDocument/2006/relationships/tags" Target="../tags/tag150.xml"/><Relationship Id="rId10" Type="http://schemas.openxmlformats.org/officeDocument/2006/relationships/tags" Target="../tags/tag149.xml"/><Relationship Id="rId1" Type="http://schemas.openxmlformats.org/officeDocument/2006/relationships/tags" Target="../tags/tag140.xml"/></Relationships>
</file>

<file path=ppt/slides/_rels/slide16.xml.rels><?xml version="1.0" encoding="UTF-8" standalone="yes"?>
<Relationships xmlns="http://schemas.openxmlformats.org/package/2006/relationships"><Relationship Id="rId9" Type="http://schemas.openxmlformats.org/officeDocument/2006/relationships/tags" Target="../tags/tag159.xml"/><Relationship Id="rId8" Type="http://schemas.openxmlformats.org/officeDocument/2006/relationships/tags" Target="../tags/tag158.xml"/><Relationship Id="rId7" Type="http://schemas.openxmlformats.org/officeDocument/2006/relationships/tags" Target="../tags/tag157.xml"/><Relationship Id="rId6" Type="http://schemas.openxmlformats.org/officeDocument/2006/relationships/tags" Target="../tags/tag156.xml"/><Relationship Id="rId5" Type="http://schemas.openxmlformats.org/officeDocument/2006/relationships/tags" Target="../tags/tag155.xml"/><Relationship Id="rId4" Type="http://schemas.openxmlformats.org/officeDocument/2006/relationships/tags" Target="../tags/tag154.xml"/><Relationship Id="rId3" Type="http://schemas.openxmlformats.org/officeDocument/2006/relationships/tags" Target="../tags/tag153.xml"/><Relationship Id="rId2" Type="http://schemas.openxmlformats.org/officeDocument/2006/relationships/tags" Target="../tags/tag152.xml"/><Relationship Id="rId15" Type="http://schemas.openxmlformats.org/officeDocument/2006/relationships/slideLayout" Target="../slideLayouts/slideLayout13.xml"/><Relationship Id="rId14" Type="http://schemas.openxmlformats.org/officeDocument/2006/relationships/tags" Target="../tags/tag164.xml"/><Relationship Id="rId13" Type="http://schemas.openxmlformats.org/officeDocument/2006/relationships/tags" Target="../tags/tag163.xml"/><Relationship Id="rId12" Type="http://schemas.openxmlformats.org/officeDocument/2006/relationships/tags" Target="../tags/tag162.xml"/><Relationship Id="rId11" Type="http://schemas.openxmlformats.org/officeDocument/2006/relationships/tags" Target="../tags/tag161.xml"/><Relationship Id="rId10" Type="http://schemas.openxmlformats.org/officeDocument/2006/relationships/tags" Target="../tags/tag160.xml"/><Relationship Id="rId1" Type="http://schemas.openxmlformats.org/officeDocument/2006/relationships/tags" Target="../tags/tag151.xml"/></Relationships>
</file>

<file path=ppt/slides/_rels/slide17.xml.rels><?xml version="1.0" encoding="UTF-8" standalone="yes"?>
<Relationships xmlns="http://schemas.openxmlformats.org/package/2006/relationships"><Relationship Id="rId9" Type="http://schemas.openxmlformats.org/officeDocument/2006/relationships/tags" Target="../tags/tag173.xml"/><Relationship Id="rId8" Type="http://schemas.openxmlformats.org/officeDocument/2006/relationships/tags" Target="../tags/tag172.xml"/><Relationship Id="rId7" Type="http://schemas.openxmlformats.org/officeDocument/2006/relationships/tags" Target="../tags/tag171.xml"/><Relationship Id="rId6" Type="http://schemas.openxmlformats.org/officeDocument/2006/relationships/tags" Target="../tags/tag170.xml"/><Relationship Id="rId5" Type="http://schemas.openxmlformats.org/officeDocument/2006/relationships/tags" Target="../tags/tag169.xml"/><Relationship Id="rId4" Type="http://schemas.openxmlformats.org/officeDocument/2006/relationships/tags" Target="../tags/tag168.xml"/><Relationship Id="rId3" Type="http://schemas.openxmlformats.org/officeDocument/2006/relationships/tags" Target="../tags/tag167.xml"/><Relationship Id="rId2" Type="http://schemas.openxmlformats.org/officeDocument/2006/relationships/tags" Target="../tags/tag166.xml"/><Relationship Id="rId16" Type="http://schemas.openxmlformats.org/officeDocument/2006/relationships/notesSlide" Target="../notesSlides/notesSlide2.xml"/><Relationship Id="rId15" Type="http://schemas.openxmlformats.org/officeDocument/2006/relationships/slideLayout" Target="../slideLayouts/slideLayout13.xml"/><Relationship Id="rId14" Type="http://schemas.openxmlformats.org/officeDocument/2006/relationships/tags" Target="../tags/tag178.xml"/><Relationship Id="rId13" Type="http://schemas.openxmlformats.org/officeDocument/2006/relationships/tags" Target="../tags/tag177.xml"/><Relationship Id="rId12" Type="http://schemas.openxmlformats.org/officeDocument/2006/relationships/tags" Target="../tags/tag176.xml"/><Relationship Id="rId11" Type="http://schemas.openxmlformats.org/officeDocument/2006/relationships/tags" Target="../tags/tag175.xml"/><Relationship Id="rId10" Type="http://schemas.openxmlformats.org/officeDocument/2006/relationships/tags" Target="../tags/tag174.xml"/><Relationship Id="rId1" Type="http://schemas.openxmlformats.org/officeDocument/2006/relationships/tags" Target="../tags/tag165.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8.png"/></Relationships>
</file>

<file path=ppt/slides/_rels/slide19.xml.rels><?xml version="1.0" encoding="UTF-8" standalone="yes"?>
<Relationships xmlns="http://schemas.openxmlformats.org/package/2006/relationships"><Relationship Id="rId8" Type="http://schemas.openxmlformats.org/officeDocument/2006/relationships/notesSlide" Target="../notesSlides/notesSlide3.xml"/><Relationship Id="rId7" Type="http://schemas.openxmlformats.org/officeDocument/2006/relationships/slideLayout" Target="../slideLayouts/slideLayout13.xml"/><Relationship Id="rId6" Type="http://schemas.openxmlformats.org/officeDocument/2006/relationships/tags" Target="../tags/tag184.xml"/><Relationship Id="rId5" Type="http://schemas.openxmlformats.org/officeDocument/2006/relationships/tags" Target="../tags/tag183.xml"/><Relationship Id="rId4" Type="http://schemas.openxmlformats.org/officeDocument/2006/relationships/tags" Target="../tags/tag182.xml"/><Relationship Id="rId3" Type="http://schemas.openxmlformats.org/officeDocument/2006/relationships/tags" Target="../tags/tag181.xml"/><Relationship Id="rId2" Type="http://schemas.openxmlformats.org/officeDocument/2006/relationships/tags" Target="../tags/tag180.xml"/><Relationship Id="rId1" Type="http://schemas.openxmlformats.org/officeDocument/2006/relationships/tags" Target="../tags/tag179.xml"/></Relationships>
</file>

<file path=ppt/slides/_rels/slide20.xml.rels><?xml version="1.0" encoding="UTF-8" standalone="yes"?>
<Relationships xmlns="http://schemas.openxmlformats.org/package/2006/relationships"><Relationship Id="rId8" Type="http://schemas.openxmlformats.org/officeDocument/2006/relationships/notesSlide" Target="../notesSlides/notesSlide4.xml"/><Relationship Id="rId7" Type="http://schemas.openxmlformats.org/officeDocument/2006/relationships/slideLayout" Target="../slideLayouts/slideLayout13.xml"/><Relationship Id="rId6" Type="http://schemas.openxmlformats.org/officeDocument/2006/relationships/tags" Target="../tags/tag190.xml"/><Relationship Id="rId5" Type="http://schemas.openxmlformats.org/officeDocument/2006/relationships/tags" Target="../tags/tag189.xml"/><Relationship Id="rId4" Type="http://schemas.openxmlformats.org/officeDocument/2006/relationships/tags" Target="../tags/tag188.xml"/><Relationship Id="rId3" Type="http://schemas.openxmlformats.org/officeDocument/2006/relationships/tags" Target="../tags/tag187.xml"/><Relationship Id="rId2" Type="http://schemas.openxmlformats.org/officeDocument/2006/relationships/tags" Target="../tags/tag186.xml"/><Relationship Id="rId1" Type="http://schemas.openxmlformats.org/officeDocument/2006/relationships/tags" Target="../tags/tag185.xml"/></Relationships>
</file>

<file path=ppt/slides/_rels/slide21.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vmlDrawing" Target="../drawings/vmlDrawing1.vml"/><Relationship Id="rId3" Type="http://schemas.openxmlformats.org/officeDocument/2006/relationships/slideLayout" Target="../slideLayouts/slideLayout13.xml"/><Relationship Id="rId2" Type="http://schemas.openxmlformats.org/officeDocument/2006/relationships/image" Target="../media/image9.png"/><Relationship Id="rId1" Type="http://schemas.openxmlformats.org/officeDocument/2006/relationships/oleObject" Target="../embeddings/Workbook1.xls"/></Relationships>
</file>

<file path=ppt/slides/_rels/slide22.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vmlDrawing" Target="../drawings/vmlDrawing2.vml"/><Relationship Id="rId3" Type="http://schemas.openxmlformats.org/officeDocument/2006/relationships/slideLayout" Target="../slideLayouts/slideLayout13.xml"/><Relationship Id="rId2" Type="http://schemas.openxmlformats.org/officeDocument/2006/relationships/image" Target="../media/image10.png"/><Relationship Id="rId1" Type="http://schemas.openxmlformats.org/officeDocument/2006/relationships/oleObject" Target="../embeddings/Workbook2.xls"/></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3.xml"/><Relationship Id="rId2" Type="http://schemas.openxmlformats.org/officeDocument/2006/relationships/tags" Target="../tags/tag191.xml"/><Relationship Id="rId1" Type="http://schemas.openxmlformats.org/officeDocument/2006/relationships/image" Target="../media/image11.png"/></Relationships>
</file>

<file path=ppt/slides/_rels/slide24.xml.rels><?xml version="1.0" encoding="UTF-8" standalone="yes"?>
<Relationships xmlns="http://schemas.openxmlformats.org/package/2006/relationships"><Relationship Id="rId9" Type="http://schemas.openxmlformats.org/officeDocument/2006/relationships/tags" Target="../tags/tag200.xml"/><Relationship Id="rId8" Type="http://schemas.openxmlformats.org/officeDocument/2006/relationships/tags" Target="../tags/tag199.xml"/><Relationship Id="rId7" Type="http://schemas.openxmlformats.org/officeDocument/2006/relationships/tags" Target="../tags/tag198.xml"/><Relationship Id="rId63" Type="http://schemas.openxmlformats.org/officeDocument/2006/relationships/notesSlide" Target="../notesSlides/notesSlide8.xml"/><Relationship Id="rId62" Type="http://schemas.openxmlformats.org/officeDocument/2006/relationships/slideLayout" Target="../slideLayouts/slideLayout13.xml"/><Relationship Id="rId61" Type="http://schemas.openxmlformats.org/officeDocument/2006/relationships/tags" Target="../tags/tag252.xml"/><Relationship Id="rId60" Type="http://schemas.openxmlformats.org/officeDocument/2006/relationships/tags" Target="../tags/tag251.xml"/><Relationship Id="rId6" Type="http://schemas.openxmlformats.org/officeDocument/2006/relationships/tags" Target="../tags/tag197.xml"/><Relationship Id="rId59" Type="http://schemas.openxmlformats.org/officeDocument/2006/relationships/tags" Target="../tags/tag250.xml"/><Relationship Id="rId58" Type="http://schemas.openxmlformats.org/officeDocument/2006/relationships/tags" Target="../tags/tag249.xml"/><Relationship Id="rId57" Type="http://schemas.openxmlformats.org/officeDocument/2006/relationships/tags" Target="../tags/tag248.xml"/><Relationship Id="rId56" Type="http://schemas.openxmlformats.org/officeDocument/2006/relationships/tags" Target="../tags/tag247.xml"/><Relationship Id="rId55" Type="http://schemas.openxmlformats.org/officeDocument/2006/relationships/tags" Target="../tags/tag246.xml"/><Relationship Id="rId54" Type="http://schemas.openxmlformats.org/officeDocument/2006/relationships/tags" Target="../tags/tag245.xml"/><Relationship Id="rId53" Type="http://schemas.openxmlformats.org/officeDocument/2006/relationships/tags" Target="../tags/tag244.xml"/><Relationship Id="rId52" Type="http://schemas.openxmlformats.org/officeDocument/2006/relationships/tags" Target="../tags/tag243.xml"/><Relationship Id="rId51" Type="http://schemas.openxmlformats.org/officeDocument/2006/relationships/tags" Target="../tags/tag242.xml"/><Relationship Id="rId50" Type="http://schemas.openxmlformats.org/officeDocument/2006/relationships/tags" Target="../tags/tag241.xml"/><Relationship Id="rId5" Type="http://schemas.openxmlformats.org/officeDocument/2006/relationships/tags" Target="../tags/tag196.xml"/><Relationship Id="rId49" Type="http://schemas.openxmlformats.org/officeDocument/2006/relationships/tags" Target="../tags/tag240.xml"/><Relationship Id="rId48" Type="http://schemas.openxmlformats.org/officeDocument/2006/relationships/tags" Target="../tags/tag239.xml"/><Relationship Id="rId47" Type="http://schemas.openxmlformats.org/officeDocument/2006/relationships/tags" Target="../tags/tag238.xml"/><Relationship Id="rId46" Type="http://schemas.openxmlformats.org/officeDocument/2006/relationships/tags" Target="../tags/tag237.xml"/><Relationship Id="rId45" Type="http://schemas.openxmlformats.org/officeDocument/2006/relationships/tags" Target="../tags/tag236.xml"/><Relationship Id="rId44" Type="http://schemas.openxmlformats.org/officeDocument/2006/relationships/tags" Target="../tags/tag235.xml"/><Relationship Id="rId43" Type="http://schemas.openxmlformats.org/officeDocument/2006/relationships/tags" Target="../tags/tag234.xml"/><Relationship Id="rId42" Type="http://schemas.openxmlformats.org/officeDocument/2006/relationships/tags" Target="../tags/tag233.xml"/><Relationship Id="rId41" Type="http://schemas.openxmlformats.org/officeDocument/2006/relationships/tags" Target="../tags/tag232.xml"/><Relationship Id="rId40" Type="http://schemas.openxmlformats.org/officeDocument/2006/relationships/tags" Target="../tags/tag231.xml"/><Relationship Id="rId4" Type="http://schemas.openxmlformats.org/officeDocument/2006/relationships/tags" Target="../tags/tag195.xml"/><Relationship Id="rId39" Type="http://schemas.openxmlformats.org/officeDocument/2006/relationships/tags" Target="../tags/tag230.xml"/><Relationship Id="rId38" Type="http://schemas.openxmlformats.org/officeDocument/2006/relationships/tags" Target="../tags/tag229.xml"/><Relationship Id="rId37" Type="http://schemas.openxmlformats.org/officeDocument/2006/relationships/tags" Target="../tags/tag228.xml"/><Relationship Id="rId36" Type="http://schemas.openxmlformats.org/officeDocument/2006/relationships/tags" Target="../tags/tag227.xml"/><Relationship Id="rId35" Type="http://schemas.openxmlformats.org/officeDocument/2006/relationships/tags" Target="../tags/tag226.xml"/><Relationship Id="rId34" Type="http://schemas.openxmlformats.org/officeDocument/2006/relationships/tags" Target="../tags/tag225.xml"/><Relationship Id="rId33" Type="http://schemas.openxmlformats.org/officeDocument/2006/relationships/tags" Target="../tags/tag224.xml"/><Relationship Id="rId32" Type="http://schemas.openxmlformats.org/officeDocument/2006/relationships/tags" Target="../tags/tag223.xml"/><Relationship Id="rId31" Type="http://schemas.openxmlformats.org/officeDocument/2006/relationships/tags" Target="../tags/tag222.xml"/><Relationship Id="rId30" Type="http://schemas.openxmlformats.org/officeDocument/2006/relationships/tags" Target="../tags/tag221.xml"/><Relationship Id="rId3" Type="http://schemas.openxmlformats.org/officeDocument/2006/relationships/tags" Target="../tags/tag194.xml"/><Relationship Id="rId29" Type="http://schemas.openxmlformats.org/officeDocument/2006/relationships/tags" Target="../tags/tag220.xml"/><Relationship Id="rId28" Type="http://schemas.openxmlformats.org/officeDocument/2006/relationships/tags" Target="../tags/tag219.xml"/><Relationship Id="rId27" Type="http://schemas.openxmlformats.org/officeDocument/2006/relationships/tags" Target="../tags/tag218.xml"/><Relationship Id="rId26" Type="http://schemas.openxmlformats.org/officeDocument/2006/relationships/tags" Target="../tags/tag217.xml"/><Relationship Id="rId25" Type="http://schemas.openxmlformats.org/officeDocument/2006/relationships/tags" Target="../tags/tag216.xml"/><Relationship Id="rId24" Type="http://schemas.openxmlformats.org/officeDocument/2006/relationships/tags" Target="../tags/tag215.xml"/><Relationship Id="rId23" Type="http://schemas.openxmlformats.org/officeDocument/2006/relationships/tags" Target="../tags/tag214.xml"/><Relationship Id="rId22" Type="http://schemas.openxmlformats.org/officeDocument/2006/relationships/tags" Target="../tags/tag213.xml"/><Relationship Id="rId21" Type="http://schemas.openxmlformats.org/officeDocument/2006/relationships/tags" Target="../tags/tag212.xml"/><Relationship Id="rId20" Type="http://schemas.openxmlformats.org/officeDocument/2006/relationships/tags" Target="../tags/tag211.xml"/><Relationship Id="rId2" Type="http://schemas.openxmlformats.org/officeDocument/2006/relationships/tags" Target="../tags/tag193.xml"/><Relationship Id="rId19" Type="http://schemas.openxmlformats.org/officeDocument/2006/relationships/tags" Target="../tags/tag210.xml"/><Relationship Id="rId18" Type="http://schemas.openxmlformats.org/officeDocument/2006/relationships/tags" Target="../tags/tag209.xml"/><Relationship Id="rId17" Type="http://schemas.openxmlformats.org/officeDocument/2006/relationships/tags" Target="../tags/tag208.xml"/><Relationship Id="rId16" Type="http://schemas.openxmlformats.org/officeDocument/2006/relationships/tags" Target="../tags/tag207.xml"/><Relationship Id="rId15" Type="http://schemas.openxmlformats.org/officeDocument/2006/relationships/tags" Target="../tags/tag206.xml"/><Relationship Id="rId14" Type="http://schemas.openxmlformats.org/officeDocument/2006/relationships/tags" Target="../tags/tag205.xml"/><Relationship Id="rId13" Type="http://schemas.openxmlformats.org/officeDocument/2006/relationships/tags" Target="../tags/tag204.xml"/><Relationship Id="rId12" Type="http://schemas.openxmlformats.org/officeDocument/2006/relationships/tags" Target="../tags/tag203.xml"/><Relationship Id="rId11" Type="http://schemas.openxmlformats.org/officeDocument/2006/relationships/tags" Target="../tags/tag202.xml"/><Relationship Id="rId10" Type="http://schemas.openxmlformats.org/officeDocument/2006/relationships/tags" Target="../tags/tag201.xml"/><Relationship Id="rId1" Type="http://schemas.openxmlformats.org/officeDocument/2006/relationships/tags" Target="../tags/tag192.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3.xml"/><Relationship Id="rId1" Type="http://schemas.openxmlformats.org/officeDocument/2006/relationships/image" Target="../media/image12.png"/></Relationships>
</file>

<file path=ppt/slides/_rels/slide26.xml.rels><?xml version="1.0" encoding="UTF-8" standalone="yes"?>
<Relationships xmlns="http://schemas.openxmlformats.org/package/2006/relationships"><Relationship Id="rId9" Type="http://schemas.openxmlformats.org/officeDocument/2006/relationships/tags" Target="../tags/tag261.xml"/><Relationship Id="rId8" Type="http://schemas.openxmlformats.org/officeDocument/2006/relationships/tags" Target="../tags/tag260.xml"/><Relationship Id="rId7" Type="http://schemas.openxmlformats.org/officeDocument/2006/relationships/tags" Target="../tags/tag259.xml"/><Relationship Id="rId6" Type="http://schemas.openxmlformats.org/officeDocument/2006/relationships/tags" Target="../tags/tag258.xml"/><Relationship Id="rId5" Type="http://schemas.openxmlformats.org/officeDocument/2006/relationships/tags" Target="../tags/tag257.xml"/><Relationship Id="rId4" Type="http://schemas.openxmlformats.org/officeDocument/2006/relationships/tags" Target="../tags/tag256.xml"/><Relationship Id="rId3" Type="http://schemas.openxmlformats.org/officeDocument/2006/relationships/tags" Target="../tags/tag255.xml"/><Relationship Id="rId2" Type="http://schemas.openxmlformats.org/officeDocument/2006/relationships/tags" Target="../tags/tag254.xml"/><Relationship Id="rId12" Type="http://schemas.openxmlformats.org/officeDocument/2006/relationships/slideLayout" Target="../slideLayouts/slideLayout16.xml"/><Relationship Id="rId11" Type="http://schemas.openxmlformats.org/officeDocument/2006/relationships/tags" Target="../tags/tag263.xml"/><Relationship Id="rId10" Type="http://schemas.openxmlformats.org/officeDocument/2006/relationships/tags" Target="../tags/tag262.xml"/><Relationship Id="rId1" Type="http://schemas.openxmlformats.org/officeDocument/2006/relationships/tags" Target="../tags/tag253.xml"/></Relationships>
</file>

<file path=ppt/slides/_rels/slide27.xml.rels><?xml version="1.0" encoding="UTF-8" standalone="yes"?>
<Relationships xmlns="http://schemas.openxmlformats.org/package/2006/relationships"><Relationship Id="rId9" Type="http://schemas.openxmlformats.org/officeDocument/2006/relationships/tags" Target="../tags/tag272.xml"/><Relationship Id="rId8" Type="http://schemas.openxmlformats.org/officeDocument/2006/relationships/tags" Target="../tags/tag271.xml"/><Relationship Id="rId7" Type="http://schemas.openxmlformats.org/officeDocument/2006/relationships/tags" Target="../tags/tag270.xml"/><Relationship Id="rId6" Type="http://schemas.openxmlformats.org/officeDocument/2006/relationships/tags" Target="../tags/tag269.xml"/><Relationship Id="rId5" Type="http://schemas.openxmlformats.org/officeDocument/2006/relationships/tags" Target="../tags/tag268.xml"/><Relationship Id="rId4" Type="http://schemas.openxmlformats.org/officeDocument/2006/relationships/tags" Target="../tags/tag267.xml"/><Relationship Id="rId3" Type="http://schemas.openxmlformats.org/officeDocument/2006/relationships/tags" Target="../tags/tag266.xml"/><Relationship Id="rId24" Type="http://schemas.openxmlformats.org/officeDocument/2006/relationships/slideLayout" Target="../slideLayouts/slideLayout16.xml"/><Relationship Id="rId23" Type="http://schemas.openxmlformats.org/officeDocument/2006/relationships/tags" Target="../tags/tag286.xml"/><Relationship Id="rId22" Type="http://schemas.openxmlformats.org/officeDocument/2006/relationships/tags" Target="../tags/tag285.xml"/><Relationship Id="rId21" Type="http://schemas.openxmlformats.org/officeDocument/2006/relationships/tags" Target="../tags/tag284.xml"/><Relationship Id="rId20" Type="http://schemas.openxmlformats.org/officeDocument/2006/relationships/tags" Target="../tags/tag283.xml"/><Relationship Id="rId2" Type="http://schemas.openxmlformats.org/officeDocument/2006/relationships/tags" Target="../tags/tag265.xml"/><Relationship Id="rId19" Type="http://schemas.openxmlformats.org/officeDocument/2006/relationships/tags" Target="../tags/tag282.xml"/><Relationship Id="rId18" Type="http://schemas.openxmlformats.org/officeDocument/2006/relationships/tags" Target="../tags/tag281.xml"/><Relationship Id="rId17" Type="http://schemas.openxmlformats.org/officeDocument/2006/relationships/tags" Target="../tags/tag280.xml"/><Relationship Id="rId16" Type="http://schemas.openxmlformats.org/officeDocument/2006/relationships/tags" Target="../tags/tag279.xml"/><Relationship Id="rId15" Type="http://schemas.openxmlformats.org/officeDocument/2006/relationships/tags" Target="../tags/tag278.xml"/><Relationship Id="rId14" Type="http://schemas.openxmlformats.org/officeDocument/2006/relationships/tags" Target="../tags/tag277.xml"/><Relationship Id="rId13" Type="http://schemas.openxmlformats.org/officeDocument/2006/relationships/tags" Target="../tags/tag276.xml"/><Relationship Id="rId12" Type="http://schemas.openxmlformats.org/officeDocument/2006/relationships/tags" Target="../tags/tag275.xml"/><Relationship Id="rId11" Type="http://schemas.openxmlformats.org/officeDocument/2006/relationships/tags" Target="../tags/tag274.xml"/><Relationship Id="rId10" Type="http://schemas.openxmlformats.org/officeDocument/2006/relationships/tags" Target="../tags/tag273.xml"/><Relationship Id="rId1" Type="http://schemas.openxmlformats.org/officeDocument/2006/relationships/tags" Target="../tags/tag264.xml"/></Relationships>
</file>

<file path=ppt/slides/_rels/slide28.xml.rels><?xml version="1.0" encoding="UTF-8" standalone="yes"?>
<Relationships xmlns="http://schemas.openxmlformats.org/package/2006/relationships"><Relationship Id="rId9" Type="http://schemas.openxmlformats.org/officeDocument/2006/relationships/slideLayout" Target="../slideLayouts/slideLayout16.xml"/><Relationship Id="rId8" Type="http://schemas.openxmlformats.org/officeDocument/2006/relationships/tags" Target="../tags/tag293.xml"/><Relationship Id="rId7" Type="http://schemas.openxmlformats.org/officeDocument/2006/relationships/tags" Target="../tags/tag292.xml"/><Relationship Id="rId6" Type="http://schemas.openxmlformats.org/officeDocument/2006/relationships/tags" Target="../tags/tag291.xml"/><Relationship Id="rId5" Type="http://schemas.openxmlformats.org/officeDocument/2006/relationships/tags" Target="../tags/tag290.xml"/><Relationship Id="rId4" Type="http://schemas.openxmlformats.org/officeDocument/2006/relationships/image" Target="../media/image13.png"/><Relationship Id="rId3" Type="http://schemas.openxmlformats.org/officeDocument/2006/relationships/tags" Target="../tags/tag289.xml"/><Relationship Id="rId2" Type="http://schemas.openxmlformats.org/officeDocument/2006/relationships/tags" Target="../tags/tag288.xml"/><Relationship Id="rId1" Type="http://schemas.openxmlformats.org/officeDocument/2006/relationships/tags" Target="../tags/tag287.xml"/></Relationships>
</file>

<file path=ppt/slides/_rels/slide29.xml.rels><?xml version="1.0" encoding="UTF-8" standalone="yes"?>
<Relationships xmlns="http://schemas.openxmlformats.org/package/2006/relationships"><Relationship Id="rId99" Type="http://schemas.openxmlformats.org/officeDocument/2006/relationships/tags" Target="../tags/tag392.xml"/><Relationship Id="rId98" Type="http://schemas.openxmlformats.org/officeDocument/2006/relationships/tags" Target="../tags/tag391.xml"/><Relationship Id="rId97" Type="http://schemas.openxmlformats.org/officeDocument/2006/relationships/tags" Target="../tags/tag390.xml"/><Relationship Id="rId96" Type="http://schemas.openxmlformats.org/officeDocument/2006/relationships/tags" Target="../tags/tag389.xml"/><Relationship Id="rId95" Type="http://schemas.openxmlformats.org/officeDocument/2006/relationships/tags" Target="../tags/tag388.xml"/><Relationship Id="rId94" Type="http://schemas.openxmlformats.org/officeDocument/2006/relationships/tags" Target="../tags/tag387.xml"/><Relationship Id="rId93" Type="http://schemas.openxmlformats.org/officeDocument/2006/relationships/tags" Target="../tags/tag386.xml"/><Relationship Id="rId92" Type="http://schemas.openxmlformats.org/officeDocument/2006/relationships/tags" Target="../tags/tag385.xml"/><Relationship Id="rId91" Type="http://schemas.openxmlformats.org/officeDocument/2006/relationships/tags" Target="../tags/tag384.xml"/><Relationship Id="rId90" Type="http://schemas.openxmlformats.org/officeDocument/2006/relationships/tags" Target="../tags/tag383.xml"/><Relationship Id="rId9" Type="http://schemas.openxmlformats.org/officeDocument/2006/relationships/tags" Target="../tags/tag302.xml"/><Relationship Id="rId89" Type="http://schemas.openxmlformats.org/officeDocument/2006/relationships/tags" Target="../tags/tag382.xml"/><Relationship Id="rId88" Type="http://schemas.openxmlformats.org/officeDocument/2006/relationships/tags" Target="../tags/tag381.xml"/><Relationship Id="rId87" Type="http://schemas.openxmlformats.org/officeDocument/2006/relationships/tags" Target="../tags/tag380.xml"/><Relationship Id="rId86" Type="http://schemas.openxmlformats.org/officeDocument/2006/relationships/tags" Target="../tags/tag379.xml"/><Relationship Id="rId85" Type="http://schemas.openxmlformats.org/officeDocument/2006/relationships/tags" Target="../tags/tag378.xml"/><Relationship Id="rId84" Type="http://schemas.openxmlformats.org/officeDocument/2006/relationships/tags" Target="../tags/tag377.xml"/><Relationship Id="rId83" Type="http://schemas.openxmlformats.org/officeDocument/2006/relationships/tags" Target="../tags/tag376.xml"/><Relationship Id="rId82" Type="http://schemas.openxmlformats.org/officeDocument/2006/relationships/tags" Target="../tags/tag375.xml"/><Relationship Id="rId81" Type="http://schemas.openxmlformats.org/officeDocument/2006/relationships/tags" Target="../tags/tag374.xml"/><Relationship Id="rId80" Type="http://schemas.openxmlformats.org/officeDocument/2006/relationships/tags" Target="../tags/tag373.xml"/><Relationship Id="rId8" Type="http://schemas.openxmlformats.org/officeDocument/2006/relationships/tags" Target="../tags/tag301.xml"/><Relationship Id="rId79" Type="http://schemas.openxmlformats.org/officeDocument/2006/relationships/tags" Target="../tags/tag372.xml"/><Relationship Id="rId78" Type="http://schemas.openxmlformats.org/officeDocument/2006/relationships/tags" Target="../tags/tag371.xml"/><Relationship Id="rId77" Type="http://schemas.openxmlformats.org/officeDocument/2006/relationships/tags" Target="../tags/tag370.xml"/><Relationship Id="rId76" Type="http://schemas.openxmlformats.org/officeDocument/2006/relationships/tags" Target="../tags/tag369.xml"/><Relationship Id="rId75" Type="http://schemas.openxmlformats.org/officeDocument/2006/relationships/tags" Target="../tags/tag368.xml"/><Relationship Id="rId74" Type="http://schemas.openxmlformats.org/officeDocument/2006/relationships/tags" Target="../tags/tag367.xml"/><Relationship Id="rId73" Type="http://schemas.openxmlformats.org/officeDocument/2006/relationships/tags" Target="../tags/tag366.xml"/><Relationship Id="rId72" Type="http://schemas.openxmlformats.org/officeDocument/2006/relationships/tags" Target="../tags/tag365.xml"/><Relationship Id="rId71" Type="http://schemas.openxmlformats.org/officeDocument/2006/relationships/tags" Target="../tags/tag364.xml"/><Relationship Id="rId70" Type="http://schemas.openxmlformats.org/officeDocument/2006/relationships/tags" Target="../tags/tag363.xml"/><Relationship Id="rId7" Type="http://schemas.openxmlformats.org/officeDocument/2006/relationships/tags" Target="../tags/tag300.xml"/><Relationship Id="rId69" Type="http://schemas.openxmlformats.org/officeDocument/2006/relationships/tags" Target="../tags/tag362.xml"/><Relationship Id="rId68" Type="http://schemas.openxmlformats.org/officeDocument/2006/relationships/tags" Target="../tags/tag361.xml"/><Relationship Id="rId67" Type="http://schemas.openxmlformats.org/officeDocument/2006/relationships/tags" Target="../tags/tag360.xml"/><Relationship Id="rId66" Type="http://schemas.openxmlformats.org/officeDocument/2006/relationships/tags" Target="../tags/tag359.xml"/><Relationship Id="rId65" Type="http://schemas.openxmlformats.org/officeDocument/2006/relationships/tags" Target="../tags/tag358.xml"/><Relationship Id="rId64" Type="http://schemas.openxmlformats.org/officeDocument/2006/relationships/tags" Target="../tags/tag357.xml"/><Relationship Id="rId63" Type="http://schemas.openxmlformats.org/officeDocument/2006/relationships/tags" Target="../tags/tag356.xml"/><Relationship Id="rId62" Type="http://schemas.openxmlformats.org/officeDocument/2006/relationships/tags" Target="../tags/tag355.xml"/><Relationship Id="rId61" Type="http://schemas.openxmlformats.org/officeDocument/2006/relationships/tags" Target="../tags/tag354.xml"/><Relationship Id="rId60" Type="http://schemas.openxmlformats.org/officeDocument/2006/relationships/tags" Target="../tags/tag353.xml"/><Relationship Id="rId6" Type="http://schemas.openxmlformats.org/officeDocument/2006/relationships/tags" Target="../tags/tag299.xml"/><Relationship Id="rId59" Type="http://schemas.openxmlformats.org/officeDocument/2006/relationships/tags" Target="../tags/tag352.xml"/><Relationship Id="rId58" Type="http://schemas.openxmlformats.org/officeDocument/2006/relationships/tags" Target="../tags/tag351.xml"/><Relationship Id="rId57" Type="http://schemas.openxmlformats.org/officeDocument/2006/relationships/tags" Target="../tags/tag350.xml"/><Relationship Id="rId56" Type="http://schemas.openxmlformats.org/officeDocument/2006/relationships/tags" Target="../tags/tag349.xml"/><Relationship Id="rId55" Type="http://schemas.openxmlformats.org/officeDocument/2006/relationships/tags" Target="../tags/tag348.xml"/><Relationship Id="rId54" Type="http://schemas.openxmlformats.org/officeDocument/2006/relationships/tags" Target="../tags/tag347.xml"/><Relationship Id="rId53" Type="http://schemas.openxmlformats.org/officeDocument/2006/relationships/tags" Target="../tags/tag346.xml"/><Relationship Id="rId52" Type="http://schemas.openxmlformats.org/officeDocument/2006/relationships/tags" Target="../tags/tag345.xml"/><Relationship Id="rId51" Type="http://schemas.openxmlformats.org/officeDocument/2006/relationships/tags" Target="../tags/tag344.xml"/><Relationship Id="rId50" Type="http://schemas.openxmlformats.org/officeDocument/2006/relationships/tags" Target="../tags/tag343.xml"/><Relationship Id="rId5" Type="http://schemas.openxmlformats.org/officeDocument/2006/relationships/tags" Target="../tags/tag298.xml"/><Relationship Id="rId49" Type="http://schemas.openxmlformats.org/officeDocument/2006/relationships/tags" Target="../tags/tag342.xml"/><Relationship Id="rId48" Type="http://schemas.openxmlformats.org/officeDocument/2006/relationships/tags" Target="../tags/tag341.xml"/><Relationship Id="rId47" Type="http://schemas.openxmlformats.org/officeDocument/2006/relationships/tags" Target="../tags/tag340.xml"/><Relationship Id="rId46" Type="http://schemas.openxmlformats.org/officeDocument/2006/relationships/tags" Target="../tags/tag339.xml"/><Relationship Id="rId45" Type="http://schemas.openxmlformats.org/officeDocument/2006/relationships/tags" Target="../tags/tag338.xml"/><Relationship Id="rId44" Type="http://schemas.openxmlformats.org/officeDocument/2006/relationships/tags" Target="../tags/tag337.xml"/><Relationship Id="rId43" Type="http://schemas.openxmlformats.org/officeDocument/2006/relationships/tags" Target="../tags/tag336.xml"/><Relationship Id="rId42" Type="http://schemas.openxmlformats.org/officeDocument/2006/relationships/tags" Target="../tags/tag335.xml"/><Relationship Id="rId41" Type="http://schemas.openxmlformats.org/officeDocument/2006/relationships/tags" Target="../tags/tag334.xml"/><Relationship Id="rId40" Type="http://schemas.openxmlformats.org/officeDocument/2006/relationships/tags" Target="../tags/tag333.xml"/><Relationship Id="rId4" Type="http://schemas.openxmlformats.org/officeDocument/2006/relationships/tags" Target="../tags/tag297.xml"/><Relationship Id="rId39" Type="http://schemas.openxmlformats.org/officeDocument/2006/relationships/tags" Target="../tags/tag332.xml"/><Relationship Id="rId38" Type="http://schemas.openxmlformats.org/officeDocument/2006/relationships/tags" Target="../tags/tag331.xml"/><Relationship Id="rId37" Type="http://schemas.openxmlformats.org/officeDocument/2006/relationships/tags" Target="../tags/tag330.xml"/><Relationship Id="rId36" Type="http://schemas.openxmlformats.org/officeDocument/2006/relationships/tags" Target="../tags/tag329.xml"/><Relationship Id="rId35" Type="http://schemas.openxmlformats.org/officeDocument/2006/relationships/tags" Target="../tags/tag328.xml"/><Relationship Id="rId34" Type="http://schemas.openxmlformats.org/officeDocument/2006/relationships/tags" Target="../tags/tag327.xml"/><Relationship Id="rId33" Type="http://schemas.openxmlformats.org/officeDocument/2006/relationships/tags" Target="../tags/tag326.xml"/><Relationship Id="rId32" Type="http://schemas.openxmlformats.org/officeDocument/2006/relationships/tags" Target="../tags/tag325.xml"/><Relationship Id="rId31" Type="http://schemas.openxmlformats.org/officeDocument/2006/relationships/tags" Target="../tags/tag324.xml"/><Relationship Id="rId30" Type="http://schemas.openxmlformats.org/officeDocument/2006/relationships/tags" Target="../tags/tag323.xml"/><Relationship Id="rId3" Type="http://schemas.openxmlformats.org/officeDocument/2006/relationships/tags" Target="../tags/tag296.xml"/><Relationship Id="rId29" Type="http://schemas.openxmlformats.org/officeDocument/2006/relationships/tags" Target="../tags/tag322.xml"/><Relationship Id="rId28" Type="http://schemas.openxmlformats.org/officeDocument/2006/relationships/tags" Target="../tags/tag321.xml"/><Relationship Id="rId27" Type="http://schemas.openxmlformats.org/officeDocument/2006/relationships/tags" Target="../tags/tag320.xml"/><Relationship Id="rId26" Type="http://schemas.openxmlformats.org/officeDocument/2006/relationships/tags" Target="../tags/tag319.xml"/><Relationship Id="rId25" Type="http://schemas.openxmlformats.org/officeDocument/2006/relationships/tags" Target="../tags/tag318.xml"/><Relationship Id="rId24" Type="http://schemas.openxmlformats.org/officeDocument/2006/relationships/tags" Target="../tags/tag317.xml"/><Relationship Id="rId23" Type="http://schemas.openxmlformats.org/officeDocument/2006/relationships/tags" Target="../tags/tag316.xml"/><Relationship Id="rId22" Type="http://schemas.openxmlformats.org/officeDocument/2006/relationships/tags" Target="../tags/tag315.xml"/><Relationship Id="rId210" Type="http://schemas.openxmlformats.org/officeDocument/2006/relationships/slideLayout" Target="../slideLayouts/slideLayout16.xml"/><Relationship Id="rId21" Type="http://schemas.openxmlformats.org/officeDocument/2006/relationships/tags" Target="../tags/tag314.xml"/><Relationship Id="rId209" Type="http://schemas.openxmlformats.org/officeDocument/2006/relationships/tags" Target="../tags/tag502.xml"/><Relationship Id="rId208" Type="http://schemas.openxmlformats.org/officeDocument/2006/relationships/tags" Target="../tags/tag501.xml"/><Relationship Id="rId207" Type="http://schemas.openxmlformats.org/officeDocument/2006/relationships/tags" Target="../tags/tag500.xml"/><Relationship Id="rId206" Type="http://schemas.openxmlformats.org/officeDocument/2006/relationships/tags" Target="../tags/tag499.xml"/><Relationship Id="rId205" Type="http://schemas.openxmlformats.org/officeDocument/2006/relationships/tags" Target="../tags/tag498.xml"/><Relationship Id="rId204" Type="http://schemas.openxmlformats.org/officeDocument/2006/relationships/tags" Target="../tags/tag497.xml"/><Relationship Id="rId203" Type="http://schemas.openxmlformats.org/officeDocument/2006/relationships/tags" Target="../tags/tag496.xml"/><Relationship Id="rId202" Type="http://schemas.openxmlformats.org/officeDocument/2006/relationships/tags" Target="../tags/tag495.xml"/><Relationship Id="rId201" Type="http://schemas.openxmlformats.org/officeDocument/2006/relationships/tags" Target="../tags/tag494.xml"/><Relationship Id="rId200" Type="http://schemas.openxmlformats.org/officeDocument/2006/relationships/tags" Target="../tags/tag493.xml"/><Relationship Id="rId20" Type="http://schemas.openxmlformats.org/officeDocument/2006/relationships/tags" Target="../tags/tag313.xml"/><Relationship Id="rId2" Type="http://schemas.openxmlformats.org/officeDocument/2006/relationships/tags" Target="../tags/tag295.xml"/><Relationship Id="rId199" Type="http://schemas.openxmlformats.org/officeDocument/2006/relationships/tags" Target="../tags/tag492.xml"/><Relationship Id="rId198" Type="http://schemas.openxmlformats.org/officeDocument/2006/relationships/tags" Target="../tags/tag491.xml"/><Relationship Id="rId197" Type="http://schemas.openxmlformats.org/officeDocument/2006/relationships/tags" Target="../tags/tag490.xml"/><Relationship Id="rId196" Type="http://schemas.openxmlformats.org/officeDocument/2006/relationships/tags" Target="../tags/tag489.xml"/><Relationship Id="rId195" Type="http://schemas.openxmlformats.org/officeDocument/2006/relationships/tags" Target="../tags/tag488.xml"/><Relationship Id="rId194" Type="http://schemas.openxmlformats.org/officeDocument/2006/relationships/tags" Target="../tags/tag487.xml"/><Relationship Id="rId193" Type="http://schemas.openxmlformats.org/officeDocument/2006/relationships/tags" Target="../tags/tag486.xml"/><Relationship Id="rId192" Type="http://schemas.openxmlformats.org/officeDocument/2006/relationships/tags" Target="../tags/tag485.xml"/><Relationship Id="rId191" Type="http://schemas.openxmlformats.org/officeDocument/2006/relationships/tags" Target="../tags/tag484.xml"/><Relationship Id="rId190" Type="http://schemas.openxmlformats.org/officeDocument/2006/relationships/tags" Target="../tags/tag483.xml"/><Relationship Id="rId19" Type="http://schemas.openxmlformats.org/officeDocument/2006/relationships/tags" Target="../tags/tag312.xml"/><Relationship Id="rId189" Type="http://schemas.openxmlformats.org/officeDocument/2006/relationships/tags" Target="../tags/tag482.xml"/><Relationship Id="rId188" Type="http://schemas.openxmlformats.org/officeDocument/2006/relationships/tags" Target="../tags/tag481.xml"/><Relationship Id="rId187" Type="http://schemas.openxmlformats.org/officeDocument/2006/relationships/tags" Target="../tags/tag480.xml"/><Relationship Id="rId186" Type="http://schemas.openxmlformats.org/officeDocument/2006/relationships/tags" Target="../tags/tag479.xml"/><Relationship Id="rId185" Type="http://schemas.openxmlformats.org/officeDocument/2006/relationships/tags" Target="../tags/tag478.xml"/><Relationship Id="rId184" Type="http://schemas.openxmlformats.org/officeDocument/2006/relationships/tags" Target="../tags/tag477.xml"/><Relationship Id="rId183" Type="http://schemas.openxmlformats.org/officeDocument/2006/relationships/tags" Target="../tags/tag476.xml"/><Relationship Id="rId182" Type="http://schemas.openxmlformats.org/officeDocument/2006/relationships/tags" Target="../tags/tag475.xml"/><Relationship Id="rId181" Type="http://schemas.openxmlformats.org/officeDocument/2006/relationships/tags" Target="../tags/tag474.xml"/><Relationship Id="rId180" Type="http://schemas.openxmlformats.org/officeDocument/2006/relationships/tags" Target="../tags/tag473.xml"/><Relationship Id="rId18" Type="http://schemas.openxmlformats.org/officeDocument/2006/relationships/tags" Target="../tags/tag311.xml"/><Relationship Id="rId179" Type="http://schemas.openxmlformats.org/officeDocument/2006/relationships/tags" Target="../tags/tag472.xml"/><Relationship Id="rId178" Type="http://schemas.openxmlformats.org/officeDocument/2006/relationships/tags" Target="../tags/tag471.xml"/><Relationship Id="rId177" Type="http://schemas.openxmlformats.org/officeDocument/2006/relationships/tags" Target="../tags/tag470.xml"/><Relationship Id="rId176" Type="http://schemas.openxmlformats.org/officeDocument/2006/relationships/tags" Target="../tags/tag469.xml"/><Relationship Id="rId175" Type="http://schemas.openxmlformats.org/officeDocument/2006/relationships/tags" Target="../tags/tag468.xml"/><Relationship Id="rId174" Type="http://schemas.openxmlformats.org/officeDocument/2006/relationships/tags" Target="../tags/tag467.xml"/><Relationship Id="rId173" Type="http://schemas.openxmlformats.org/officeDocument/2006/relationships/tags" Target="../tags/tag466.xml"/><Relationship Id="rId172" Type="http://schemas.openxmlformats.org/officeDocument/2006/relationships/tags" Target="../tags/tag465.xml"/><Relationship Id="rId171" Type="http://schemas.openxmlformats.org/officeDocument/2006/relationships/tags" Target="../tags/tag464.xml"/><Relationship Id="rId170" Type="http://schemas.openxmlformats.org/officeDocument/2006/relationships/tags" Target="../tags/tag463.xml"/><Relationship Id="rId17" Type="http://schemas.openxmlformats.org/officeDocument/2006/relationships/tags" Target="../tags/tag310.xml"/><Relationship Id="rId169" Type="http://schemas.openxmlformats.org/officeDocument/2006/relationships/tags" Target="../tags/tag462.xml"/><Relationship Id="rId168" Type="http://schemas.openxmlformats.org/officeDocument/2006/relationships/tags" Target="../tags/tag461.xml"/><Relationship Id="rId167" Type="http://schemas.openxmlformats.org/officeDocument/2006/relationships/tags" Target="../tags/tag460.xml"/><Relationship Id="rId166" Type="http://schemas.openxmlformats.org/officeDocument/2006/relationships/tags" Target="../tags/tag459.xml"/><Relationship Id="rId165" Type="http://schemas.openxmlformats.org/officeDocument/2006/relationships/tags" Target="../tags/tag458.xml"/><Relationship Id="rId164" Type="http://schemas.openxmlformats.org/officeDocument/2006/relationships/tags" Target="../tags/tag457.xml"/><Relationship Id="rId163" Type="http://schemas.openxmlformats.org/officeDocument/2006/relationships/tags" Target="../tags/tag456.xml"/><Relationship Id="rId162" Type="http://schemas.openxmlformats.org/officeDocument/2006/relationships/tags" Target="../tags/tag455.xml"/><Relationship Id="rId161" Type="http://schemas.openxmlformats.org/officeDocument/2006/relationships/tags" Target="../tags/tag454.xml"/><Relationship Id="rId160" Type="http://schemas.openxmlformats.org/officeDocument/2006/relationships/tags" Target="../tags/tag453.xml"/><Relationship Id="rId16" Type="http://schemas.openxmlformats.org/officeDocument/2006/relationships/tags" Target="../tags/tag309.xml"/><Relationship Id="rId159" Type="http://schemas.openxmlformats.org/officeDocument/2006/relationships/tags" Target="../tags/tag452.xml"/><Relationship Id="rId158" Type="http://schemas.openxmlformats.org/officeDocument/2006/relationships/tags" Target="../tags/tag451.xml"/><Relationship Id="rId157" Type="http://schemas.openxmlformats.org/officeDocument/2006/relationships/tags" Target="../tags/tag450.xml"/><Relationship Id="rId156" Type="http://schemas.openxmlformats.org/officeDocument/2006/relationships/tags" Target="../tags/tag449.xml"/><Relationship Id="rId155" Type="http://schemas.openxmlformats.org/officeDocument/2006/relationships/tags" Target="../tags/tag448.xml"/><Relationship Id="rId154" Type="http://schemas.openxmlformats.org/officeDocument/2006/relationships/tags" Target="../tags/tag447.xml"/><Relationship Id="rId153" Type="http://schemas.openxmlformats.org/officeDocument/2006/relationships/tags" Target="../tags/tag446.xml"/><Relationship Id="rId152" Type="http://schemas.openxmlformats.org/officeDocument/2006/relationships/tags" Target="../tags/tag445.xml"/><Relationship Id="rId151" Type="http://schemas.openxmlformats.org/officeDocument/2006/relationships/tags" Target="../tags/tag444.xml"/><Relationship Id="rId150" Type="http://schemas.openxmlformats.org/officeDocument/2006/relationships/tags" Target="../tags/tag443.xml"/><Relationship Id="rId15" Type="http://schemas.openxmlformats.org/officeDocument/2006/relationships/tags" Target="../tags/tag308.xml"/><Relationship Id="rId149" Type="http://schemas.openxmlformats.org/officeDocument/2006/relationships/tags" Target="../tags/tag442.xml"/><Relationship Id="rId148" Type="http://schemas.openxmlformats.org/officeDocument/2006/relationships/tags" Target="../tags/tag441.xml"/><Relationship Id="rId147" Type="http://schemas.openxmlformats.org/officeDocument/2006/relationships/tags" Target="../tags/tag440.xml"/><Relationship Id="rId146" Type="http://schemas.openxmlformats.org/officeDocument/2006/relationships/tags" Target="../tags/tag439.xml"/><Relationship Id="rId145" Type="http://schemas.openxmlformats.org/officeDocument/2006/relationships/tags" Target="../tags/tag438.xml"/><Relationship Id="rId144" Type="http://schemas.openxmlformats.org/officeDocument/2006/relationships/tags" Target="../tags/tag437.xml"/><Relationship Id="rId143" Type="http://schemas.openxmlformats.org/officeDocument/2006/relationships/tags" Target="../tags/tag436.xml"/><Relationship Id="rId142" Type="http://schemas.openxmlformats.org/officeDocument/2006/relationships/tags" Target="../tags/tag435.xml"/><Relationship Id="rId141" Type="http://schemas.openxmlformats.org/officeDocument/2006/relationships/tags" Target="../tags/tag434.xml"/><Relationship Id="rId140" Type="http://schemas.openxmlformats.org/officeDocument/2006/relationships/tags" Target="../tags/tag433.xml"/><Relationship Id="rId14" Type="http://schemas.openxmlformats.org/officeDocument/2006/relationships/tags" Target="../tags/tag307.xml"/><Relationship Id="rId139" Type="http://schemas.openxmlformats.org/officeDocument/2006/relationships/tags" Target="../tags/tag432.xml"/><Relationship Id="rId138" Type="http://schemas.openxmlformats.org/officeDocument/2006/relationships/tags" Target="../tags/tag431.xml"/><Relationship Id="rId137" Type="http://schemas.openxmlformats.org/officeDocument/2006/relationships/tags" Target="../tags/tag430.xml"/><Relationship Id="rId136" Type="http://schemas.openxmlformats.org/officeDocument/2006/relationships/tags" Target="../tags/tag429.xml"/><Relationship Id="rId135" Type="http://schemas.openxmlformats.org/officeDocument/2006/relationships/tags" Target="../tags/tag428.xml"/><Relationship Id="rId134" Type="http://schemas.openxmlformats.org/officeDocument/2006/relationships/tags" Target="../tags/tag427.xml"/><Relationship Id="rId133" Type="http://schemas.openxmlformats.org/officeDocument/2006/relationships/tags" Target="../tags/tag426.xml"/><Relationship Id="rId132" Type="http://schemas.openxmlformats.org/officeDocument/2006/relationships/tags" Target="../tags/tag425.xml"/><Relationship Id="rId131" Type="http://schemas.openxmlformats.org/officeDocument/2006/relationships/tags" Target="../tags/tag424.xml"/><Relationship Id="rId130" Type="http://schemas.openxmlformats.org/officeDocument/2006/relationships/tags" Target="../tags/tag423.xml"/><Relationship Id="rId13" Type="http://schemas.openxmlformats.org/officeDocument/2006/relationships/tags" Target="../tags/tag306.xml"/><Relationship Id="rId129" Type="http://schemas.openxmlformats.org/officeDocument/2006/relationships/tags" Target="../tags/tag422.xml"/><Relationship Id="rId128" Type="http://schemas.openxmlformats.org/officeDocument/2006/relationships/tags" Target="../tags/tag421.xml"/><Relationship Id="rId127" Type="http://schemas.openxmlformats.org/officeDocument/2006/relationships/tags" Target="../tags/tag420.xml"/><Relationship Id="rId126" Type="http://schemas.openxmlformats.org/officeDocument/2006/relationships/tags" Target="../tags/tag419.xml"/><Relationship Id="rId125" Type="http://schemas.openxmlformats.org/officeDocument/2006/relationships/tags" Target="../tags/tag418.xml"/><Relationship Id="rId124" Type="http://schemas.openxmlformats.org/officeDocument/2006/relationships/tags" Target="../tags/tag417.xml"/><Relationship Id="rId123" Type="http://schemas.openxmlformats.org/officeDocument/2006/relationships/tags" Target="../tags/tag416.xml"/><Relationship Id="rId122" Type="http://schemas.openxmlformats.org/officeDocument/2006/relationships/tags" Target="../tags/tag415.xml"/><Relationship Id="rId121" Type="http://schemas.openxmlformats.org/officeDocument/2006/relationships/tags" Target="../tags/tag414.xml"/><Relationship Id="rId120" Type="http://schemas.openxmlformats.org/officeDocument/2006/relationships/tags" Target="../tags/tag413.xml"/><Relationship Id="rId12" Type="http://schemas.openxmlformats.org/officeDocument/2006/relationships/tags" Target="../tags/tag305.xml"/><Relationship Id="rId119" Type="http://schemas.openxmlformats.org/officeDocument/2006/relationships/tags" Target="../tags/tag412.xml"/><Relationship Id="rId118" Type="http://schemas.openxmlformats.org/officeDocument/2006/relationships/tags" Target="../tags/tag411.xml"/><Relationship Id="rId117" Type="http://schemas.openxmlformats.org/officeDocument/2006/relationships/tags" Target="../tags/tag410.xml"/><Relationship Id="rId116" Type="http://schemas.openxmlformats.org/officeDocument/2006/relationships/tags" Target="../tags/tag409.xml"/><Relationship Id="rId115" Type="http://schemas.openxmlformats.org/officeDocument/2006/relationships/tags" Target="../tags/tag408.xml"/><Relationship Id="rId114" Type="http://schemas.openxmlformats.org/officeDocument/2006/relationships/tags" Target="../tags/tag407.xml"/><Relationship Id="rId113" Type="http://schemas.openxmlformats.org/officeDocument/2006/relationships/tags" Target="../tags/tag406.xml"/><Relationship Id="rId112" Type="http://schemas.openxmlformats.org/officeDocument/2006/relationships/tags" Target="../tags/tag405.xml"/><Relationship Id="rId111" Type="http://schemas.openxmlformats.org/officeDocument/2006/relationships/tags" Target="../tags/tag404.xml"/><Relationship Id="rId110" Type="http://schemas.openxmlformats.org/officeDocument/2006/relationships/tags" Target="../tags/tag403.xml"/><Relationship Id="rId11" Type="http://schemas.openxmlformats.org/officeDocument/2006/relationships/tags" Target="../tags/tag304.xml"/><Relationship Id="rId109" Type="http://schemas.openxmlformats.org/officeDocument/2006/relationships/tags" Target="../tags/tag402.xml"/><Relationship Id="rId108" Type="http://schemas.openxmlformats.org/officeDocument/2006/relationships/tags" Target="../tags/tag401.xml"/><Relationship Id="rId107" Type="http://schemas.openxmlformats.org/officeDocument/2006/relationships/tags" Target="../tags/tag400.xml"/><Relationship Id="rId106" Type="http://schemas.openxmlformats.org/officeDocument/2006/relationships/tags" Target="../tags/tag399.xml"/><Relationship Id="rId105" Type="http://schemas.openxmlformats.org/officeDocument/2006/relationships/tags" Target="../tags/tag398.xml"/><Relationship Id="rId104" Type="http://schemas.openxmlformats.org/officeDocument/2006/relationships/tags" Target="../tags/tag397.xml"/><Relationship Id="rId103" Type="http://schemas.openxmlformats.org/officeDocument/2006/relationships/tags" Target="../tags/tag396.xml"/><Relationship Id="rId102" Type="http://schemas.openxmlformats.org/officeDocument/2006/relationships/tags" Target="../tags/tag395.xml"/><Relationship Id="rId101" Type="http://schemas.openxmlformats.org/officeDocument/2006/relationships/tags" Target="../tags/tag394.xml"/><Relationship Id="rId100" Type="http://schemas.openxmlformats.org/officeDocument/2006/relationships/tags" Target="../tags/tag393.xml"/><Relationship Id="rId10" Type="http://schemas.openxmlformats.org/officeDocument/2006/relationships/tags" Target="../tags/tag303.xml"/><Relationship Id="rId1" Type="http://schemas.openxmlformats.org/officeDocument/2006/relationships/tags" Target="../tags/tag294.xml"/></Relationships>
</file>

<file path=ppt/slides/_rels/slide30.xml.rels><?xml version="1.0" encoding="UTF-8" standalone="yes"?>
<Relationships xmlns="http://schemas.openxmlformats.org/package/2006/relationships"><Relationship Id="rId9" Type="http://schemas.openxmlformats.org/officeDocument/2006/relationships/tags" Target="../tags/tag511.xml"/><Relationship Id="rId8" Type="http://schemas.openxmlformats.org/officeDocument/2006/relationships/tags" Target="../tags/tag510.xml"/><Relationship Id="rId7" Type="http://schemas.openxmlformats.org/officeDocument/2006/relationships/tags" Target="../tags/tag509.xml"/><Relationship Id="rId6" Type="http://schemas.openxmlformats.org/officeDocument/2006/relationships/tags" Target="../tags/tag508.xml"/><Relationship Id="rId5" Type="http://schemas.openxmlformats.org/officeDocument/2006/relationships/tags" Target="../tags/tag507.xml"/><Relationship Id="rId4" Type="http://schemas.openxmlformats.org/officeDocument/2006/relationships/tags" Target="../tags/tag506.xml"/><Relationship Id="rId3" Type="http://schemas.openxmlformats.org/officeDocument/2006/relationships/tags" Target="../tags/tag505.xml"/><Relationship Id="rId24" Type="http://schemas.openxmlformats.org/officeDocument/2006/relationships/slideLayout" Target="../slideLayouts/slideLayout16.xml"/><Relationship Id="rId23" Type="http://schemas.openxmlformats.org/officeDocument/2006/relationships/tags" Target="../tags/tag525.xml"/><Relationship Id="rId22" Type="http://schemas.openxmlformats.org/officeDocument/2006/relationships/tags" Target="../tags/tag524.xml"/><Relationship Id="rId21" Type="http://schemas.openxmlformats.org/officeDocument/2006/relationships/tags" Target="../tags/tag523.xml"/><Relationship Id="rId20" Type="http://schemas.openxmlformats.org/officeDocument/2006/relationships/tags" Target="../tags/tag522.xml"/><Relationship Id="rId2" Type="http://schemas.openxmlformats.org/officeDocument/2006/relationships/tags" Target="../tags/tag504.xml"/><Relationship Id="rId19" Type="http://schemas.openxmlformats.org/officeDocument/2006/relationships/tags" Target="../tags/tag521.xml"/><Relationship Id="rId18" Type="http://schemas.openxmlformats.org/officeDocument/2006/relationships/tags" Target="../tags/tag520.xml"/><Relationship Id="rId17" Type="http://schemas.openxmlformats.org/officeDocument/2006/relationships/tags" Target="../tags/tag519.xml"/><Relationship Id="rId16" Type="http://schemas.openxmlformats.org/officeDocument/2006/relationships/tags" Target="../tags/tag518.xml"/><Relationship Id="rId15" Type="http://schemas.openxmlformats.org/officeDocument/2006/relationships/tags" Target="../tags/tag517.xml"/><Relationship Id="rId14" Type="http://schemas.openxmlformats.org/officeDocument/2006/relationships/tags" Target="../tags/tag516.xml"/><Relationship Id="rId13" Type="http://schemas.openxmlformats.org/officeDocument/2006/relationships/tags" Target="../tags/tag515.xml"/><Relationship Id="rId12" Type="http://schemas.openxmlformats.org/officeDocument/2006/relationships/tags" Target="../tags/tag514.xml"/><Relationship Id="rId11" Type="http://schemas.openxmlformats.org/officeDocument/2006/relationships/tags" Target="../tags/tag513.xml"/><Relationship Id="rId10" Type="http://schemas.openxmlformats.org/officeDocument/2006/relationships/tags" Target="../tags/tag512.xml"/><Relationship Id="rId1" Type="http://schemas.openxmlformats.org/officeDocument/2006/relationships/tags" Target="../tags/tag503.xml"/></Relationships>
</file>

<file path=ppt/slides/_rels/slide31.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528.xml"/><Relationship Id="rId2" Type="http://schemas.openxmlformats.org/officeDocument/2006/relationships/tags" Target="../tags/tag527.xml"/><Relationship Id="rId1" Type="http://schemas.openxmlformats.org/officeDocument/2006/relationships/tags" Target="../tags/tag526.xml"/></Relationships>
</file>

<file path=ppt/slides/_rels/slide32.xml.rels><?xml version="1.0" encoding="UTF-8" standalone="yes"?>
<Relationships xmlns="http://schemas.openxmlformats.org/package/2006/relationships"><Relationship Id="rId6" Type="http://schemas.openxmlformats.org/officeDocument/2006/relationships/slideLayout" Target="../slideLayouts/slideLayout13.xml"/><Relationship Id="rId5" Type="http://schemas.openxmlformats.org/officeDocument/2006/relationships/tags" Target="../tags/tag533.xml"/><Relationship Id="rId4" Type="http://schemas.openxmlformats.org/officeDocument/2006/relationships/tags" Target="../tags/tag532.xml"/><Relationship Id="rId3" Type="http://schemas.openxmlformats.org/officeDocument/2006/relationships/tags" Target="../tags/tag531.xml"/><Relationship Id="rId2" Type="http://schemas.openxmlformats.org/officeDocument/2006/relationships/tags" Target="../tags/tag530.xml"/><Relationship Id="rId1" Type="http://schemas.openxmlformats.org/officeDocument/2006/relationships/tags" Target="../tags/tag529.xml"/></Relationships>
</file>

<file path=ppt/slides/_rels/slide33.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536.xml"/><Relationship Id="rId2" Type="http://schemas.openxmlformats.org/officeDocument/2006/relationships/tags" Target="../tags/tag535.xml"/><Relationship Id="rId1" Type="http://schemas.openxmlformats.org/officeDocument/2006/relationships/tags" Target="../tags/tag534.xml"/></Relationships>
</file>

<file path=ppt/slides/_rels/slide34.xml.rels><?xml version="1.0" encoding="UTF-8" standalone="yes"?>
<Relationships xmlns="http://schemas.openxmlformats.org/package/2006/relationships"><Relationship Id="rId6" Type="http://schemas.openxmlformats.org/officeDocument/2006/relationships/slideLayout" Target="../slideLayouts/slideLayout13.xml"/><Relationship Id="rId5" Type="http://schemas.openxmlformats.org/officeDocument/2006/relationships/tags" Target="../tags/tag541.xml"/><Relationship Id="rId4" Type="http://schemas.openxmlformats.org/officeDocument/2006/relationships/tags" Target="../tags/tag540.xml"/><Relationship Id="rId3" Type="http://schemas.openxmlformats.org/officeDocument/2006/relationships/tags" Target="../tags/tag539.xml"/><Relationship Id="rId2" Type="http://schemas.openxmlformats.org/officeDocument/2006/relationships/tags" Target="../tags/tag538.xml"/><Relationship Id="rId1" Type="http://schemas.openxmlformats.org/officeDocument/2006/relationships/tags" Target="../tags/tag537.xml"/></Relationships>
</file>

<file path=ppt/slides/_rels/slide35.xml.rels><?xml version="1.0" encoding="UTF-8" standalone="yes"?>
<Relationships xmlns="http://schemas.openxmlformats.org/package/2006/relationships"><Relationship Id="rId9" Type="http://schemas.openxmlformats.org/officeDocument/2006/relationships/tags" Target="../tags/tag550.xml"/><Relationship Id="rId8" Type="http://schemas.openxmlformats.org/officeDocument/2006/relationships/tags" Target="../tags/tag549.xml"/><Relationship Id="rId7" Type="http://schemas.openxmlformats.org/officeDocument/2006/relationships/tags" Target="../tags/tag548.xml"/><Relationship Id="rId6" Type="http://schemas.openxmlformats.org/officeDocument/2006/relationships/tags" Target="../tags/tag547.xml"/><Relationship Id="rId5" Type="http://schemas.openxmlformats.org/officeDocument/2006/relationships/tags" Target="../tags/tag546.xml"/><Relationship Id="rId4" Type="http://schemas.openxmlformats.org/officeDocument/2006/relationships/tags" Target="../tags/tag545.xml"/><Relationship Id="rId3" Type="http://schemas.openxmlformats.org/officeDocument/2006/relationships/tags" Target="../tags/tag544.xml"/><Relationship Id="rId2" Type="http://schemas.openxmlformats.org/officeDocument/2006/relationships/tags" Target="../tags/tag543.xml"/><Relationship Id="rId12" Type="http://schemas.openxmlformats.org/officeDocument/2006/relationships/slideLayout" Target="../slideLayouts/slideLayout16.xml"/><Relationship Id="rId11" Type="http://schemas.openxmlformats.org/officeDocument/2006/relationships/tags" Target="../tags/tag552.xml"/><Relationship Id="rId10" Type="http://schemas.openxmlformats.org/officeDocument/2006/relationships/tags" Target="../tags/tag551.xml"/><Relationship Id="rId1" Type="http://schemas.openxmlformats.org/officeDocument/2006/relationships/tags" Target="../tags/tag542.xml"/></Relationships>
</file>

<file path=ppt/slides/_rels/slide36.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3.xml"/><Relationship Id="rId2" Type="http://schemas.openxmlformats.org/officeDocument/2006/relationships/tags" Target="../tags/tag554.xml"/><Relationship Id="rId1" Type="http://schemas.openxmlformats.org/officeDocument/2006/relationships/tags" Target="../tags/tag55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2089785" y="1190625"/>
            <a:ext cx="7515860" cy="2921635"/>
          </a:xfrm>
          <a:prstGeom prst="rect">
            <a:avLst/>
          </a:prstGeom>
          <a:noFill/>
          <a:ln w="9525">
            <a:noFill/>
          </a:ln>
        </p:spPr>
        <p:txBody>
          <a:bodyPr wrap="square">
            <a:spAutoFit/>
          </a:bodyPr>
          <a:lstStyle/>
          <a:p>
            <a:pPr algn="ctr">
              <a:lnSpc>
                <a:spcPct val="230000"/>
              </a:lnSpc>
            </a:pPr>
            <a:r>
              <a:rPr lang="zh-CN" sz="3200" b="1" dirty="0">
                <a:solidFill>
                  <a:srgbClr val="C00000"/>
                </a:solidFill>
                <a:latin typeface="微软雅黑" panose="020B0503020204020204" pitchFamily="34" charset="-122"/>
                <a:ea typeface="微软雅黑" panose="020B0503020204020204" pitchFamily="34" charset="-122"/>
              </a:rPr>
              <a:t>第一单元</a:t>
            </a:r>
            <a:r>
              <a:rPr lang="en-US" sz="3200" b="1" dirty="0">
                <a:solidFill>
                  <a:srgbClr val="C00000"/>
                </a:solidFill>
                <a:latin typeface="微软雅黑" panose="020B0503020204020204" pitchFamily="34" charset="-122"/>
                <a:ea typeface="微软雅黑" panose="020B0503020204020204" pitchFamily="34" charset="-122"/>
                <a:cs typeface="PMingLiU" panose="02020500000000000000" charset="-120"/>
              </a:rPr>
              <a:t>  </a:t>
            </a:r>
            <a:r>
              <a:rPr lang="zh-CN" sz="3200" b="1" dirty="0">
                <a:solidFill>
                  <a:srgbClr val="C00000"/>
                </a:solidFill>
                <a:latin typeface="微软雅黑" panose="020B0503020204020204" pitchFamily="34" charset="-122"/>
                <a:ea typeface="微软雅黑" panose="020B0503020204020204" pitchFamily="34" charset="-122"/>
              </a:rPr>
              <a:t>数据与信息</a:t>
            </a:r>
            <a:endParaRPr lang="zh-CN" sz="3200" b="1" dirty="0">
              <a:solidFill>
                <a:srgbClr val="C00000"/>
              </a:solidFill>
              <a:latin typeface="微软雅黑" panose="020B0503020204020204" pitchFamily="34" charset="-122"/>
              <a:ea typeface="微软雅黑" panose="020B0503020204020204" pitchFamily="34" charset="-122"/>
            </a:endParaRPr>
          </a:p>
          <a:p>
            <a:pPr algn="ctr">
              <a:lnSpc>
                <a:spcPct val="230000"/>
              </a:lnSpc>
            </a:pPr>
            <a:r>
              <a:rPr lang="zh-CN" sz="2400" b="1" dirty="0">
                <a:solidFill>
                  <a:srgbClr val="C00000"/>
                </a:solidFill>
                <a:latin typeface="微软雅黑" panose="020B0503020204020204" pitchFamily="34" charset="-122"/>
                <a:ea typeface="微软雅黑" panose="020B0503020204020204" pitchFamily="34" charset="-122"/>
              </a:rPr>
              <a:t>项目</a:t>
            </a:r>
            <a:r>
              <a:rPr lang="zh-CN" sz="2400" b="1" dirty="0" smtClean="0">
                <a:solidFill>
                  <a:srgbClr val="C00000"/>
                </a:solidFill>
                <a:latin typeface="微软雅黑" panose="020B0503020204020204" pitchFamily="34" charset="-122"/>
                <a:ea typeface="微软雅黑" panose="020B0503020204020204" pitchFamily="34" charset="-122"/>
              </a:rPr>
              <a:t>一</a:t>
            </a:r>
            <a:r>
              <a:rPr lang="en-US" sz="2400" b="1" dirty="0" smtClean="0">
                <a:solidFill>
                  <a:srgbClr val="C00000"/>
                </a:solidFill>
                <a:latin typeface="微软雅黑" panose="020B0503020204020204" pitchFamily="34" charset="-122"/>
                <a:ea typeface="微软雅黑" panose="020B0503020204020204" pitchFamily="34" charset="-122"/>
                <a:cs typeface="PMingLiU" panose="02020500000000000000" charset="-120"/>
              </a:rPr>
              <a:t>  </a:t>
            </a:r>
            <a:r>
              <a:rPr lang="zh-CN" sz="2400" b="1" dirty="0" smtClean="0">
                <a:solidFill>
                  <a:srgbClr val="C00000"/>
                </a:solidFill>
                <a:latin typeface="微软雅黑" panose="020B0503020204020204" pitchFamily="34" charset="-122"/>
                <a:ea typeface="微软雅黑" panose="020B0503020204020204" pitchFamily="34" charset="-122"/>
              </a:rPr>
              <a:t>探秘</a:t>
            </a:r>
            <a:r>
              <a:rPr lang="zh-CN" sz="2400" b="1" dirty="0">
                <a:solidFill>
                  <a:srgbClr val="C00000"/>
                </a:solidFill>
                <a:latin typeface="微软雅黑" panose="020B0503020204020204" pitchFamily="34" charset="-122"/>
                <a:ea typeface="微软雅黑" panose="020B0503020204020204" pitchFamily="34" charset="-122"/>
              </a:rPr>
              <a:t>鸟类</a:t>
            </a:r>
            <a:r>
              <a:rPr lang="zh-CN" sz="2400" b="1" dirty="0" smtClean="0">
                <a:solidFill>
                  <a:srgbClr val="C00000"/>
                </a:solidFill>
                <a:latin typeface="微软雅黑" panose="020B0503020204020204" pitchFamily="34" charset="-122"/>
                <a:ea typeface="微软雅黑" panose="020B0503020204020204" pitchFamily="34" charset="-122"/>
              </a:rPr>
              <a:t>研究</a:t>
            </a:r>
            <a:endParaRPr lang="en-US" altLang="zh-CN" sz="2400" b="1" dirty="0" smtClean="0">
              <a:solidFill>
                <a:srgbClr val="C00000"/>
              </a:solidFill>
              <a:latin typeface="微软雅黑" panose="020B0503020204020204" pitchFamily="34" charset="-122"/>
              <a:ea typeface="微软雅黑" panose="020B0503020204020204" pitchFamily="34" charset="-122"/>
            </a:endParaRPr>
          </a:p>
          <a:p>
            <a:pPr algn="ctr">
              <a:lnSpc>
                <a:spcPct val="230000"/>
              </a:lnSpc>
            </a:pPr>
            <a:r>
              <a:rPr lang="en-US" altLang="zh-CN" sz="2400" b="1" dirty="0">
                <a:solidFill>
                  <a:srgbClr val="C00000"/>
                </a:solidFill>
                <a:latin typeface="微软雅黑" panose="020B0503020204020204" pitchFamily="34" charset="-122"/>
                <a:ea typeface="微软雅黑" panose="020B0503020204020204" pitchFamily="34" charset="-122"/>
                <a:cs typeface="PMingLiU" panose="02020500000000000000" charset="-120"/>
              </a:rPr>
              <a:t> </a:t>
            </a:r>
            <a:r>
              <a:rPr lang="en-US" altLang="zh-CN" sz="2400" b="1" dirty="0" smtClean="0">
                <a:solidFill>
                  <a:srgbClr val="C00000"/>
                </a:solidFill>
                <a:latin typeface="微软雅黑" panose="020B0503020204020204" pitchFamily="34" charset="-122"/>
                <a:ea typeface="微软雅黑" panose="020B0503020204020204" pitchFamily="34" charset="-122"/>
                <a:cs typeface="PMingLiU" panose="02020500000000000000" charset="-120"/>
              </a:rPr>
              <a:t>                      </a:t>
            </a:r>
            <a:r>
              <a:rPr lang="zh-CN" sz="2400" b="1" dirty="0" smtClean="0">
                <a:solidFill>
                  <a:srgbClr val="C00000"/>
                </a:solidFill>
                <a:latin typeface="微软雅黑" panose="020B0503020204020204" pitchFamily="34" charset="-122"/>
                <a:ea typeface="微软雅黑" panose="020B0503020204020204" pitchFamily="34" charset="-122"/>
                <a:cs typeface="PMingLiU" panose="02020500000000000000" charset="-120"/>
              </a:rPr>
              <a:t>——</a:t>
            </a:r>
            <a:r>
              <a:rPr lang="zh-CN" sz="2400" b="1" dirty="0">
                <a:solidFill>
                  <a:srgbClr val="C00000"/>
                </a:solidFill>
                <a:latin typeface="微软雅黑" panose="020B0503020204020204" pitchFamily="34" charset="-122"/>
                <a:ea typeface="微软雅黑" panose="020B0503020204020204" pitchFamily="34" charset="-122"/>
                <a:cs typeface="PMingLiU" panose="02020500000000000000" charset="-120"/>
              </a:rPr>
              <a:t>认识数据、信息与知识</a:t>
            </a:r>
            <a:endParaRPr lang="zh-CN" altLang="en-US" sz="2400" b="1" dirty="0">
              <a:solidFill>
                <a:srgbClr val="C00000"/>
              </a:solidFill>
              <a:latin typeface="微软雅黑" panose="020B0503020204020204" pitchFamily="34" charset="-122"/>
              <a:ea typeface="微软雅黑" panose="020B0503020204020204" pitchFamily="34" charset="-122"/>
              <a:cs typeface="PMingLiU" panose="02020500000000000000" charset="-120"/>
            </a:endParaRP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9439910" y="2033905"/>
            <a:ext cx="1420495" cy="2790190"/>
            <a:chOff x="13215" y="3379"/>
            <a:chExt cx="4468" cy="3808"/>
          </a:xfrm>
        </p:grpSpPr>
        <p:sp>
          <p:nvSpPr>
            <p:cNvPr id="17" name="AutoShape 8"/>
            <p:cNvSpPr>
              <a:spLocks noChangeArrowheads="1"/>
            </p:cNvSpPr>
            <p:nvPr>
              <p:custDataLst>
                <p:tags r:id="rId1"/>
              </p:custDataLst>
            </p:nvPr>
          </p:nvSpPr>
          <p:spPr bwMode="auto">
            <a:xfrm>
              <a:off x="13407" y="3543"/>
              <a:ext cx="4083" cy="3480"/>
            </a:xfrm>
            <a:prstGeom prst="hexagon">
              <a:avLst>
                <a:gd name="adj" fmla="val 29334"/>
                <a:gd name="vf" fmla="val 115470"/>
              </a:avLst>
            </a:prstGeom>
            <a:solidFill>
              <a:schemeClr val="accent1"/>
            </a:solidFill>
            <a:ln w="3175" cap="flat" cmpd="sng" algn="ctr">
              <a:solidFill>
                <a:srgbClr val="D7D7D7"/>
              </a:solidFill>
              <a:prstDash val="solid"/>
            </a:ln>
            <a:effectLst/>
          </p:spPr>
          <p:txBody>
            <a:bodyPr lIns="91440" tIns="45720" rIns="91440" bIns="45720" anchor="ctr">
              <a:normAutofit/>
            </a:bodyPr>
            <a:lstStyle/>
            <a:p>
              <a:pPr algn="ctr">
                <a:lnSpc>
                  <a:spcPct val="120000"/>
                </a:lnSpc>
              </a:pPr>
              <a:r>
                <a:rPr lang="zh-CN" altLang="en-US" sz="3200" b="1" kern="0">
                  <a:solidFill>
                    <a:schemeClr val="bg1"/>
                  </a:solidFill>
                  <a:latin typeface="微软雅黑" panose="020B0503020204020204" pitchFamily="34" charset="-122"/>
                  <a:ea typeface="微软雅黑" panose="020B0503020204020204" pitchFamily="34" charset="-122"/>
                  <a:sym typeface="Arial" panose="020B0604020202020204" pitchFamily="34" charset="0"/>
                </a:rPr>
                <a:t>目录</a:t>
              </a:r>
              <a:endParaRPr lang="zh-CN" altLang="en-US" sz="3200" b="1" kern="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8" name="AutoShape 8"/>
            <p:cNvSpPr>
              <a:spLocks noChangeArrowheads="1"/>
            </p:cNvSpPr>
            <p:nvPr>
              <p:custDataLst>
                <p:tags r:id="rId2"/>
              </p:custDataLst>
            </p:nvPr>
          </p:nvSpPr>
          <p:spPr bwMode="auto">
            <a:xfrm>
              <a:off x="13215" y="3379"/>
              <a:ext cx="4468" cy="3808"/>
            </a:xfrm>
            <a:prstGeom prst="hexagon">
              <a:avLst>
                <a:gd name="adj" fmla="val 29334"/>
                <a:gd name="vf" fmla="val 115470"/>
              </a:avLst>
            </a:prstGeom>
            <a:noFill/>
            <a:ln w="12700" cap="flat" cmpd="sng" algn="ctr">
              <a:solidFill>
                <a:schemeClr val="accent1"/>
              </a:solidFill>
              <a:prstDash val="solid"/>
            </a:ln>
            <a:effectLst/>
          </p:spPr>
          <p:txBody>
            <a:bodyPr anchor="ctr">
              <a:normAutofit/>
            </a:bodyPr>
            <a:lstStyle/>
            <a:p>
              <a:pPr algn="ctr">
                <a:lnSpc>
                  <a:spcPct val="120000"/>
                </a:lnSpc>
              </a:pPr>
              <a:endParaRPr lang="pt-BR" altLang="zh-CN" sz="2000" b="1" kern="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grpSp>
      <p:grpSp>
        <p:nvGrpSpPr>
          <p:cNvPr id="4" name="组合 3"/>
          <p:cNvGrpSpPr/>
          <p:nvPr/>
        </p:nvGrpSpPr>
        <p:grpSpPr>
          <a:xfrm>
            <a:off x="8171180" y="3218815"/>
            <a:ext cx="967105" cy="408940"/>
            <a:chOff x="11085" y="4960"/>
            <a:chExt cx="1523" cy="644"/>
          </a:xfrm>
        </p:grpSpPr>
        <p:sp>
          <p:nvSpPr>
            <p:cNvPr id="20" name="AutoShape 7"/>
            <p:cNvSpPr>
              <a:spLocks noChangeArrowheads="1"/>
            </p:cNvSpPr>
            <p:nvPr>
              <p:custDataLst>
                <p:tags r:id="rId3"/>
              </p:custDataLst>
            </p:nvPr>
          </p:nvSpPr>
          <p:spPr bwMode="gray">
            <a:xfrm>
              <a:off x="11085" y="4960"/>
              <a:ext cx="566" cy="645"/>
            </a:xfrm>
            <a:prstGeom prst="chevron">
              <a:avLst>
                <a:gd name="adj" fmla="val 52514"/>
              </a:avLst>
            </a:prstGeom>
            <a:solidFill>
              <a:schemeClr val="accent1">
                <a:lumMod val="20000"/>
                <a:lumOff val="80000"/>
              </a:schemeClr>
            </a:solidFill>
            <a:ln w="3175" cap="flat" cmpd="sng" algn="ctr">
              <a:noFill/>
              <a:prstDash val="solid"/>
            </a:ln>
            <a:effectLst/>
          </p:spPr>
          <p:txBody>
            <a:bodyPr anchor="ctr">
              <a:normAutofit fontScale="72500" lnSpcReduction="20000"/>
            </a:bodyPr>
            <a:lstStyle/>
            <a:p>
              <a:pPr algn="ctr">
                <a:lnSpc>
                  <a:spcPct val="140000"/>
                </a:lnSpc>
              </a:pPr>
              <a:endParaRPr lang="zh-CN" altLang="en-US" sz="2400" kern="0">
                <a:solidFill>
                  <a:srgbClr val="4D4D4D"/>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1" name="AutoShape 7"/>
            <p:cNvSpPr>
              <a:spLocks noChangeArrowheads="1"/>
            </p:cNvSpPr>
            <p:nvPr>
              <p:custDataLst>
                <p:tags r:id="rId4"/>
              </p:custDataLst>
            </p:nvPr>
          </p:nvSpPr>
          <p:spPr bwMode="gray">
            <a:xfrm>
              <a:off x="11559" y="4960"/>
              <a:ext cx="566" cy="645"/>
            </a:xfrm>
            <a:prstGeom prst="chevron">
              <a:avLst>
                <a:gd name="adj" fmla="val 52514"/>
              </a:avLst>
            </a:prstGeom>
            <a:solidFill>
              <a:schemeClr val="accent1">
                <a:lumMod val="40000"/>
                <a:lumOff val="60000"/>
                <a:alpha val="79000"/>
              </a:schemeClr>
            </a:solidFill>
            <a:ln w="3175" cap="flat" cmpd="sng" algn="ctr">
              <a:noFill/>
              <a:prstDash val="solid"/>
            </a:ln>
            <a:effectLst/>
          </p:spPr>
          <p:txBody>
            <a:bodyPr anchor="ctr">
              <a:normAutofit fontScale="72500" lnSpcReduction="20000"/>
            </a:bodyPr>
            <a:lstStyle/>
            <a:p>
              <a:pPr algn="ctr">
                <a:lnSpc>
                  <a:spcPct val="140000"/>
                </a:lnSpc>
              </a:pPr>
              <a:endParaRPr lang="zh-CN" altLang="en-US" sz="2400" kern="0">
                <a:solidFill>
                  <a:srgbClr val="4D4D4D"/>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2" name="AutoShape 7"/>
            <p:cNvSpPr>
              <a:spLocks noChangeArrowheads="1"/>
            </p:cNvSpPr>
            <p:nvPr>
              <p:custDataLst>
                <p:tags r:id="rId5"/>
              </p:custDataLst>
            </p:nvPr>
          </p:nvSpPr>
          <p:spPr bwMode="gray">
            <a:xfrm>
              <a:off x="12042" y="4960"/>
              <a:ext cx="566" cy="645"/>
            </a:xfrm>
            <a:prstGeom prst="chevron">
              <a:avLst>
                <a:gd name="adj" fmla="val 52514"/>
              </a:avLst>
            </a:prstGeom>
            <a:solidFill>
              <a:schemeClr val="accent1">
                <a:lumMod val="60000"/>
                <a:lumOff val="40000"/>
              </a:schemeClr>
            </a:solidFill>
            <a:ln w="3175" cap="flat" cmpd="sng" algn="ctr">
              <a:noFill/>
              <a:prstDash val="solid"/>
            </a:ln>
            <a:effectLst/>
          </p:spPr>
          <p:txBody>
            <a:bodyPr anchor="ctr">
              <a:normAutofit fontScale="72500" lnSpcReduction="20000"/>
            </a:bodyPr>
            <a:lstStyle/>
            <a:p>
              <a:pPr algn="ctr">
                <a:lnSpc>
                  <a:spcPct val="140000"/>
                </a:lnSpc>
              </a:pPr>
              <a:endParaRPr lang="zh-CN" altLang="en-US" sz="2400" kern="0">
                <a:solidFill>
                  <a:srgbClr val="4D4D4D"/>
                </a:solidFill>
                <a:latin typeface="微软雅黑" panose="020B0503020204020204" pitchFamily="34" charset="-122"/>
                <a:ea typeface="微软雅黑" panose="020B0503020204020204" pitchFamily="34" charset="-122"/>
                <a:sym typeface="Arial" panose="020B0604020202020204" pitchFamily="34" charset="0"/>
              </a:endParaRPr>
            </a:p>
          </p:txBody>
        </p:sp>
      </p:grpSp>
      <p:grpSp>
        <p:nvGrpSpPr>
          <p:cNvPr id="2" name="组合 1"/>
          <p:cNvGrpSpPr/>
          <p:nvPr/>
        </p:nvGrpSpPr>
        <p:grpSpPr>
          <a:xfrm>
            <a:off x="971550" y="1214755"/>
            <a:ext cx="7275830" cy="4429125"/>
            <a:chOff x="1089" y="2726"/>
            <a:chExt cx="9556" cy="5136"/>
          </a:xfrm>
        </p:grpSpPr>
        <p:sp>
          <p:nvSpPr>
            <p:cNvPr id="33" name="AutoShape 4"/>
            <p:cNvSpPr>
              <a:spLocks noChangeArrowheads="1"/>
            </p:cNvSpPr>
            <p:nvPr>
              <p:custDataLst>
                <p:tags r:id="rId6"/>
              </p:custDataLst>
            </p:nvPr>
          </p:nvSpPr>
          <p:spPr bwMode="auto">
            <a:xfrm>
              <a:off x="3481" y="4177"/>
              <a:ext cx="2563" cy="2236"/>
            </a:xfrm>
            <a:prstGeom prst="hexagon">
              <a:avLst>
                <a:gd name="adj" fmla="val 28657"/>
                <a:gd name="vf" fmla="val 115470"/>
              </a:avLst>
            </a:prstGeom>
            <a:solidFill>
              <a:schemeClr val="accent3">
                <a:lumMod val="60000"/>
                <a:lumOff val="40000"/>
              </a:schemeClr>
            </a:solidFill>
            <a:ln w="3175" cap="flat" cmpd="sng" algn="ctr">
              <a:noFill/>
              <a:prstDash val="solid"/>
            </a:ln>
            <a:effectLst/>
          </p:spPr>
          <p:txBody>
            <a:bodyPr lIns="91440" tIns="45720" rIns="91440" bIns="45720" anchor="ctr"/>
            <a:lstStyle/>
            <a:p>
              <a:pPr lvl="0" algn="ctr">
                <a:lnSpc>
                  <a:spcPct val="140000"/>
                </a:lnSpc>
              </a:pPr>
              <a:r>
                <a:rPr lang="zh-CN" altLang="en-US" sz="2400" kern="0" spc="150">
                  <a:solidFill>
                    <a:srgbClr val="000000"/>
                  </a:solidFill>
                  <a:latin typeface="微软雅黑" panose="020B0503020204020204" pitchFamily="34" charset="-122"/>
                  <a:ea typeface="微软雅黑" panose="020B0503020204020204" pitchFamily="34" charset="-122"/>
                  <a:sym typeface="Arial" panose="020B0604020202020204" pitchFamily="34" charset="0"/>
                </a:rPr>
                <a:t>数据和信息关系</a:t>
              </a:r>
              <a:endParaRPr lang="zh-CN" altLang="en-US" sz="2400" kern="0" spc="15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34" name="AutoShape 4"/>
            <p:cNvSpPr>
              <a:spLocks noChangeArrowheads="1"/>
            </p:cNvSpPr>
            <p:nvPr>
              <p:custDataLst>
                <p:tags r:id="rId7"/>
              </p:custDataLst>
            </p:nvPr>
          </p:nvSpPr>
          <p:spPr bwMode="auto">
            <a:xfrm>
              <a:off x="3291" y="4010"/>
              <a:ext cx="2944" cy="2568"/>
            </a:xfrm>
            <a:prstGeom prst="hexagon">
              <a:avLst>
                <a:gd name="adj" fmla="val 28657"/>
                <a:gd name="vf" fmla="val 115470"/>
              </a:avLst>
            </a:prstGeom>
            <a:noFill/>
            <a:ln w="12700" cap="flat" cmpd="sng" algn="ctr">
              <a:solidFill>
                <a:schemeClr val="accent3">
                  <a:lumMod val="60000"/>
                  <a:lumOff val="40000"/>
                </a:schemeClr>
              </a:solidFill>
              <a:prstDash val="solid"/>
            </a:ln>
            <a:effectLst/>
          </p:spPr>
          <p:txBody>
            <a:bodyPr lIns="0" tIns="0" rIns="0" bIns="0" anchor="ctr">
              <a:normAutofit/>
            </a:bodyPr>
            <a:lstStyle/>
            <a:p>
              <a:pPr lvl="0" algn="ctr">
                <a:lnSpc>
                  <a:spcPct val="120000"/>
                </a:lnSpc>
              </a:pPr>
              <a:endParaRPr lang="da-DK" altLang="zh-CN" sz="1600" kern="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35" name="AutoShape 4"/>
            <p:cNvSpPr>
              <a:spLocks noChangeArrowheads="1"/>
            </p:cNvSpPr>
            <p:nvPr>
              <p:custDataLst>
                <p:tags r:id="rId8"/>
              </p:custDataLst>
            </p:nvPr>
          </p:nvSpPr>
          <p:spPr bwMode="auto">
            <a:xfrm>
              <a:off x="1279" y="2893"/>
              <a:ext cx="2563" cy="2236"/>
            </a:xfrm>
            <a:prstGeom prst="hexagon">
              <a:avLst>
                <a:gd name="adj" fmla="val 28657"/>
                <a:gd name="vf" fmla="val 115470"/>
              </a:avLst>
            </a:prstGeom>
            <a:solidFill>
              <a:schemeClr val="accent1">
                <a:lumMod val="60000"/>
                <a:lumOff val="40000"/>
              </a:schemeClr>
            </a:solidFill>
            <a:ln w="3175" cap="flat" cmpd="sng" algn="ctr">
              <a:noFill/>
              <a:prstDash val="solid"/>
            </a:ln>
            <a:effectLst/>
          </p:spPr>
          <p:txBody>
            <a:bodyPr lIns="91440" tIns="45720" rIns="91440" bIns="45720" anchor="ctr"/>
            <a:lstStyle/>
            <a:p>
              <a:pPr lvl="0" algn="ctr">
                <a:lnSpc>
                  <a:spcPct val="140000"/>
                </a:lnSpc>
              </a:pPr>
              <a:r>
                <a:rPr lang="zh-CN" altLang="en-US" sz="2800" kern="0" spc="150">
                  <a:solidFill>
                    <a:srgbClr val="000000"/>
                  </a:solidFill>
                  <a:latin typeface="微软雅黑" panose="020B0503020204020204" pitchFamily="34" charset="-122"/>
                  <a:ea typeface="微软雅黑" panose="020B0503020204020204" pitchFamily="34" charset="-122"/>
                  <a:sym typeface="Arial" panose="020B0604020202020204" pitchFamily="34" charset="0"/>
                </a:rPr>
                <a:t>新课导入</a:t>
              </a:r>
              <a:endParaRPr lang="zh-CN" altLang="en-US" sz="2800" kern="0" spc="15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36" name="AutoShape 4"/>
            <p:cNvSpPr>
              <a:spLocks noChangeArrowheads="1"/>
            </p:cNvSpPr>
            <p:nvPr>
              <p:custDataLst>
                <p:tags r:id="rId9"/>
              </p:custDataLst>
            </p:nvPr>
          </p:nvSpPr>
          <p:spPr bwMode="auto">
            <a:xfrm>
              <a:off x="1089" y="2726"/>
              <a:ext cx="2944" cy="2568"/>
            </a:xfrm>
            <a:prstGeom prst="hexagon">
              <a:avLst>
                <a:gd name="adj" fmla="val 28657"/>
                <a:gd name="vf" fmla="val 115470"/>
              </a:avLst>
            </a:prstGeom>
            <a:noFill/>
            <a:ln w="12700" cap="flat" cmpd="sng" algn="ctr">
              <a:solidFill>
                <a:schemeClr val="accent1">
                  <a:lumMod val="60000"/>
                  <a:lumOff val="40000"/>
                </a:schemeClr>
              </a:solidFill>
              <a:prstDash val="solid"/>
            </a:ln>
            <a:effectLst/>
          </p:spPr>
          <p:txBody>
            <a:bodyPr lIns="0" tIns="0" rIns="0" bIns="0" anchor="ctr">
              <a:normAutofit/>
            </a:bodyPr>
            <a:lstStyle/>
            <a:p>
              <a:pPr lvl="0" algn="ctr">
                <a:lnSpc>
                  <a:spcPct val="120000"/>
                </a:lnSpc>
              </a:pPr>
              <a:endParaRPr lang="da-DK" altLang="zh-CN" sz="1600" kern="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9" name="AutoShape 4"/>
            <p:cNvSpPr>
              <a:spLocks noChangeArrowheads="1"/>
            </p:cNvSpPr>
            <p:nvPr>
              <p:custDataLst>
                <p:tags r:id="rId10"/>
              </p:custDataLst>
            </p:nvPr>
          </p:nvSpPr>
          <p:spPr bwMode="auto">
            <a:xfrm>
              <a:off x="1279" y="5461"/>
              <a:ext cx="2563" cy="2236"/>
            </a:xfrm>
            <a:prstGeom prst="hexagon">
              <a:avLst>
                <a:gd name="adj" fmla="val 28657"/>
                <a:gd name="vf" fmla="val 115470"/>
              </a:avLst>
            </a:prstGeom>
            <a:solidFill>
              <a:schemeClr val="accent2">
                <a:lumMod val="60000"/>
                <a:lumOff val="40000"/>
              </a:schemeClr>
            </a:solidFill>
            <a:ln w="3175" cap="flat" cmpd="sng" algn="ctr">
              <a:noFill/>
              <a:prstDash val="solid"/>
            </a:ln>
            <a:effectLst/>
          </p:spPr>
          <p:txBody>
            <a:bodyPr lIns="91440" tIns="45720" rIns="91440" bIns="45720" anchor="ctr"/>
            <a:lstStyle/>
            <a:p>
              <a:pPr lvl="0" algn="ctr">
                <a:lnSpc>
                  <a:spcPct val="140000"/>
                </a:lnSpc>
              </a:pPr>
              <a:r>
                <a:rPr lang="zh-CN" altLang="en-US" sz="2400" kern="0" spc="150">
                  <a:solidFill>
                    <a:srgbClr val="000000"/>
                  </a:solidFill>
                  <a:latin typeface="微软雅黑" panose="020B0503020204020204" pitchFamily="34" charset="-122"/>
                  <a:ea typeface="微软雅黑" panose="020B0503020204020204" pitchFamily="34" charset="-122"/>
                  <a:sym typeface="Arial" panose="020B0604020202020204" pitchFamily="34" charset="0"/>
                </a:rPr>
                <a:t>数据和信息概念</a:t>
              </a:r>
              <a:endParaRPr lang="zh-CN" altLang="en-US" sz="2400" kern="0" spc="15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30" name="AutoShape 4"/>
            <p:cNvSpPr>
              <a:spLocks noChangeArrowheads="1"/>
            </p:cNvSpPr>
            <p:nvPr>
              <p:custDataLst>
                <p:tags r:id="rId11"/>
              </p:custDataLst>
            </p:nvPr>
          </p:nvSpPr>
          <p:spPr bwMode="auto">
            <a:xfrm>
              <a:off x="1089" y="5294"/>
              <a:ext cx="2944" cy="2568"/>
            </a:xfrm>
            <a:prstGeom prst="hexagon">
              <a:avLst>
                <a:gd name="adj" fmla="val 28657"/>
                <a:gd name="vf" fmla="val 115470"/>
              </a:avLst>
            </a:prstGeom>
            <a:noFill/>
            <a:ln w="12700" cap="flat" cmpd="sng" algn="ctr">
              <a:solidFill>
                <a:schemeClr val="accent2">
                  <a:lumMod val="60000"/>
                  <a:lumOff val="40000"/>
                </a:schemeClr>
              </a:solidFill>
              <a:prstDash val="solid"/>
            </a:ln>
            <a:effectLst/>
          </p:spPr>
          <p:txBody>
            <a:bodyPr lIns="0" tIns="0" rIns="0" bIns="0" anchor="ctr">
              <a:normAutofit/>
            </a:bodyPr>
            <a:lstStyle/>
            <a:p>
              <a:pPr lvl="0" algn="ctr">
                <a:lnSpc>
                  <a:spcPct val="120000"/>
                </a:lnSpc>
              </a:pPr>
              <a:endParaRPr lang="da-DK" altLang="zh-CN" sz="1600" kern="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42" name="AutoShape 4"/>
            <p:cNvSpPr>
              <a:spLocks noChangeArrowheads="1"/>
            </p:cNvSpPr>
            <p:nvPr>
              <p:custDataLst>
                <p:tags r:id="rId12"/>
              </p:custDataLst>
            </p:nvPr>
          </p:nvSpPr>
          <p:spPr bwMode="auto">
            <a:xfrm>
              <a:off x="5689" y="2893"/>
              <a:ext cx="2563" cy="2236"/>
            </a:xfrm>
            <a:prstGeom prst="hexagon">
              <a:avLst>
                <a:gd name="adj" fmla="val 28657"/>
                <a:gd name="vf" fmla="val 115470"/>
              </a:avLst>
            </a:prstGeom>
            <a:solidFill>
              <a:schemeClr val="accent4">
                <a:lumMod val="60000"/>
                <a:lumOff val="40000"/>
              </a:schemeClr>
            </a:solidFill>
            <a:ln w="3175" cap="flat" cmpd="sng" algn="ctr">
              <a:noFill/>
              <a:prstDash val="solid"/>
            </a:ln>
            <a:effectLst/>
          </p:spPr>
          <p:txBody>
            <a:bodyPr lIns="91440" tIns="45720" rIns="91440" bIns="45720" anchor="ctr"/>
            <a:lstStyle/>
            <a:p>
              <a:pPr lvl="0" algn="ctr">
                <a:lnSpc>
                  <a:spcPct val="140000"/>
                </a:lnSpc>
              </a:pPr>
              <a:r>
                <a:rPr lang="zh-CN" altLang="en-US" sz="2400" kern="0" spc="150">
                  <a:solidFill>
                    <a:srgbClr val="000000"/>
                  </a:solidFill>
                  <a:latin typeface="微软雅黑" panose="020B0503020204020204" pitchFamily="34" charset="-122"/>
                  <a:ea typeface="微软雅黑" panose="020B0503020204020204" pitchFamily="34" charset="-122"/>
                  <a:sym typeface="Arial" panose="020B0604020202020204" pitchFamily="34" charset="0"/>
                </a:rPr>
                <a:t>数据信息知识三者关系</a:t>
              </a:r>
              <a:endParaRPr lang="zh-CN" altLang="en-US" sz="2400" kern="0" spc="15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43" name="AutoShape 4"/>
            <p:cNvSpPr>
              <a:spLocks noChangeArrowheads="1"/>
            </p:cNvSpPr>
            <p:nvPr>
              <p:custDataLst>
                <p:tags r:id="rId13"/>
              </p:custDataLst>
            </p:nvPr>
          </p:nvSpPr>
          <p:spPr bwMode="auto">
            <a:xfrm>
              <a:off x="5498" y="2726"/>
              <a:ext cx="2944" cy="2568"/>
            </a:xfrm>
            <a:prstGeom prst="hexagon">
              <a:avLst>
                <a:gd name="adj" fmla="val 28657"/>
                <a:gd name="vf" fmla="val 115470"/>
              </a:avLst>
            </a:prstGeom>
            <a:noFill/>
            <a:ln w="12700" cap="flat" cmpd="sng" algn="ctr">
              <a:solidFill>
                <a:schemeClr val="accent5">
                  <a:lumMod val="60000"/>
                  <a:lumOff val="40000"/>
                </a:schemeClr>
              </a:solidFill>
              <a:prstDash val="solid"/>
            </a:ln>
            <a:effectLst/>
          </p:spPr>
          <p:txBody>
            <a:bodyPr lIns="0" tIns="0" rIns="0" bIns="0" anchor="ctr">
              <a:normAutofit/>
            </a:bodyPr>
            <a:lstStyle/>
            <a:p>
              <a:pPr lvl="0" algn="ctr">
                <a:lnSpc>
                  <a:spcPct val="120000"/>
                </a:lnSpc>
              </a:pPr>
              <a:endParaRPr lang="da-DK" altLang="zh-CN" sz="1600" kern="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40" name="AutoShape 4"/>
            <p:cNvSpPr>
              <a:spLocks noChangeArrowheads="1"/>
            </p:cNvSpPr>
            <p:nvPr>
              <p:custDataLst>
                <p:tags r:id="rId14"/>
              </p:custDataLst>
            </p:nvPr>
          </p:nvSpPr>
          <p:spPr bwMode="auto">
            <a:xfrm>
              <a:off x="5689" y="5461"/>
              <a:ext cx="2563" cy="2236"/>
            </a:xfrm>
            <a:prstGeom prst="hexagon">
              <a:avLst>
                <a:gd name="adj" fmla="val 28657"/>
                <a:gd name="vf" fmla="val 115470"/>
              </a:avLst>
            </a:prstGeom>
            <a:solidFill>
              <a:schemeClr val="accent6">
                <a:lumMod val="60000"/>
                <a:lumOff val="40000"/>
              </a:schemeClr>
            </a:solidFill>
            <a:ln w="3175" cap="flat" cmpd="sng" algn="ctr">
              <a:noFill/>
              <a:prstDash val="solid"/>
            </a:ln>
            <a:effectLst/>
          </p:spPr>
          <p:txBody>
            <a:bodyPr lIns="91440" tIns="45720" rIns="91440" bIns="45720" anchor="ctr"/>
            <a:lstStyle/>
            <a:p>
              <a:pPr lvl="0" algn="ctr">
                <a:lnSpc>
                  <a:spcPct val="140000"/>
                </a:lnSpc>
              </a:pPr>
              <a:r>
                <a:rPr lang="zh-CN" altLang="en-US" sz="2400" kern="0" spc="150">
                  <a:solidFill>
                    <a:srgbClr val="000000"/>
                  </a:solidFill>
                  <a:latin typeface="微软雅黑" panose="020B0503020204020204" pitchFamily="34" charset="-122"/>
                  <a:ea typeface="微软雅黑" panose="020B0503020204020204" pitchFamily="34" charset="-122"/>
                  <a:sym typeface="Arial" panose="020B0604020202020204" pitchFamily="34" charset="0"/>
                </a:rPr>
                <a:t>大数据</a:t>
              </a:r>
              <a:endParaRPr lang="zh-CN" altLang="en-US" sz="2400" kern="0" spc="15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41" name="AutoShape 4"/>
            <p:cNvSpPr>
              <a:spLocks noChangeArrowheads="1"/>
            </p:cNvSpPr>
            <p:nvPr>
              <p:custDataLst>
                <p:tags r:id="rId15"/>
              </p:custDataLst>
            </p:nvPr>
          </p:nvSpPr>
          <p:spPr bwMode="auto">
            <a:xfrm>
              <a:off x="5498" y="5294"/>
              <a:ext cx="2944" cy="2568"/>
            </a:xfrm>
            <a:prstGeom prst="hexagon">
              <a:avLst>
                <a:gd name="adj" fmla="val 28657"/>
                <a:gd name="vf" fmla="val 115470"/>
              </a:avLst>
            </a:prstGeom>
            <a:noFill/>
            <a:ln w="12700" cap="flat" cmpd="sng" algn="ctr">
              <a:solidFill>
                <a:schemeClr val="accent6">
                  <a:lumMod val="60000"/>
                  <a:lumOff val="40000"/>
                </a:schemeClr>
              </a:solidFill>
              <a:prstDash val="solid"/>
            </a:ln>
            <a:effectLst/>
          </p:spPr>
          <p:txBody>
            <a:bodyPr lIns="0" tIns="0" rIns="0" bIns="0" anchor="ctr">
              <a:normAutofit/>
            </a:bodyPr>
            <a:lstStyle/>
            <a:p>
              <a:pPr lvl="0" algn="ctr">
                <a:lnSpc>
                  <a:spcPct val="120000"/>
                </a:lnSpc>
              </a:pPr>
              <a:endParaRPr lang="da-DK" altLang="zh-CN" sz="1600" kern="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47" name="AutoShape 4"/>
            <p:cNvSpPr>
              <a:spLocks noChangeArrowheads="1"/>
            </p:cNvSpPr>
            <p:nvPr>
              <p:custDataLst>
                <p:tags r:id="rId16"/>
              </p:custDataLst>
            </p:nvPr>
          </p:nvSpPr>
          <p:spPr bwMode="auto">
            <a:xfrm>
              <a:off x="7891" y="4179"/>
              <a:ext cx="2563" cy="2236"/>
            </a:xfrm>
            <a:prstGeom prst="hexagon">
              <a:avLst>
                <a:gd name="adj" fmla="val 28657"/>
                <a:gd name="vf" fmla="val 115470"/>
              </a:avLst>
            </a:prstGeom>
            <a:solidFill>
              <a:schemeClr val="accent1">
                <a:lumMod val="60000"/>
                <a:lumOff val="40000"/>
              </a:schemeClr>
            </a:solidFill>
            <a:ln w="3175" cap="flat" cmpd="sng" algn="ctr">
              <a:noFill/>
              <a:prstDash val="solid"/>
            </a:ln>
            <a:effectLst/>
          </p:spPr>
          <p:txBody>
            <a:bodyPr lIns="91440" tIns="45720" rIns="91440" bIns="45720" anchor="ctr"/>
            <a:lstStyle/>
            <a:p>
              <a:pPr lvl="0" algn="ctr">
                <a:lnSpc>
                  <a:spcPct val="140000"/>
                </a:lnSpc>
              </a:pPr>
              <a:r>
                <a:rPr lang="zh-CN" altLang="en-US" sz="2400" kern="0" spc="150">
                  <a:solidFill>
                    <a:srgbClr val="000000"/>
                  </a:solidFill>
                  <a:latin typeface="微软雅黑" panose="020B0503020204020204" pitchFamily="34" charset="-122"/>
                  <a:ea typeface="微软雅黑" panose="020B0503020204020204" pitchFamily="34" charset="-122"/>
                  <a:sym typeface="Arial" panose="020B0604020202020204" pitchFamily="34" charset="0"/>
                </a:rPr>
                <a:t>课后</a:t>
              </a:r>
              <a:endParaRPr lang="zh-CN" altLang="en-US" sz="2400" kern="0" spc="15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a:p>
              <a:pPr lvl="0" algn="ctr">
                <a:lnSpc>
                  <a:spcPct val="140000"/>
                </a:lnSpc>
              </a:pPr>
              <a:r>
                <a:rPr lang="zh-CN" altLang="en-US" sz="2400" kern="0" spc="150">
                  <a:solidFill>
                    <a:srgbClr val="000000"/>
                  </a:solidFill>
                  <a:latin typeface="微软雅黑" panose="020B0503020204020204" pitchFamily="34" charset="-122"/>
                  <a:ea typeface="微软雅黑" panose="020B0503020204020204" pitchFamily="34" charset="-122"/>
                  <a:sym typeface="Arial" panose="020B0604020202020204" pitchFamily="34" charset="0"/>
                </a:rPr>
                <a:t>作业</a:t>
              </a:r>
              <a:endParaRPr lang="zh-CN" altLang="en-US" sz="2400" kern="0" spc="15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48" name="AutoShape 4"/>
            <p:cNvSpPr>
              <a:spLocks noChangeArrowheads="1"/>
            </p:cNvSpPr>
            <p:nvPr>
              <p:custDataLst>
                <p:tags r:id="rId17"/>
              </p:custDataLst>
            </p:nvPr>
          </p:nvSpPr>
          <p:spPr bwMode="auto">
            <a:xfrm>
              <a:off x="7701" y="4013"/>
              <a:ext cx="2944" cy="2568"/>
            </a:xfrm>
            <a:prstGeom prst="hexagon">
              <a:avLst>
                <a:gd name="adj" fmla="val 28657"/>
                <a:gd name="vf" fmla="val 115470"/>
              </a:avLst>
            </a:prstGeom>
            <a:noFill/>
            <a:ln w="12700" cap="flat" cmpd="sng" algn="ctr">
              <a:solidFill>
                <a:schemeClr val="accent1">
                  <a:lumMod val="60000"/>
                  <a:lumOff val="40000"/>
                </a:schemeClr>
              </a:solidFill>
              <a:prstDash val="solid"/>
            </a:ln>
            <a:effectLst/>
          </p:spPr>
          <p:txBody>
            <a:bodyPr lIns="0" tIns="0" rIns="0" bIns="0" anchor="ctr">
              <a:normAutofit/>
            </a:bodyPr>
            <a:lstStyle/>
            <a:p>
              <a:pPr lvl="0" algn="ctr">
                <a:lnSpc>
                  <a:spcPct val="120000"/>
                </a:lnSpc>
              </a:pPr>
              <a:endParaRPr lang="da-DK" altLang="zh-CN" sz="1600" kern="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grpSp>
    </p:spTree>
    <p:custDataLst>
      <p:tags r:id="rId18"/>
    </p:custDataLst>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矩形 56"/>
          <p:cNvSpPr/>
          <p:nvPr>
            <p:custDataLst>
              <p:tags r:id="rId1"/>
            </p:custDataLst>
          </p:nvPr>
        </p:nvSpPr>
        <p:spPr bwMode="auto">
          <a:xfrm>
            <a:off x="4457700" y="1935551"/>
            <a:ext cx="3064996" cy="4242287"/>
          </a:xfrm>
          <a:prstGeom prst="rect">
            <a:avLst/>
          </a:prstGeom>
          <a:solidFill>
            <a:schemeClr val="tx2">
              <a:lumMod val="20000"/>
              <a:lumOff val="80000"/>
            </a:schemeClr>
          </a:solidFill>
          <a:ln w="57150">
            <a:solidFill>
              <a:schemeClr val="bg1"/>
            </a:solidFill>
            <a:round/>
          </a:ln>
          <a:effectLst/>
        </p:spPr>
        <p:txBody>
          <a:bodyPr vert="horz" wrap="square" lIns="91440" tIns="0" rIns="91440" bIns="1260000" anchor="b" anchorCtr="1" compatLnSpc="1">
            <a:normAutofit/>
          </a:bodyPr>
          <a:lstStyle/>
          <a:p>
            <a:pPr algn="ctr">
              <a:lnSpc>
                <a:spcPct val="120000"/>
              </a:lnSpc>
            </a:pPr>
            <a:endParaRPr lang="zh-CN" altLang="en-US" sz="120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58" name="任意多边形 26"/>
          <p:cNvSpPr/>
          <p:nvPr>
            <p:custDataLst>
              <p:tags r:id="rId2"/>
            </p:custDataLst>
          </p:nvPr>
        </p:nvSpPr>
        <p:spPr bwMode="auto">
          <a:xfrm>
            <a:off x="7520172" y="700215"/>
            <a:ext cx="273818" cy="1589911"/>
          </a:xfrm>
          <a:custGeom>
            <a:avLst/>
            <a:gdLst/>
            <a:ahLst/>
            <a:cxnLst>
              <a:cxn ang="0">
                <a:pos x="54" y="575"/>
              </a:cxn>
              <a:cxn ang="0">
                <a:pos x="54" y="0"/>
              </a:cxn>
              <a:cxn ang="0">
                <a:pos x="0" y="10"/>
              </a:cxn>
              <a:cxn ang="0">
                <a:pos x="0" y="627"/>
              </a:cxn>
              <a:cxn ang="0">
                <a:pos x="54" y="617"/>
              </a:cxn>
              <a:cxn ang="0">
                <a:pos x="54" y="617"/>
              </a:cxn>
              <a:cxn ang="0">
                <a:pos x="80" y="586"/>
              </a:cxn>
              <a:cxn ang="0">
                <a:pos x="54" y="575"/>
              </a:cxn>
            </a:cxnLst>
            <a:rect l="0" t="0" r="r" b="b"/>
            <a:pathLst>
              <a:path w="81" h="627">
                <a:moveTo>
                  <a:pt x="54" y="575"/>
                </a:moveTo>
                <a:cubicBezTo>
                  <a:pt x="54" y="0"/>
                  <a:pt x="54" y="0"/>
                  <a:pt x="54" y="0"/>
                </a:cubicBezTo>
                <a:cubicBezTo>
                  <a:pt x="0" y="10"/>
                  <a:pt x="0" y="10"/>
                  <a:pt x="0" y="10"/>
                </a:cubicBezTo>
                <a:cubicBezTo>
                  <a:pt x="0" y="627"/>
                  <a:pt x="0" y="627"/>
                  <a:pt x="0" y="627"/>
                </a:cubicBezTo>
                <a:cubicBezTo>
                  <a:pt x="54" y="617"/>
                  <a:pt x="54" y="617"/>
                  <a:pt x="54" y="617"/>
                </a:cubicBezTo>
                <a:cubicBezTo>
                  <a:pt x="54" y="617"/>
                  <a:pt x="54" y="617"/>
                  <a:pt x="54" y="617"/>
                </a:cubicBezTo>
                <a:cubicBezTo>
                  <a:pt x="54" y="617"/>
                  <a:pt x="81" y="612"/>
                  <a:pt x="80" y="586"/>
                </a:cubicBezTo>
                <a:cubicBezTo>
                  <a:pt x="79" y="567"/>
                  <a:pt x="54" y="575"/>
                  <a:pt x="54" y="575"/>
                </a:cubicBezTo>
                <a:close/>
              </a:path>
            </a:pathLst>
          </a:custGeom>
          <a:solidFill>
            <a:schemeClr val="accent1">
              <a:lumMod val="75000"/>
            </a:schemeClr>
          </a:solidFill>
          <a:ln w="9525">
            <a:noFill/>
            <a:round/>
          </a:ln>
        </p:spPr>
        <p:txBody>
          <a:bodyPr anchor="ctr"/>
          <a:lstStyle/>
          <a:p>
            <a:pPr algn="ctr">
              <a:lnSpc>
                <a:spcPct val="120000"/>
              </a:lnSpc>
            </a:pPr>
            <a:endParaRPr sz="1800" dirty="0">
              <a:latin typeface="微软雅黑" panose="020B0503020204020204" pitchFamily="34" charset="-122"/>
              <a:ea typeface="微软雅黑" panose="020B0503020204020204" pitchFamily="34" charset="-122"/>
            </a:endParaRPr>
          </a:p>
        </p:txBody>
      </p:sp>
      <p:sp>
        <p:nvSpPr>
          <p:cNvPr id="59" name="任意多边形 27"/>
          <p:cNvSpPr/>
          <p:nvPr>
            <p:custDataLst>
              <p:tags r:id="rId3"/>
            </p:custDataLst>
          </p:nvPr>
        </p:nvSpPr>
        <p:spPr bwMode="auto">
          <a:xfrm>
            <a:off x="4460224" y="572770"/>
            <a:ext cx="3331243" cy="2059314"/>
          </a:xfrm>
          <a:custGeom>
            <a:avLst/>
            <a:gdLst/>
            <a:ahLst/>
            <a:cxnLst>
              <a:cxn ang="0">
                <a:pos x="954" y="8"/>
              </a:cxn>
              <a:cxn ang="0">
                <a:pos x="954" y="8"/>
              </a:cxn>
              <a:cxn ang="0">
                <a:pos x="0" y="196"/>
              </a:cxn>
              <a:cxn ang="0">
                <a:pos x="0" y="813"/>
              </a:cxn>
              <a:cxn ang="0">
                <a:pos x="954" y="625"/>
              </a:cxn>
              <a:cxn ang="0">
                <a:pos x="980" y="636"/>
              </a:cxn>
              <a:cxn ang="0">
                <a:pos x="980" y="19"/>
              </a:cxn>
              <a:cxn ang="0">
                <a:pos x="954" y="8"/>
              </a:cxn>
            </a:cxnLst>
            <a:rect l="0" t="0" r="r" b="b"/>
            <a:pathLst>
              <a:path w="980" h="813">
                <a:moveTo>
                  <a:pt x="954" y="8"/>
                </a:moveTo>
                <a:cubicBezTo>
                  <a:pt x="954" y="8"/>
                  <a:pt x="954" y="8"/>
                  <a:pt x="954" y="8"/>
                </a:cubicBezTo>
                <a:cubicBezTo>
                  <a:pt x="0" y="196"/>
                  <a:pt x="0" y="196"/>
                  <a:pt x="0" y="196"/>
                </a:cubicBezTo>
                <a:cubicBezTo>
                  <a:pt x="0" y="813"/>
                  <a:pt x="0" y="813"/>
                  <a:pt x="0" y="813"/>
                </a:cubicBezTo>
                <a:cubicBezTo>
                  <a:pt x="954" y="625"/>
                  <a:pt x="954" y="625"/>
                  <a:pt x="954" y="625"/>
                </a:cubicBezTo>
                <a:cubicBezTo>
                  <a:pt x="954" y="625"/>
                  <a:pt x="979" y="617"/>
                  <a:pt x="980" y="636"/>
                </a:cubicBezTo>
                <a:cubicBezTo>
                  <a:pt x="980" y="19"/>
                  <a:pt x="980" y="19"/>
                  <a:pt x="980" y="19"/>
                </a:cubicBezTo>
                <a:cubicBezTo>
                  <a:pt x="979" y="0"/>
                  <a:pt x="954" y="8"/>
                  <a:pt x="954" y="8"/>
                </a:cubicBezTo>
                <a:close/>
              </a:path>
            </a:pathLst>
          </a:custGeom>
          <a:solidFill>
            <a:schemeClr val="accent1"/>
          </a:solidFill>
          <a:ln w="9525">
            <a:noFill/>
            <a:round/>
          </a:ln>
        </p:spPr>
        <p:txBody>
          <a:bodyPr anchor="ctr"/>
          <a:lstStyle/>
          <a:p>
            <a:pPr algn="ctr">
              <a:lnSpc>
                <a:spcPct val="120000"/>
              </a:lnSpc>
            </a:pPr>
            <a:endParaRPr sz="1800" dirty="0">
              <a:latin typeface="微软雅黑" panose="020B0503020204020204" pitchFamily="34" charset="-122"/>
              <a:ea typeface="微软雅黑" panose="020B0503020204020204" pitchFamily="34" charset="-122"/>
            </a:endParaRPr>
          </a:p>
        </p:txBody>
      </p:sp>
      <p:sp>
        <p:nvSpPr>
          <p:cNvPr id="60" name="任意多边形 28"/>
          <p:cNvSpPr/>
          <p:nvPr>
            <p:custDataLst>
              <p:tags r:id="rId4"/>
            </p:custDataLst>
          </p:nvPr>
        </p:nvSpPr>
        <p:spPr bwMode="auto">
          <a:xfrm>
            <a:off x="7520172" y="4801177"/>
            <a:ext cx="273818" cy="331862"/>
          </a:xfrm>
          <a:custGeom>
            <a:avLst/>
            <a:gdLst/>
            <a:ahLst/>
            <a:cxnLst>
              <a:cxn ang="0">
                <a:pos x="54" y="79"/>
              </a:cxn>
              <a:cxn ang="0">
                <a:pos x="54" y="0"/>
              </a:cxn>
              <a:cxn ang="0">
                <a:pos x="0" y="10"/>
              </a:cxn>
              <a:cxn ang="0">
                <a:pos x="0" y="131"/>
              </a:cxn>
              <a:cxn ang="0">
                <a:pos x="54" y="121"/>
              </a:cxn>
              <a:cxn ang="0">
                <a:pos x="54" y="121"/>
              </a:cxn>
              <a:cxn ang="0">
                <a:pos x="80" y="90"/>
              </a:cxn>
              <a:cxn ang="0">
                <a:pos x="54" y="79"/>
              </a:cxn>
            </a:cxnLst>
            <a:rect l="0" t="0" r="r" b="b"/>
            <a:pathLst>
              <a:path w="81" h="131">
                <a:moveTo>
                  <a:pt x="54" y="79"/>
                </a:moveTo>
                <a:cubicBezTo>
                  <a:pt x="54" y="0"/>
                  <a:pt x="54" y="0"/>
                  <a:pt x="54" y="0"/>
                </a:cubicBezTo>
                <a:cubicBezTo>
                  <a:pt x="0" y="10"/>
                  <a:pt x="0" y="10"/>
                  <a:pt x="0" y="10"/>
                </a:cubicBezTo>
                <a:cubicBezTo>
                  <a:pt x="0" y="131"/>
                  <a:pt x="0" y="131"/>
                  <a:pt x="0" y="131"/>
                </a:cubicBezTo>
                <a:cubicBezTo>
                  <a:pt x="54" y="121"/>
                  <a:pt x="54" y="121"/>
                  <a:pt x="54" y="121"/>
                </a:cubicBezTo>
                <a:cubicBezTo>
                  <a:pt x="54" y="121"/>
                  <a:pt x="54" y="121"/>
                  <a:pt x="54" y="121"/>
                </a:cubicBezTo>
                <a:cubicBezTo>
                  <a:pt x="54" y="121"/>
                  <a:pt x="81" y="116"/>
                  <a:pt x="80" y="90"/>
                </a:cubicBezTo>
                <a:cubicBezTo>
                  <a:pt x="79" y="71"/>
                  <a:pt x="54" y="79"/>
                  <a:pt x="54" y="79"/>
                </a:cubicBezTo>
                <a:close/>
              </a:path>
            </a:pathLst>
          </a:custGeom>
          <a:solidFill>
            <a:schemeClr val="accent1">
              <a:lumMod val="75000"/>
            </a:schemeClr>
          </a:solidFill>
          <a:ln w="9525">
            <a:noFill/>
            <a:round/>
          </a:ln>
        </p:spPr>
        <p:txBody>
          <a:bodyPr anchor="ctr"/>
          <a:lstStyle/>
          <a:p>
            <a:pPr algn="ctr">
              <a:lnSpc>
                <a:spcPct val="120000"/>
              </a:lnSpc>
            </a:pPr>
            <a:endParaRPr sz="1800" dirty="0">
              <a:latin typeface="微软雅黑" panose="020B0503020204020204" pitchFamily="34" charset="-122"/>
              <a:ea typeface="微软雅黑" panose="020B0503020204020204" pitchFamily="34" charset="-122"/>
            </a:endParaRPr>
          </a:p>
        </p:txBody>
      </p:sp>
      <p:sp>
        <p:nvSpPr>
          <p:cNvPr id="61" name="任意多边形 29"/>
          <p:cNvSpPr/>
          <p:nvPr>
            <p:custDataLst>
              <p:tags r:id="rId5"/>
            </p:custDataLst>
          </p:nvPr>
        </p:nvSpPr>
        <p:spPr bwMode="auto">
          <a:xfrm>
            <a:off x="4460224" y="4673732"/>
            <a:ext cx="3331243" cy="803788"/>
          </a:xfrm>
          <a:custGeom>
            <a:avLst/>
            <a:gdLst/>
            <a:ahLst/>
            <a:cxnLst>
              <a:cxn ang="0">
                <a:pos x="954" y="8"/>
              </a:cxn>
              <a:cxn ang="0">
                <a:pos x="954" y="8"/>
              </a:cxn>
              <a:cxn ang="0">
                <a:pos x="0" y="196"/>
              </a:cxn>
              <a:cxn ang="0">
                <a:pos x="0" y="317"/>
              </a:cxn>
              <a:cxn ang="0">
                <a:pos x="954" y="129"/>
              </a:cxn>
              <a:cxn ang="0">
                <a:pos x="980" y="140"/>
              </a:cxn>
              <a:cxn ang="0">
                <a:pos x="980" y="19"/>
              </a:cxn>
              <a:cxn ang="0">
                <a:pos x="954" y="8"/>
              </a:cxn>
            </a:cxnLst>
            <a:rect l="0" t="0" r="r" b="b"/>
            <a:pathLst>
              <a:path w="980" h="317">
                <a:moveTo>
                  <a:pt x="954" y="8"/>
                </a:moveTo>
                <a:cubicBezTo>
                  <a:pt x="954" y="8"/>
                  <a:pt x="954" y="8"/>
                  <a:pt x="954" y="8"/>
                </a:cubicBezTo>
                <a:cubicBezTo>
                  <a:pt x="0" y="196"/>
                  <a:pt x="0" y="196"/>
                  <a:pt x="0" y="196"/>
                </a:cubicBezTo>
                <a:cubicBezTo>
                  <a:pt x="0" y="317"/>
                  <a:pt x="0" y="317"/>
                  <a:pt x="0" y="317"/>
                </a:cubicBezTo>
                <a:cubicBezTo>
                  <a:pt x="954" y="129"/>
                  <a:pt x="954" y="129"/>
                  <a:pt x="954" y="129"/>
                </a:cubicBezTo>
                <a:cubicBezTo>
                  <a:pt x="954" y="129"/>
                  <a:pt x="979" y="121"/>
                  <a:pt x="980" y="140"/>
                </a:cubicBezTo>
                <a:cubicBezTo>
                  <a:pt x="980" y="19"/>
                  <a:pt x="980" y="19"/>
                  <a:pt x="980" y="19"/>
                </a:cubicBezTo>
                <a:cubicBezTo>
                  <a:pt x="979" y="0"/>
                  <a:pt x="954" y="8"/>
                  <a:pt x="954" y="8"/>
                </a:cubicBezTo>
                <a:close/>
              </a:path>
            </a:pathLst>
          </a:custGeom>
          <a:solidFill>
            <a:schemeClr val="accent1"/>
          </a:solidFill>
          <a:ln w="9525">
            <a:noFill/>
            <a:round/>
          </a:ln>
        </p:spPr>
        <p:txBody>
          <a:bodyPr anchor="ctr"/>
          <a:lstStyle/>
          <a:p>
            <a:pPr algn="ctr">
              <a:lnSpc>
                <a:spcPct val="120000"/>
              </a:lnSpc>
            </a:pPr>
            <a:endParaRPr sz="1800" dirty="0">
              <a:latin typeface="微软雅黑" panose="020B0503020204020204" pitchFamily="34" charset="-122"/>
              <a:ea typeface="微软雅黑" panose="020B0503020204020204" pitchFamily="34" charset="-122"/>
            </a:endParaRPr>
          </a:p>
        </p:txBody>
      </p:sp>
      <p:sp>
        <p:nvSpPr>
          <p:cNvPr id="62" name="任意多边形 30"/>
          <p:cNvSpPr/>
          <p:nvPr>
            <p:custDataLst>
              <p:tags r:id="rId6"/>
            </p:custDataLst>
          </p:nvPr>
        </p:nvSpPr>
        <p:spPr bwMode="auto">
          <a:xfrm>
            <a:off x="7520172" y="5236510"/>
            <a:ext cx="273818" cy="331862"/>
          </a:xfrm>
          <a:custGeom>
            <a:avLst/>
            <a:gdLst/>
            <a:ahLst/>
            <a:cxnLst>
              <a:cxn ang="0">
                <a:pos x="54" y="79"/>
              </a:cxn>
              <a:cxn ang="0">
                <a:pos x="54" y="0"/>
              </a:cxn>
              <a:cxn ang="0">
                <a:pos x="0" y="10"/>
              </a:cxn>
              <a:cxn ang="0">
                <a:pos x="0" y="131"/>
              </a:cxn>
              <a:cxn ang="0">
                <a:pos x="54" y="121"/>
              </a:cxn>
              <a:cxn ang="0">
                <a:pos x="54" y="121"/>
              </a:cxn>
              <a:cxn ang="0">
                <a:pos x="80" y="90"/>
              </a:cxn>
              <a:cxn ang="0">
                <a:pos x="54" y="79"/>
              </a:cxn>
            </a:cxnLst>
            <a:rect l="0" t="0" r="r" b="b"/>
            <a:pathLst>
              <a:path w="81" h="131">
                <a:moveTo>
                  <a:pt x="54" y="79"/>
                </a:moveTo>
                <a:cubicBezTo>
                  <a:pt x="54" y="0"/>
                  <a:pt x="54" y="0"/>
                  <a:pt x="54" y="0"/>
                </a:cubicBezTo>
                <a:cubicBezTo>
                  <a:pt x="0" y="10"/>
                  <a:pt x="0" y="10"/>
                  <a:pt x="0" y="10"/>
                </a:cubicBezTo>
                <a:cubicBezTo>
                  <a:pt x="0" y="131"/>
                  <a:pt x="0" y="131"/>
                  <a:pt x="0" y="131"/>
                </a:cubicBezTo>
                <a:cubicBezTo>
                  <a:pt x="54" y="121"/>
                  <a:pt x="54" y="121"/>
                  <a:pt x="54" y="121"/>
                </a:cubicBezTo>
                <a:cubicBezTo>
                  <a:pt x="54" y="121"/>
                  <a:pt x="54" y="121"/>
                  <a:pt x="54" y="121"/>
                </a:cubicBezTo>
                <a:cubicBezTo>
                  <a:pt x="54" y="121"/>
                  <a:pt x="81" y="116"/>
                  <a:pt x="80" y="90"/>
                </a:cubicBezTo>
                <a:cubicBezTo>
                  <a:pt x="79" y="71"/>
                  <a:pt x="54" y="79"/>
                  <a:pt x="54" y="79"/>
                </a:cubicBezTo>
                <a:close/>
              </a:path>
            </a:pathLst>
          </a:custGeom>
          <a:solidFill>
            <a:schemeClr val="accent1">
              <a:lumMod val="75000"/>
            </a:schemeClr>
          </a:solidFill>
          <a:ln w="9525">
            <a:noFill/>
            <a:round/>
          </a:ln>
        </p:spPr>
        <p:txBody>
          <a:bodyPr anchor="ctr"/>
          <a:lstStyle/>
          <a:p>
            <a:pPr algn="ctr">
              <a:lnSpc>
                <a:spcPct val="120000"/>
              </a:lnSpc>
            </a:pPr>
            <a:endParaRPr sz="1800" dirty="0">
              <a:latin typeface="微软雅黑" panose="020B0503020204020204" pitchFamily="34" charset="-122"/>
              <a:ea typeface="微软雅黑" panose="020B0503020204020204" pitchFamily="34" charset="-122"/>
            </a:endParaRPr>
          </a:p>
        </p:txBody>
      </p:sp>
      <p:sp>
        <p:nvSpPr>
          <p:cNvPr id="63" name="任意多边形 31"/>
          <p:cNvSpPr/>
          <p:nvPr>
            <p:custDataLst>
              <p:tags r:id="rId7"/>
            </p:custDataLst>
          </p:nvPr>
        </p:nvSpPr>
        <p:spPr bwMode="auto">
          <a:xfrm>
            <a:off x="4460224" y="5109064"/>
            <a:ext cx="3331243" cy="803788"/>
          </a:xfrm>
          <a:custGeom>
            <a:avLst/>
            <a:gdLst/>
            <a:ahLst/>
            <a:cxnLst>
              <a:cxn ang="0">
                <a:pos x="954" y="8"/>
              </a:cxn>
              <a:cxn ang="0">
                <a:pos x="954" y="8"/>
              </a:cxn>
              <a:cxn ang="0">
                <a:pos x="0" y="196"/>
              </a:cxn>
              <a:cxn ang="0">
                <a:pos x="0" y="317"/>
              </a:cxn>
              <a:cxn ang="0">
                <a:pos x="954" y="129"/>
              </a:cxn>
              <a:cxn ang="0">
                <a:pos x="980" y="140"/>
              </a:cxn>
              <a:cxn ang="0">
                <a:pos x="980" y="19"/>
              </a:cxn>
              <a:cxn ang="0">
                <a:pos x="954" y="8"/>
              </a:cxn>
            </a:cxnLst>
            <a:rect l="0" t="0" r="r" b="b"/>
            <a:pathLst>
              <a:path w="980" h="317">
                <a:moveTo>
                  <a:pt x="954" y="8"/>
                </a:moveTo>
                <a:cubicBezTo>
                  <a:pt x="954" y="8"/>
                  <a:pt x="954" y="8"/>
                  <a:pt x="954" y="8"/>
                </a:cubicBezTo>
                <a:cubicBezTo>
                  <a:pt x="0" y="196"/>
                  <a:pt x="0" y="196"/>
                  <a:pt x="0" y="196"/>
                </a:cubicBezTo>
                <a:cubicBezTo>
                  <a:pt x="0" y="317"/>
                  <a:pt x="0" y="317"/>
                  <a:pt x="0" y="317"/>
                </a:cubicBezTo>
                <a:cubicBezTo>
                  <a:pt x="954" y="129"/>
                  <a:pt x="954" y="129"/>
                  <a:pt x="954" y="129"/>
                </a:cubicBezTo>
                <a:cubicBezTo>
                  <a:pt x="954" y="129"/>
                  <a:pt x="979" y="121"/>
                  <a:pt x="980" y="140"/>
                </a:cubicBezTo>
                <a:cubicBezTo>
                  <a:pt x="980" y="19"/>
                  <a:pt x="980" y="19"/>
                  <a:pt x="980" y="19"/>
                </a:cubicBezTo>
                <a:cubicBezTo>
                  <a:pt x="979" y="0"/>
                  <a:pt x="954" y="8"/>
                  <a:pt x="954" y="8"/>
                </a:cubicBezTo>
                <a:close/>
              </a:path>
            </a:pathLst>
          </a:custGeom>
          <a:solidFill>
            <a:schemeClr val="accent1"/>
          </a:solidFill>
          <a:ln w="9525">
            <a:noFill/>
            <a:round/>
          </a:ln>
        </p:spPr>
        <p:txBody>
          <a:bodyPr anchor="ctr"/>
          <a:lstStyle/>
          <a:p>
            <a:pPr algn="ctr">
              <a:lnSpc>
                <a:spcPct val="120000"/>
              </a:lnSpc>
            </a:pPr>
            <a:endParaRPr sz="1800" dirty="0">
              <a:latin typeface="微软雅黑" panose="020B0503020204020204" pitchFamily="34" charset="-122"/>
              <a:ea typeface="微软雅黑" panose="020B0503020204020204" pitchFamily="34" charset="-122"/>
            </a:endParaRPr>
          </a:p>
        </p:txBody>
      </p:sp>
      <p:sp>
        <p:nvSpPr>
          <p:cNvPr id="64" name="椭圆 63"/>
          <p:cNvSpPr/>
          <p:nvPr>
            <p:custDataLst>
              <p:tags r:id="rId8"/>
            </p:custDataLst>
          </p:nvPr>
        </p:nvSpPr>
        <p:spPr bwMode="auto">
          <a:xfrm>
            <a:off x="5578209" y="1119144"/>
            <a:ext cx="1096534" cy="1019562"/>
          </a:xfrm>
          <a:prstGeom prst="ellipse">
            <a:avLst/>
          </a:prstGeom>
          <a:solidFill>
            <a:schemeClr val="bg1"/>
          </a:solidFill>
          <a:ln w="19050">
            <a:solidFill>
              <a:schemeClr val="accent1">
                <a:lumMod val="75000"/>
              </a:schemeClr>
            </a:solidFill>
            <a:round/>
          </a:ln>
        </p:spPr>
        <p:txBody>
          <a:bodyPr anchor="ctr"/>
          <a:lstStyle/>
          <a:p>
            <a:pPr algn="ctr">
              <a:lnSpc>
                <a:spcPct val="120000"/>
              </a:lnSpc>
            </a:pPr>
            <a:endParaRPr sz="1800" dirty="0">
              <a:latin typeface="微软雅黑" panose="020B0503020204020204" pitchFamily="34" charset="-122"/>
              <a:ea typeface="微软雅黑" panose="020B0503020204020204" pitchFamily="34" charset="-122"/>
            </a:endParaRPr>
          </a:p>
        </p:txBody>
      </p:sp>
      <p:sp>
        <p:nvSpPr>
          <p:cNvPr id="65" name="文本框 64"/>
          <p:cNvSpPr txBox="1"/>
          <p:nvPr>
            <p:custDataLst>
              <p:tags r:id="rId9"/>
            </p:custDataLst>
          </p:nvPr>
        </p:nvSpPr>
        <p:spPr bwMode="auto">
          <a:xfrm>
            <a:off x="4597544" y="2474501"/>
            <a:ext cx="2884485" cy="2142233"/>
          </a:xfrm>
          <a:prstGeom prst="rect">
            <a:avLst/>
          </a:prstGeom>
          <a:noFill/>
        </p:spPr>
        <p:txBody>
          <a:bodyPr wrap="square" lIns="90000" tIns="46800" rIns="90000" bIns="0" anchor="ctr" anchorCtr="1"/>
          <a:lstStyle/>
          <a:p>
            <a:pPr latinLnBrk="0">
              <a:lnSpc>
                <a:spcPct val="120000"/>
              </a:lnSpc>
            </a:pPr>
            <a:r>
              <a:rPr lang="zh-CN" altLang="en-US" sz="3600" b="1" spc="300">
                <a:solidFill>
                  <a:schemeClr val="tx1"/>
                </a:solidFill>
                <a:effectLst/>
                <a:latin typeface="微软雅黑" panose="020B0503020204020204" pitchFamily="34" charset="-122"/>
                <a:ea typeface="微软雅黑" panose="020B0503020204020204" pitchFamily="34" charset="-122"/>
                <a:cs typeface="+mj-cs"/>
              </a:rPr>
              <a:t>新课导入</a:t>
            </a:r>
            <a:endParaRPr lang="zh-CN" altLang="en-US" sz="3600" b="1" spc="300">
              <a:solidFill>
                <a:schemeClr val="tx1"/>
              </a:solidFill>
              <a:effectLst/>
              <a:latin typeface="微软雅黑" panose="020B0503020204020204" pitchFamily="34" charset="-122"/>
              <a:ea typeface="微软雅黑" panose="020B0503020204020204" pitchFamily="34" charset="-122"/>
              <a:cs typeface="+mj-cs"/>
            </a:endParaRPr>
          </a:p>
        </p:txBody>
      </p:sp>
      <p:sp>
        <p:nvSpPr>
          <p:cNvPr id="111" name="任意多边形 13"/>
          <p:cNvSpPr/>
          <p:nvPr>
            <p:custDataLst>
              <p:tags r:id="rId10"/>
            </p:custDataLst>
          </p:nvPr>
        </p:nvSpPr>
        <p:spPr bwMode="auto">
          <a:xfrm>
            <a:off x="5835623" y="1334918"/>
            <a:ext cx="581706" cy="589277"/>
          </a:xfrm>
          <a:custGeom>
            <a:avLst/>
            <a:gdLst>
              <a:gd name="connsiteX0" fmla="*/ 127959 w 398592"/>
              <a:gd name="connsiteY0" fmla="*/ 191264 h 403698"/>
              <a:gd name="connsiteX1" fmla="*/ 146193 w 398592"/>
              <a:gd name="connsiteY1" fmla="*/ 202511 h 403698"/>
              <a:gd name="connsiteX2" fmla="*/ 152271 w 398592"/>
              <a:gd name="connsiteY2" fmla="*/ 213757 h 403698"/>
              <a:gd name="connsiteX3" fmla="*/ 146193 w 398592"/>
              <a:gd name="connsiteY3" fmla="*/ 241873 h 403698"/>
              <a:gd name="connsiteX4" fmla="*/ 146193 w 398592"/>
              <a:gd name="connsiteY4" fmla="*/ 247497 h 403698"/>
              <a:gd name="connsiteX5" fmla="*/ 91491 w 398592"/>
              <a:gd name="connsiteY5" fmla="*/ 298106 h 403698"/>
              <a:gd name="connsiteX6" fmla="*/ 73256 w 398592"/>
              <a:gd name="connsiteY6" fmla="*/ 298106 h 403698"/>
              <a:gd name="connsiteX7" fmla="*/ 73256 w 398592"/>
              <a:gd name="connsiteY7" fmla="*/ 281236 h 403698"/>
              <a:gd name="connsiteX8" fmla="*/ 115803 w 398592"/>
              <a:gd name="connsiteY8" fmla="*/ 230627 h 403698"/>
              <a:gd name="connsiteX9" fmla="*/ 127959 w 398592"/>
              <a:gd name="connsiteY9" fmla="*/ 191264 h 403698"/>
              <a:gd name="connsiteX10" fmla="*/ 314042 w 398592"/>
              <a:gd name="connsiteY10" fmla="*/ 164190 h 403698"/>
              <a:gd name="connsiteX11" fmla="*/ 386514 w 398592"/>
              <a:gd name="connsiteY11" fmla="*/ 164190 h 403698"/>
              <a:gd name="connsiteX12" fmla="*/ 398592 w 398592"/>
              <a:gd name="connsiteY12" fmla="*/ 164190 h 403698"/>
              <a:gd name="connsiteX13" fmla="*/ 398592 w 398592"/>
              <a:gd name="connsiteY13" fmla="*/ 175330 h 403698"/>
              <a:gd name="connsiteX14" fmla="*/ 398592 w 398592"/>
              <a:gd name="connsiteY14" fmla="*/ 236600 h 403698"/>
              <a:gd name="connsiteX15" fmla="*/ 386514 w 398592"/>
              <a:gd name="connsiteY15" fmla="*/ 247739 h 403698"/>
              <a:gd name="connsiteX16" fmla="*/ 374435 w 398592"/>
              <a:gd name="connsiteY16" fmla="*/ 236600 h 403698"/>
              <a:gd name="connsiteX17" fmla="*/ 374435 w 398592"/>
              <a:gd name="connsiteY17" fmla="*/ 203180 h 403698"/>
              <a:gd name="connsiteX18" fmla="*/ 368396 w 398592"/>
              <a:gd name="connsiteY18" fmla="*/ 203180 h 403698"/>
              <a:gd name="connsiteX19" fmla="*/ 205336 w 398592"/>
              <a:gd name="connsiteY19" fmla="*/ 353569 h 403698"/>
              <a:gd name="connsiteX20" fmla="*/ 193257 w 398592"/>
              <a:gd name="connsiteY20" fmla="*/ 359139 h 403698"/>
              <a:gd name="connsiteX21" fmla="*/ 187218 w 398592"/>
              <a:gd name="connsiteY21" fmla="*/ 353569 h 403698"/>
              <a:gd name="connsiteX22" fmla="*/ 144943 w 398592"/>
              <a:gd name="connsiteY22" fmla="*/ 314579 h 403698"/>
              <a:gd name="connsiteX23" fmla="*/ 138904 w 398592"/>
              <a:gd name="connsiteY23" fmla="*/ 314579 h 403698"/>
              <a:gd name="connsiteX24" fmla="*/ 36236 w 398592"/>
              <a:gd name="connsiteY24" fmla="*/ 403698 h 403698"/>
              <a:gd name="connsiteX25" fmla="*/ 0 w 398592"/>
              <a:gd name="connsiteY25" fmla="*/ 403698 h 403698"/>
              <a:gd name="connsiteX26" fmla="*/ 132864 w 398592"/>
              <a:gd name="connsiteY26" fmla="*/ 286729 h 403698"/>
              <a:gd name="connsiteX27" fmla="*/ 138904 w 398592"/>
              <a:gd name="connsiteY27" fmla="*/ 286729 h 403698"/>
              <a:gd name="connsiteX28" fmla="*/ 150982 w 398592"/>
              <a:gd name="connsiteY28" fmla="*/ 286729 h 403698"/>
              <a:gd name="connsiteX29" fmla="*/ 193257 w 398592"/>
              <a:gd name="connsiteY29" fmla="*/ 325719 h 403698"/>
              <a:gd name="connsiteX30" fmla="*/ 193257 w 398592"/>
              <a:gd name="connsiteY30" fmla="*/ 331289 h 403698"/>
              <a:gd name="connsiteX31" fmla="*/ 199296 w 398592"/>
              <a:gd name="connsiteY31" fmla="*/ 325719 h 403698"/>
              <a:gd name="connsiteX32" fmla="*/ 344239 w 398592"/>
              <a:gd name="connsiteY32" fmla="*/ 192040 h 403698"/>
              <a:gd name="connsiteX33" fmla="*/ 344239 w 398592"/>
              <a:gd name="connsiteY33" fmla="*/ 186470 h 403698"/>
              <a:gd name="connsiteX34" fmla="*/ 320082 w 398592"/>
              <a:gd name="connsiteY34" fmla="*/ 186470 h 403698"/>
              <a:gd name="connsiteX35" fmla="*/ 314042 w 398592"/>
              <a:gd name="connsiteY35" fmla="*/ 186470 h 403698"/>
              <a:gd name="connsiteX36" fmla="*/ 308003 w 398592"/>
              <a:gd name="connsiteY36" fmla="*/ 175330 h 403698"/>
              <a:gd name="connsiteX37" fmla="*/ 314042 w 398592"/>
              <a:gd name="connsiteY37" fmla="*/ 164190 h 403698"/>
              <a:gd name="connsiteX38" fmla="*/ 259584 w 398592"/>
              <a:gd name="connsiteY38" fmla="*/ 74634 h 403698"/>
              <a:gd name="connsiteX39" fmla="*/ 277671 w 398592"/>
              <a:gd name="connsiteY39" fmla="*/ 80101 h 403698"/>
              <a:gd name="connsiteX40" fmla="*/ 271642 w 398592"/>
              <a:gd name="connsiteY40" fmla="*/ 96502 h 403698"/>
              <a:gd name="connsiteX41" fmla="*/ 235469 w 398592"/>
              <a:gd name="connsiteY41" fmla="*/ 118370 h 403698"/>
              <a:gd name="connsiteX42" fmla="*/ 223411 w 398592"/>
              <a:gd name="connsiteY42" fmla="*/ 118370 h 403698"/>
              <a:gd name="connsiteX43" fmla="*/ 199295 w 398592"/>
              <a:gd name="connsiteY43" fmla="*/ 112903 h 403698"/>
              <a:gd name="connsiteX44" fmla="*/ 205324 w 398592"/>
              <a:gd name="connsiteY44" fmla="*/ 101969 h 403698"/>
              <a:gd name="connsiteX45" fmla="*/ 199295 w 398592"/>
              <a:gd name="connsiteY45" fmla="*/ 91035 h 403698"/>
              <a:gd name="connsiteX46" fmla="*/ 223411 w 398592"/>
              <a:gd name="connsiteY46" fmla="*/ 96502 h 403698"/>
              <a:gd name="connsiteX47" fmla="*/ 259584 w 398592"/>
              <a:gd name="connsiteY47" fmla="*/ 74634 h 403698"/>
              <a:gd name="connsiteX48" fmla="*/ 109187 w 398592"/>
              <a:gd name="connsiteY48" fmla="*/ 68387 h 403698"/>
              <a:gd name="connsiteX49" fmla="*/ 151823 w 398592"/>
              <a:gd name="connsiteY49" fmla="*/ 68387 h 403698"/>
              <a:gd name="connsiteX50" fmla="*/ 164005 w 398592"/>
              <a:gd name="connsiteY50" fmla="*/ 68387 h 403698"/>
              <a:gd name="connsiteX51" fmla="*/ 176186 w 398592"/>
              <a:gd name="connsiteY51" fmla="*/ 113373 h 403698"/>
              <a:gd name="connsiteX52" fmla="*/ 182277 w 398592"/>
              <a:gd name="connsiteY52" fmla="*/ 85257 h 403698"/>
              <a:gd name="connsiteX53" fmla="*/ 176186 w 398592"/>
              <a:gd name="connsiteY53" fmla="*/ 79633 h 403698"/>
              <a:gd name="connsiteX54" fmla="*/ 182277 w 398592"/>
              <a:gd name="connsiteY54" fmla="*/ 74010 h 403698"/>
              <a:gd name="connsiteX55" fmla="*/ 188368 w 398592"/>
              <a:gd name="connsiteY55" fmla="*/ 79633 h 403698"/>
              <a:gd name="connsiteX56" fmla="*/ 188368 w 398592"/>
              <a:gd name="connsiteY56" fmla="*/ 85257 h 403698"/>
              <a:gd name="connsiteX57" fmla="*/ 182277 w 398592"/>
              <a:gd name="connsiteY57" fmla="*/ 113373 h 403698"/>
              <a:gd name="connsiteX58" fmla="*/ 194459 w 398592"/>
              <a:gd name="connsiteY58" fmla="*/ 85257 h 403698"/>
              <a:gd name="connsiteX59" fmla="*/ 194459 w 398592"/>
              <a:gd name="connsiteY59" fmla="*/ 96503 h 403698"/>
              <a:gd name="connsiteX60" fmla="*/ 176186 w 398592"/>
              <a:gd name="connsiteY60" fmla="*/ 175229 h 403698"/>
              <a:gd name="connsiteX61" fmla="*/ 206640 w 398592"/>
              <a:gd name="connsiteY61" fmla="*/ 208968 h 403698"/>
              <a:gd name="connsiteX62" fmla="*/ 206640 w 398592"/>
              <a:gd name="connsiteY62" fmla="*/ 225838 h 403698"/>
              <a:gd name="connsiteX63" fmla="*/ 200550 w 398592"/>
              <a:gd name="connsiteY63" fmla="*/ 282071 h 403698"/>
              <a:gd name="connsiteX64" fmla="*/ 182277 w 398592"/>
              <a:gd name="connsiteY64" fmla="*/ 293317 h 403698"/>
              <a:gd name="connsiteX65" fmla="*/ 170095 w 398592"/>
              <a:gd name="connsiteY65" fmla="*/ 276447 h 403698"/>
              <a:gd name="connsiteX66" fmla="*/ 176186 w 398592"/>
              <a:gd name="connsiteY66" fmla="*/ 225838 h 403698"/>
              <a:gd name="connsiteX67" fmla="*/ 145732 w 398592"/>
              <a:gd name="connsiteY67" fmla="*/ 192099 h 403698"/>
              <a:gd name="connsiteX68" fmla="*/ 121369 w 398592"/>
              <a:gd name="connsiteY68" fmla="*/ 169606 h 403698"/>
              <a:gd name="connsiteX69" fmla="*/ 115278 w 398592"/>
              <a:gd name="connsiteY69" fmla="*/ 163982 h 403698"/>
              <a:gd name="connsiteX70" fmla="*/ 133550 w 398592"/>
              <a:gd name="connsiteY70" fmla="*/ 96503 h 403698"/>
              <a:gd name="connsiteX71" fmla="*/ 145732 w 398592"/>
              <a:gd name="connsiteY71" fmla="*/ 96503 h 403698"/>
              <a:gd name="connsiteX72" fmla="*/ 115278 w 398592"/>
              <a:gd name="connsiteY72" fmla="*/ 90880 h 403698"/>
              <a:gd name="connsiteX73" fmla="*/ 78733 w 398592"/>
              <a:gd name="connsiteY73" fmla="*/ 118996 h 403698"/>
              <a:gd name="connsiteX74" fmla="*/ 60460 w 398592"/>
              <a:gd name="connsiteY74" fmla="*/ 118996 h 403698"/>
              <a:gd name="connsiteX75" fmla="*/ 60460 w 398592"/>
              <a:gd name="connsiteY75" fmla="*/ 102126 h 403698"/>
              <a:gd name="connsiteX76" fmla="*/ 109187 w 398592"/>
              <a:gd name="connsiteY76" fmla="*/ 68387 h 403698"/>
              <a:gd name="connsiteX77" fmla="*/ 175120 w 398592"/>
              <a:gd name="connsiteY77" fmla="*/ 749 h 403698"/>
              <a:gd name="connsiteX78" fmla="*/ 187852 w 398592"/>
              <a:gd name="connsiteY78" fmla="*/ 1099 h 403698"/>
              <a:gd name="connsiteX79" fmla="*/ 212733 w 398592"/>
              <a:gd name="connsiteY79" fmla="*/ 29135 h 403698"/>
              <a:gd name="connsiteX80" fmla="*/ 187852 w 398592"/>
              <a:gd name="connsiteY80" fmla="*/ 62778 h 403698"/>
              <a:gd name="connsiteX81" fmla="*/ 156750 w 398592"/>
              <a:gd name="connsiteY81" fmla="*/ 29135 h 403698"/>
              <a:gd name="connsiteX82" fmla="*/ 175120 w 398592"/>
              <a:gd name="connsiteY82" fmla="*/ 749 h 4036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398592" h="403698">
                <a:moveTo>
                  <a:pt x="127959" y="191264"/>
                </a:moveTo>
                <a:cubicBezTo>
                  <a:pt x="134037" y="196887"/>
                  <a:pt x="140115" y="196887"/>
                  <a:pt x="146193" y="202511"/>
                </a:cubicBezTo>
                <a:cubicBezTo>
                  <a:pt x="146193" y="202511"/>
                  <a:pt x="152271" y="208134"/>
                  <a:pt x="152271" y="213757"/>
                </a:cubicBezTo>
                <a:cubicBezTo>
                  <a:pt x="152271" y="213757"/>
                  <a:pt x="152271" y="213757"/>
                  <a:pt x="146193" y="241873"/>
                </a:cubicBezTo>
                <a:cubicBezTo>
                  <a:pt x="146193" y="241873"/>
                  <a:pt x="146193" y="247497"/>
                  <a:pt x="146193" y="247497"/>
                </a:cubicBezTo>
                <a:cubicBezTo>
                  <a:pt x="146193" y="247497"/>
                  <a:pt x="146193" y="247497"/>
                  <a:pt x="91491" y="298106"/>
                </a:cubicBezTo>
                <a:cubicBezTo>
                  <a:pt x="85412" y="303729"/>
                  <a:pt x="79334" y="303729"/>
                  <a:pt x="73256" y="298106"/>
                </a:cubicBezTo>
                <a:cubicBezTo>
                  <a:pt x="67178" y="292483"/>
                  <a:pt x="67178" y="286859"/>
                  <a:pt x="73256" y="281236"/>
                </a:cubicBezTo>
                <a:cubicBezTo>
                  <a:pt x="73256" y="281236"/>
                  <a:pt x="73256" y="281236"/>
                  <a:pt x="115803" y="230627"/>
                </a:cubicBezTo>
                <a:cubicBezTo>
                  <a:pt x="115803" y="230627"/>
                  <a:pt x="115803" y="230627"/>
                  <a:pt x="127959" y="191264"/>
                </a:cubicBezTo>
                <a:close/>
                <a:moveTo>
                  <a:pt x="314042" y="164190"/>
                </a:moveTo>
                <a:cubicBezTo>
                  <a:pt x="314042" y="164190"/>
                  <a:pt x="314042" y="164190"/>
                  <a:pt x="386514" y="164190"/>
                </a:cubicBezTo>
                <a:cubicBezTo>
                  <a:pt x="392553" y="164190"/>
                  <a:pt x="392553" y="164190"/>
                  <a:pt x="398592" y="164190"/>
                </a:cubicBezTo>
                <a:cubicBezTo>
                  <a:pt x="398592" y="169760"/>
                  <a:pt x="398592" y="169760"/>
                  <a:pt x="398592" y="175330"/>
                </a:cubicBezTo>
                <a:lnTo>
                  <a:pt x="398592" y="236600"/>
                </a:lnTo>
                <a:cubicBezTo>
                  <a:pt x="398592" y="242169"/>
                  <a:pt x="392553" y="247739"/>
                  <a:pt x="386514" y="247739"/>
                </a:cubicBezTo>
                <a:cubicBezTo>
                  <a:pt x="380474" y="247739"/>
                  <a:pt x="374435" y="242169"/>
                  <a:pt x="374435" y="236600"/>
                </a:cubicBezTo>
                <a:cubicBezTo>
                  <a:pt x="374435" y="236600"/>
                  <a:pt x="374435" y="236600"/>
                  <a:pt x="374435" y="203180"/>
                </a:cubicBezTo>
                <a:cubicBezTo>
                  <a:pt x="374435" y="203180"/>
                  <a:pt x="374435" y="203180"/>
                  <a:pt x="368396" y="203180"/>
                </a:cubicBezTo>
                <a:cubicBezTo>
                  <a:pt x="368396" y="203180"/>
                  <a:pt x="368396" y="203180"/>
                  <a:pt x="205336" y="353569"/>
                </a:cubicBezTo>
                <a:cubicBezTo>
                  <a:pt x="199296" y="359139"/>
                  <a:pt x="199296" y="359139"/>
                  <a:pt x="193257" y="359139"/>
                </a:cubicBezTo>
                <a:cubicBezTo>
                  <a:pt x="193257" y="359139"/>
                  <a:pt x="187218" y="359139"/>
                  <a:pt x="187218" y="353569"/>
                </a:cubicBezTo>
                <a:cubicBezTo>
                  <a:pt x="187218" y="353569"/>
                  <a:pt x="187218" y="353569"/>
                  <a:pt x="144943" y="314579"/>
                </a:cubicBezTo>
                <a:cubicBezTo>
                  <a:pt x="144943" y="314579"/>
                  <a:pt x="144943" y="314579"/>
                  <a:pt x="138904" y="314579"/>
                </a:cubicBezTo>
                <a:cubicBezTo>
                  <a:pt x="138904" y="314579"/>
                  <a:pt x="138904" y="314579"/>
                  <a:pt x="36236" y="403698"/>
                </a:cubicBezTo>
                <a:cubicBezTo>
                  <a:pt x="36236" y="403698"/>
                  <a:pt x="36236" y="403698"/>
                  <a:pt x="0" y="403698"/>
                </a:cubicBezTo>
                <a:cubicBezTo>
                  <a:pt x="0" y="403698"/>
                  <a:pt x="0" y="403698"/>
                  <a:pt x="132864" y="286729"/>
                </a:cubicBezTo>
                <a:cubicBezTo>
                  <a:pt x="132864" y="286729"/>
                  <a:pt x="138904" y="286729"/>
                  <a:pt x="138904" y="286729"/>
                </a:cubicBezTo>
                <a:cubicBezTo>
                  <a:pt x="144943" y="286729"/>
                  <a:pt x="144943" y="286729"/>
                  <a:pt x="150982" y="286729"/>
                </a:cubicBezTo>
                <a:cubicBezTo>
                  <a:pt x="150982" y="286729"/>
                  <a:pt x="150982" y="286729"/>
                  <a:pt x="193257" y="325719"/>
                </a:cubicBezTo>
                <a:cubicBezTo>
                  <a:pt x="193257" y="325719"/>
                  <a:pt x="193257" y="325719"/>
                  <a:pt x="193257" y="331289"/>
                </a:cubicBezTo>
                <a:cubicBezTo>
                  <a:pt x="193257" y="331289"/>
                  <a:pt x="193257" y="331289"/>
                  <a:pt x="199296" y="325719"/>
                </a:cubicBezTo>
                <a:cubicBezTo>
                  <a:pt x="199296" y="325719"/>
                  <a:pt x="199296" y="325719"/>
                  <a:pt x="344239" y="192040"/>
                </a:cubicBezTo>
                <a:cubicBezTo>
                  <a:pt x="344239" y="192040"/>
                  <a:pt x="344239" y="192040"/>
                  <a:pt x="344239" y="186470"/>
                </a:cubicBezTo>
                <a:cubicBezTo>
                  <a:pt x="344239" y="186470"/>
                  <a:pt x="344239" y="186470"/>
                  <a:pt x="320082" y="186470"/>
                </a:cubicBezTo>
                <a:cubicBezTo>
                  <a:pt x="320082" y="186470"/>
                  <a:pt x="320082" y="186470"/>
                  <a:pt x="314042" y="186470"/>
                </a:cubicBezTo>
                <a:cubicBezTo>
                  <a:pt x="308003" y="180900"/>
                  <a:pt x="308003" y="180900"/>
                  <a:pt x="308003" y="175330"/>
                </a:cubicBezTo>
                <a:cubicBezTo>
                  <a:pt x="308003" y="169760"/>
                  <a:pt x="308003" y="164190"/>
                  <a:pt x="314042" y="164190"/>
                </a:cubicBezTo>
                <a:close/>
                <a:moveTo>
                  <a:pt x="259584" y="74634"/>
                </a:moveTo>
                <a:cubicBezTo>
                  <a:pt x="265613" y="74634"/>
                  <a:pt x="271642" y="74634"/>
                  <a:pt x="277671" y="80101"/>
                </a:cubicBezTo>
                <a:cubicBezTo>
                  <a:pt x="277671" y="85568"/>
                  <a:pt x="277671" y="91035"/>
                  <a:pt x="271642" y="96502"/>
                </a:cubicBezTo>
                <a:cubicBezTo>
                  <a:pt x="271642" y="96502"/>
                  <a:pt x="271642" y="96502"/>
                  <a:pt x="235469" y="118370"/>
                </a:cubicBezTo>
                <a:cubicBezTo>
                  <a:pt x="229440" y="118370"/>
                  <a:pt x="229440" y="118370"/>
                  <a:pt x="223411" y="118370"/>
                </a:cubicBezTo>
                <a:cubicBezTo>
                  <a:pt x="223411" y="118370"/>
                  <a:pt x="223411" y="118370"/>
                  <a:pt x="199295" y="112903"/>
                </a:cubicBezTo>
                <a:cubicBezTo>
                  <a:pt x="199295" y="112903"/>
                  <a:pt x="199295" y="107436"/>
                  <a:pt x="205324" y="101969"/>
                </a:cubicBezTo>
                <a:cubicBezTo>
                  <a:pt x="205324" y="96502"/>
                  <a:pt x="199295" y="91035"/>
                  <a:pt x="199295" y="91035"/>
                </a:cubicBezTo>
                <a:cubicBezTo>
                  <a:pt x="199295" y="91035"/>
                  <a:pt x="199295" y="91035"/>
                  <a:pt x="223411" y="96502"/>
                </a:cubicBezTo>
                <a:cubicBezTo>
                  <a:pt x="223411" y="96502"/>
                  <a:pt x="223411" y="96502"/>
                  <a:pt x="259584" y="74634"/>
                </a:cubicBezTo>
                <a:close/>
                <a:moveTo>
                  <a:pt x="109187" y="68387"/>
                </a:moveTo>
                <a:cubicBezTo>
                  <a:pt x="127459" y="68387"/>
                  <a:pt x="145732" y="68387"/>
                  <a:pt x="151823" y="68387"/>
                </a:cubicBezTo>
                <a:cubicBezTo>
                  <a:pt x="151823" y="68387"/>
                  <a:pt x="164005" y="68387"/>
                  <a:pt x="164005" y="68387"/>
                </a:cubicBezTo>
                <a:cubicBezTo>
                  <a:pt x="170095" y="68387"/>
                  <a:pt x="176186" y="79633"/>
                  <a:pt x="176186" y="113373"/>
                </a:cubicBezTo>
                <a:cubicBezTo>
                  <a:pt x="176186" y="102126"/>
                  <a:pt x="182277" y="85257"/>
                  <a:pt x="182277" y="85257"/>
                </a:cubicBezTo>
                <a:cubicBezTo>
                  <a:pt x="176186" y="85257"/>
                  <a:pt x="176186" y="79633"/>
                  <a:pt x="176186" y="79633"/>
                </a:cubicBezTo>
                <a:cubicBezTo>
                  <a:pt x="176186" y="79633"/>
                  <a:pt x="176186" y="79633"/>
                  <a:pt x="182277" y="74010"/>
                </a:cubicBezTo>
                <a:cubicBezTo>
                  <a:pt x="182277" y="74010"/>
                  <a:pt x="182277" y="74010"/>
                  <a:pt x="188368" y="79633"/>
                </a:cubicBezTo>
                <a:cubicBezTo>
                  <a:pt x="188368" y="79633"/>
                  <a:pt x="188368" y="85257"/>
                  <a:pt x="188368" y="85257"/>
                </a:cubicBezTo>
                <a:cubicBezTo>
                  <a:pt x="188368" y="90880"/>
                  <a:pt x="182277" y="113373"/>
                  <a:pt x="182277" y="113373"/>
                </a:cubicBezTo>
                <a:cubicBezTo>
                  <a:pt x="182277" y="113373"/>
                  <a:pt x="194459" y="102126"/>
                  <a:pt x="194459" y="85257"/>
                </a:cubicBezTo>
                <a:lnTo>
                  <a:pt x="194459" y="96503"/>
                </a:lnTo>
                <a:cubicBezTo>
                  <a:pt x="200550" y="102126"/>
                  <a:pt x="182277" y="130243"/>
                  <a:pt x="176186" y="175229"/>
                </a:cubicBezTo>
                <a:cubicBezTo>
                  <a:pt x="176186" y="175229"/>
                  <a:pt x="206640" y="208968"/>
                  <a:pt x="206640" y="208968"/>
                </a:cubicBezTo>
                <a:cubicBezTo>
                  <a:pt x="206640" y="214592"/>
                  <a:pt x="212731" y="214592"/>
                  <a:pt x="206640" y="225838"/>
                </a:cubicBezTo>
                <a:cubicBezTo>
                  <a:pt x="206640" y="225838"/>
                  <a:pt x="206640" y="225838"/>
                  <a:pt x="200550" y="282071"/>
                </a:cubicBezTo>
                <a:cubicBezTo>
                  <a:pt x="200550" y="287694"/>
                  <a:pt x="188368" y="293317"/>
                  <a:pt x="182277" y="293317"/>
                </a:cubicBezTo>
                <a:cubicBezTo>
                  <a:pt x="176186" y="293317"/>
                  <a:pt x="170095" y="287694"/>
                  <a:pt x="170095" y="276447"/>
                </a:cubicBezTo>
                <a:cubicBezTo>
                  <a:pt x="170095" y="276447"/>
                  <a:pt x="170095" y="276447"/>
                  <a:pt x="176186" y="225838"/>
                </a:cubicBezTo>
                <a:cubicBezTo>
                  <a:pt x="176186" y="225838"/>
                  <a:pt x="151823" y="197722"/>
                  <a:pt x="145732" y="192099"/>
                </a:cubicBezTo>
                <a:cubicBezTo>
                  <a:pt x="127459" y="186475"/>
                  <a:pt x="121369" y="175229"/>
                  <a:pt x="121369" y="169606"/>
                </a:cubicBezTo>
                <a:cubicBezTo>
                  <a:pt x="121369" y="169606"/>
                  <a:pt x="121369" y="169606"/>
                  <a:pt x="115278" y="163982"/>
                </a:cubicBezTo>
                <a:cubicBezTo>
                  <a:pt x="121369" y="147112"/>
                  <a:pt x="133550" y="113373"/>
                  <a:pt x="133550" y="96503"/>
                </a:cubicBezTo>
                <a:cubicBezTo>
                  <a:pt x="133550" y="96503"/>
                  <a:pt x="133550" y="96503"/>
                  <a:pt x="145732" y="96503"/>
                </a:cubicBezTo>
                <a:cubicBezTo>
                  <a:pt x="145732" y="96503"/>
                  <a:pt x="145732" y="96503"/>
                  <a:pt x="115278" y="90880"/>
                </a:cubicBezTo>
                <a:cubicBezTo>
                  <a:pt x="115278" y="90880"/>
                  <a:pt x="115278" y="90880"/>
                  <a:pt x="78733" y="118996"/>
                </a:cubicBezTo>
                <a:cubicBezTo>
                  <a:pt x="72642" y="124619"/>
                  <a:pt x="66551" y="124619"/>
                  <a:pt x="60460" y="118996"/>
                </a:cubicBezTo>
                <a:cubicBezTo>
                  <a:pt x="60460" y="113373"/>
                  <a:pt x="60460" y="107750"/>
                  <a:pt x="60460" y="102126"/>
                </a:cubicBezTo>
                <a:cubicBezTo>
                  <a:pt x="60460" y="102126"/>
                  <a:pt x="60460" y="102126"/>
                  <a:pt x="109187" y="68387"/>
                </a:cubicBezTo>
                <a:close/>
                <a:moveTo>
                  <a:pt x="175120" y="749"/>
                </a:moveTo>
                <a:cubicBezTo>
                  <a:pt x="178910" y="-303"/>
                  <a:pt x="183187" y="-303"/>
                  <a:pt x="187852" y="1099"/>
                </a:cubicBezTo>
                <a:cubicBezTo>
                  <a:pt x="200293" y="1099"/>
                  <a:pt x="212733" y="12313"/>
                  <a:pt x="212733" y="29135"/>
                </a:cubicBezTo>
                <a:cubicBezTo>
                  <a:pt x="212733" y="40349"/>
                  <a:pt x="206513" y="62778"/>
                  <a:pt x="187852" y="62778"/>
                </a:cubicBezTo>
                <a:cubicBezTo>
                  <a:pt x="181632" y="68385"/>
                  <a:pt x="156750" y="51563"/>
                  <a:pt x="156750" y="29135"/>
                </a:cubicBezTo>
                <a:cubicBezTo>
                  <a:pt x="156750" y="16519"/>
                  <a:pt x="163748" y="3903"/>
                  <a:pt x="175120" y="749"/>
                </a:cubicBezTo>
                <a:close/>
              </a:path>
            </a:pathLst>
          </a:custGeom>
          <a:solidFill>
            <a:schemeClr val="accent3"/>
          </a:solidFill>
          <a:ln w="9525">
            <a:noFill/>
            <a:round/>
          </a:ln>
        </p:spPr>
        <p:txBody>
          <a:bodyPr anchor="ctr"/>
          <a:lstStyle/>
          <a:p>
            <a:pPr algn="ctr">
              <a:lnSpc>
                <a:spcPct val="120000"/>
              </a:lnSpc>
            </a:pPr>
            <a:endParaRPr sz="1800" dirty="0">
              <a:latin typeface="微软雅黑" panose="020B0503020204020204" pitchFamily="34" charset="-122"/>
              <a:ea typeface="微软雅黑" panose="020B0503020204020204" pitchFamily="34" charset="-122"/>
            </a:endParaRPr>
          </a:p>
        </p:txBody>
      </p:sp>
    </p:spTree>
    <p:custDataLst>
      <p:tags r:id="rId11"/>
    </p:custData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014af4c68202489a9df987802bdfa208_th&amp;pfm8220322896&amp;"/>
          <p:cNvPicPr>
            <a:picLocks noChangeAspect="1"/>
          </p:cNvPicPr>
          <p:nvPr/>
        </p:nvPicPr>
        <p:blipFill>
          <a:blip r:embed="rId1">
            <a:extLst>
              <a:ext uri="{BEBA8EAE-BF5A-486C-A8C5-ECC9F3942E4B}">
                <a14:imgProps xmlns:a14="http://schemas.microsoft.com/office/drawing/2010/main">
                  <a14:imgLayer r:embed="rId2"/>
                </a14:imgProps>
              </a:ext>
            </a:extLst>
          </a:blip>
          <a:stretch>
            <a:fillRect/>
          </a:stretch>
        </p:blipFill>
        <p:spPr>
          <a:xfrm>
            <a:off x="8220075" y="921385"/>
            <a:ext cx="3676650" cy="3981450"/>
          </a:xfrm>
          <a:prstGeom prst="rect">
            <a:avLst/>
          </a:prstGeom>
        </p:spPr>
      </p:pic>
      <p:pic>
        <p:nvPicPr>
          <p:cNvPr id="6" name="图片 5" descr="248389735604813975"/>
          <p:cNvPicPr>
            <a:picLocks noChangeAspect="1"/>
          </p:cNvPicPr>
          <p:nvPr/>
        </p:nvPicPr>
        <p:blipFill>
          <a:blip r:embed="rId3"/>
          <a:stretch>
            <a:fillRect/>
          </a:stretch>
        </p:blipFill>
        <p:spPr>
          <a:xfrm>
            <a:off x="4071620" y="2889250"/>
            <a:ext cx="4148455" cy="3629660"/>
          </a:xfrm>
          <a:prstGeom prst="rect">
            <a:avLst/>
          </a:prstGeom>
        </p:spPr>
      </p:pic>
      <p:pic>
        <p:nvPicPr>
          <p:cNvPr id="7" name="图片 6" descr="t01e5ea4b6f5d405078"/>
          <p:cNvPicPr>
            <a:picLocks noChangeAspect="1"/>
          </p:cNvPicPr>
          <p:nvPr/>
        </p:nvPicPr>
        <p:blipFill>
          <a:blip r:embed="rId4"/>
          <a:stretch>
            <a:fillRect/>
          </a:stretch>
        </p:blipFill>
        <p:spPr>
          <a:xfrm>
            <a:off x="261620" y="921385"/>
            <a:ext cx="3810000" cy="3087370"/>
          </a:xfrm>
          <a:prstGeom prst="rect">
            <a:avLst/>
          </a:prstGeom>
        </p:spPr>
      </p:pic>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矩形 65"/>
          <p:cNvSpPr/>
          <p:nvPr>
            <p:custDataLst>
              <p:tags r:id="rId1"/>
            </p:custDataLst>
          </p:nvPr>
        </p:nvSpPr>
        <p:spPr bwMode="auto">
          <a:xfrm>
            <a:off x="4351020" y="1602294"/>
            <a:ext cx="2918571" cy="4103302"/>
          </a:xfrm>
          <a:prstGeom prst="rect">
            <a:avLst/>
          </a:prstGeom>
          <a:solidFill>
            <a:schemeClr val="tx2">
              <a:lumMod val="20000"/>
              <a:lumOff val="80000"/>
            </a:schemeClr>
          </a:solidFill>
          <a:ln w="57150">
            <a:solidFill>
              <a:schemeClr val="bg1"/>
            </a:solidFill>
            <a:round/>
          </a:ln>
          <a:effectLst/>
        </p:spPr>
        <p:txBody>
          <a:bodyPr vert="horz" wrap="square" lIns="91440" tIns="0" rIns="91440" bIns="1260000" anchor="b" anchorCtr="1" compatLnSpc="1">
            <a:normAutofit/>
          </a:bodyPr>
          <a:lstStyle/>
          <a:p>
            <a:pPr algn="ctr">
              <a:lnSpc>
                <a:spcPct val="120000"/>
              </a:lnSpc>
            </a:pPr>
            <a:endParaRPr lang="zh-CN" altLang="en-US" sz="120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67" name="任意多边形 16"/>
          <p:cNvSpPr/>
          <p:nvPr>
            <p:custDataLst>
              <p:tags r:id="rId2"/>
            </p:custDataLst>
          </p:nvPr>
        </p:nvSpPr>
        <p:spPr bwMode="auto">
          <a:xfrm>
            <a:off x="7267188" y="489657"/>
            <a:ext cx="260737" cy="1513956"/>
          </a:xfrm>
          <a:custGeom>
            <a:avLst/>
            <a:gdLst/>
            <a:ahLst/>
            <a:cxnLst>
              <a:cxn ang="0">
                <a:pos x="54" y="575"/>
              </a:cxn>
              <a:cxn ang="0">
                <a:pos x="54" y="0"/>
              </a:cxn>
              <a:cxn ang="0">
                <a:pos x="0" y="10"/>
              </a:cxn>
              <a:cxn ang="0">
                <a:pos x="0" y="627"/>
              </a:cxn>
              <a:cxn ang="0">
                <a:pos x="54" y="617"/>
              </a:cxn>
              <a:cxn ang="0">
                <a:pos x="54" y="617"/>
              </a:cxn>
              <a:cxn ang="0">
                <a:pos x="80" y="586"/>
              </a:cxn>
              <a:cxn ang="0">
                <a:pos x="54" y="575"/>
              </a:cxn>
            </a:cxnLst>
            <a:rect l="0" t="0" r="r" b="b"/>
            <a:pathLst>
              <a:path w="81" h="627">
                <a:moveTo>
                  <a:pt x="54" y="575"/>
                </a:moveTo>
                <a:cubicBezTo>
                  <a:pt x="54" y="0"/>
                  <a:pt x="54" y="0"/>
                  <a:pt x="54" y="0"/>
                </a:cubicBezTo>
                <a:cubicBezTo>
                  <a:pt x="0" y="10"/>
                  <a:pt x="0" y="10"/>
                  <a:pt x="0" y="10"/>
                </a:cubicBezTo>
                <a:cubicBezTo>
                  <a:pt x="0" y="627"/>
                  <a:pt x="0" y="627"/>
                  <a:pt x="0" y="627"/>
                </a:cubicBezTo>
                <a:cubicBezTo>
                  <a:pt x="54" y="617"/>
                  <a:pt x="54" y="617"/>
                  <a:pt x="54" y="617"/>
                </a:cubicBezTo>
                <a:cubicBezTo>
                  <a:pt x="54" y="617"/>
                  <a:pt x="54" y="617"/>
                  <a:pt x="54" y="617"/>
                </a:cubicBezTo>
                <a:cubicBezTo>
                  <a:pt x="54" y="617"/>
                  <a:pt x="81" y="612"/>
                  <a:pt x="80" y="586"/>
                </a:cubicBezTo>
                <a:cubicBezTo>
                  <a:pt x="79" y="567"/>
                  <a:pt x="54" y="575"/>
                  <a:pt x="54" y="575"/>
                </a:cubicBezTo>
                <a:close/>
              </a:path>
            </a:pathLst>
          </a:custGeom>
          <a:solidFill>
            <a:schemeClr val="accent2">
              <a:lumMod val="75000"/>
            </a:schemeClr>
          </a:solidFill>
          <a:ln w="9525">
            <a:noFill/>
            <a:round/>
          </a:ln>
        </p:spPr>
        <p:txBody>
          <a:bodyPr anchor="ctr"/>
          <a:lstStyle/>
          <a:p>
            <a:pPr algn="ctr">
              <a:lnSpc>
                <a:spcPct val="120000"/>
              </a:lnSpc>
            </a:pPr>
            <a:endParaRPr sz="1800" dirty="0">
              <a:latin typeface="微软雅黑" panose="020B0503020204020204" pitchFamily="34" charset="-122"/>
              <a:ea typeface="微软雅黑" panose="020B0503020204020204" pitchFamily="34" charset="-122"/>
            </a:endParaRPr>
          </a:p>
        </p:txBody>
      </p:sp>
      <p:sp>
        <p:nvSpPr>
          <p:cNvPr id="68" name="任意多边形 17"/>
          <p:cNvSpPr/>
          <p:nvPr>
            <p:custDataLst>
              <p:tags r:id="rId3"/>
            </p:custDataLst>
          </p:nvPr>
        </p:nvSpPr>
        <p:spPr bwMode="auto">
          <a:xfrm>
            <a:off x="4355963" y="583565"/>
            <a:ext cx="3172099" cy="1960934"/>
          </a:xfrm>
          <a:custGeom>
            <a:avLst/>
            <a:gdLst/>
            <a:ahLst/>
            <a:cxnLst>
              <a:cxn ang="0">
                <a:pos x="954" y="8"/>
              </a:cxn>
              <a:cxn ang="0">
                <a:pos x="954" y="8"/>
              </a:cxn>
              <a:cxn ang="0">
                <a:pos x="0" y="196"/>
              </a:cxn>
              <a:cxn ang="0">
                <a:pos x="0" y="813"/>
              </a:cxn>
              <a:cxn ang="0">
                <a:pos x="954" y="625"/>
              </a:cxn>
              <a:cxn ang="0">
                <a:pos x="980" y="636"/>
              </a:cxn>
              <a:cxn ang="0">
                <a:pos x="980" y="19"/>
              </a:cxn>
              <a:cxn ang="0">
                <a:pos x="954" y="8"/>
              </a:cxn>
            </a:cxnLst>
            <a:rect l="0" t="0" r="r" b="b"/>
            <a:pathLst>
              <a:path w="980" h="813">
                <a:moveTo>
                  <a:pt x="954" y="8"/>
                </a:moveTo>
                <a:cubicBezTo>
                  <a:pt x="954" y="8"/>
                  <a:pt x="954" y="8"/>
                  <a:pt x="954" y="8"/>
                </a:cubicBezTo>
                <a:cubicBezTo>
                  <a:pt x="0" y="196"/>
                  <a:pt x="0" y="196"/>
                  <a:pt x="0" y="196"/>
                </a:cubicBezTo>
                <a:cubicBezTo>
                  <a:pt x="0" y="813"/>
                  <a:pt x="0" y="813"/>
                  <a:pt x="0" y="813"/>
                </a:cubicBezTo>
                <a:cubicBezTo>
                  <a:pt x="954" y="625"/>
                  <a:pt x="954" y="625"/>
                  <a:pt x="954" y="625"/>
                </a:cubicBezTo>
                <a:cubicBezTo>
                  <a:pt x="954" y="625"/>
                  <a:pt x="979" y="617"/>
                  <a:pt x="980" y="636"/>
                </a:cubicBezTo>
                <a:cubicBezTo>
                  <a:pt x="980" y="19"/>
                  <a:pt x="980" y="19"/>
                  <a:pt x="980" y="19"/>
                </a:cubicBezTo>
                <a:cubicBezTo>
                  <a:pt x="979" y="0"/>
                  <a:pt x="954" y="8"/>
                  <a:pt x="954" y="8"/>
                </a:cubicBezTo>
                <a:close/>
              </a:path>
            </a:pathLst>
          </a:custGeom>
          <a:solidFill>
            <a:schemeClr val="accent2"/>
          </a:solidFill>
          <a:ln w="9525">
            <a:noFill/>
            <a:round/>
          </a:ln>
        </p:spPr>
        <p:txBody>
          <a:bodyPr anchor="ctr"/>
          <a:lstStyle/>
          <a:p>
            <a:pPr algn="ctr">
              <a:lnSpc>
                <a:spcPct val="120000"/>
              </a:lnSpc>
            </a:pPr>
            <a:endParaRPr sz="1800" dirty="0">
              <a:latin typeface="微软雅黑" panose="020B0503020204020204" pitchFamily="34" charset="-122"/>
              <a:ea typeface="微软雅黑" panose="020B0503020204020204" pitchFamily="34" charset="-122"/>
            </a:endParaRPr>
          </a:p>
        </p:txBody>
      </p:sp>
      <p:sp>
        <p:nvSpPr>
          <p:cNvPr id="69" name="任意多边形 18"/>
          <p:cNvSpPr/>
          <p:nvPr>
            <p:custDataLst>
              <p:tags r:id="rId4"/>
            </p:custDataLst>
          </p:nvPr>
        </p:nvSpPr>
        <p:spPr bwMode="auto">
          <a:xfrm>
            <a:off x="7267188" y="4394703"/>
            <a:ext cx="260737" cy="316008"/>
          </a:xfrm>
          <a:custGeom>
            <a:avLst/>
            <a:gdLst/>
            <a:ahLst/>
            <a:cxnLst>
              <a:cxn ang="0">
                <a:pos x="54" y="79"/>
              </a:cxn>
              <a:cxn ang="0">
                <a:pos x="54" y="0"/>
              </a:cxn>
              <a:cxn ang="0">
                <a:pos x="0" y="10"/>
              </a:cxn>
              <a:cxn ang="0">
                <a:pos x="0" y="131"/>
              </a:cxn>
              <a:cxn ang="0">
                <a:pos x="54" y="121"/>
              </a:cxn>
              <a:cxn ang="0">
                <a:pos x="54" y="121"/>
              </a:cxn>
              <a:cxn ang="0">
                <a:pos x="80" y="90"/>
              </a:cxn>
              <a:cxn ang="0">
                <a:pos x="54" y="79"/>
              </a:cxn>
            </a:cxnLst>
            <a:rect l="0" t="0" r="r" b="b"/>
            <a:pathLst>
              <a:path w="81" h="131">
                <a:moveTo>
                  <a:pt x="54" y="79"/>
                </a:moveTo>
                <a:cubicBezTo>
                  <a:pt x="54" y="0"/>
                  <a:pt x="54" y="0"/>
                  <a:pt x="54" y="0"/>
                </a:cubicBezTo>
                <a:cubicBezTo>
                  <a:pt x="0" y="10"/>
                  <a:pt x="0" y="10"/>
                  <a:pt x="0" y="10"/>
                </a:cubicBezTo>
                <a:cubicBezTo>
                  <a:pt x="0" y="131"/>
                  <a:pt x="0" y="131"/>
                  <a:pt x="0" y="131"/>
                </a:cubicBezTo>
                <a:cubicBezTo>
                  <a:pt x="54" y="121"/>
                  <a:pt x="54" y="121"/>
                  <a:pt x="54" y="121"/>
                </a:cubicBezTo>
                <a:cubicBezTo>
                  <a:pt x="54" y="121"/>
                  <a:pt x="54" y="121"/>
                  <a:pt x="54" y="121"/>
                </a:cubicBezTo>
                <a:cubicBezTo>
                  <a:pt x="54" y="121"/>
                  <a:pt x="81" y="116"/>
                  <a:pt x="80" y="90"/>
                </a:cubicBezTo>
                <a:cubicBezTo>
                  <a:pt x="79" y="71"/>
                  <a:pt x="54" y="79"/>
                  <a:pt x="54" y="79"/>
                </a:cubicBezTo>
                <a:close/>
              </a:path>
            </a:pathLst>
          </a:custGeom>
          <a:solidFill>
            <a:schemeClr val="accent2">
              <a:lumMod val="75000"/>
            </a:schemeClr>
          </a:solidFill>
          <a:ln w="9525">
            <a:noFill/>
            <a:round/>
          </a:ln>
        </p:spPr>
        <p:txBody>
          <a:bodyPr anchor="ctr"/>
          <a:lstStyle/>
          <a:p>
            <a:pPr algn="ctr">
              <a:lnSpc>
                <a:spcPct val="120000"/>
              </a:lnSpc>
            </a:pPr>
            <a:endParaRPr sz="1800" dirty="0">
              <a:latin typeface="微软雅黑" panose="020B0503020204020204" pitchFamily="34" charset="-122"/>
              <a:ea typeface="微软雅黑" panose="020B0503020204020204" pitchFamily="34" charset="-122"/>
            </a:endParaRPr>
          </a:p>
        </p:txBody>
      </p:sp>
      <p:sp>
        <p:nvSpPr>
          <p:cNvPr id="70" name="任意多边形 19"/>
          <p:cNvSpPr/>
          <p:nvPr>
            <p:custDataLst>
              <p:tags r:id="rId5"/>
            </p:custDataLst>
          </p:nvPr>
        </p:nvSpPr>
        <p:spPr bwMode="auto">
          <a:xfrm>
            <a:off x="4353423" y="4273346"/>
            <a:ext cx="3172099" cy="765389"/>
          </a:xfrm>
          <a:custGeom>
            <a:avLst/>
            <a:gdLst/>
            <a:ahLst/>
            <a:cxnLst>
              <a:cxn ang="0">
                <a:pos x="954" y="8"/>
              </a:cxn>
              <a:cxn ang="0">
                <a:pos x="954" y="8"/>
              </a:cxn>
              <a:cxn ang="0">
                <a:pos x="0" y="196"/>
              </a:cxn>
              <a:cxn ang="0">
                <a:pos x="0" y="317"/>
              </a:cxn>
              <a:cxn ang="0">
                <a:pos x="954" y="129"/>
              </a:cxn>
              <a:cxn ang="0">
                <a:pos x="980" y="140"/>
              </a:cxn>
              <a:cxn ang="0">
                <a:pos x="980" y="19"/>
              </a:cxn>
              <a:cxn ang="0">
                <a:pos x="954" y="8"/>
              </a:cxn>
            </a:cxnLst>
            <a:rect l="0" t="0" r="r" b="b"/>
            <a:pathLst>
              <a:path w="980" h="317">
                <a:moveTo>
                  <a:pt x="954" y="8"/>
                </a:moveTo>
                <a:cubicBezTo>
                  <a:pt x="954" y="8"/>
                  <a:pt x="954" y="8"/>
                  <a:pt x="954" y="8"/>
                </a:cubicBezTo>
                <a:cubicBezTo>
                  <a:pt x="0" y="196"/>
                  <a:pt x="0" y="196"/>
                  <a:pt x="0" y="196"/>
                </a:cubicBezTo>
                <a:cubicBezTo>
                  <a:pt x="0" y="317"/>
                  <a:pt x="0" y="317"/>
                  <a:pt x="0" y="317"/>
                </a:cubicBezTo>
                <a:cubicBezTo>
                  <a:pt x="954" y="129"/>
                  <a:pt x="954" y="129"/>
                  <a:pt x="954" y="129"/>
                </a:cubicBezTo>
                <a:cubicBezTo>
                  <a:pt x="954" y="129"/>
                  <a:pt x="979" y="121"/>
                  <a:pt x="980" y="140"/>
                </a:cubicBezTo>
                <a:cubicBezTo>
                  <a:pt x="980" y="19"/>
                  <a:pt x="980" y="19"/>
                  <a:pt x="980" y="19"/>
                </a:cubicBezTo>
                <a:cubicBezTo>
                  <a:pt x="979" y="0"/>
                  <a:pt x="954" y="8"/>
                  <a:pt x="954" y="8"/>
                </a:cubicBezTo>
                <a:close/>
              </a:path>
            </a:pathLst>
          </a:custGeom>
          <a:solidFill>
            <a:schemeClr val="accent2"/>
          </a:solidFill>
          <a:ln w="9525">
            <a:noFill/>
            <a:round/>
          </a:ln>
        </p:spPr>
        <p:txBody>
          <a:bodyPr anchor="ctr"/>
          <a:lstStyle/>
          <a:p>
            <a:pPr algn="ctr">
              <a:lnSpc>
                <a:spcPct val="120000"/>
              </a:lnSpc>
            </a:pPr>
            <a:endParaRPr sz="1800" dirty="0">
              <a:latin typeface="微软雅黑" panose="020B0503020204020204" pitchFamily="34" charset="-122"/>
              <a:ea typeface="微软雅黑" panose="020B0503020204020204" pitchFamily="34" charset="-122"/>
            </a:endParaRPr>
          </a:p>
        </p:txBody>
      </p:sp>
      <p:sp>
        <p:nvSpPr>
          <p:cNvPr id="71" name="任意多边形 20"/>
          <p:cNvSpPr/>
          <p:nvPr>
            <p:custDataLst>
              <p:tags r:id="rId6"/>
            </p:custDataLst>
          </p:nvPr>
        </p:nvSpPr>
        <p:spPr bwMode="auto">
          <a:xfrm>
            <a:off x="7267188" y="4809238"/>
            <a:ext cx="260737" cy="316008"/>
          </a:xfrm>
          <a:custGeom>
            <a:avLst/>
            <a:gdLst/>
            <a:ahLst/>
            <a:cxnLst>
              <a:cxn ang="0">
                <a:pos x="54" y="79"/>
              </a:cxn>
              <a:cxn ang="0">
                <a:pos x="54" y="0"/>
              </a:cxn>
              <a:cxn ang="0">
                <a:pos x="0" y="10"/>
              </a:cxn>
              <a:cxn ang="0">
                <a:pos x="0" y="131"/>
              </a:cxn>
              <a:cxn ang="0">
                <a:pos x="54" y="121"/>
              </a:cxn>
              <a:cxn ang="0">
                <a:pos x="54" y="121"/>
              </a:cxn>
              <a:cxn ang="0">
                <a:pos x="80" y="90"/>
              </a:cxn>
              <a:cxn ang="0">
                <a:pos x="54" y="79"/>
              </a:cxn>
            </a:cxnLst>
            <a:rect l="0" t="0" r="r" b="b"/>
            <a:pathLst>
              <a:path w="81" h="131">
                <a:moveTo>
                  <a:pt x="54" y="79"/>
                </a:moveTo>
                <a:cubicBezTo>
                  <a:pt x="54" y="0"/>
                  <a:pt x="54" y="0"/>
                  <a:pt x="54" y="0"/>
                </a:cubicBezTo>
                <a:cubicBezTo>
                  <a:pt x="0" y="10"/>
                  <a:pt x="0" y="10"/>
                  <a:pt x="0" y="10"/>
                </a:cubicBezTo>
                <a:cubicBezTo>
                  <a:pt x="0" y="131"/>
                  <a:pt x="0" y="131"/>
                  <a:pt x="0" y="131"/>
                </a:cubicBezTo>
                <a:cubicBezTo>
                  <a:pt x="54" y="121"/>
                  <a:pt x="54" y="121"/>
                  <a:pt x="54" y="121"/>
                </a:cubicBezTo>
                <a:cubicBezTo>
                  <a:pt x="54" y="121"/>
                  <a:pt x="54" y="121"/>
                  <a:pt x="54" y="121"/>
                </a:cubicBezTo>
                <a:cubicBezTo>
                  <a:pt x="54" y="121"/>
                  <a:pt x="81" y="116"/>
                  <a:pt x="80" y="90"/>
                </a:cubicBezTo>
                <a:cubicBezTo>
                  <a:pt x="79" y="71"/>
                  <a:pt x="54" y="79"/>
                  <a:pt x="54" y="79"/>
                </a:cubicBezTo>
                <a:close/>
              </a:path>
            </a:pathLst>
          </a:custGeom>
          <a:solidFill>
            <a:schemeClr val="accent2">
              <a:lumMod val="75000"/>
            </a:schemeClr>
          </a:solidFill>
          <a:ln w="9525">
            <a:noFill/>
            <a:round/>
          </a:ln>
        </p:spPr>
        <p:txBody>
          <a:bodyPr anchor="ctr"/>
          <a:lstStyle/>
          <a:p>
            <a:pPr algn="ctr">
              <a:lnSpc>
                <a:spcPct val="120000"/>
              </a:lnSpc>
            </a:pPr>
            <a:endParaRPr sz="1800" dirty="0">
              <a:latin typeface="微软雅黑" panose="020B0503020204020204" pitchFamily="34" charset="-122"/>
              <a:ea typeface="微软雅黑" panose="020B0503020204020204" pitchFamily="34" charset="-122"/>
            </a:endParaRPr>
          </a:p>
        </p:txBody>
      </p:sp>
      <p:sp>
        <p:nvSpPr>
          <p:cNvPr id="72" name="任意多边形 21"/>
          <p:cNvSpPr/>
          <p:nvPr>
            <p:custDataLst>
              <p:tags r:id="rId7"/>
            </p:custDataLst>
          </p:nvPr>
        </p:nvSpPr>
        <p:spPr bwMode="auto">
          <a:xfrm>
            <a:off x="4353423" y="4687881"/>
            <a:ext cx="3172099" cy="765389"/>
          </a:xfrm>
          <a:custGeom>
            <a:avLst/>
            <a:gdLst/>
            <a:ahLst/>
            <a:cxnLst>
              <a:cxn ang="0">
                <a:pos x="954" y="8"/>
              </a:cxn>
              <a:cxn ang="0">
                <a:pos x="954" y="8"/>
              </a:cxn>
              <a:cxn ang="0">
                <a:pos x="0" y="196"/>
              </a:cxn>
              <a:cxn ang="0">
                <a:pos x="0" y="317"/>
              </a:cxn>
              <a:cxn ang="0">
                <a:pos x="954" y="129"/>
              </a:cxn>
              <a:cxn ang="0">
                <a:pos x="980" y="140"/>
              </a:cxn>
              <a:cxn ang="0">
                <a:pos x="980" y="19"/>
              </a:cxn>
              <a:cxn ang="0">
                <a:pos x="954" y="8"/>
              </a:cxn>
            </a:cxnLst>
            <a:rect l="0" t="0" r="r" b="b"/>
            <a:pathLst>
              <a:path w="980" h="317">
                <a:moveTo>
                  <a:pt x="954" y="8"/>
                </a:moveTo>
                <a:cubicBezTo>
                  <a:pt x="954" y="8"/>
                  <a:pt x="954" y="8"/>
                  <a:pt x="954" y="8"/>
                </a:cubicBezTo>
                <a:cubicBezTo>
                  <a:pt x="0" y="196"/>
                  <a:pt x="0" y="196"/>
                  <a:pt x="0" y="196"/>
                </a:cubicBezTo>
                <a:cubicBezTo>
                  <a:pt x="0" y="317"/>
                  <a:pt x="0" y="317"/>
                  <a:pt x="0" y="317"/>
                </a:cubicBezTo>
                <a:cubicBezTo>
                  <a:pt x="954" y="129"/>
                  <a:pt x="954" y="129"/>
                  <a:pt x="954" y="129"/>
                </a:cubicBezTo>
                <a:cubicBezTo>
                  <a:pt x="954" y="129"/>
                  <a:pt x="979" y="121"/>
                  <a:pt x="980" y="140"/>
                </a:cubicBezTo>
                <a:cubicBezTo>
                  <a:pt x="980" y="19"/>
                  <a:pt x="980" y="19"/>
                  <a:pt x="980" y="19"/>
                </a:cubicBezTo>
                <a:cubicBezTo>
                  <a:pt x="979" y="0"/>
                  <a:pt x="954" y="8"/>
                  <a:pt x="954" y="8"/>
                </a:cubicBezTo>
                <a:close/>
              </a:path>
            </a:pathLst>
          </a:custGeom>
          <a:solidFill>
            <a:schemeClr val="accent2"/>
          </a:solidFill>
          <a:ln w="9525">
            <a:noFill/>
            <a:round/>
          </a:ln>
        </p:spPr>
        <p:txBody>
          <a:bodyPr anchor="ctr"/>
          <a:lstStyle/>
          <a:p>
            <a:pPr algn="ctr">
              <a:lnSpc>
                <a:spcPct val="120000"/>
              </a:lnSpc>
            </a:pPr>
            <a:endParaRPr sz="1800" dirty="0">
              <a:latin typeface="微软雅黑" panose="020B0503020204020204" pitchFamily="34" charset="-122"/>
              <a:ea typeface="微软雅黑" panose="020B0503020204020204" pitchFamily="34" charset="-122"/>
            </a:endParaRPr>
          </a:p>
        </p:txBody>
      </p:sp>
      <p:sp>
        <p:nvSpPr>
          <p:cNvPr id="73" name="椭圆 72"/>
          <p:cNvSpPr/>
          <p:nvPr>
            <p:custDataLst>
              <p:tags r:id="rId8"/>
            </p:custDataLst>
          </p:nvPr>
        </p:nvSpPr>
        <p:spPr bwMode="auto">
          <a:xfrm>
            <a:off x="5416797" y="888572"/>
            <a:ext cx="1044149" cy="970854"/>
          </a:xfrm>
          <a:prstGeom prst="ellipse">
            <a:avLst/>
          </a:prstGeom>
          <a:solidFill>
            <a:schemeClr val="bg1"/>
          </a:solidFill>
          <a:ln w="19050">
            <a:solidFill>
              <a:schemeClr val="accent2">
                <a:lumMod val="75000"/>
              </a:schemeClr>
            </a:solidFill>
            <a:round/>
          </a:ln>
        </p:spPr>
        <p:txBody>
          <a:bodyPr anchor="ctr"/>
          <a:lstStyle/>
          <a:p>
            <a:pPr algn="ctr">
              <a:lnSpc>
                <a:spcPct val="120000"/>
              </a:lnSpc>
            </a:pPr>
            <a:endParaRPr sz="1800" dirty="0">
              <a:latin typeface="微软雅黑" panose="020B0503020204020204" pitchFamily="34" charset="-122"/>
              <a:ea typeface="微软雅黑" panose="020B0503020204020204" pitchFamily="34" charset="-122"/>
            </a:endParaRPr>
          </a:p>
        </p:txBody>
      </p:sp>
      <p:sp>
        <p:nvSpPr>
          <p:cNvPr id="74" name="文本框 73"/>
          <p:cNvSpPr txBox="1"/>
          <p:nvPr>
            <p:custDataLst>
              <p:tags r:id="rId9"/>
            </p:custDataLst>
          </p:nvPr>
        </p:nvSpPr>
        <p:spPr bwMode="auto">
          <a:xfrm>
            <a:off x="4201795" y="2444750"/>
            <a:ext cx="2912745" cy="1828800"/>
          </a:xfrm>
          <a:prstGeom prst="rect">
            <a:avLst/>
          </a:prstGeom>
          <a:noFill/>
        </p:spPr>
        <p:txBody>
          <a:bodyPr wrap="square" lIns="90000" tIns="46800" rIns="90000" bIns="0" anchor="ctr" anchorCtr="1">
            <a:noAutofit/>
          </a:bodyPr>
          <a:lstStyle/>
          <a:p>
            <a:pPr algn="ctr" latinLnBrk="0">
              <a:lnSpc>
                <a:spcPct val="160000"/>
              </a:lnSpc>
            </a:pPr>
            <a:r>
              <a:rPr lang="zh-CN" altLang="en-US" sz="3200" spc="300" dirty="0">
                <a:solidFill>
                  <a:schemeClr val="tx1"/>
                </a:solidFill>
                <a:effectLst/>
                <a:latin typeface="微软雅黑" panose="020B0503020204020204" pitchFamily="34" charset="-122"/>
                <a:ea typeface="微软雅黑" panose="020B0503020204020204" pitchFamily="34" charset="-122"/>
                <a:cs typeface="+mj-cs"/>
              </a:rPr>
              <a:t>什么是数据</a:t>
            </a:r>
            <a:endParaRPr lang="zh-CN" altLang="en-US" sz="3200" spc="300" dirty="0">
              <a:solidFill>
                <a:schemeClr val="tx1"/>
              </a:solidFill>
              <a:effectLst/>
              <a:latin typeface="微软雅黑" panose="020B0503020204020204" pitchFamily="34" charset="-122"/>
              <a:ea typeface="微软雅黑" panose="020B0503020204020204" pitchFamily="34" charset="-122"/>
              <a:cs typeface="+mj-cs"/>
            </a:endParaRPr>
          </a:p>
          <a:p>
            <a:pPr algn="ctr" latinLnBrk="0">
              <a:lnSpc>
                <a:spcPct val="160000"/>
              </a:lnSpc>
            </a:pPr>
            <a:r>
              <a:rPr lang="zh-CN" altLang="en-US" sz="3200" spc="300" dirty="0">
                <a:effectLst/>
                <a:latin typeface="微软雅黑" panose="020B0503020204020204" pitchFamily="34" charset="-122"/>
                <a:ea typeface="微软雅黑" panose="020B0503020204020204" pitchFamily="34" charset="-122"/>
                <a:cs typeface="+mj-cs"/>
                <a:sym typeface="+mn-ea"/>
              </a:rPr>
              <a:t>什么是信息</a:t>
            </a:r>
            <a:endParaRPr lang="zh-CN" altLang="en-US" sz="3200" spc="300" dirty="0">
              <a:effectLst/>
              <a:latin typeface="微软雅黑" panose="020B0503020204020204" pitchFamily="34" charset="-122"/>
              <a:ea typeface="微软雅黑" panose="020B0503020204020204" pitchFamily="34" charset="-122"/>
              <a:cs typeface="+mj-cs"/>
              <a:sym typeface="+mn-ea"/>
            </a:endParaRPr>
          </a:p>
          <a:p>
            <a:pPr algn="ctr" latinLnBrk="0">
              <a:lnSpc>
                <a:spcPct val="160000"/>
              </a:lnSpc>
            </a:pPr>
            <a:r>
              <a:rPr lang="zh-CN" altLang="en-US" sz="3200" spc="300" dirty="0">
                <a:solidFill>
                  <a:schemeClr val="tx1"/>
                </a:solidFill>
                <a:effectLst/>
                <a:latin typeface="微软雅黑" panose="020B0503020204020204" pitchFamily="34" charset="-122"/>
                <a:ea typeface="微软雅黑" panose="020B0503020204020204" pitchFamily="34" charset="-122"/>
                <a:cs typeface="+mj-cs"/>
              </a:rPr>
              <a:t>什么是知识</a:t>
            </a:r>
            <a:endParaRPr lang="zh-CN" altLang="en-US" sz="3200" spc="300" dirty="0">
              <a:solidFill>
                <a:schemeClr val="tx1"/>
              </a:solidFill>
              <a:effectLst/>
              <a:latin typeface="微软雅黑" panose="020B0503020204020204" pitchFamily="34" charset="-122"/>
              <a:ea typeface="微软雅黑" panose="020B0503020204020204" pitchFamily="34" charset="-122"/>
              <a:cs typeface="+mj-cs"/>
            </a:endParaRPr>
          </a:p>
        </p:txBody>
      </p:sp>
      <p:sp>
        <p:nvSpPr>
          <p:cNvPr id="110" name="任意多边形 13"/>
          <p:cNvSpPr/>
          <p:nvPr>
            <p:custDataLst>
              <p:tags r:id="rId10"/>
            </p:custDataLst>
          </p:nvPr>
        </p:nvSpPr>
        <p:spPr bwMode="auto">
          <a:xfrm>
            <a:off x="5661914" y="1094038"/>
            <a:ext cx="553916" cy="561125"/>
          </a:xfrm>
          <a:custGeom>
            <a:avLst/>
            <a:gdLst>
              <a:gd name="connsiteX0" fmla="*/ 127959 w 398592"/>
              <a:gd name="connsiteY0" fmla="*/ 191264 h 403698"/>
              <a:gd name="connsiteX1" fmla="*/ 146193 w 398592"/>
              <a:gd name="connsiteY1" fmla="*/ 202511 h 403698"/>
              <a:gd name="connsiteX2" fmla="*/ 152271 w 398592"/>
              <a:gd name="connsiteY2" fmla="*/ 213757 h 403698"/>
              <a:gd name="connsiteX3" fmla="*/ 146193 w 398592"/>
              <a:gd name="connsiteY3" fmla="*/ 241873 h 403698"/>
              <a:gd name="connsiteX4" fmla="*/ 146193 w 398592"/>
              <a:gd name="connsiteY4" fmla="*/ 247497 h 403698"/>
              <a:gd name="connsiteX5" fmla="*/ 91491 w 398592"/>
              <a:gd name="connsiteY5" fmla="*/ 298106 h 403698"/>
              <a:gd name="connsiteX6" fmla="*/ 73256 w 398592"/>
              <a:gd name="connsiteY6" fmla="*/ 298106 h 403698"/>
              <a:gd name="connsiteX7" fmla="*/ 73256 w 398592"/>
              <a:gd name="connsiteY7" fmla="*/ 281236 h 403698"/>
              <a:gd name="connsiteX8" fmla="*/ 115803 w 398592"/>
              <a:gd name="connsiteY8" fmla="*/ 230627 h 403698"/>
              <a:gd name="connsiteX9" fmla="*/ 127959 w 398592"/>
              <a:gd name="connsiteY9" fmla="*/ 191264 h 403698"/>
              <a:gd name="connsiteX10" fmla="*/ 314042 w 398592"/>
              <a:gd name="connsiteY10" fmla="*/ 164190 h 403698"/>
              <a:gd name="connsiteX11" fmla="*/ 386514 w 398592"/>
              <a:gd name="connsiteY11" fmla="*/ 164190 h 403698"/>
              <a:gd name="connsiteX12" fmla="*/ 398592 w 398592"/>
              <a:gd name="connsiteY12" fmla="*/ 164190 h 403698"/>
              <a:gd name="connsiteX13" fmla="*/ 398592 w 398592"/>
              <a:gd name="connsiteY13" fmla="*/ 175330 h 403698"/>
              <a:gd name="connsiteX14" fmla="*/ 398592 w 398592"/>
              <a:gd name="connsiteY14" fmla="*/ 236600 h 403698"/>
              <a:gd name="connsiteX15" fmla="*/ 386514 w 398592"/>
              <a:gd name="connsiteY15" fmla="*/ 247739 h 403698"/>
              <a:gd name="connsiteX16" fmla="*/ 374435 w 398592"/>
              <a:gd name="connsiteY16" fmla="*/ 236600 h 403698"/>
              <a:gd name="connsiteX17" fmla="*/ 374435 w 398592"/>
              <a:gd name="connsiteY17" fmla="*/ 203180 h 403698"/>
              <a:gd name="connsiteX18" fmla="*/ 368396 w 398592"/>
              <a:gd name="connsiteY18" fmla="*/ 203180 h 403698"/>
              <a:gd name="connsiteX19" fmla="*/ 205336 w 398592"/>
              <a:gd name="connsiteY19" fmla="*/ 353569 h 403698"/>
              <a:gd name="connsiteX20" fmla="*/ 193257 w 398592"/>
              <a:gd name="connsiteY20" fmla="*/ 359139 h 403698"/>
              <a:gd name="connsiteX21" fmla="*/ 187218 w 398592"/>
              <a:gd name="connsiteY21" fmla="*/ 353569 h 403698"/>
              <a:gd name="connsiteX22" fmla="*/ 144943 w 398592"/>
              <a:gd name="connsiteY22" fmla="*/ 314579 h 403698"/>
              <a:gd name="connsiteX23" fmla="*/ 138904 w 398592"/>
              <a:gd name="connsiteY23" fmla="*/ 314579 h 403698"/>
              <a:gd name="connsiteX24" fmla="*/ 36236 w 398592"/>
              <a:gd name="connsiteY24" fmla="*/ 403698 h 403698"/>
              <a:gd name="connsiteX25" fmla="*/ 0 w 398592"/>
              <a:gd name="connsiteY25" fmla="*/ 403698 h 403698"/>
              <a:gd name="connsiteX26" fmla="*/ 132864 w 398592"/>
              <a:gd name="connsiteY26" fmla="*/ 286729 h 403698"/>
              <a:gd name="connsiteX27" fmla="*/ 138904 w 398592"/>
              <a:gd name="connsiteY27" fmla="*/ 286729 h 403698"/>
              <a:gd name="connsiteX28" fmla="*/ 150982 w 398592"/>
              <a:gd name="connsiteY28" fmla="*/ 286729 h 403698"/>
              <a:gd name="connsiteX29" fmla="*/ 193257 w 398592"/>
              <a:gd name="connsiteY29" fmla="*/ 325719 h 403698"/>
              <a:gd name="connsiteX30" fmla="*/ 193257 w 398592"/>
              <a:gd name="connsiteY30" fmla="*/ 331289 h 403698"/>
              <a:gd name="connsiteX31" fmla="*/ 199296 w 398592"/>
              <a:gd name="connsiteY31" fmla="*/ 325719 h 403698"/>
              <a:gd name="connsiteX32" fmla="*/ 344239 w 398592"/>
              <a:gd name="connsiteY32" fmla="*/ 192040 h 403698"/>
              <a:gd name="connsiteX33" fmla="*/ 344239 w 398592"/>
              <a:gd name="connsiteY33" fmla="*/ 186470 h 403698"/>
              <a:gd name="connsiteX34" fmla="*/ 320082 w 398592"/>
              <a:gd name="connsiteY34" fmla="*/ 186470 h 403698"/>
              <a:gd name="connsiteX35" fmla="*/ 314042 w 398592"/>
              <a:gd name="connsiteY35" fmla="*/ 186470 h 403698"/>
              <a:gd name="connsiteX36" fmla="*/ 308003 w 398592"/>
              <a:gd name="connsiteY36" fmla="*/ 175330 h 403698"/>
              <a:gd name="connsiteX37" fmla="*/ 314042 w 398592"/>
              <a:gd name="connsiteY37" fmla="*/ 164190 h 403698"/>
              <a:gd name="connsiteX38" fmla="*/ 259584 w 398592"/>
              <a:gd name="connsiteY38" fmla="*/ 74634 h 403698"/>
              <a:gd name="connsiteX39" fmla="*/ 277671 w 398592"/>
              <a:gd name="connsiteY39" fmla="*/ 80101 h 403698"/>
              <a:gd name="connsiteX40" fmla="*/ 271642 w 398592"/>
              <a:gd name="connsiteY40" fmla="*/ 96502 h 403698"/>
              <a:gd name="connsiteX41" fmla="*/ 235469 w 398592"/>
              <a:gd name="connsiteY41" fmla="*/ 118370 h 403698"/>
              <a:gd name="connsiteX42" fmla="*/ 223411 w 398592"/>
              <a:gd name="connsiteY42" fmla="*/ 118370 h 403698"/>
              <a:gd name="connsiteX43" fmla="*/ 199295 w 398592"/>
              <a:gd name="connsiteY43" fmla="*/ 112903 h 403698"/>
              <a:gd name="connsiteX44" fmla="*/ 205324 w 398592"/>
              <a:gd name="connsiteY44" fmla="*/ 101969 h 403698"/>
              <a:gd name="connsiteX45" fmla="*/ 199295 w 398592"/>
              <a:gd name="connsiteY45" fmla="*/ 91035 h 403698"/>
              <a:gd name="connsiteX46" fmla="*/ 223411 w 398592"/>
              <a:gd name="connsiteY46" fmla="*/ 96502 h 403698"/>
              <a:gd name="connsiteX47" fmla="*/ 259584 w 398592"/>
              <a:gd name="connsiteY47" fmla="*/ 74634 h 403698"/>
              <a:gd name="connsiteX48" fmla="*/ 109187 w 398592"/>
              <a:gd name="connsiteY48" fmla="*/ 68387 h 403698"/>
              <a:gd name="connsiteX49" fmla="*/ 151823 w 398592"/>
              <a:gd name="connsiteY49" fmla="*/ 68387 h 403698"/>
              <a:gd name="connsiteX50" fmla="*/ 164005 w 398592"/>
              <a:gd name="connsiteY50" fmla="*/ 68387 h 403698"/>
              <a:gd name="connsiteX51" fmla="*/ 176186 w 398592"/>
              <a:gd name="connsiteY51" fmla="*/ 113373 h 403698"/>
              <a:gd name="connsiteX52" fmla="*/ 182277 w 398592"/>
              <a:gd name="connsiteY52" fmla="*/ 85257 h 403698"/>
              <a:gd name="connsiteX53" fmla="*/ 176186 w 398592"/>
              <a:gd name="connsiteY53" fmla="*/ 79633 h 403698"/>
              <a:gd name="connsiteX54" fmla="*/ 182277 w 398592"/>
              <a:gd name="connsiteY54" fmla="*/ 74010 h 403698"/>
              <a:gd name="connsiteX55" fmla="*/ 188368 w 398592"/>
              <a:gd name="connsiteY55" fmla="*/ 79633 h 403698"/>
              <a:gd name="connsiteX56" fmla="*/ 188368 w 398592"/>
              <a:gd name="connsiteY56" fmla="*/ 85257 h 403698"/>
              <a:gd name="connsiteX57" fmla="*/ 182277 w 398592"/>
              <a:gd name="connsiteY57" fmla="*/ 113373 h 403698"/>
              <a:gd name="connsiteX58" fmla="*/ 194459 w 398592"/>
              <a:gd name="connsiteY58" fmla="*/ 85257 h 403698"/>
              <a:gd name="connsiteX59" fmla="*/ 194459 w 398592"/>
              <a:gd name="connsiteY59" fmla="*/ 96503 h 403698"/>
              <a:gd name="connsiteX60" fmla="*/ 176186 w 398592"/>
              <a:gd name="connsiteY60" fmla="*/ 175229 h 403698"/>
              <a:gd name="connsiteX61" fmla="*/ 206640 w 398592"/>
              <a:gd name="connsiteY61" fmla="*/ 208968 h 403698"/>
              <a:gd name="connsiteX62" fmla="*/ 206640 w 398592"/>
              <a:gd name="connsiteY62" fmla="*/ 225838 h 403698"/>
              <a:gd name="connsiteX63" fmla="*/ 200550 w 398592"/>
              <a:gd name="connsiteY63" fmla="*/ 282071 h 403698"/>
              <a:gd name="connsiteX64" fmla="*/ 182277 w 398592"/>
              <a:gd name="connsiteY64" fmla="*/ 293317 h 403698"/>
              <a:gd name="connsiteX65" fmla="*/ 170095 w 398592"/>
              <a:gd name="connsiteY65" fmla="*/ 276447 h 403698"/>
              <a:gd name="connsiteX66" fmla="*/ 176186 w 398592"/>
              <a:gd name="connsiteY66" fmla="*/ 225838 h 403698"/>
              <a:gd name="connsiteX67" fmla="*/ 145732 w 398592"/>
              <a:gd name="connsiteY67" fmla="*/ 192099 h 403698"/>
              <a:gd name="connsiteX68" fmla="*/ 121369 w 398592"/>
              <a:gd name="connsiteY68" fmla="*/ 169606 h 403698"/>
              <a:gd name="connsiteX69" fmla="*/ 115278 w 398592"/>
              <a:gd name="connsiteY69" fmla="*/ 163982 h 403698"/>
              <a:gd name="connsiteX70" fmla="*/ 133550 w 398592"/>
              <a:gd name="connsiteY70" fmla="*/ 96503 h 403698"/>
              <a:gd name="connsiteX71" fmla="*/ 145732 w 398592"/>
              <a:gd name="connsiteY71" fmla="*/ 96503 h 403698"/>
              <a:gd name="connsiteX72" fmla="*/ 115278 w 398592"/>
              <a:gd name="connsiteY72" fmla="*/ 90880 h 403698"/>
              <a:gd name="connsiteX73" fmla="*/ 78733 w 398592"/>
              <a:gd name="connsiteY73" fmla="*/ 118996 h 403698"/>
              <a:gd name="connsiteX74" fmla="*/ 60460 w 398592"/>
              <a:gd name="connsiteY74" fmla="*/ 118996 h 403698"/>
              <a:gd name="connsiteX75" fmla="*/ 60460 w 398592"/>
              <a:gd name="connsiteY75" fmla="*/ 102126 h 403698"/>
              <a:gd name="connsiteX76" fmla="*/ 109187 w 398592"/>
              <a:gd name="connsiteY76" fmla="*/ 68387 h 403698"/>
              <a:gd name="connsiteX77" fmla="*/ 175120 w 398592"/>
              <a:gd name="connsiteY77" fmla="*/ 749 h 403698"/>
              <a:gd name="connsiteX78" fmla="*/ 187852 w 398592"/>
              <a:gd name="connsiteY78" fmla="*/ 1099 h 403698"/>
              <a:gd name="connsiteX79" fmla="*/ 212733 w 398592"/>
              <a:gd name="connsiteY79" fmla="*/ 29135 h 403698"/>
              <a:gd name="connsiteX80" fmla="*/ 187852 w 398592"/>
              <a:gd name="connsiteY80" fmla="*/ 62778 h 403698"/>
              <a:gd name="connsiteX81" fmla="*/ 156750 w 398592"/>
              <a:gd name="connsiteY81" fmla="*/ 29135 h 403698"/>
              <a:gd name="connsiteX82" fmla="*/ 175120 w 398592"/>
              <a:gd name="connsiteY82" fmla="*/ 749 h 4036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398592" h="403698">
                <a:moveTo>
                  <a:pt x="127959" y="191264"/>
                </a:moveTo>
                <a:cubicBezTo>
                  <a:pt x="134037" y="196887"/>
                  <a:pt x="140115" y="196887"/>
                  <a:pt x="146193" y="202511"/>
                </a:cubicBezTo>
                <a:cubicBezTo>
                  <a:pt x="146193" y="202511"/>
                  <a:pt x="152271" y="208134"/>
                  <a:pt x="152271" y="213757"/>
                </a:cubicBezTo>
                <a:cubicBezTo>
                  <a:pt x="152271" y="213757"/>
                  <a:pt x="152271" y="213757"/>
                  <a:pt x="146193" y="241873"/>
                </a:cubicBezTo>
                <a:cubicBezTo>
                  <a:pt x="146193" y="241873"/>
                  <a:pt x="146193" y="247497"/>
                  <a:pt x="146193" y="247497"/>
                </a:cubicBezTo>
                <a:cubicBezTo>
                  <a:pt x="146193" y="247497"/>
                  <a:pt x="146193" y="247497"/>
                  <a:pt x="91491" y="298106"/>
                </a:cubicBezTo>
                <a:cubicBezTo>
                  <a:pt x="85412" y="303729"/>
                  <a:pt x="79334" y="303729"/>
                  <a:pt x="73256" y="298106"/>
                </a:cubicBezTo>
                <a:cubicBezTo>
                  <a:pt x="67178" y="292483"/>
                  <a:pt x="67178" y="286859"/>
                  <a:pt x="73256" y="281236"/>
                </a:cubicBezTo>
                <a:cubicBezTo>
                  <a:pt x="73256" y="281236"/>
                  <a:pt x="73256" y="281236"/>
                  <a:pt x="115803" y="230627"/>
                </a:cubicBezTo>
                <a:cubicBezTo>
                  <a:pt x="115803" y="230627"/>
                  <a:pt x="115803" y="230627"/>
                  <a:pt x="127959" y="191264"/>
                </a:cubicBezTo>
                <a:close/>
                <a:moveTo>
                  <a:pt x="314042" y="164190"/>
                </a:moveTo>
                <a:cubicBezTo>
                  <a:pt x="314042" y="164190"/>
                  <a:pt x="314042" y="164190"/>
                  <a:pt x="386514" y="164190"/>
                </a:cubicBezTo>
                <a:cubicBezTo>
                  <a:pt x="392553" y="164190"/>
                  <a:pt x="392553" y="164190"/>
                  <a:pt x="398592" y="164190"/>
                </a:cubicBezTo>
                <a:cubicBezTo>
                  <a:pt x="398592" y="169760"/>
                  <a:pt x="398592" y="169760"/>
                  <a:pt x="398592" y="175330"/>
                </a:cubicBezTo>
                <a:lnTo>
                  <a:pt x="398592" y="236600"/>
                </a:lnTo>
                <a:cubicBezTo>
                  <a:pt x="398592" y="242169"/>
                  <a:pt x="392553" y="247739"/>
                  <a:pt x="386514" y="247739"/>
                </a:cubicBezTo>
                <a:cubicBezTo>
                  <a:pt x="380474" y="247739"/>
                  <a:pt x="374435" y="242169"/>
                  <a:pt x="374435" y="236600"/>
                </a:cubicBezTo>
                <a:cubicBezTo>
                  <a:pt x="374435" y="236600"/>
                  <a:pt x="374435" y="236600"/>
                  <a:pt x="374435" y="203180"/>
                </a:cubicBezTo>
                <a:cubicBezTo>
                  <a:pt x="374435" y="203180"/>
                  <a:pt x="374435" y="203180"/>
                  <a:pt x="368396" y="203180"/>
                </a:cubicBezTo>
                <a:cubicBezTo>
                  <a:pt x="368396" y="203180"/>
                  <a:pt x="368396" y="203180"/>
                  <a:pt x="205336" y="353569"/>
                </a:cubicBezTo>
                <a:cubicBezTo>
                  <a:pt x="199296" y="359139"/>
                  <a:pt x="199296" y="359139"/>
                  <a:pt x="193257" y="359139"/>
                </a:cubicBezTo>
                <a:cubicBezTo>
                  <a:pt x="193257" y="359139"/>
                  <a:pt x="187218" y="359139"/>
                  <a:pt x="187218" y="353569"/>
                </a:cubicBezTo>
                <a:cubicBezTo>
                  <a:pt x="187218" y="353569"/>
                  <a:pt x="187218" y="353569"/>
                  <a:pt x="144943" y="314579"/>
                </a:cubicBezTo>
                <a:cubicBezTo>
                  <a:pt x="144943" y="314579"/>
                  <a:pt x="144943" y="314579"/>
                  <a:pt x="138904" y="314579"/>
                </a:cubicBezTo>
                <a:cubicBezTo>
                  <a:pt x="138904" y="314579"/>
                  <a:pt x="138904" y="314579"/>
                  <a:pt x="36236" y="403698"/>
                </a:cubicBezTo>
                <a:cubicBezTo>
                  <a:pt x="36236" y="403698"/>
                  <a:pt x="36236" y="403698"/>
                  <a:pt x="0" y="403698"/>
                </a:cubicBezTo>
                <a:cubicBezTo>
                  <a:pt x="0" y="403698"/>
                  <a:pt x="0" y="403698"/>
                  <a:pt x="132864" y="286729"/>
                </a:cubicBezTo>
                <a:cubicBezTo>
                  <a:pt x="132864" y="286729"/>
                  <a:pt x="138904" y="286729"/>
                  <a:pt x="138904" y="286729"/>
                </a:cubicBezTo>
                <a:cubicBezTo>
                  <a:pt x="144943" y="286729"/>
                  <a:pt x="144943" y="286729"/>
                  <a:pt x="150982" y="286729"/>
                </a:cubicBezTo>
                <a:cubicBezTo>
                  <a:pt x="150982" y="286729"/>
                  <a:pt x="150982" y="286729"/>
                  <a:pt x="193257" y="325719"/>
                </a:cubicBezTo>
                <a:cubicBezTo>
                  <a:pt x="193257" y="325719"/>
                  <a:pt x="193257" y="325719"/>
                  <a:pt x="193257" y="331289"/>
                </a:cubicBezTo>
                <a:cubicBezTo>
                  <a:pt x="193257" y="331289"/>
                  <a:pt x="193257" y="331289"/>
                  <a:pt x="199296" y="325719"/>
                </a:cubicBezTo>
                <a:cubicBezTo>
                  <a:pt x="199296" y="325719"/>
                  <a:pt x="199296" y="325719"/>
                  <a:pt x="344239" y="192040"/>
                </a:cubicBezTo>
                <a:cubicBezTo>
                  <a:pt x="344239" y="192040"/>
                  <a:pt x="344239" y="192040"/>
                  <a:pt x="344239" y="186470"/>
                </a:cubicBezTo>
                <a:cubicBezTo>
                  <a:pt x="344239" y="186470"/>
                  <a:pt x="344239" y="186470"/>
                  <a:pt x="320082" y="186470"/>
                </a:cubicBezTo>
                <a:cubicBezTo>
                  <a:pt x="320082" y="186470"/>
                  <a:pt x="320082" y="186470"/>
                  <a:pt x="314042" y="186470"/>
                </a:cubicBezTo>
                <a:cubicBezTo>
                  <a:pt x="308003" y="180900"/>
                  <a:pt x="308003" y="180900"/>
                  <a:pt x="308003" y="175330"/>
                </a:cubicBezTo>
                <a:cubicBezTo>
                  <a:pt x="308003" y="169760"/>
                  <a:pt x="308003" y="164190"/>
                  <a:pt x="314042" y="164190"/>
                </a:cubicBezTo>
                <a:close/>
                <a:moveTo>
                  <a:pt x="259584" y="74634"/>
                </a:moveTo>
                <a:cubicBezTo>
                  <a:pt x="265613" y="74634"/>
                  <a:pt x="271642" y="74634"/>
                  <a:pt x="277671" y="80101"/>
                </a:cubicBezTo>
                <a:cubicBezTo>
                  <a:pt x="277671" y="85568"/>
                  <a:pt x="277671" y="91035"/>
                  <a:pt x="271642" y="96502"/>
                </a:cubicBezTo>
                <a:cubicBezTo>
                  <a:pt x="271642" y="96502"/>
                  <a:pt x="271642" y="96502"/>
                  <a:pt x="235469" y="118370"/>
                </a:cubicBezTo>
                <a:cubicBezTo>
                  <a:pt x="229440" y="118370"/>
                  <a:pt x="229440" y="118370"/>
                  <a:pt x="223411" y="118370"/>
                </a:cubicBezTo>
                <a:cubicBezTo>
                  <a:pt x="223411" y="118370"/>
                  <a:pt x="223411" y="118370"/>
                  <a:pt x="199295" y="112903"/>
                </a:cubicBezTo>
                <a:cubicBezTo>
                  <a:pt x="199295" y="112903"/>
                  <a:pt x="199295" y="107436"/>
                  <a:pt x="205324" y="101969"/>
                </a:cubicBezTo>
                <a:cubicBezTo>
                  <a:pt x="205324" y="96502"/>
                  <a:pt x="199295" y="91035"/>
                  <a:pt x="199295" y="91035"/>
                </a:cubicBezTo>
                <a:cubicBezTo>
                  <a:pt x="199295" y="91035"/>
                  <a:pt x="199295" y="91035"/>
                  <a:pt x="223411" y="96502"/>
                </a:cubicBezTo>
                <a:cubicBezTo>
                  <a:pt x="223411" y="96502"/>
                  <a:pt x="223411" y="96502"/>
                  <a:pt x="259584" y="74634"/>
                </a:cubicBezTo>
                <a:close/>
                <a:moveTo>
                  <a:pt x="109187" y="68387"/>
                </a:moveTo>
                <a:cubicBezTo>
                  <a:pt x="127459" y="68387"/>
                  <a:pt x="145732" y="68387"/>
                  <a:pt x="151823" y="68387"/>
                </a:cubicBezTo>
                <a:cubicBezTo>
                  <a:pt x="151823" y="68387"/>
                  <a:pt x="164005" y="68387"/>
                  <a:pt x="164005" y="68387"/>
                </a:cubicBezTo>
                <a:cubicBezTo>
                  <a:pt x="170095" y="68387"/>
                  <a:pt x="176186" y="79633"/>
                  <a:pt x="176186" y="113373"/>
                </a:cubicBezTo>
                <a:cubicBezTo>
                  <a:pt x="176186" y="102126"/>
                  <a:pt x="182277" y="85257"/>
                  <a:pt x="182277" y="85257"/>
                </a:cubicBezTo>
                <a:cubicBezTo>
                  <a:pt x="176186" y="85257"/>
                  <a:pt x="176186" y="79633"/>
                  <a:pt x="176186" y="79633"/>
                </a:cubicBezTo>
                <a:cubicBezTo>
                  <a:pt x="176186" y="79633"/>
                  <a:pt x="176186" y="79633"/>
                  <a:pt x="182277" y="74010"/>
                </a:cubicBezTo>
                <a:cubicBezTo>
                  <a:pt x="182277" y="74010"/>
                  <a:pt x="182277" y="74010"/>
                  <a:pt x="188368" y="79633"/>
                </a:cubicBezTo>
                <a:cubicBezTo>
                  <a:pt x="188368" y="79633"/>
                  <a:pt x="188368" y="85257"/>
                  <a:pt x="188368" y="85257"/>
                </a:cubicBezTo>
                <a:cubicBezTo>
                  <a:pt x="188368" y="90880"/>
                  <a:pt x="182277" y="113373"/>
                  <a:pt x="182277" y="113373"/>
                </a:cubicBezTo>
                <a:cubicBezTo>
                  <a:pt x="182277" y="113373"/>
                  <a:pt x="194459" y="102126"/>
                  <a:pt x="194459" y="85257"/>
                </a:cubicBezTo>
                <a:lnTo>
                  <a:pt x="194459" y="96503"/>
                </a:lnTo>
                <a:cubicBezTo>
                  <a:pt x="200550" y="102126"/>
                  <a:pt x="182277" y="130243"/>
                  <a:pt x="176186" y="175229"/>
                </a:cubicBezTo>
                <a:cubicBezTo>
                  <a:pt x="176186" y="175229"/>
                  <a:pt x="206640" y="208968"/>
                  <a:pt x="206640" y="208968"/>
                </a:cubicBezTo>
                <a:cubicBezTo>
                  <a:pt x="206640" y="214592"/>
                  <a:pt x="212731" y="214592"/>
                  <a:pt x="206640" y="225838"/>
                </a:cubicBezTo>
                <a:cubicBezTo>
                  <a:pt x="206640" y="225838"/>
                  <a:pt x="206640" y="225838"/>
                  <a:pt x="200550" y="282071"/>
                </a:cubicBezTo>
                <a:cubicBezTo>
                  <a:pt x="200550" y="287694"/>
                  <a:pt x="188368" y="293317"/>
                  <a:pt x="182277" y="293317"/>
                </a:cubicBezTo>
                <a:cubicBezTo>
                  <a:pt x="176186" y="293317"/>
                  <a:pt x="170095" y="287694"/>
                  <a:pt x="170095" y="276447"/>
                </a:cubicBezTo>
                <a:cubicBezTo>
                  <a:pt x="170095" y="276447"/>
                  <a:pt x="170095" y="276447"/>
                  <a:pt x="176186" y="225838"/>
                </a:cubicBezTo>
                <a:cubicBezTo>
                  <a:pt x="176186" y="225838"/>
                  <a:pt x="151823" y="197722"/>
                  <a:pt x="145732" y="192099"/>
                </a:cubicBezTo>
                <a:cubicBezTo>
                  <a:pt x="127459" y="186475"/>
                  <a:pt x="121369" y="175229"/>
                  <a:pt x="121369" y="169606"/>
                </a:cubicBezTo>
                <a:cubicBezTo>
                  <a:pt x="121369" y="169606"/>
                  <a:pt x="121369" y="169606"/>
                  <a:pt x="115278" y="163982"/>
                </a:cubicBezTo>
                <a:cubicBezTo>
                  <a:pt x="121369" y="147112"/>
                  <a:pt x="133550" y="113373"/>
                  <a:pt x="133550" y="96503"/>
                </a:cubicBezTo>
                <a:cubicBezTo>
                  <a:pt x="133550" y="96503"/>
                  <a:pt x="133550" y="96503"/>
                  <a:pt x="145732" y="96503"/>
                </a:cubicBezTo>
                <a:cubicBezTo>
                  <a:pt x="145732" y="96503"/>
                  <a:pt x="145732" y="96503"/>
                  <a:pt x="115278" y="90880"/>
                </a:cubicBezTo>
                <a:cubicBezTo>
                  <a:pt x="115278" y="90880"/>
                  <a:pt x="115278" y="90880"/>
                  <a:pt x="78733" y="118996"/>
                </a:cubicBezTo>
                <a:cubicBezTo>
                  <a:pt x="72642" y="124619"/>
                  <a:pt x="66551" y="124619"/>
                  <a:pt x="60460" y="118996"/>
                </a:cubicBezTo>
                <a:cubicBezTo>
                  <a:pt x="60460" y="113373"/>
                  <a:pt x="60460" y="107750"/>
                  <a:pt x="60460" y="102126"/>
                </a:cubicBezTo>
                <a:cubicBezTo>
                  <a:pt x="60460" y="102126"/>
                  <a:pt x="60460" y="102126"/>
                  <a:pt x="109187" y="68387"/>
                </a:cubicBezTo>
                <a:close/>
                <a:moveTo>
                  <a:pt x="175120" y="749"/>
                </a:moveTo>
                <a:cubicBezTo>
                  <a:pt x="178910" y="-303"/>
                  <a:pt x="183187" y="-303"/>
                  <a:pt x="187852" y="1099"/>
                </a:cubicBezTo>
                <a:cubicBezTo>
                  <a:pt x="200293" y="1099"/>
                  <a:pt x="212733" y="12313"/>
                  <a:pt x="212733" y="29135"/>
                </a:cubicBezTo>
                <a:cubicBezTo>
                  <a:pt x="212733" y="40349"/>
                  <a:pt x="206513" y="62778"/>
                  <a:pt x="187852" y="62778"/>
                </a:cubicBezTo>
                <a:cubicBezTo>
                  <a:pt x="181632" y="68385"/>
                  <a:pt x="156750" y="51563"/>
                  <a:pt x="156750" y="29135"/>
                </a:cubicBezTo>
                <a:cubicBezTo>
                  <a:pt x="156750" y="16519"/>
                  <a:pt x="163748" y="3903"/>
                  <a:pt x="175120" y="749"/>
                </a:cubicBezTo>
                <a:close/>
              </a:path>
            </a:pathLst>
          </a:custGeom>
          <a:solidFill>
            <a:schemeClr val="accent3"/>
          </a:solidFill>
          <a:ln w="9525">
            <a:noFill/>
            <a:round/>
          </a:ln>
        </p:spPr>
        <p:txBody>
          <a:bodyPr anchor="ctr"/>
          <a:lstStyle/>
          <a:p>
            <a:pPr algn="ctr">
              <a:lnSpc>
                <a:spcPct val="120000"/>
              </a:lnSpc>
            </a:pPr>
            <a:endParaRPr sz="1800" dirty="0">
              <a:latin typeface="微软雅黑" panose="020B0503020204020204" pitchFamily="34" charset="-122"/>
              <a:ea typeface="微软雅黑" panose="020B0503020204020204" pitchFamily="34" charset="-122"/>
            </a:endParaRPr>
          </a:p>
        </p:txBody>
      </p:sp>
    </p:spTree>
    <p:custDataLst>
      <p:tags r:id="rId11"/>
    </p:custDataLst>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任意多边形 28"/>
          <p:cNvSpPr/>
          <p:nvPr>
            <p:custDataLst>
              <p:tags r:id="rId1"/>
            </p:custDataLst>
          </p:nvPr>
        </p:nvSpPr>
        <p:spPr>
          <a:xfrm>
            <a:off x="8031480" y="2314575"/>
            <a:ext cx="2279015" cy="2649855"/>
          </a:xfrm>
          <a:custGeom>
            <a:avLst/>
            <a:gdLst>
              <a:gd name="connsiteX0" fmla="*/ 1124074 w 1583637"/>
              <a:gd name="connsiteY0" fmla="*/ 252493 h 1583637"/>
              <a:gd name="connsiteX1" fmla="*/ 1247256 w 1583637"/>
              <a:gd name="connsiteY1" fmla="*/ 149126 h 1583637"/>
              <a:gd name="connsiteX2" fmla="*/ 1345663 w 1583637"/>
              <a:gd name="connsiteY2" fmla="*/ 231701 h 1583637"/>
              <a:gd name="connsiteX3" fmla="*/ 1265256 w 1583637"/>
              <a:gd name="connsiteY3" fmla="*/ 370961 h 1583637"/>
              <a:gd name="connsiteX4" fmla="*/ 1393012 w 1583637"/>
              <a:gd name="connsiteY4" fmla="*/ 592241 h 1583637"/>
              <a:gd name="connsiteX5" fmla="*/ 1553818 w 1583637"/>
              <a:gd name="connsiteY5" fmla="*/ 592237 h 1583637"/>
              <a:gd name="connsiteX6" fmla="*/ 1576125 w 1583637"/>
              <a:gd name="connsiteY6" fmla="*/ 718748 h 1583637"/>
              <a:gd name="connsiteX7" fmla="*/ 1425015 w 1583637"/>
              <a:gd name="connsiteY7" fmla="*/ 773743 h 1583637"/>
              <a:gd name="connsiteX8" fmla="*/ 1380646 w 1583637"/>
              <a:gd name="connsiteY8" fmla="*/ 1025372 h 1583637"/>
              <a:gd name="connsiteX9" fmla="*/ 1503833 w 1583637"/>
              <a:gd name="connsiteY9" fmla="*/ 1128733 h 1583637"/>
              <a:gd name="connsiteX10" fmla="*/ 1439602 w 1583637"/>
              <a:gd name="connsiteY10" fmla="*/ 1239984 h 1583637"/>
              <a:gd name="connsiteX11" fmla="*/ 1288495 w 1583637"/>
              <a:gd name="connsiteY11" fmla="*/ 1184982 h 1583637"/>
              <a:gd name="connsiteX12" fmla="*/ 1092761 w 1583637"/>
              <a:gd name="connsiteY12" fmla="*/ 1349222 h 1583637"/>
              <a:gd name="connsiteX13" fmla="*/ 1120689 w 1583637"/>
              <a:gd name="connsiteY13" fmla="*/ 1507584 h 1583637"/>
              <a:gd name="connsiteX14" fmla="*/ 999974 w 1583637"/>
              <a:gd name="connsiteY14" fmla="*/ 1551521 h 1583637"/>
              <a:gd name="connsiteX15" fmla="*/ 919574 w 1583637"/>
              <a:gd name="connsiteY15" fmla="*/ 1412257 h 1583637"/>
              <a:gd name="connsiteX16" fmla="*/ 664062 w 1583637"/>
              <a:gd name="connsiteY16" fmla="*/ 1412257 h 1583637"/>
              <a:gd name="connsiteX17" fmla="*/ 583663 w 1583637"/>
              <a:gd name="connsiteY17" fmla="*/ 1551521 h 1583637"/>
              <a:gd name="connsiteX18" fmla="*/ 462948 w 1583637"/>
              <a:gd name="connsiteY18" fmla="*/ 1507584 h 1583637"/>
              <a:gd name="connsiteX19" fmla="*/ 490876 w 1583637"/>
              <a:gd name="connsiteY19" fmla="*/ 1349222 h 1583637"/>
              <a:gd name="connsiteX20" fmla="*/ 295142 w 1583637"/>
              <a:gd name="connsiteY20" fmla="*/ 1184981 h 1583637"/>
              <a:gd name="connsiteX21" fmla="*/ 144035 w 1583637"/>
              <a:gd name="connsiteY21" fmla="*/ 1239984 h 1583637"/>
              <a:gd name="connsiteX22" fmla="*/ 79804 w 1583637"/>
              <a:gd name="connsiteY22" fmla="*/ 1128733 h 1583637"/>
              <a:gd name="connsiteX23" fmla="*/ 202991 w 1583637"/>
              <a:gd name="connsiteY23" fmla="*/ 1025372 h 1583637"/>
              <a:gd name="connsiteX24" fmla="*/ 158622 w 1583637"/>
              <a:gd name="connsiteY24" fmla="*/ 773743 h 1583637"/>
              <a:gd name="connsiteX25" fmla="*/ 7512 w 1583637"/>
              <a:gd name="connsiteY25" fmla="*/ 718748 h 1583637"/>
              <a:gd name="connsiteX26" fmla="*/ 29819 w 1583637"/>
              <a:gd name="connsiteY26" fmla="*/ 592237 h 1583637"/>
              <a:gd name="connsiteX27" fmla="*/ 190625 w 1583637"/>
              <a:gd name="connsiteY27" fmla="*/ 592241 h 1583637"/>
              <a:gd name="connsiteX28" fmla="*/ 318381 w 1583637"/>
              <a:gd name="connsiteY28" fmla="*/ 370961 h 1583637"/>
              <a:gd name="connsiteX29" fmla="*/ 237974 w 1583637"/>
              <a:gd name="connsiteY29" fmla="*/ 231701 h 1583637"/>
              <a:gd name="connsiteX30" fmla="*/ 336381 w 1583637"/>
              <a:gd name="connsiteY30" fmla="*/ 149126 h 1583637"/>
              <a:gd name="connsiteX31" fmla="*/ 459563 w 1583637"/>
              <a:gd name="connsiteY31" fmla="*/ 252493 h 1583637"/>
              <a:gd name="connsiteX32" fmla="*/ 699666 w 1583637"/>
              <a:gd name="connsiteY32" fmla="*/ 165103 h 1583637"/>
              <a:gd name="connsiteX33" fmla="*/ 727586 w 1583637"/>
              <a:gd name="connsiteY33" fmla="*/ 6739 h 1583637"/>
              <a:gd name="connsiteX34" fmla="*/ 856051 w 1583637"/>
              <a:gd name="connsiteY34" fmla="*/ 6739 h 1583637"/>
              <a:gd name="connsiteX35" fmla="*/ 883970 w 1583637"/>
              <a:gd name="connsiteY35" fmla="*/ 165102 h 1583637"/>
              <a:gd name="connsiteX36" fmla="*/ 1124073 w 1583637"/>
              <a:gd name="connsiteY36" fmla="*/ 252493 h 1583637"/>
              <a:gd name="connsiteX37" fmla="*/ 1124074 w 1583637"/>
              <a:gd name="connsiteY37" fmla="*/ 252493 h 1583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583637" h="1583637">
                <a:moveTo>
                  <a:pt x="1124074" y="252493"/>
                </a:moveTo>
                <a:lnTo>
                  <a:pt x="1247256" y="149126"/>
                </a:lnTo>
                <a:lnTo>
                  <a:pt x="1345663" y="231701"/>
                </a:lnTo>
                <a:lnTo>
                  <a:pt x="1265256" y="370961"/>
                </a:lnTo>
                <a:cubicBezTo>
                  <a:pt x="1322430" y="435278"/>
                  <a:pt x="1365899" y="510569"/>
                  <a:pt x="1393012" y="592241"/>
                </a:cubicBezTo>
                <a:lnTo>
                  <a:pt x="1553818" y="592237"/>
                </a:lnTo>
                <a:lnTo>
                  <a:pt x="1576125" y="718748"/>
                </a:lnTo>
                <a:lnTo>
                  <a:pt x="1425015" y="773743"/>
                </a:lnTo>
                <a:cubicBezTo>
                  <a:pt x="1427471" y="859762"/>
                  <a:pt x="1412374" y="945380"/>
                  <a:pt x="1380646" y="1025372"/>
                </a:cubicBezTo>
                <a:lnTo>
                  <a:pt x="1503833" y="1128733"/>
                </a:lnTo>
                <a:lnTo>
                  <a:pt x="1439602" y="1239984"/>
                </a:lnTo>
                <a:lnTo>
                  <a:pt x="1288495" y="1184982"/>
                </a:lnTo>
                <a:cubicBezTo>
                  <a:pt x="1235084" y="1252456"/>
                  <a:pt x="1168484" y="1308339"/>
                  <a:pt x="1092761" y="1349222"/>
                </a:cubicBezTo>
                <a:lnTo>
                  <a:pt x="1120689" y="1507584"/>
                </a:lnTo>
                <a:lnTo>
                  <a:pt x="999974" y="1551521"/>
                </a:lnTo>
                <a:lnTo>
                  <a:pt x="919574" y="1412257"/>
                </a:lnTo>
                <a:cubicBezTo>
                  <a:pt x="835287" y="1429613"/>
                  <a:pt x="748348" y="1429613"/>
                  <a:pt x="664062" y="1412257"/>
                </a:cubicBezTo>
                <a:lnTo>
                  <a:pt x="583663" y="1551521"/>
                </a:lnTo>
                <a:lnTo>
                  <a:pt x="462948" y="1507584"/>
                </a:lnTo>
                <a:lnTo>
                  <a:pt x="490876" y="1349222"/>
                </a:lnTo>
                <a:cubicBezTo>
                  <a:pt x="415153" y="1308339"/>
                  <a:pt x="348553" y="1252455"/>
                  <a:pt x="295142" y="1184981"/>
                </a:cubicBezTo>
                <a:lnTo>
                  <a:pt x="144035" y="1239984"/>
                </a:lnTo>
                <a:lnTo>
                  <a:pt x="79804" y="1128733"/>
                </a:lnTo>
                <a:lnTo>
                  <a:pt x="202991" y="1025372"/>
                </a:lnTo>
                <a:cubicBezTo>
                  <a:pt x="171263" y="945380"/>
                  <a:pt x="156166" y="859762"/>
                  <a:pt x="158622" y="773743"/>
                </a:cubicBezTo>
                <a:lnTo>
                  <a:pt x="7512" y="718748"/>
                </a:lnTo>
                <a:lnTo>
                  <a:pt x="29819" y="592237"/>
                </a:lnTo>
                <a:lnTo>
                  <a:pt x="190625" y="592241"/>
                </a:lnTo>
                <a:cubicBezTo>
                  <a:pt x="217738" y="510569"/>
                  <a:pt x="261208" y="435277"/>
                  <a:pt x="318381" y="370961"/>
                </a:cubicBezTo>
                <a:lnTo>
                  <a:pt x="237974" y="231701"/>
                </a:lnTo>
                <a:lnTo>
                  <a:pt x="336381" y="149126"/>
                </a:lnTo>
                <a:lnTo>
                  <a:pt x="459563" y="252493"/>
                </a:lnTo>
                <a:cubicBezTo>
                  <a:pt x="532831" y="207356"/>
                  <a:pt x="614527" y="177621"/>
                  <a:pt x="699666" y="165103"/>
                </a:cubicBezTo>
                <a:lnTo>
                  <a:pt x="727586" y="6739"/>
                </a:lnTo>
                <a:lnTo>
                  <a:pt x="856051" y="6739"/>
                </a:lnTo>
                <a:lnTo>
                  <a:pt x="883970" y="165102"/>
                </a:lnTo>
                <a:cubicBezTo>
                  <a:pt x="969110" y="177621"/>
                  <a:pt x="1050806" y="207356"/>
                  <a:pt x="1124073" y="252493"/>
                </a:cubicBezTo>
                <a:lnTo>
                  <a:pt x="1124074" y="252493"/>
                </a:lnTo>
                <a:close/>
              </a:path>
            </a:pathLst>
          </a:cu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nchor="ctr"/>
          <a:lstStyle/>
          <a:p>
            <a:pPr algn="ctr">
              <a:lnSpc>
                <a:spcPct val="130000"/>
              </a:lnSpc>
            </a:pPr>
            <a:endParaRPr sz="1800" dirty="0">
              <a:latin typeface="微软雅黑" panose="020B0503020204020204" pitchFamily="34" charset="-122"/>
              <a:ea typeface="微软雅黑" panose="020B0503020204020204" pitchFamily="34" charset="-122"/>
            </a:endParaRPr>
          </a:p>
        </p:txBody>
      </p:sp>
      <p:sp>
        <p:nvSpPr>
          <p:cNvPr id="30" name="椭圆 29"/>
          <p:cNvSpPr/>
          <p:nvPr>
            <p:custDataLst>
              <p:tags r:id="rId2"/>
            </p:custDataLst>
          </p:nvPr>
        </p:nvSpPr>
        <p:spPr>
          <a:xfrm>
            <a:off x="8457565" y="2753995"/>
            <a:ext cx="1414145" cy="1644015"/>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30000"/>
              </a:lnSpc>
            </a:pPr>
            <a:endParaRPr sz="1800" dirty="0">
              <a:latin typeface="微软雅黑" panose="020B0503020204020204" pitchFamily="34" charset="-122"/>
              <a:ea typeface="微软雅黑" panose="020B0503020204020204" pitchFamily="34" charset="-122"/>
            </a:endParaRPr>
          </a:p>
        </p:txBody>
      </p:sp>
      <p:sp>
        <p:nvSpPr>
          <p:cNvPr id="19" name="任意多边形 18"/>
          <p:cNvSpPr/>
          <p:nvPr>
            <p:custDataLst>
              <p:tags r:id="rId3"/>
            </p:custDataLst>
          </p:nvPr>
        </p:nvSpPr>
        <p:spPr bwMode="auto">
          <a:xfrm>
            <a:off x="8786495" y="3146425"/>
            <a:ext cx="745490" cy="746125"/>
          </a:xfrm>
          <a:custGeom>
            <a:avLst/>
            <a:gdLst/>
            <a:ahLst/>
            <a:cxnLst>
              <a:cxn ang="0">
                <a:pos x="73" y="47"/>
              </a:cxn>
              <a:cxn ang="0">
                <a:pos x="67" y="53"/>
              </a:cxn>
              <a:cxn ang="0">
                <a:pos x="46" y="53"/>
              </a:cxn>
              <a:cxn ang="0">
                <a:pos x="48" y="60"/>
              </a:cxn>
              <a:cxn ang="0">
                <a:pos x="46" y="63"/>
              </a:cxn>
              <a:cxn ang="0">
                <a:pos x="26" y="63"/>
              </a:cxn>
              <a:cxn ang="0">
                <a:pos x="24" y="60"/>
              </a:cxn>
              <a:cxn ang="0">
                <a:pos x="26" y="53"/>
              </a:cxn>
              <a:cxn ang="0">
                <a:pos x="6" y="53"/>
              </a:cxn>
              <a:cxn ang="0">
                <a:pos x="0" y="47"/>
              </a:cxn>
              <a:cxn ang="0">
                <a:pos x="0" y="6"/>
              </a:cxn>
              <a:cxn ang="0">
                <a:pos x="6" y="0"/>
              </a:cxn>
              <a:cxn ang="0">
                <a:pos x="67" y="0"/>
              </a:cxn>
              <a:cxn ang="0">
                <a:pos x="73" y="6"/>
              </a:cxn>
              <a:cxn ang="0">
                <a:pos x="73" y="47"/>
              </a:cxn>
              <a:cxn ang="0">
                <a:pos x="68" y="6"/>
              </a:cxn>
              <a:cxn ang="0">
                <a:pos x="67" y="5"/>
              </a:cxn>
              <a:cxn ang="0">
                <a:pos x="6" y="5"/>
              </a:cxn>
              <a:cxn ang="0">
                <a:pos x="5" y="6"/>
              </a:cxn>
              <a:cxn ang="0">
                <a:pos x="5" y="37"/>
              </a:cxn>
              <a:cxn ang="0">
                <a:pos x="6" y="39"/>
              </a:cxn>
              <a:cxn ang="0">
                <a:pos x="67" y="39"/>
              </a:cxn>
              <a:cxn ang="0">
                <a:pos x="68" y="37"/>
              </a:cxn>
              <a:cxn ang="0">
                <a:pos x="68" y="6"/>
              </a:cxn>
            </a:cxnLst>
            <a:rect l="0" t="0" r="r" b="b"/>
            <a:pathLst>
              <a:path w="73" h="62">
                <a:moveTo>
                  <a:pt x="73" y="47"/>
                </a:moveTo>
                <a:cubicBezTo>
                  <a:pt x="73" y="50"/>
                  <a:pt x="70" y="53"/>
                  <a:pt x="67" y="53"/>
                </a:cubicBezTo>
                <a:cubicBezTo>
                  <a:pt x="46" y="53"/>
                  <a:pt x="46" y="53"/>
                  <a:pt x="46" y="53"/>
                </a:cubicBezTo>
                <a:cubicBezTo>
                  <a:pt x="46" y="56"/>
                  <a:pt x="48" y="59"/>
                  <a:pt x="48" y="60"/>
                </a:cubicBezTo>
                <a:cubicBezTo>
                  <a:pt x="48" y="62"/>
                  <a:pt x="47" y="63"/>
                  <a:pt x="46" y="63"/>
                </a:cubicBezTo>
                <a:cubicBezTo>
                  <a:pt x="26" y="63"/>
                  <a:pt x="26" y="63"/>
                  <a:pt x="26" y="63"/>
                </a:cubicBezTo>
                <a:cubicBezTo>
                  <a:pt x="25" y="63"/>
                  <a:pt x="24" y="62"/>
                  <a:pt x="24" y="60"/>
                </a:cubicBezTo>
                <a:cubicBezTo>
                  <a:pt x="24" y="59"/>
                  <a:pt x="26" y="56"/>
                  <a:pt x="26" y="53"/>
                </a:cubicBezTo>
                <a:cubicBezTo>
                  <a:pt x="6" y="53"/>
                  <a:pt x="6" y="53"/>
                  <a:pt x="6" y="53"/>
                </a:cubicBezTo>
                <a:cubicBezTo>
                  <a:pt x="2" y="53"/>
                  <a:pt x="0" y="50"/>
                  <a:pt x="0" y="47"/>
                </a:cubicBezTo>
                <a:cubicBezTo>
                  <a:pt x="0" y="6"/>
                  <a:pt x="0" y="6"/>
                  <a:pt x="0" y="6"/>
                </a:cubicBezTo>
                <a:cubicBezTo>
                  <a:pt x="0" y="2"/>
                  <a:pt x="2" y="0"/>
                  <a:pt x="6" y="0"/>
                </a:cubicBezTo>
                <a:cubicBezTo>
                  <a:pt x="67" y="0"/>
                  <a:pt x="67" y="0"/>
                  <a:pt x="67" y="0"/>
                </a:cubicBezTo>
                <a:cubicBezTo>
                  <a:pt x="70" y="0"/>
                  <a:pt x="73" y="2"/>
                  <a:pt x="73" y="6"/>
                </a:cubicBezTo>
                <a:lnTo>
                  <a:pt x="73" y="47"/>
                </a:lnTo>
                <a:close/>
                <a:moveTo>
                  <a:pt x="68" y="6"/>
                </a:moveTo>
                <a:cubicBezTo>
                  <a:pt x="68" y="5"/>
                  <a:pt x="67" y="5"/>
                  <a:pt x="67" y="5"/>
                </a:cubicBezTo>
                <a:cubicBezTo>
                  <a:pt x="6" y="5"/>
                  <a:pt x="6" y="5"/>
                  <a:pt x="6" y="5"/>
                </a:cubicBezTo>
                <a:cubicBezTo>
                  <a:pt x="5" y="5"/>
                  <a:pt x="5" y="5"/>
                  <a:pt x="5" y="6"/>
                </a:cubicBezTo>
                <a:cubicBezTo>
                  <a:pt x="5" y="37"/>
                  <a:pt x="5" y="37"/>
                  <a:pt x="5" y="37"/>
                </a:cubicBezTo>
                <a:cubicBezTo>
                  <a:pt x="5" y="38"/>
                  <a:pt x="5" y="39"/>
                  <a:pt x="6" y="39"/>
                </a:cubicBezTo>
                <a:cubicBezTo>
                  <a:pt x="67" y="39"/>
                  <a:pt x="67" y="39"/>
                  <a:pt x="67" y="39"/>
                </a:cubicBezTo>
                <a:cubicBezTo>
                  <a:pt x="67" y="39"/>
                  <a:pt x="68" y="38"/>
                  <a:pt x="68" y="37"/>
                </a:cubicBezTo>
                <a:lnTo>
                  <a:pt x="68" y="6"/>
                </a:lnTo>
                <a:close/>
              </a:path>
            </a:pathLst>
          </a:custGeom>
          <a:solidFill>
            <a:schemeClr val="bg1"/>
          </a:solidFill>
          <a:ln w="9525">
            <a:noFill/>
            <a:round/>
          </a:ln>
        </p:spPr>
        <p:txBody>
          <a:bodyPr anchor="ctr"/>
          <a:lstStyle/>
          <a:p>
            <a:pPr algn="ctr">
              <a:lnSpc>
                <a:spcPct val="130000"/>
              </a:lnSpc>
            </a:pPr>
            <a:endParaRPr sz="1800" dirty="0">
              <a:latin typeface="微软雅黑" panose="020B0503020204020204" pitchFamily="34" charset="-122"/>
              <a:ea typeface="微软雅黑" panose="020B0503020204020204" pitchFamily="34" charset="-122"/>
            </a:endParaRPr>
          </a:p>
        </p:txBody>
      </p:sp>
      <p:sp>
        <p:nvSpPr>
          <p:cNvPr id="2" name="任意多边形 1"/>
          <p:cNvSpPr/>
          <p:nvPr>
            <p:custDataLst>
              <p:tags r:id="rId4"/>
            </p:custDataLst>
          </p:nvPr>
        </p:nvSpPr>
        <p:spPr>
          <a:xfrm rot="361462">
            <a:off x="9994265" y="1988185"/>
            <a:ext cx="1446530" cy="1680845"/>
          </a:xfrm>
          <a:custGeom>
            <a:avLst/>
            <a:gdLst>
              <a:gd name="connsiteX0" fmla="*/ 1124074 w 1583637"/>
              <a:gd name="connsiteY0" fmla="*/ 252493 h 1583637"/>
              <a:gd name="connsiteX1" fmla="*/ 1247256 w 1583637"/>
              <a:gd name="connsiteY1" fmla="*/ 149126 h 1583637"/>
              <a:gd name="connsiteX2" fmla="*/ 1345663 w 1583637"/>
              <a:gd name="connsiteY2" fmla="*/ 231701 h 1583637"/>
              <a:gd name="connsiteX3" fmla="*/ 1265256 w 1583637"/>
              <a:gd name="connsiteY3" fmla="*/ 370961 h 1583637"/>
              <a:gd name="connsiteX4" fmla="*/ 1393012 w 1583637"/>
              <a:gd name="connsiteY4" fmla="*/ 592241 h 1583637"/>
              <a:gd name="connsiteX5" fmla="*/ 1553818 w 1583637"/>
              <a:gd name="connsiteY5" fmla="*/ 592237 h 1583637"/>
              <a:gd name="connsiteX6" fmla="*/ 1576125 w 1583637"/>
              <a:gd name="connsiteY6" fmla="*/ 718748 h 1583637"/>
              <a:gd name="connsiteX7" fmla="*/ 1425015 w 1583637"/>
              <a:gd name="connsiteY7" fmla="*/ 773743 h 1583637"/>
              <a:gd name="connsiteX8" fmla="*/ 1380646 w 1583637"/>
              <a:gd name="connsiteY8" fmla="*/ 1025372 h 1583637"/>
              <a:gd name="connsiteX9" fmla="*/ 1503833 w 1583637"/>
              <a:gd name="connsiteY9" fmla="*/ 1128733 h 1583637"/>
              <a:gd name="connsiteX10" fmla="*/ 1439602 w 1583637"/>
              <a:gd name="connsiteY10" fmla="*/ 1239984 h 1583637"/>
              <a:gd name="connsiteX11" fmla="*/ 1288495 w 1583637"/>
              <a:gd name="connsiteY11" fmla="*/ 1184982 h 1583637"/>
              <a:gd name="connsiteX12" fmla="*/ 1092761 w 1583637"/>
              <a:gd name="connsiteY12" fmla="*/ 1349222 h 1583637"/>
              <a:gd name="connsiteX13" fmla="*/ 1120689 w 1583637"/>
              <a:gd name="connsiteY13" fmla="*/ 1507584 h 1583637"/>
              <a:gd name="connsiteX14" fmla="*/ 999974 w 1583637"/>
              <a:gd name="connsiteY14" fmla="*/ 1551521 h 1583637"/>
              <a:gd name="connsiteX15" fmla="*/ 919574 w 1583637"/>
              <a:gd name="connsiteY15" fmla="*/ 1412257 h 1583637"/>
              <a:gd name="connsiteX16" fmla="*/ 664062 w 1583637"/>
              <a:gd name="connsiteY16" fmla="*/ 1412257 h 1583637"/>
              <a:gd name="connsiteX17" fmla="*/ 583663 w 1583637"/>
              <a:gd name="connsiteY17" fmla="*/ 1551521 h 1583637"/>
              <a:gd name="connsiteX18" fmla="*/ 462948 w 1583637"/>
              <a:gd name="connsiteY18" fmla="*/ 1507584 h 1583637"/>
              <a:gd name="connsiteX19" fmla="*/ 490876 w 1583637"/>
              <a:gd name="connsiteY19" fmla="*/ 1349222 h 1583637"/>
              <a:gd name="connsiteX20" fmla="*/ 295142 w 1583637"/>
              <a:gd name="connsiteY20" fmla="*/ 1184981 h 1583637"/>
              <a:gd name="connsiteX21" fmla="*/ 144035 w 1583637"/>
              <a:gd name="connsiteY21" fmla="*/ 1239984 h 1583637"/>
              <a:gd name="connsiteX22" fmla="*/ 79804 w 1583637"/>
              <a:gd name="connsiteY22" fmla="*/ 1128733 h 1583637"/>
              <a:gd name="connsiteX23" fmla="*/ 202991 w 1583637"/>
              <a:gd name="connsiteY23" fmla="*/ 1025372 h 1583637"/>
              <a:gd name="connsiteX24" fmla="*/ 158622 w 1583637"/>
              <a:gd name="connsiteY24" fmla="*/ 773743 h 1583637"/>
              <a:gd name="connsiteX25" fmla="*/ 7512 w 1583637"/>
              <a:gd name="connsiteY25" fmla="*/ 718748 h 1583637"/>
              <a:gd name="connsiteX26" fmla="*/ 29819 w 1583637"/>
              <a:gd name="connsiteY26" fmla="*/ 592237 h 1583637"/>
              <a:gd name="connsiteX27" fmla="*/ 190625 w 1583637"/>
              <a:gd name="connsiteY27" fmla="*/ 592241 h 1583637"/>
              <a:gd name="connsiteX28" fmla="*/ 318381 w 1583637"/>
              <a:gd name="connsiteY28" fmla="*/ 370961 h 1583637"/>
              <a:gd name="connsiteX29" fmla="*/ 237974 w 1583637"/>
              <a:gd name="connsiteY29" fmla="*/ 231701 h 1583637"/>
              <a:gd name="connsiteX30" fmla="*/ 336381 w 1583637"/>
              <a:gd name="connsiteY30" fmla="*/ 149126 h 1583637"/>
              <a:gd name="connsiteX31" fmla="*/ 459563 w 1583637"/>
              <a:gd name="connsiteY31" fmla="*/ 252493 h 1583637"/>
              <a:gd name="connsiteX32" fmla="*/ 699666 w 1583637"/>
              <a:gd name="connsiteY32" fmla="*/ 165103 h 1583637"/>
              <a:gd name="connsiteX33" fmla="*/ 727586 w 1583637"/>
              <a:gd name="connsiteY33" fmla="*/ 6739 h 1583637"/>
              <a:gd name="connsiteX34" fmla="*/ 856051 w 1583637"/>
              <a:gd name="connsiteY34" fmla="*/ 6739 h 1583637"/>
              <a:gd name="connsiteX35" fmla="*/ 883970 w 1583637"/>
              <a:gd name="connsiteY35" fmla="*/ 165102 h 1583637"/>
              <a:gd name="connsiteX36" fmla="*/ 1124073 w 1583637"/>
              <a:gd name="connsiteY36" fmla="*/ 252493 h 1583637"/>
              <a:gd name="connsiteX37" fmla="*/ 1124074 w 1583637"/>
              <a:gd name="connsiteY37" fmla="*/ 252493 h 1583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583637" h="1583637">
                <a:moveTo>
                  <a:pt x="1124074" y="252493"/>
                </a:moveTo>
                <a:lnTo>
                  <a:pt x="1247256" y="149126"/>
                </a:lnTo>
                <a:lnTo>
                  <a:pt x="1345663" y="231701"/>
                </a:lnTo>
                <a:lnTo>
                  <a:pt x="1265256" y="370961"/>
                </a:lnTo>
                <a:cubicBezTo>
                  <a:pt x="1322430" y="435278"/>
                  <a:pt x="1365899" y="510569"/>
                  <a:pt x="1393012" y="592241"/>
                </a:cubicBezTo>
                <a:lnTo>
                  <a:pt x="1553818" y="592237"/>
                </a:lnTo>
                <a:lnTo>
                  <a:pt x="1576125" y="718748"/>
                </a:lnTo>
                <a:lnTo>
                  <a:pt x="1425015" y="773743"/>
                </a:lnTo>
                <a:cubicBezTo>
                  <a:pt x="1427471" y="859762"/>
                  <a:pt x="1412374" y="945380"/>
                  <a:pt x="1380646" y="1025372"/>
                </a:cubicBezTo>
                <a:lnTo>
                  <a:pt x="1503833" y="1128733"/>
                </a:lnTo>
                <a:lnTo>
                  <a:pt x="1439602" y="1239984"/>
                </a:lnTo>
                <a:lnTo>
                  <a:pt x="1288495" y="1184982"/>
                </a:lnTo>
                <a:cubicBezTo>
                  <a:pt x="1235084" y="1252456"/>
                  <a:pt x="1168484" y="1308339"/>
                  <a:pt x="1092761" y="1349222"/>
                </a:cubicBezTo>
                <a:lnTo>
                  <a:pt x="1120689" y="1507584"/>
                </a:lnTo>
                <a:lnTo>
                  <a:pt x="999974" y="1551521"/>
                </a:lnTo>
                <a:lnTo>
                  <a:pt x="919574" y="1412257"/>
                </a:lnTo>
                <a:cubicBezTo>
                  <a:pt x="835287" y="1429613"/>
                  <a:pt x="748348" y="1429613"/>
                  <a:pt x="664062" y="1412257"/>
                </a:cubicBezTo>
                <a:lnTo>
                  <a:pt x="583663" y="1551521"/>
                </a:lnTo>
                <a:lnTo>
                  <a:pt x="462948" y="1507584"/>
                </a:lnTo>
                <a:lnTo>
                  <a:pt x="490876" y="1349222"/>
                </a:lnTo>
                <a:cubicBezTo>
                  <a:pt x="415153" y="1308339"/>
                  <a:pt x="348553" y="1252455"/>
                  <a:pt x="295142" y="1184981"/>
                </a:cubicBezTo>
                <a:lnTo>
                  <a:pt x="144035" y="1239984"/>
                </a:lnTo>
                <a:lnTo>
                  <a:pt x="79804" y="1128733"/>
                </a:lnTo>
                <a:lnTo>
                  <a:pt x="202991" y="1025372"/>
                </a:lnTo>
                <a:cubicBezTo>
                  <a:pt x="171263" y="945380"/>
                  <a:pt x="156166" y="859762"/>
                  <a:pt x="158622" y="773743"/>
                </a:cubicBezTo>
                <a:lnTo>
                  <a:pt x="7512" y="718748"/>
                </a:lnTo>
                <a:lnTo>
                  <a:pt x="29819" y="592237"/>
                </a:lnTo>
                <a:lnTo>
                  <a:pt x="190625" y="592241"/>
                </a:lnTo>
                <a:cubicBezTo>
                  <a:pt x="217738" y="510569"/>
                  <a:pt x="261208" y="435277"/>
                  <a:pt x="318381" y="370961"/>
                </a:cubicBezTo>
                <a:lnTo>
                  <a:pt x="237974" y="231701"/>
                </a:lnTo>
                <a:lnTo>
                  <a:pt x="336381" y="149126"/>
                </a:lnTo>
                <a:lnTo>
                  <a:pt x="459563" y="252493"/>
                </a:lnTo>
                <a:cubicBezTo>
                  <a:pt x="532831" y="207356"/>
                  <a:pt x="614527" y="177621"/>
                  <a:pt x="699666" y="165103"/>
                </a:cubicBezTo>
                <a:lnTo>
                  <a:pt x="727586" y="6739"/>
                </a:lnTo>
                <a:lnTo>
                  <a:pt x="856051" y="6739"/>
                </a:lnTo>
                <a:lnTo>
                  <a:pt x="883970" y="165102"/>
                </a:lnTo>
                <a:cubicBezTo>
                  <a:pt x="969110" y="177621"/>
                  <a:pt x="1050806" y="207356"/>
                  <a:pt x="1124073" y="252493"/>
                </a:cubicBezTo>
                <a:lnTo>
                  <a:pt x="1124074" y="252493"/>
                </a:lnTo>
                <a:close/>
              </a:path>
            </a:pathLst>
          </a:custGeom>
          <a:solidFill>
            <a:schemeClr val="accent2"/>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nchor="ctr"/>
          <a:lstStyle/>
          <a:p>
            <a:pPr algn="ctr">
              <a:lnSpc>
                <a:spcPct val="130000"/>
              </a:lnSpc>
            </a:pPr>
            <a:endParaRPr sz="1800" dirty="0">
              <a:latin typeface="微软雅黑" panose="020B0503020204020204" pitchFamily="34" charset="-122"/>
              <a:ea typeface="微软雅黑" panose="020B0503020204020204" pitchFamily="34" charset="-122"/>
            </a:endParaRPr>
          </a:p>
        </p:txBody>
      </p:sp>
      <p:sp>
        <p:nvSpPr>
          <p:cNvPr id="3" name="椭圆 2"/>
          <p:cNvSpPr/>
          <p:nvPr>
            <p:custDataLst>
              <p:tags r:id="rId5"/>
            </p:custDataLst>
          </p:nvPr>
        </p:nvSpPr>
        <p:spPr>
          <a:xfrm rot="361462">
            <a:off x="10269220" y="2266950"/>
            <a:ext cx="897255" cy="1042670"/>
          </a:xfrm>
          <a:prstGeom prst="ellipse">
            <a:avLst/>
          </a:prstGeom>
          <a:solidFill>
            <a:schemeClr val="accent2"/>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30000"/>
              </a:lnSpc>
            </a:pPr>
            <a:endParaRPr sz="1800" dirty="0">
              <a:latin typeface="微软雅黑" panose="020B0503020204020204" pitchFamily="34" charset="-122"/>
              <a:ea typeface="微软雅黑" panose="020B0503020204020204" pitchFamily="34" charset="-122"/>
            </a:endParaRPr>
          </a:p>
        </p:txBody>
      </p:sp>
      <p:sp>
        <p:nvSpPr>
          <p:cNvPr id="20" name="任意多边形 19"/>
          <p:cNvSpPr/>
          <p:nvPr>
            <p:custDataLst>
              <p:tags r:id="rId6"/>
            </p:custDataLst>
          </p:nvPr>
        </p:nvSpPr>
        <p:spPr bwMode="auto">
          <a:xfrm>
            <a:off x="10442575" y="2475230"/>
            <a:ext cx="550545" cy="591185"/>
          </a:xfrm>
          <a:custGeom>
            <a:avLst/>
            <a:gdLst/>
            <a:ahLst/>
            <a:cxnLst>
              <a:cxn ang="0">
                <a:pos x="67" y="20"/>
              </a:cxn>
              <a:cxn ang="0">
                <a:pos x="46" y="36"/>
              </a:cxn>
              <a:cxn ang="0">
                <a:pos x="42" y="40"/>
              </a:cxn>
              <a:cxn ang="0">
                <a:pos x="39" y="47"/>
              </a:cxn>
              <a:cxn ang="0">
                <a:pos x="44" y="52"/>
              </a:cxn>
              <a:cxn ang="0">
                <a:pos x="52" y="58"/>
              </a:cxn>
              <a:cxn ang="0">
                <a:pos x="52" y="61"/>
              </a:cxn>
              <a:cxn ang="0">
                <a:pos x="51" y="62"/>
              </a:cxn>
              <a:cxn ang="0">
                <a:pos x="17" y="62"/>
              </a:cxn>
              <a:cxn ang="0">
                <a:pos x="16" y="61"/>
              </a:cxn>
              <a:cxn ang="0">
                <a:pos x="16" y="58"/>
              </a:cxn>
              <a:cxn ang="0">
                <a:pos x="24" y="52"/>
              </a:cxn>
              <a:cxn ang="0">
                <a:pos x="29" y="47"/>
              </a:cxn>
              <a:cxn ang="0">
                <a:pos x="26" y="40"/>
              </a:cxn>
              <a:cxn ang="0">
                <a:pos x="22" y="36"/>
              </a:cxn>
              <a:cxn ang="0">
                <a:pos x="0" y="20"/>
              </a:cxn>
              <a:cxn ang="0">
                <a:pos x="0" y="15"/>
              </a:cxn>
              <a:cxn ang="0">
                <a:pos x="4" y="11"/>
              </a:cxn>
              <a:cxn ang="0">
                <a:pos x="16" y="11"/>
              </a:cxn>
              <a:cxn ang="0">
                <a:pos x="16" y="7"/>
              </a:cxn>
              <a:cxn ang="0">
                <a:pos x="22" y="0"/>
              </a:cxn>
              <a:cxn ang="0">
                <a:pos x="45" y="0"/>
              </a:cxn>
              <a:cxn ang="0">
                <a:pos x="52" y="7"/>
              </a:cxn>
              <a:cxn ang="0">
                <a:pos x="52" y="11"/>
              </a:cxn>
              <a:cxn ang="0">
                <a:pos x="63" y="11"/>
              </a:cxn>
              <a:cxn ang="0">
                <a:pos x="67" y="15"/>
              </a:cxn>
              <a:cxn ang="0">
                <a:pos x="67" y="20"/>
              </a:cxn>
              <a:cxn ang="0">
                <a:pos x="16" y="16"/>
              </a:cxn>
              <a:cxn ang="0">
                <a:pos x="6" y="16"/>
              </a:cxn>
              <a:cxn ang="0">
                <a:pos x="6" y="20"/>
              </a:cxn>
              <a:cxn ang="0">
                <a:pos x="19" y="31"/>
              </a:cxn>
              <a:cxn ang="0">
                <a:pos x="16" y="16"/>
              </a:cxn>
              <a:cxn ang="0">
                <a:pos x="62" y="16"/>
              </a:cxn>
              <a:cxn ang="0">
                <a:pos x="52" y="16"/>
              </a:cxn>
              <a:cxn ang="0">
                <a:pos x="49" y="31"/>
              </a:cxn>
              <a:cxn ang="0">
                <a:pos x="62" y="20"/>
              </a:cxn>
              <a:cxn ang="0">
                <a:pos x="62" y="16"/>
              </a:cxn>
            </a:cxnLst>
            <a:rect l="0" t="0" r="r" b="b"/>
            <a:pathLst>
              <a:path w="67" h="62">
                <a:moveTo>
                  <a:pt x="67" y="20"/>
                </a:moveTo>
                <a:cubicBezTo>
                  <a:pt x="67" y="27"/>
                  <a:pt x="58" y="36"/>
                  <a:pt x="46" y="36"/>
                </a:cubicBezTo>
                <a:cubicBezTo>
                  <a:pt x="44" y="38"/>
                  <a:pt x="42" y="40"/>
                  <a:pt x="42" y="40"/>
                </a:cubicBezTo>
                <a:cubicBezTo>
                  <a:pt x="40" y="42"/>
                  <a:pt x="39" y="44"/>
                  <a:pt x="39" y="47"/>
                </a:cubicBezTo>
                <a:cubicBezTo>
                  <a:pt x="39" y="49"/>
                  <a:pt x="40" y="52"/>
                  <a:pt x="44" y="52"/>
                </a:cubicBezTo>
                <a:cubicBezTo>
                  <a:pt x="48" y="52"/>
                  <a:pt x="52" y="54"/>
                  <a:pt x="52" y="58"/>
                </a:cubicBezTo>
                <a:cubicBezTo>
                  <a:pt x="52" y="61"/>
                  <a:pt x="52" y="61"/>
                  <a:pt x="52" y="61"/>
                </a:cubicBezTo>
                <a:cubicBezTo>
                  <a:pt x="52" y="62"/>
                  <a:pt x="51" y="62"/>
                  <a:pt x="51" y="62"/>
                </a:cubicBezTo>
                <a:cubicBezTo>
                  <a:pt x="17" y="62"/>
                  <a:pt x="17" y="62"/>
                  <a:pt x="17" y="62"/>
                </a:cubicBezTo>
                <a:cubicBezTo>
                  <a:pt x="16" y="62"/>
                  <a:pt x="16" y="62"/>
                  <a:pt x="16" y="61"/>
                </a:cubicBezTo>
                <a:cubicBezTo>
                  <a:pt x="16" y="58"/>
                  <a:pt x="16" y="58"/>
                  <a:pt x="16" y="58"/>
                </a:cubicBezTo>
                <a:cubicBezTo>
                  <a:pt x="16" y="54"/>
                  <a:pt x="20" y="52"/>
                  <a:pt x="24" y="52"/>
                </a:cubicBezTo>
                <a:cubicBezTo>
                  <a:pt x="27" y="52"/>
                  <a:pt x="29" y="49"/>
                  <a:pt x="29" y="47"/>
                </a:cubicBezTo>
                <a:cubicBezTo>
                  <a:pt x="29" y="44"/>
                  <a:pt x="28" y="42"/>
                  <a:pt x="26" y="40"/>
                </a:cubicBezTo>
                <a:cubicBezTo>
                  <a:pt x="25" y="40"/>
                  <a:pt x="24" y="38"/>
                  <a:pt x="22" y="36"/>
                </a:cubicBezTo>
                <a:cubicBezTo>
                  <a:pt x="10" y="36"/>
                  <a:pt x="0" y="27"/>
                  <a:pt x="0" y="20"/>
                </a:cubicBezTo>
                <a:cubicBezTo>
                  <a:pt x="0" y="15"/>
                  <a:pt x="0" y="15"/>
                  <a:pt x="0" y="15"/>
                </a:cubicBezTo>
                <a:cubicBezTo>
                  <a:pt x="0" y="12"/>
                  <a:pt x="2" y="11"/>
                  <a:pt x="4" y="11"/>
                </a:cubicBezTo>
                <a:cubicBezTo>
                  <a:pt x="16" y="11"/>
                  <a:pt x="16" y="11"/>
                  <a:pt x="16" y="11"/>
                </a:cubicBezTo>
                <a:cubicBezTo>
                  <a:pt x="16" y="7"/>
                  <a:pt x="16" y="7"/>
                  <a:pt x="16" y="7"/>
                </a:cubicBezTo>
                <a:cubicBezTo>
                  <a:pt x="16" y="3"/>
                  <a:pt x="19" y="0"/>
                  <a:pt x="22" y="0"/>
                </a:cubicBezTo>
                <a:cubicBezTo>
                  <a:pt x="45" y="0"/>
                  <a:pt x="45" y="0"/>
                  <a:pt x="45" y="0"/>
                </a:cubicBezTo>
                <a:cubicBezTo>
                  <a:pt x="49" y="0"/>
                  <a:pt x="52" y="3"/>
                  <a:pt x="52" y="7"/>
                </a:cubicBezTo>
                <a:cubicBezTo>
                  <a:pt x="52" y="11"/>
                  <a:pt x="52" y="11"/>
                  <a:pt x="52" y="11"/>
                </a:cubicBezTo>
                <a:cubicBezTo>
                  <a:pt x="63" y="11"/>
                  <a:pt x="63" y="11"/>
                  <a:pt x="63" y="11"/>
                </a:cubicBezTo>
                <a:cubicBezTo>
                  <a:pt x="66" y="11"/>
                  <a:pt x="67" y="12"/>
                  <a:pt x="67" y="15"/>
                </a:cubicBezTo>
                <a:lnTo>
                  <a:pt x="67" y="20"/>
                </a:lnTo>
                <a:close/>
                <a:moveTo>
                  <a:pt x="16" y="16"/>
                </a:moveTo>
                <a:cubicBezTo>
                  <a:pt x="6" y="16"/>
                  <a:pt x="6" y="16"/>
                  <a:pt x="6" y="16"/>
                </a:cubicBezTo>
                <a:cubicBezTo>
                  <a:pt x="6" y="20"/>
                  <a:pt x="6" y="20"/>
                  <a:pt x="6" y="20"/>
                </a:cubicBezTo>
                <a:cubicBezTo>
                  <a:pt x="6" y="24"/>
                  <a:pt x="11" y="29"/>
                  <a:pt x="19" y="31"/>
                </a:cubicBezTo>
                <a:cubicBezTo>
                  <a:pt x="17" y="27"/>
                  <a:pt x="16" y="22"/>
                  <a:pt x="16" y="16"/>
                </a:cubicBezTo>
                <a:close/>
                <a:moveTo>
                  <a:pt x="62" y="16"/>
                </a:moveTo>
                <a:cubicBezTo>
                  <a:pt x="52" y="16"/>
                  <a:pt x="52" y="16"/>
                  <a:pt x="52" y="16"/>
                </a:cubicBezTo>
                <a:cubicBezTo>
                  <a:pt x="52" y="22"/>
                  <a:pt x="51" y="27"/>
                  <a:pt x="49" y="31"/>
                </a:cubicBezTo>
                <a:cubicBezTo>
                  <a:pt x="57" y="29"/>
                  <a:pt x="62" y="24"/>
                  <a:pt x="62" y="20"/>
                </a:cubicBezTo>
                <a:lnTo>
                  <a:pt x="62" y="16"/>
                </a:lnTo>
                <a:close/>
              </a:path>
            </a:pathLst>
          </a:custGeom>
          <a:solidFill>
            <a:schemeClr val="bg1"/>
          </a:solidFill>
          <a:ln w="9525">
            <a:noFill/>
            <a:round/>
          </a:ln>
        </p:spPr>
        <p:txBody>
          <a:bodyPr anchor="ctr"/>
          <a:lstStyle/>
          <a:p>
            <a:pPr algn="ctr">
              <a:lnSpc>
                <a:spcPct val="130000"/>
              </a:lnSpc>
            </a:pPr>
            <a:endParaRPr sz="1800" dirty="0">
              <a:latin typeface="微软雅黑" panose="020B0503020204020204" pitchFamily="34" charset="-122"/>
              <a:ea typeface="微软雅黑" panose="020B0503020204020204" pitchFamily="34" charset="-122"/>
            </a:endParaRPr>
          </a:p>
        </p:txBody>
      </p:sp>
      <p:sp>
        <p:nvSpPr>
          <p:cNvPr id="47" name="弧形 46"/>
          <p:cNvSpPr/>
          <p:nvPr>
            <p:custDataLst>
              <p:tags r:id="rId7"/>
            </p:custDataLst>
          </p:nvPr>
        </p:nvSpPr>
        <p:spPr>
          <a:xfrm rot="18062034">
            <a:off x="8260080" y="1733550"/>
            <a:ext cx="2382520" cy="2049145"/>
          </a:xfrm>
          <a:prstGeom prst="arc">
            <a:avLst/>
          </a:prstGeom>
          <a:ln w="28575">
            <a:solidFill>
              <a:schemeClr val="bg1">
                <a:lumMod val="50000"/>
              </a:schemeClr>
            </a:solidFill>
            <a:prstDash val="sysDot"/>
            <a:tailEnd type="stealth"/>
          </a:ln>
        </p:spPr>
        <p:style>
          <a:lnRef idx="1">
            <a:schemeClr val="accent1"/>
          </a:lnRef>
          <a:fillRef idx="0">
            <a:schemeClr val="accent1"/>
          </a:fillRef>
          <a:effectRef idx="0">
            <a:schemeClr val="accent1"/>
          </a:effectRef>
          <a:fontRef idx="minor">
            <a:schemeClr val="tx1"/>
          </a:fontRef>
        </p:style>
        <p:txBody>
          <a:bodyPr anchor="ctr"/>
          <a:lstStyle/>
          <a:p>
            <a:pPr algn="ctr">
              <a:lnSpc>
                <a:spcPct val="130000"/>
              </a:lnSpc>
            </a:pPr>
            <a:endParaRPr sz="1800" dirty="0">
              <a:latin typeface="微软雅黑" panose="020B0503020204020204" pitchFamily="34" charset="-122"/>
              <a:ea typeface="微软雅黑" panose="020B0503020204020204" pitchFamily="34" charset="-122"/>
            </a:endParaRPr>
          </a:p>
        </p:txBody>
      </p:sp>
      <p:sp>
        <p:nvSpPr>
          <p:cNvPr id="5" name="文本框 4"/>
          <p:cNvSpPr txBox="1"/>
          <p:nvPr>
            <p:custDataLst>
              <p:tags r:id="rId8"/>
            </p:custDataLst>
          </p:nvPr>
        </p:nvSpPr>
        <p:spPr>
          <a:xfrm>
            <a:off x="722630" y="1083945"/>
            <a:ext cx="6910070" cy="4888865"/>
          </a:xfrm>
          <a:prstGeom prst="rect">
            <a:avLst/>
          </a:prstGeom>
        </p:spPr>
        <p:txBody>
          <a:bodyPr wrap="square" lIns="90000" tIns="46800" rIns="90000" bIns="0" anchor="b" anchorCtr="0"/>
          <a:lstStyle/>
          <a:p>
            <a:pPr indent="720090" algn="l" defTabSz="1218565">
              <a:lnSpc>
                <a:spcPct val="150000"/>
              </a:lnSpc>
              <a:spcBef>
                <a:spcPts val="1200"/>
              </a:spcBef>
            </a:pPr>
            <a:r>
              <a:rPr lang="zh-CN" altLang="en-US" sz="2400" b="1" spc="300" dirty="0" smtClean="0">
                <a:solidFill>
                  <a:schemeClr val="tx1">
                    <a:lumMod val="75000"/>
                    <a:lumOff val="25000"/>
                  </a:schemeClr>
                </a:solidFill>
                <a:latin typeface="微软雅黑" panose="020B0503020204020204" pitchFamily="34" charset="-122"/>
                <a:ea typeface="微软雅黑" panose="020B0503020204020204" pitchFamily="34" charset="-122"/>
                <a:cs typeface="+mj-cs"/>
              </a:rPr>
              <a:t>数据</a:t>
            </a:r>
            <a:r>
              <a:rPr lang="en-US" altLang="zh-CN" sz="2400" spc="300" dirty="0" smtClean="0">
                <a:solidFill>
                  <a:schemeClr val="tx1">
                    <a:lumMod val="75000"/>
                    <a:lumOff val="25000"/>
                  </a:schemeClr>
                </a:solidFill>
                <a:latin typeface="微软雅黑" panose="020B0503020204020204" pitchFamily="34" charset="-122"/>
                <a:ea typeface="微软雅黑" panose="020B0503020204020204" pitchFamily="34" charset="-122"/>
                <a:cs typeface="+mj-cs"/>
              </a:rPr>
              <a:t>(data)</a:t>
            </a:r>
            <a:r>
              <a:rPr lang="zh-CN" altLang="en-US" sz="2400" spc="300" dirty="0" smtClean="0">
                <a:solidFill>
                  <a:schemeClr val="tx1">
                    <a:lumMod val="75000"/>
                    <a:lumOff val="25000"/>
                  </a:schemeClr>
                </a:solidFill>
                <a:latin typeface="微软雅黑" panose="020B0503020204020204" pitchFamily="34" charset="-122"/>
                <a:ea typeface="微软雅黑" panose="020B0503020204020204" pitchFamily="34" charset="-122"/>
                <a:cs typeface="+mj-cs"/>
              </a:rPr>
              <a:t>是</a:t>
            </a:r>
            <a:r>
              <a:rPr lang="zh-CN" altLang="en-US" sz="2400" spc="300" dirty="0">
                <a:solidFill>
                  <a:schemeClr val="tx1">
                    <a:lumMod val="75000"/>
                    <a:lumOff val="25000"/>
                  </a:schemeClr>
                </a:solidFill>
                <a:latin typeface="微软雅黑" panose="020B0503020204020204" pitchFamily="34" charset="-122"/>
                <a:ea typeface="微软雅黑" panose="020B0503020204020204" pitchFamily="34" charset="-122"/>
                <a:cs typeface="+mj-cs"/>
              </a:rPr>
              <a:t>对客观事物属性的描述，是记录下来的某种</a:t>
            </a:r>
            <a:r>
              <a:rPr lang="zh-CN" altLang="en-US" sz="2400" b="1" spc="300" dirty="0">
                <a:solidFill>
                  <a:schemeClr val="tx1">
                    <a:lumMod val="75000"/>
                    <a:lumOff val="25000"/>
                  </a:schemeClr>
                </a:solidFill>
                <a:latin typeface="微软雅黑" panose="020B0503020204020204" pitchFamily="34" charset="-122"/>
                <a:ea typeface="微软雅黑" panose="020B0503020204020204" pitchFamily="34" charset="-122"/>
                <a:cs typeface="+mj-cs"/>
              </a:rPr>
              <a:t>可以识别的符号</a:t>
            </a:r>
            <a:r>
              <a:rPr lang="zh-CN" altLang="en-US" sz="2400" spc="300" dirty="0">
                <a:solidFill>
                  <a:schemeClr val="tx1">
                    <a:lumMod val="75000"/>
                    <a:lumOff val="25000"/>
                  </a:schemeClr>
                </a:solidFill>
                <a:latin typeface="微软雅黑" panose="020B0503020204020204" pitchFamily="34" charset="-122"/>
                <a:ea typeface="微软雅黑" panose="020B0503020204020204" pitchFamily="34" charset="-122"/>
                <a:cs typeface="+mj-cs"/>
              </a:rPr>
              <a:t>。</a:t>
            </a:r>
            <a:endParaRPr lang="zh-CN" altLang="en-US" sz="2400" spc="300" dirty="0">
              <a:solidFill>
                <a:schemeClr val="tx1">
                  <a:lumMod val="75000"/>
                  <a:lumOff val="25000"/>
                </a:schemeClr>
              </a:solidFill>
              <a:latin typeface="微软雅黑" panose="020B0503020204020204" pitchFamily="34" charset="-122"/>
              <a:ea typeface="微软雅黑" panose="020B0503020204020204" pitchFamily="34" charset="-122"/>
              <a:cs typeface="+mj-cs"/>
            </a:endParaRPr>
          </a:p>
          <a:p>
            <a:pPr indent="720090" algn="l" defTabSz="1218565">
              <a:lnSpc>
                <a:spcPct val="150000"/>
              </a:lnSpc>
              <a:spcBef>
                <a:spcPts val="1200"/>
              </a:spcBef>
            </a:pPr>
            <a:r>
              <a:rPr lang="zh-CN" altLang="en-US" sz="2400" b="1" spc="300" dirty="0" smtClean="0">
                <a:solidFill>
                  <a:schemeClr val="tx1">
                    <a:lumMod val="75000"/>
                    <a:lumOff val="25000"/>
                  </a:schemeClr>
                </a:solidFill>
                <a:latin typeface="微软雅黑" panose="020B0503020204020204" pitchFamily="34" charset="-122"/>
                <a:ea typeface="微软雅黑" panose="020B0503020204020204" pitchFamily="34" charset="-122"/>
                <a:cs typeface="+mj-cs"/>
                <a:sym typeface="+mn-ea"/>
              </a:rPr>
              <a:t>信息</a:t>
            </a:r>
            <a:r>
              <a:rPr lang="en-US" altLang="zh-CN" sz="2400" spc="300" dirty="0" smtClean="0">
                <a:solidFill>
                  <a:schemeClr val="tx1">
                    <a:lumMod val="75000"/>
                    <a:lumOff val="25000"/>
                  </a:schemeClr>
                </a:solidFill>
                <a:latin typeface="微软雅黑" panose="020B0503020204020204" pitchFamily="34" charset="-122"/>
                <a:ea typeface="微软雅黑" panose="020B0503020204020204" pitchFamily="34" charset="-122"/>
                <a:cs typeface="+mj-cs"/>
                <a:sym typeface="+mn-ea"/>
              </a:rPr>
              <a:t>(information)</a:t>
            </a:r>
            <a:r>
              <a:rPr lang="zh-CN" altLang="en-US" sz="2400" spc="300" dirty="0" smtClean="0">
                <a:solidFill>
                  <a:schemeClr val="tx1">
                    <a:lumMod val="75000"/>
                    <a:lumOff val="25000"/>
                  </a:schemeClr>
                </a:solidFill>
                <a:latin typeface="微软雅黑" panose="020B0503020204020204" pitchFamily="34" charset="-122"/>
                <a:ea typeface="微软雅黑" panose="020B0503020204020204" pitchFamily="34" charset="-122"/>
                <a:cs typeface="+mj-cs"/>
                <a:sym typeface="+mn-ea"/>
              </a:rPr>
              <a:t>是数据中所包含的意义，是</a:t>
            </a:r>
            <a:r>
              <a:rPr lang="zh-CN" altLang="en-US" sz="2400" b="1" spc="300" dirty="0" smtClean="0">
                <a:solidFill>
                  <a:schemeClr val="tx1">
                    <a:lumMod val="75000"/>
                    <a:lumOff val="25000"/>
                  </a:schemeClr>
                </a:solidFill>
                <a:latin typeface="微软雅黑" panose="020B0503020204020204" pitchFamily="34" charset="-122"/>
                <a:ea typeface="微软雅黑" panose="020B0503020204020204" pitchFamily="34" charset="-122"/>
                <a:cs typeface="+mj-cs"/>
                <a:sym typeface="+mn-ea"/>
              </a:rPr>
              <a:t>对数据进行加工的结果</a:t>
            </a:r>
            <a:r>
              <a:rPr lang="zh-CN" altLang="en-US" sz="2400" spc="300" dirty="0">
                <a:solidFill>
                  <a:schemeClr val="tx1">
                    <a:lumMod val="75000"/>
                    <a:lumOff val="25000"/>
                  </a:schemeClr>
                </a:solidFill>
                <a:latin typeface="微软雅黑" panose="020B0503020204020204" pitchFamily="34" charset="-122"/>
                <a:ea typeface="微软雅黑" panose="020B0503020204020204" pitchFamily="34" charset="-122"/>
                <a:cs typeface="+mj-cs"/>
                <a:sym typeface="+mn-ea"/>
              </a:rPr>
              <a:t>。</a:t>
            </a:r>
            <a:endParaRPr lang="zh-CN" altLang="en-US" sz="2400" spc="300" dirty="0">
              <a:solidFill>
                <a:schemeClr val="tx1">
                  <a:lumMod val="75000"/>
                  <a:lumOff val="25000"/>
                </a:schemeClr>
              </a:solidFill>
              <a:latin typeface="微软雅黑" panose="020B0503020204020204" pitchFamily="34" charset="-122"/>
              <a:ea typeface="微软雅黑" panose="020B0503020204020204" pitchFamily="34" charset="-122"/>
              <a:cs typeface="+mj-cs"/>
              <a:sym typeface="+mn-ea"/>
            </a:endParaRPr>
          </a:p>
          <a:p>
            <a:pPr indent="720090" algn="l" defTabSz="1218565">
              <a:lnSpc>
                <a:spcPct val="150000"/>
              </a:lnSpc>
              <a:spcBef>
                <a:spcPts val="1200"/>
              </a:spcBef>
            </a:pPr>
            <a:r>
              <a:rPr lang="zh-CN" altLang="en-US" sz="2400" b="1" spc="300" dirty="0">
                <a:solidFill>
                  <a:schemeClr val="tx1">
                    <a:lumMod val="75000"/>
                    <a:lumOff val="25000"/>
                  </a:schemeClr>
                </a:solidFill>
                <a:latin typeface="微软雅黑" panose="020B0503020204020204" pitchFamily="34" charset="-122"/>
                <a:ea typeface="微软雅黑" panose="020B0503020204020204" pitchFamily="34" charset="-122"/>
                <a:cs typeface="+mj-cs"/>
              </a:rPr>
              <a:t>知识</a:t>
            </a:r>
            <a:r>
              <a:rPr lang="zh-CN" altLang="en-US" sz="2400" spc="300" dirty="0">
                <a:solidFill>
                  <a:schemeClr val="tx1">
                    <a:lumMod val="75000"/>
                    <a:lumOff val="25000"/>
                  </a:schemeClr>
                </a:solidFill>
                <a:latin typeface="微软雅黑" panose="020B0503020204020204" pitchFamily="34" charset="-122"/>
                <a:ea typeface="微软雅黑" panose="020B0503020204020204" pitchFamily="34" charset="-122"/>
                <a:cs typeface="+mj-cs"/>
              </a:rPr>
              <a:t>（</a:t>
            </a:r>
            <a:r>
              <a:rPr lang="en-US" altLang="zh-CN" sz="2400" spc="300" dirty="0">
                <a:solidFill>
                  <a:schemeClr val="tx1">
                    <a:lumMod val="75000"/>
                    <a:lumOff val="25000"/>
                  </a:schemeClr>
                </a:solidFill>
                <a:latin typeface="微软雅黑" panose="020B0503020204020204" pitchFamily="34" charset="-122"/>
                <a:ea typeface="微软雅黑" panose="020B0503020204020204" pitchFamily="34" charset="-122"/>
                <a:cs typeface="+mj-cs"/>
              </a:rPr>
              <a:t>knowledge</a:t>
            </a:r>
            <a:r>
              <a:rPr lang="zh-CN" altLang="en-US" sz="2400" spc="300" dirty="0">
                <a:solidFill>
                  <a:schemeClr val="tx1">
                    <a:lumMod val="75000"/>
                    <a:lumOff val="25000"/>
                  </a:schemeClr>
                </a:solidFill>
                <a:latin typeface="微软雅黑" panose="020B0503020204020204" pitchFamily="34" charset="-122"/>
                <a:ea typeface="微软雅黑" panose="020B0503020204020204" pitchFamily="34" charset="-122"/>
                <a:cs typeface="+mj-cs"/>
              </a:rPr>
              <a:t>）是人们在该改造世界的实践活动中所获取的可用于指导实践的认识、规律和体验，是归纳提炼出来的</a:t>
            </a:r>
            <a:r>
              <a:rPr lang="zh-CN" altLang="en-US" sz="2400" b="1" spc="300" dirty="0">
                <a:solidFill>
                  <a:schemeClr val="tx1">
                    <a:lumMod val="75000"/>
                    <a:lumOff val="25000"/>
                  </a:schemeClr>
                </a:solidFill>
                <a:latin typeface="微软雅黑" panose="020B0503020204020204" pitchFamily="34" charset="-122"/>
                <a:ea typeface="微软雅黑" panose="020B0503020204020204" pitchFamily="34" charset="-122"/>
                <a:cs typeface="+mj-cs"/>
              </a:rPr>
              <a:t>有价值的信息。</a:t>
            </a:r>
            <a:endParaRPr lang="zh-CN" altLang="en-US" sz="2400" b="1" spc="300" dirty="0">
              <a:solidFill>
                <a:schemeClr val="tx1">
                  <a:lumMod val="75000"/>
                  <a:lumOff val="25000"/>
                </a:schemeClr>
              </a:solidFill>
              <a:latin typeface="微软雅黑" panose="020B0503020204020204" pitchFamily="34" charset="-122"/>
              <a:ea typeface="微软雅黑" panose="020B0503020204020204" pitchFamily="34" charset="-122"/>
              <a:cs typeface="+mj-cs"/>
            </a:endParaRPr>
          </a:p>
        </p:txBody>
      </p:sp>
    </p:spTree>
    <p:custDataLst>
      <p:tags r:id="rId9"/>
    </p:custDataLst>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矩形 74"/>
          <p:cNvSpPr/>
          <p:nvPr>
            <p:custDataLst>
              <p:tags r:id="rId1"/>
            </p:custDataLst>
          </p:nvPr>
        </p:nvSpPr>
        <p:spPr bwMode="auto">
          <a:xfrm>
            <a:off x="4628515" y="1870144"/>
            <a:ext cx="3055662" cy="4331265"/>
          </a:xfrm>
          <a:prstGeom prst="rect">
            <a:avLst/>
          </a:prstGeom>
          <a:solidFill>
            <a:schemeClr val="tx2">
              <a:lumMod val="20000"/>
              <a:lumOff val="80000"/>
            </a:schemeClr>
          </a:solidFill>
          <a:ln w="57150">
            <a:solidFill>
              <a:schemeClr val="bg1"/>
            </a:solidFill>
            <a:round/>
          </a:ln>
          <a:effectLst/>
        </p:spPr>
        <p:txBody>
          <a:bodyPr vert="horz" wrap="square" lIns="91440" tIns="0" rIns="91440" bIns="1260000" anchor="b" anchorCtr="1" compatLnSpc="1">
            <a:normAutofit/>
          </a:bodyPr>
          <a:lstStyle/>
          <a:p>
            <a:pPr algn="ctr">
              <a:lnSpc>
                <a:spcPct val="120000"/>
              </a:lnSpc>
            </a:pPr>
            <a:endParaRPr lang="zh-CN" altLang="en-US" sz="120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76" name="任意多边形 6"/>
          <p:cNvSpPr/>
          <p:nvPr>
            <p:custDataLst>
              <p:tags r:id="rId2"/>
            </p:custDataLst>
          </p:nvPr>
        </p:nvSpPr>
        <p:spPr bwMode="auto">
          <a:xfrm>
            <a:off x="7681661" y="740467"/>
            <a:ext cx="272984" cy="1585070"/>
          </a:xfrm>
          <a:custGeom>
            <a:avLst/>
            <a:gdLst/>
            <a:ahLst/>
            <a:cxnLst>
              <a:cxn ang="0">
                <a:pos x="54" y="575"/>
              </a:cxn>
              <a:cxn ang="0">
                <a:pos x="54" y="0"/>
              </a:cxn>
              <a:cxn ang="0">
                <a:pos x="0" y="10"/>
              </a:cxn>
              <a:cxn ang="0">
                <a:pos x="0" y="627"/>
              </a:cxn>
              <a:cxn ang="0">
                <a:pos x="54" y="617"/>
              </a:cxn>
              <a:cxn ang="0">
                <a:pos x="54" y="617"/>
              </a:cxn>
              <a:cxn ang="0">
                <a:pos x="80" y="586"/>
              </a:cxn>
              <a:cxn ang="0">
                <a:pos x="54" y="575"/>
              </a:cxn>
            </a:cxnLst>
            <a:rect l="0" t="0" r="r" b="b"/>
            <a:pathLst>
              <a:path w="81" h="627">
                <a:moveTo>
                  <a:pt x="54" y="575"/>
                </a:moveTo>
                <a:cubicBezTo>
                  <a:pt x="54" y="0"/>
                  <a:pt x="54" y="0"/>
                  <a:pt x="54" y="0"/>
                </a:cubicBezTo>
                <a:cubicBezTo>
                  <a:pt x="0" y="10"/>
                  <a:pt x="0" y="10"/>
                  <a:pt x="0" y="10"/>
                </a:cubicBezTo>
                <a:cubicBezTo>
                  <a:pt x="0" y="627"/>
                  <a:pt x="0" y="627"/>
                  <a:pt x="0" y="627"/>
                </a:cubicBezTo>
                <a:cubicBezTo>
                  <a:pt x="54" y="617"/>
                  <a:pt x="54" y="617"/>
                  <a:pt x="54" y="617"/>
                </a:cubicBezTo>
                <a:cubicBezTo>
                  <a:pt x="54" y="617"/>
                  <a:pt x="54" y="617"/>
                  <a:pt x="54" y="617"/>
                </a:cubicBezTo>
                <a:cubicBezTo>
                  <a:pt x="54" y="617"/>
                  <a:pt x="81" y="612"/>
                  <a:pt x="80" y="586"/>
                </a:cubicBezTo>
                <a:cubicBezTo>
                  <a:pt x="79" y="567"/>
                  <a:pt x="54" y="575"/>
                  <a:pt x="54" y="575"/>
                </a:cubicBezTo>
                <a:close/>
              </a:path>
            </a:pathLst>
          </a:custGeom>
          <a:solidFill>
            <a:schemeClr val="accent3">
              <a:lumMod val="75000"/>
            </a:schemeClr>
          </a:solidFill>
          <a:ln w="9525">
            <a:noFill/>
            <a:round/>
          </a:ln>
        </p:spPr>
        <p:txBody>
          <a:bodyPr anchor="ctr"/>
          <a:lstStyle/>
          <a:p>
            <a:pPr algn="ctr">
              <a:lnSpc>
                <a:spcPct val="120000"/>
              </a:lnSpc>
            </a:pPr>
            <a:endParaRPr sz="1800" dirty="0">
              <a:latin typeface="微软雅黑" panose="020B0503020204020204" pitchFamily="34" charset="-122"/>
              <a:ea typeface="微软雅黑" panose="020B0503020204020204" pitchFamily="34" charset="-122"/>
            </a:endParaRPr>
          </a:p>
        </p:txBody>
      </p:sp>
      <p:sp>
        <p:nvSpPr>
          <p:cNvPr id="77" name="任意多边形 7"/>
          <p:cNvSpPr/>
          <p:nvPr>
            <p:custDataLst>
              <p:tags r:id="rId3"/>
            </p:custDataLst>
          </p:nvPr>
        </p:nvSpPr>
        <p:spPr bwMode="auto">
          <a:xfrm>
            <a:off x="4631031" y="613410"/>
            <a:ext cx="3321098" cy="2053042"/>
          </a:xfrm>
          <a:custGeom>
            <a:avLst/>
            <a:gdLst/>
            <a:ahLst/>
            <a:cxnLst>
              <a:cxn ang="0">
                <a:pos x="954" y="8"/>
              </a:cxn>
              <a:cxn ang="0">
                <a:pos x="954" y="8"/>
              </a:cxn>
              <a:cxn ang="0">
                <a:pos x="0" y="196"/>
              </a:cxn>
              <a:cxn ang="0">
                <a:pos x="0" y="813"/>
              </a:cxn>
              <a:cxn ang="0">
                <a:pos x="954" y="625"/>
              </a:cxn>
              <a:cxn ang="0">
                <a:pos x="980" y="636"/>
              </a:cxn>
              <a:cxn ang="0">
                <a:pos x="980" y="19"/>
              </a:cxn>
              <a:cxn ang="0">
                <a:pos x="954" y="8"/>
              </a:cxn>
            </a:cxnLst>
            <a:rect l="0" t="0" r="r" b="b"/>
            <a:pathLst>
              <a:path w="980" h="813">
                <a:moveTo>
                  <a:pt x="954" y="8"/>
                </a:moveTo>
                <a:cubicBezTo>
                  <a:pt x="954" y="8"/>
                  <a:pt x="954" y="8"/>
                  <a:pt x="954" y="8"/>
                </a:cubicBezTo>
                <a:cubicBezTo>
                  <a:pt x="0" y="196"/>
                  <a:pt x="0" y="196"/>
                  <a:pt x="0" y="196"/>
                </a:cubicBezTo>
                <a:cubicBezTo>
                  <a:pt x="0" y="813"/>
                  <a:pt x="0" y="813"/>
                  <a:pt x="0" y="813"/>
                </a:cubicBezTo>
                <a:cubicBezTo>
                  <a:pt x="954" y="625"/>
                  <a:pt x="954" y="625"/>
                  <a:pt x="954" y="625"/>
                </a:cubicBezTo>
                <a:cubicBezTo>
                  <a:pt x="954" y="625"/>
                  <a:pt x="979" y="617"/>
                  <a:pt x="980" y="636"/>
                </a:cubicBezTo>
                <a:cubicBezTo>
                  <a:pt x="980" y="19"/>
                  <a:pt x="980" y="19"/>
                  <a:pt x="980" y="19"/>
                </a:cubicBezTo>
                <a:cubicBezTo>
                  <a:pt x="979" y="0"/>
                  <a:pt x="954" y="8"/>
                  <a:pt x="954" y="8"/>
                </a:cubicBezTo>
                <a:close/>
              </a:path>
            </a:pathLst>
          </a:custGeom>
          <a:solidFill>
            <a:schemeClr val="accent3"/>
          </a:solidFill>
          <a:ln w="9525">
            <a:noFill/>
            <a:round/>
          </a:ln>
        </p:spPr>
        <p:txBody>
          <a:bodyPr anchor="ctr"/>
          <a:lstStyle/>
          <a:p>
            <a:pPr algn="ctr">
              <a:lnSpc>
                <a:spcPct val="120000"/>
              </a:lnSpc>
            </a:pPr>
            <a:endParaRPr sz="1800" dirty="0">
              <a:latin typeface="微软雅黑" panose="020B0503020204020204" pitchFamily="34" charset="-122"/>
              <a:ea typeface="微软雅黑" panose="020B0503020204020204" pitchFamily="34" charset="-122"/>
            </a:endParaRPr>
          </a:p>
        </p:txBody>
      </p:sp>
      <p:sp>
        <p:nvSpPr>
          <p:cNvPr id="78" name="任意多边形 8"/>
          <p:cNvSpPr/>
          <p:nvPr>
            <p:custDataLst>
              <p:tags r:id="rId4"/>
            </p:custDataLst>
          </p:nvPr>
        </p:nvSpPr>
        <p:spPr bwMode="auto">
          <a:xfrm>
            <a:off x="7681661" y="4828940"/>
            <a:ext cx="272984" cy="330852"/>
          </a:xfrm>
          <a:custGeom>
            <a:avLst/>
            <a:gdLst/>
            <a:ahLst/>
            <a:cxnLst>
              <a:cxn ang="0">
                <a:pos x="54" y="79"/>
              </a:cxn>
              <a:cxn ang="0">
                <a:pos x="54" y="0"/>
              </a:cxn>
              <a:cxn ang="0">
                <a:pos x="0" y="10"/>
              </a:cxn>
              <a:cxn ang="0">
                <a:pos x="0" y="131"/>
              </a:cxn>
              <a:cxn ang="0">
                <a:pos x="54" y="121"/>
              </a:cxn>
              <a:cxn ang="0">
                <a:pos x="54" y="121"/>
              </a:cxn>
              <a:cxn ang="0">
                <a:pos x="80" y="90"/>
              </a:cxn>
              <a:cxn ang="0">
                <a:pos x="54" y="79"/>
              </a:cxn>
            </a:cxnLst>
            <a:rect l="0" t="0" r="r" b="b"/>
            <a:pathLst>
              <a:path w="81" h="131">
                <a:moveTo>
                  <a:pt x="54" y="79"/>
                </a:moveTo>
                <a:cubicBezTo>
                  <a:pt x="54" y="0"/>
                  <a:pt x="54" y="0"/>
                  <a:pt x="54" y="0"/>
                </a:cubicBezTo>
                <a:cubicBezTo>
                  <a:pt x="0" y="10"/>
                  <a:pt x="0" y="10"/>
                  <a:pt x="0" y="10"/>
                </a:cubicBezTo>
                <a:cubicBezTo>
                  <a:pt x="0" y="131"/>
                  <a:pt x="0" y="131"/>
                  <a:pt x="0" y="131"/>
                </a:cubicBezTo>
                <a:cubicBezTo>
                  <a:pt x="54" y="121"/>
                  <a:pt x="54" y="121"/>
                  <a:pt x="54" y="121"/>
                </a:cubicBezTo>
                <a:cubicBezTo>
                  <a:pt x="54" y="121"/>
                  <a:pt x="54" y="121"/>
                  <a:pt x="54" y="121"/>
                </a:cubicBezTo>
                <a:cubicBezTo>
                  <a:pt x="54" y="121"/>
                  <a:pt x="81" y="116"/>
                  <a:pt x="80" y="90"/>
                </a:cubicBezTo>
                <a:cubicBezTo>
                  <a:pt x="79" y="71"/>
                  <a:pt x="54" y="79"/>
                  <a:pt x="54" y="79"/>
                </a:cubicBezTo>
                <a:close/>
              </a:path>
            </a:pathLst>
          </a:custGeom>
          <a:solidFill>
            <a:schemeClr val="accent3">
              <a:lumMod val="75000"/>
            </a:schemeClr>
          </a:solidFill>
          <a:ln w="9525">
            <a:noFill/>
            <a:round/>
          </a:ln>
        </p:spPr>
        <p:txBody>
          <a:bodyPr anchor="ctr"/>
          <a:lstStyle/>
          <a:p>
            <a:pPr algn="ctr">
              <a:lnSpc>
                <a:spcPct val="120000"/>
              </a:lnSpc>
            </a:pPr>
            <a:endParaRPr sz="1800" dirty="0">
              <a:latin typeface="微软雅黑" panose="020B0503020204020204" pitchFamily="34" charset="-122"/>
              <a:ea typeface="微软雅黑" panose="020B0503020204020204" pitchFamily="34" charset="-122"/>
            </a:endParaRPr>
          </a:p>
        </p:txBody>
      </p:sp>
      <p:sp>
        <p:nvSpPr>
          <p:cNvPr id="79" name="任意多边形 9"/>
          <p:cNvSpPr/>
          <p:nvPr>
            <p:custDataLst>
              <p:tags r:id="rId5"/>
            </p:custDataLst>
          </p:nvPr>
        </p:nvSpPr>
        <p:spPr bwMode="auto">
          <a:xfrm>
            <a:off x="4631031" y="4701883"/>
            <a:ext cx="3321098" cy="801341"/>
          </a:xfrm>
          <a:custGeom>
            <a:avLst/>
            <a:gdLst/>
            <a:ahLst/>
            <a:cxnLst>
              <a:cxn ang="0">
                <a:pos x="954" y="8"/>
              </a:cxn>
              <a:cxn ang="0">
                <a:pos x="954" y="8"/>
              </a:cxn>
              <a:cxn ang="0">
                <a:pos x="0" y="196"/>
              </a:cxn>
              <a:cxn ang="0">
                <a:pos x="0" y="317"/>
              </a:cxn>
              <a:cxn ang="0">
                <a:pos x="954" y="129"/>
              </a:cxn>
              <a:cxn ang="0">
                <a:pos x="980" y="140"/>
              </a:cxn>
              <a:cxn ang="0">
                <a:pos x="980" y="19"/>
              </a:cxn>
              <a:cxn ang="0">
                <a:pos x="954" y="8"/>
              </a:cxn>
            </a:cxnLst>
            <a:rect l="0" t="0" r="r" b="b"/>
            <a:pathLst>
              <a:path w="980" h="317">
                <a:moveTo>
                  <a:pt x="954" y="8"/>
                </a:moveTo>
                <a:cubicBezTo>
                  <a:pt x="954" y="8"/>
                  <a:pt x="954" y="8"/>
                  <a:pt x="954" y="8"/>
                </a:cubicBezTo>
                <a:cubicBezTo>
                  <a:pt x="0" y="196"/>
                  <a:pt x="0" y="196"/>
                  <a:pt x="0" y="196"/>
                </a:cubicBezTo>
                <a:cubicBezTo>
                  <a:pt x="0" y="317"/>
                  <a:pt x="0" y="317"/>
                  <a:pt x="0" y="317"/>
                </a:cubicBezTo>
                <a:cubicBezTo>
                  <a:pt x="954" y="129"/>
                  <a:pt x="954" y="129"/>
                  <a:pt x="954" y="129"/>
                </a:cubicBezTo>
                <a:cubicBezTo>
                  <a:pt x="954" y="129"/>
                  <a:pt x="979" y="121"/>
                  <a:pt x="980" y="140"/>
                </a:cubicBezTo>
                <a:cubicBezTo>
                  <a:pt x="980" y="19"/>
                  <a:pt x="980" y="19"/>
                  <a:pt x="980" y="19"/>
                </a:cubicBezTo>
                <a:cubicBezTo>
                  <a:pt x="979" y="0"/>
                  <a:pt x="954" y="8"/>
                  <a:pt x="954" y="8"/>
                </a:cubicBezTo>
                <a:close/>
              </a:path>
            </a:pathLst>
          </a:custGeom>
          <a:solidFill>
            <a:schemeClr val="accent3"/>
          </a:solidFill>
          <a:ln w="9525">
            <a:noFill/>
            <a:round/>
          </a:ln>
        </p:spPr>
        <p:txBody>
          <a:bodyPr anchor="ctr"/>
          <a:lstStyle/>
          <a:p>
            <a:pPr algn="ctr">
              <a:lnSpc>
                <a:spcPct val="120000"/>
              </a:lnSpc>
            </a:pPr>
            <a:endParaRPr sz="1800" dirty="0">
              <a:latin typeface="微软雅黑" panose="020B0503020204020204" pitchFamily="34" charset="-122"/>
              <a:ea typeface="微软雅黑" panose="020B0503020204020204" pitchFamily="34" charset="-122"/>
            </a:endParaRPr>
          </a:p>
        </p:txBody>
      </p:sp>
      <p:sp>
        <p:nvSpPr>
          <p:cNvPr id="80" name="任意多边形 10"/>
          <p:cNvSpPr/>
          <p:nvPr>
            <p:custDataLst>
              <p:tags r:id="rId6"/>
            </p:custDataLst>
          </p:nvPr>
        </p:nvSpPr>
        <p:spPr bwMode="auto">
          <a:xfrm>
            <a:off x="7681661" y="5262947"/>
            <a:ext cx="272984" cy="330852"/>
          </a:xfrm>
          <a:custGeom>
            <a:avLst/>
            <a:gdLst/>
            <a:ahLst/>
            <a:cxnLst>
              <a:cxn ang="0">
                <a:pos x="54" y="79"/>
              </a:cxn>
              <a:cxn ang="0">
                <a:pos x="54" y="0"/>
              </a:cxn>
              <a:cxn ang="0">
                <a:pos x="0" y="10"/>
              </a:cxn>
              <a:cxn ang="0">
                <a:pos x="0" y="131"/>
              </a:cxn>
              <a:cxn ang="0">
                <a:pos x="54" y="121"/>
              </a:cxn>
              <a:cxn ang="0">
                <a:pos x="54" y="121"/>
              </a:cxn>
              <a:cxn ang="0">
                <a:pos x="80" y="90"/>
              </a:cxn>
              <a:cxn ang="0">
                <a:pos x="54" y="79"/>
              </a:cxn>
            </a:cxnLst>
            <a:rect l="0" t="0" r="r" b="b"/>
            <a:pathLst>
              <a:path w="81" h="131">
                <a:moveTo>
                  <a:pt x="54" y="79"/>
                </a:moveTo>
                <a:cubicBezTo>
                  <a:pt x="54" y="0"/>
                  <a:pt x="54" y="0"/>
                  <a:pt x="54" y="0"/>
                </a:cubicBezTo>
                <a:cubicBezTo>
                  <a:pt x="0" y="10"/>
                  <a:pt x="0" y="10"/>
                  <a:pt x="0" y="10"/>
                </a:cubicBezTo>
                <a:cubicBezTo>
                  <a:pt x="0" y="131"/>
                  <a:pt x="0" y="131"/>
                  <a:pt x="0" y="131"/>
                </a:cubicBezTo>
                <a:cubicBezTo>
                  <a:pt x="54" y="121"/>
                  <a:pt x="54" y="121"/>
                  <a:pt x="54" y="121"/>
                </a:cubicBezTo>
                <a:cubicBezTo>
                  <a:pt x="54" y="121"/>
                  <a:pt x="54" y="121"/>
                  <a:pt x="54" y="121"/>
                </a:cubicBezTo>
                <a:cubicBezTo>
                  <a:pt x="54" y="121"/>
                  <a:pt x="81" y="116"/>
                  <a:pt x="80" y="90"/>
                </a:cubicBezTo>
                <a:cubicBezTo>
                  <a:pt x="79" y="71"/>
                  <a:pt x="54" y="79"/>
                  <a:pt x="54" y="79"/>
                </a:cubicBezTo>
                <a:close/>
              </a:path>
            </a:pathLst>
          </a:custGeom>
          <a:solidFill>
            <a:schemeClr val="accent3">
              <a:lumMod val="75000"/>
            </a:schemeClr>
          </a:solidFill>
          <a:ln w="9525">
            <a:noFill/>
            <a:round/>
          </a:ln>
        </p:spPr>
        <p:txBody>
          <a:bodyPr anchor="ctr"/>
          <a:lstStyle/>
          <a:p>
            <a:pPr algn="ctr">
              <a:lnSpc>
                <a:spcPct val="120000"/>
              </a:lnSpc>
            </a:pPr>
            <a:endParaRPr sz="1800" dirty="0">
              <a:latin typeface="微软雅黑" panose="020B0503020204020204" pitchFamily="34" charset="-122"/>
              <a:ea typeface="微软雅黑" panose="020B0503020204020204" pitchFamily="34" charset="-122"/>
            </a:endParaRPr>
          </a:p>
        </p:txBody>
      </p:sp>
      <p:sp>
        <p:nvSpPr>
          <p:cNvPr id="81" name="任意多边形 11"/>
          <p:cNvSpPr/>
          <p:nvPr>
            <p:custDataLst>
              <p:tags r:id="rId7"/>
            </p:custDataLst>
          </p:nvPr>
        </p:nvSpPr>
        <p:spPr bwMode="auto">
          <a:xfrm>
            <a:off x="4631031" y="5135890"/>
            <a:ext cx="3321098" cy="801341"/>
          </a:xfrm>
          <a:custGeom>
            <a:avLst/>
            <a:gdLst/>
            <a:ahLst/>
            <a:cxnLst>
              <a:cxn ang="0">
                <a:pos x="954" y="8"/>
              </a:cxn>
              <a:cxn ang="0">
                <a:pos x="954" y="8"/>
              </a:cxn>
              <a:cxn ang="0">
                <a:pos x="0" y="196"/>
              </a:cxn>
              <a:cxn ang="0">
                <a:pos x="0" y="317"/>
              </a:cxn>
              <a:cxn ang="0">
                <a:pos x="954" y="129"/>
              </a:cxn>
              <a:cxn ang="0">
                <a:pos x="980" y="140"/>
              </a:cxn>
              <a:cxn ang="0">
                <a:pos x="980" y="19"/>
              </a:cxn>
              <a:cxn ang="0">
                <a:pos x="954" y="8"/>
              </a:cxn>
            </a:cxnLst>
            <a:rect l="0" t="0" r="r" b="b"/>
            <a:pathLst>
              <a:path w="980" h="317">
                <a:moveTo>
                  <a:pt x="954" y="8"/>
                </a:moveTo>
                <a:cubicBezTo>
                  <a:pt x="954" y="8"/>
                  <a:pt x="954" y="8"/>
                  <a:pt x="954" y="8"/>
                </a:cubicBezTo>
                <a:cubicBezTo>
                  <a:pt x="0" y="196"/>
                  <a:pt x="0" y="196"/>
                  <a:pt x="0" y="196"/>
                </a:cubicBezTo>
                <a:cubicBezTo>
                  <a:pt x="0" y="317"/>
                  <a:pt x="0" y="317"/>
                  <a:pt x="0" y="317"/>
                </a:cubicBezTo>
                <a:cubicBezTo>
                  <a:pt x="954" y="129"/>
                  <a:pt x="954" y="129"/>
                  <a:pt x="954" y="129"/>
                </a:cubicBezTo>
                <a:cubicBezTo>
                  <a:pt x="954" y="129"/>
                  <a:pt x="979" y="121"/>
                  <a:pt x="980" y="140"/>
                </a:cubicBezTo>
                <a:cubicBezTo>
                  <a:pt x="980" y="19"/>
                  <a:pt x="980" y="19"/>
                  <a:pt x="980" y="19"/>
                </a:cubicBezTo>
                <a:cubicBezTo>
                  <a:pt x="979" y="0"/>
                  <a:pt x="954" y="8"/>
                  <a:pt x="954" y="8"/>
                </a:cubicBezTo>
                <a:close/>
              </a:path>
            </a:pathLst>
          </a:custGeom>
          <a:solidFill>
            <a:schemeClr val="accent3"/>
          </a:solidFill>
          <a:ln w="9525">
            <a:noFill/>
            <a:round/>
          </a:ln>
        </p:spPr>
        <p:txBody>
          <a:bodyPr anchor="ctr"/>
          <a:lstStyle/>
          <a:p>
            <a:pPr algn="ctr">
              <a:lnSpc>
                <a:spcPct val="120000"/>
              </a:lnSpc>
            </a:pPr>
            <a:endParaRPr sz="1800" dirty="0">
              <a:latin typeface="微软雅黑" panose="020B0503020204020204" pitchFamily="34" charset="-122"/>
              <a:ea typeface="微软雅黑" panose="020B0503020204020204" pitchFamily="34" charset="-122"/>
            </a:endParaRPr>
          </a:p>
        </p:txBody>
      </p:sp>
      <p:sp>
        <p:nvSpPr>
          <p:cNvPr id="82" name="椭圆 81"/>
          <p:cNvSpPr/>
          <p:nvPr>
            <p:custDataLst>
              <p:tags r:id="rId8"/>
            </p:custDataLst>
          </p:nvPr>
        </p:nvSpPr>
        <p:spPr bwMode="auto">
          <a:xfrm>
            <a:off x="5745612" y="1158120"/>
            <a:ext cx="1093195" cy="1016457"/>
          </a:xfrm>
          <a:prstGeom prst="ellipse">
            <a:avLst/>
          </a:prstGeom>
          <a:solidFill>
            <a:schemeClr val="bg1"/>
          </a:solidFill>
          <a:ln w="19050">
            <a:solidFill>
              <a:schemeClr val="accent3">
                <a:lumMod val="75000"/>
              </a:schemeClr>
            </a:solidFill>
            <a:round/>
          </a:ln>
        </p:spPr>
        <p:txBody>
          <a:bodyPr anchor="ctr"/>
          <a:lstStyle/>
          <a:p>
            <a:pPr algn="ctr">
              <a:lnSpc>
                <a:spcPct val="120000"/>
              </a:lnSpc>
            </a:pPr>
            <a:endParaRPr sz="1800" dirty="0">
              <a:latin typeface="微软雅黑" panose="020B0503020204020204" pitchFamily="34" charset="-122"/>
              <a:ea typeface="微软雅黑" panose="020B0503020204020204" pitchFamily="34" charset="-122"/>
            </a:endParaRPr>
          </a:p>
        </p:txBody>
      </p:sp>
      <p:sp>
        <p:nvSpPr>
          <p:cNvPr id="83" name="任意多边形 13"/>
          <p:cNvSpPr/>
          <p:nvPr>
            <p:custDataLst>
              <p:tags r:id="rId9"/>
            </p:custDataLst>
          </p:nvPr>
        </p:nvSpPr>
        <p:spPr bwMode="auto">
          <a:xfrm>
            <a:off x="6000984" y="1375753"/>
            <a:ext cx="579934" cy="587482"/>
          </a:xfrm>
          <a:custGeom>
            <a:avLst/>
            <a:gdLst>
              <a:gd name="connsiteX0" fmla="*/ 127959 w 398592"/>
              <a:gd name="connsiteY0" fmla="*/ 191264 h 403698"/>
              <a:gd name="connsiteX1" fmla="*/ 146193 w 398592"/>
              <a:gd name="connsiteY1" fmla="*/ 202511 h 403698"/>
              <a:gd name="connsiteX2" fmla="*/ 152271 w 398592"/>
              <a:gd name="connsiteY2" fmla="*/ 213757 h 403698"/>
              <a:gd name="connsiteX3" fmla="*/ 146193 w 398592"/>
              <a:gd name="connsiteY3" fmla="*/ 241873 h 403698"/>
              <a:gd name="connsiteX4" fmla="*/ 146193 w 398592"/>
              <a:gd name="connsiteY4" fmla="*/ 247497 h 403698"/>
              <a:gd name="connsiteX5" fmla="*/ 91491 w 398592"/>
              <a:gd name="connsiteY5" fmla="*/ 298106 h 403698"/>
              <a:gd name="connsiteX6" fmla="*/ 73256 w 398592"/>
              <a:gd name="connsiteY6" fmla="*/ 298106 h 403698"/>
              <a:gd name="connsiteX7" fmla="*/ 73256 w 398592"/>
              <a:gd name="connsiteY7" fmla="*/ 281236 h 403698"/>
              <a:gd name="connsiteX8" fmla="*/ 115803 w 398592"/>
              <a:gd name="connsiteY8" fmla="*/ 230627 h 403698"/>
              <a:gd name="connsiteX9" fmla="*/ 127959 w 398592"/>
              <a:gd name="connsiteY9" fmla="*/ 191264 h 403698"/>
              <a:gd name="connsiteX10" fmla="*/ 314042 w 398592"/>
              <a:gd name="connsiteY10" fmla="*/ 164190 h 403698"/>
              <a:gd name="connsiteX11" fmla="*/ 386514 w 398592"/>
              <a:gd name="connsiteY11" fmla="*/ 164190 h 403698"/>
              <a:gd name="connsiteX12" fmla="*/ 398592 w 398592"/>
              <a:gd name="connsiteY12" fmla="*/ 164190 h 403698"/>
              <a:gd name="connsiteX13" fmla="*/ 398592 w 398592"/>
              <a:gd name="connsiteY13" fmla="*/ 175330 h 403698"/>
              <a:gd name="connsiteX14" fmla="*/ 398592 w 398592"/>
              <a:gd name="connsiteY14" fmla="*/ 236600 h 403698"/>
              <a:gd name="connsiteX15" fmla="*/ 386514 w 398592"/>
              <a:gd name="connsiteY15" fmla="*/ 247739 h 403698"/>
              <a:gd name="connsiteX16" fmla="*/ 374435 w 398592"/>
              <a:gd name="connsiteY16" fmla="*/ 236600 h 403698"/>
              <a:gd name="connsiteX17" fmla="*/ 374435 w 398592"/>
              <a:gd name="connsiteY17" fmla="*/ 203180 h 403698"/>
              <a:gd name="connsiteX18" fmla="*/ 368396 w 398592"/>
              <a:gd name="connsiteY18" fmla="*/ 203180 h 403698"/>
              <a:gd name="connsiteX19" fmla="*/ 205336 w 398592"/>
              <a:gd name="connsiteY19" fmla="*/ 353569 h 403698"/>
              <a:gd name="connsiteX20" fmla="*/ 193257 w 398592"/>
              <a:gd name="connsiteY20" fmla="*/ 359139 h 403698"/>
              <a:gd name="connsiteX21" fmla="*/ 187218 w 398592"/>
              <a:gd name="connsiteY21" fmla="*/ 353569 h 403698"/>
              <a:gd name="connsiteX22" fmla="*/ 144943 w 398592"/>
              <a:gd name="connsiteY22" fmla="*/ 314579 h 403698"/>
              <a:gd name="connsiteX23" fmla="*/ 138904 w 398592"/>
              <a:gd name="connsiteY23" fmla="*/ 314579 h 403698"/>
              <a:gd name="connsiteX24" fmla="*/ 36236 w 398592"/>
              <a:gd name="connsiteY24" fmla="*/ 403698 h 403698"/>
              <a:gd name="connsiteX25" fmla="*/ 0 w 398592"/>
              <a:gd name="connsiteY25" fmla="*/ 403698 h 403698"/>
              <a:gd name="connsiteX26" fmla="*/ 132864 w 398592"/>
              <a:gd name="connsiteY26" fmla="*/ 286729 h 403698"/>
              <a:gd name="connsiteX27" fmla="*/ 138904 w 398592"/>
              <a:gd name="connsiteY27" fmla="*/ 286729 h 403698"/>
              <a:gd name="connsiteX28" fmla="*/ 150982 w 398592"/>
              <a:gd name="connsiteY28" fmla="*/ 286729 h 403698"/>
              <a:gd name="connsiteX29" fmla="*/ 193257 w 398592"/>
              <a:gd name="connsiteY29" fmla="*/ 325719 h 403698"/>
              <a:gd name="connsiteX30" fmla="*/ 193257 w 398592"/>
              <a:gd name="connsiteY30" fmla="*/ 331289 h 403698"/>
              <a:gd name="connsiteX31" fmla="*/ 199296 w 398592"/>
              <a:gd name="connsiteY31" fmla="*/ 325719 h 403698"/>
              <a:gd name="connsiteX32" fmla="*/ 344239 w 398592"/>
              <a:gd name="connsiteY32" fmla="*/ 192040 h 403698"/>
              <a:gd name="connsiteX33" fmla="*/ 344239 w 398592"/>
              <a:gd name="connsiteY33" fmla="*/ 186470 h 403698"/>
              <a:gd name="connsiteX34" fmla="*/ 320082 w 398592"/>
              <a:gd name="connsiteY34" fmla="*/ 186470 h 403698"/>
              <a:gd name="connsiteX35" fmla="*/ 314042 w 398592"/>
              <a:gd name="connsiteY35" fmla="*/ 186470 h 403698"/>
              <a:gd name="connsiteX36" fmla="*/ 308003 w 398592"/>
              <a:gd name="connsiteY36" fmla="*/ 175330 h 403698"/>
              <a:gd name="connsiteX37" fmla="*/ 314042 w 398592"/>
              <a:gd name="connsiteY37" fmla="*/ 164190 h 403698"/>
              <a:gd name="connsiteX38" fmla="*/ 259584 w 398592"/>
              <a:gd name="connsiteY38" fmla="*/ 74634 h 403698"/>
              <a:gd name="connsiteX39" fmla="*/ 277671 w 398592"/>
              <a:gd name="connsiteY39" fmla="*/ 80101 h 403698"/>
              <a:gd name="connsiteX40" fmla="*/ 271642 w 398592"/>
              <a:gd name="connsiteY40" fmla="*/ 96502 h 403698"/>
              <a:gd name="connsiteX41" fmla="*/ 235469 w 398592"/>
              <a:gd name="connsiteY41" fmla="*/ 118370 h 403698"/>
              <a:gd name="connsiteX42" fmla="*/ 223411 w 398592"/>
              <a:gd name="connsiteY42" fmla="*/ 118370 h 403698"/>
              <a:gd name="connsiteX43" fmla="*/ 199295 w 398592"/>
              <a:gd name="connsiteY43" fmla="*/ 112903 h 403698"/>
              <a:gd name="connsiteX44" fmla="*/ 205324 w 398592"/>
              <a:gd name="connsiteY44" fmla="*/ 101969 h 403698"/>
              <a:gd name="connsiteX45" fmla="*/ 199295 w 398592"/>
              <a:gd name="connsiteY45" fmla="*/ 91035 h 403698"/>
              <a:gd name="connsiteX46" fmla="*/ 223411 w 398592"/>
              <a:gd name="connsiteY46" fmla="*/ 96502 h 403698"/>
              <a:gd name="connsiteX47" fmla="*/ 259584 w 398592"/>
              <a:gd name="connsiteY47" fmla="*/ 74634 h 403698"/>
              <a:gd name="connsiteX48" fmla="*/ 109187 w 398592"/>
              <a:gd name="connsiteY48" fmla="*/ 68387 h 403698"/>
              <a:gd name="connsiteX49" fmla="*/ 151823 w 398592"/>
              <a:gd name="connsiteY49" fmla="*/ 68387 h 403698"/>
              <a:gd name="connsiteX50" fmla="*/ 164005 w 398592"/>
              <a:gd name="connsiteY50" fmla="*/ 68387 h 403698"/>
              <a:gd name="connsiteX51" fmla="*/ 176186 w 398592"/>
              <a:gd name="connsiteY51" fmla="*/ 113373 h 403698"/>
              <a:gd name="connsiteX52" fmla="*/ 182277 w 398592"/>
              <a:gd name="connsiteY52" fmla="*/ 85257 h 403698"/>
              <a:gd name="connsiteX53" fmla="*/ 176186 w 398592"/>
              <a:gd name="connsiteY53" fmla="*/ 79633 h 403698"/>
              <a:gd name="connsiteX54" fmla="*/ 182277 w 398592"/>
              <a:gd name="connsiteY54" fmla="*/ 74010 h 403698"/>
              <a:gd name="connsiteX55" fmla="*/ 188368 w 398592"/>
              <a:gd name="connsiteY55" fmla="*/ 79633 h 403698"/>
              <a:gd name="connsiteX56" fmla="*/ 188368 w 398592"/>
              <a:gd name="connsiteY56" fmla="*/ 85257 h 403698"/>
              <a:gd name="connsiteX57" fmla="*/ 182277 w 398592"/>
              <a:gd name="connsiteY57" fmla="*/ 113373 h 403698"/>
              <a:gd name="connsiteX58" fmla="*/ 194459 w 398592"/>
              <a:gd name="connsiteY58" fmla="*/ 85257 h 403698"/>
              <a:gd name="connsiteX59" fmla="*/ 194459 w 398592"/>
              <a:gd name="connsiteY59" fmla="*/ 96503 h 403698"/>
              <a:gd name="connsiteX60" fmla="*/ 176186 w 398592"/>
              <a:gd name="connsiteY60" fmla="*/ 175229 h 403698"/>
              <a:gd name="connsiteX61" fmla="*/ 206640 w 398592"/>
              <a:gd name="connsiteY61" fmla="*/ 208968 h 403698"/>
              <a:gd name="connsiteX62" fmla="*/ 206640 w 398592"/>
              <a:gd name="connsiteY62" fmla="*/ 225838 h 403698"/>
              <a:gd name="connsiteX63" fmla="*/ 200550 w 398592"/>
              <a:gd name="connsiteY63" fmla="*/ 282071 h 403698"/>
              <a:gd name="connsiteX64" fmla="*/ 182277 w 398592"/>
              <a:gd name="connsiteY64" fmla="*/ 293317 h 403698"/>
              <a:gd name="connsiteX65" fmla="*/ 170095 w 398592"/>
              <a:gd name="connsiteY65" fmla="*/ 276447 h 403698"/>
              <a:gd name="connsiteX66" fmla="*/ 176186 w 398592"/>
              <a:gd name="connsiteY66" fmla="*/ 225838 h 403698"/>
              <a:gd name="connsiteX67" fmla="*/ 145732 w 398592"/>
              <a:gd name="connsiteY67" fmla="*/ 192099 h 403698"/>
              <a:gd name="connsiteX68" fmla="*/ 121369 w 398592"/>
              <a:gd name="connsiteY68" fmla="*/ 169606 h 403698"/>
              <a:gd name="connsiteX69" fmla="*/ 115278 w 398592"/>
              <a:gd name="connsiteY69" fmla="*/ 163982 h 403698"/>
              <a:gd name="connsiteX70" fmla="*/ 133550 w 398592"/>
              <a:gd name="connsiteY70" fmla="*/ 96503 h 403698"/>
              <a:gd name="connsiteX71" fmla="*/ 145732 w 398592"/>
              <a:gd name="connsiteY71" fmla="*/ 96503 h 403698"/>
              <a:gd name="connsiteX72" fmla="*/ 115278 w 398592"/>
              <a:gd name="connsiteY72" fmla="*/ 90880 h 403698"/>
              <a:gd name="connsiteX73" fmla="*/ 78733 w 398592"/>
              <a:gd name="connsiteY73" fmla="*/ 118996 h 403698"/>
              <a:gd name="connsiteX74" fmla="*/ 60460 w 398592"/>
              <a:gd name="connsiteY74" fmla="*/ 118996 h 403698"/>
              <a:gd name="connsiteX75" fmla="*/ 60460 w 398592"/>
              <a:gd name="connsiteY75" fmla="*/ 102126 h 403698"/>
              <a:gd name="connsiteX76" fmla="*/ 109187 w 398592"/>
              <a:gd name="connsiteY76" fmla="*/ 68387 h 403698"/>
              <a:gd name="connsiteX77" fmla="*/ 175120 w 398592"/>
              <a:gd name="connsiteY77" fmla="*/ 749 h 403698"/>
              <a:gd name="connsiteX78" fmla="*/ 187852 w 398592"/>
              <a:gd name="connsiteY78" fmla="*/ 1099 h 403698"/>
              <a:gd name="connsiteX79" fmla="*/ 212733 w 398592"/>
              <a:gd name="connsiteY79" fmla="*/ 29135 h 403698"/>
              <a:gd name="connsiteX80" fmla="*/ 187852 w 398592"/>
              <a:gd name="connsiteY80" fmla="*/ 62778 h 403698"/>
              <a:gd name="connsiteX81" fmla="*/ 156750 w 398592"/>
              <a:gd name="connsiteY81" fmla="*/ 29135 h 403698"/>
              <a:gd name="connsiteX82" fmla="*/ 175120 w 398592"/>
              <a:gd name="connsiteY82" fmla="*/ 749 h 4036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398592" h="403698">
                <a:moveTo>
                  <a:pt x="127959" y="191264"/>
                </a:moveTo>
                <a:cubicBezTo>
                  <a:pt x="134037" y="196887"/>
                  <a:pt x="140115" y="196887"/>
                  <a:pt x="146193" y="202511"/>
                </a:cubicBezTo>
                <a:cubicBezTo>
                  <a:pt x="146193" y="202511"/>
                  <a:pt x="152271" y="208134"/>
                  <a:pt x="152271" y="213757"/>
                </a:cubicBezTo>
                <a:cubicBezTo>
                  <a:pt x="152271" y="213757"/>
                  <a:pt x="152271" y="213757"/>
                  <a:pt x="146193" y="241873"/>
                </a:cubicBezTo>
                <a:cubicBezTo>
                  <a:pt x="146193" y="241873"/>
                  <a:pt x="146193" y="247497"/>
                  <a:pt x="146193" y="247497"/>
                </a:cubicBezTo>
                <a:cubicBezTo>
                  <a:pt x="146193" y="247497"/>
                  <a:pt x="146193" y="247497"/>
                  <a:pt x="91491" y="298106"/>
                </a:cubicBezTo>
                <a:cubicBezTo>
                  <a:pt x="85412" y="303729"/>
                  <a:pt x="79334" y="303729"/>
                  <a:pt x="73256" y="298106"/>
                </a:cubicBezTo>
                <a:cubicBezTo>
                  <a:pt x="67178" y="292483"/>
                  <a:pt x="67178" y="286859"/>
                  <a:pt x="73256" y="281236"/>
                </a:cubicBezTo>
                <a:cubicBezTo>
                  <a:pt x="73256" y="281236"/>
                  <a:pt x="73256" y="281236"/>
                  <a:pt x="115803" y="230627"/>
                </a:cubicBezTo>
                <a:cubicBezTo>
                  <a:pt x="115803" y="230627"/>
                  <a:pt x="115803" y="230627"/>
                  <a:pt x="127959" y="191264"/>
                </a:cubicBezTo>
                <a:close/>
                <a:moveTo>
                  <a:pt x="314042" y="164190"/>
                </a:moveTo>
                <a:cubicBezTo>
                  <a:pt x="314042" y="164190"/>
                  <a:pt x="314042" y="164190"/>
                  <a:pt x="386514" y="164190"/>
                </a:cubicBezTo>
                <a:cubicBezTo>
                  <a:pt x="392553" y="164190"/>
                  <a:pt x="392553" y="164190"/>
                  <a:pt x="398592" y="164190"/>
                </a:cubicBezTo>
                <a:cubicBezTo>
                  <a:pt x="398592" y="169760"/>
                  <a:pt x="398592" y="169760"/>
                  <a:pt x="398592" y="175330"/>
                </a:cubicBezTo>
                <a:lnTo>
                  <a:pt x="398592" y="236600"/>
                </a:lnTo>
                <a:cubicBezTo>
                  <a:pt x="398592" y="242169"/>
                  <a:pt x="392553" y="247739"/>
                  <a:pt x="386514" y="247739"/>
                </a:cubicBezTo>
                <a:cubicBezTo>
                  <a:pt x="380474" y="247739"/>
                  <a:pt x="374435" y="242169"/>
                  <a:pt x="374435" y="236600"/>
                </a:cubicBezTo>
                <a:cubicBezTo>
                  <a:pt x="374435" y="236600"/>
                  <a:pt x="374435" y="236600"/>
                  <a:pt x="374435" y="203180"/>
                </a:cubicBezTo>
                <a:cubicBezTo>
                  <a:pt x="374435" y="203180"/>
                  <a:pt x="374435" y="203180"/>
                  <a:pt x="368396" y="203180"/>
                </a:cubicBezTo>
                <a:cubicBezTo>
                  <a:pt x="368396" y="203180"/>
                  <a:pt x="368396" y="203180"/>
                  <a:pt x="205336" y="353569"/>
                </a:cubicBezTo>
                <a:cubicBezTo>
                  <a:pt x="199296" y="359139"/>
                  <a:pt x="199296" y="359139"/>
                  <a:pt x="193257" y="359139"/>
                </a:cubicBezTo>
                <a:cubicBezTo>
                  <a:pt x="193257" y="359139"/>
                  <a:pt x="187218" y="359139"/>
                  <a:pt x="187218" y="353569"/>
                </a:cubicBezTo>
                <a:cubicBezTo>
                  <a:pt x="187218" y="353569"/>
                  <a:pt x="187218" y="353569"/>
                  <a:pt x="144943" y="314579"/>
                </a:cubicBezTo>
                <a:cubicBezTo>
                  <a:pt x="144943" y="314579"/>
                  <a:pt x="144943" y="314579"/>
                  <a:pt x="138904" y="314579"/>
                </a:cubicBezTo>
                <a:cubicBezTo>
                  <a:pt x="138904" y="314579"/>
                  <a:pt x="138904" y="314579"/>
                  <a:pt x="36236" y="403698"/>
                </a:cubicBezTo>
                <a:cubicBezTo>
                  <a:pt x="36236" y="403698"/>
                  <a:pt x="36236" y="403698"/>
                  <a:pt x="0" y="403698"/>
                </a:cubicBezTo>
                <a:cubicBezTo>
                  <a:pt x="0" y="403698"/>
                  <a:pt x="0" y="403698"/>
                  <a:pt x="132864" y="286729"/>
                </a:cubicBezTo>
                <a:cubicBezTo>
                  <a:pt x="132864" y="286729"/>
                  <a:pt x="138904" y="286729"/>
                  <a:pt x="138904" y="286729"/>
                </a:cubicBezTo>
                <a:cubicBezTo>
                  <a:pt x="144943" y="286729"/>
                  <a:pt x="144943" y="286729"/>
                  <a:pt x="150982" y="286729"/>
                </a:cubicBezTo>
                <a:cubicBezTo>
                  <a:pt x="150982" y="286729"/>
                  <a:pt x="150982" y="286729"/>
                  <a:pt x="193257" y="325719"/>
                </a:cubicBezTo>
                <a:cubicBezTo>
                  <a:pt x="193257" y="325719"/>
                  <a:pt x="193257" y="325719"/>
                  <a:pt x="193257" y="331289"/>
                </a:cubicBezTo>
                <a:cubicBezTo>
                  <a:pt x="193257" y="331289"/>
                  <a:pt x="193257" y="331289"/>
                  <a:pt x="199296" y="325719"/>
                </a:cubicBezTo>
                <a:cubicBezTo>
                  <a:pt x="199296" y="325719"/>
                  <a:pt x="199296" y="325719"/>
                  <a:pt x="344239" y="192040"/>
                </a:cubicBezTo>
                <a:cubicBezTo>
                  <a:pt x="344239" y="192040"/>
                  <a:pt x="344239" y="192040"/>
                  <a:pt x="344239" y="186470"/>
                </a:cubicBezTo>
                <a:cubicBezTo>
                  <a:pt x="344239" y="186470"/>
                  <a:pt x="344239" y="186470"/>
                  <a:pt x="320082" y="186470"/>
                </a:cubicBezTo>
                <a:cubicBezTo>
                  <a:pt x="320082" y="186470"/>
                  <a:pt x="320082" y="186470"/>
                  <a:pt x="314042" y="186470"/>
                </a:cubicBezTo>
                <a:cubicBezTo>
                  <a:pt x="308003" y="180900"/>
                  <a:pt x="308003" y="180900"/>
                  <a:pt x="308003" y="175330"/>
                </a:cubicBezTo>
                <a:cubicBezTo>
                  <a:pt x="308003" y="169760"/>
                  <a:pt x="308003" y="164190"/>
                  <a:pt x="314042" y="164190"/>
                </a:cubicBezTo>
                <a:close/>
                <a:moveTo>
                  <a:pt x="259584" y="74634"/>
                </a:moveTo>
                <a:cubicBezTo>
                  <a:pt x="265613" y="74634"/>
                  <a:pt x="271642" y="74634"/>
                  <a:pt x="277671" y="80101"/>
                </a:cubicBezTo>
                <a:cubicBezTo>
                  <a:pt x="277671" y="85568"/>
                  <a:pt x="277671" y="91035"/>
                  <a:pt x="271642" y="96502"/>
                </a:cubicBezTo>
                <a:cubicBezTo>
                  <a:pt x="271642" y="96502"/>
                  <a:pt x="271642" y="96502"/>
                  <a:pt x="235469" y="118370"/>
                </a:cubicBezTo>
                <a:cubicBezTo>
                  <a:pt x="229440" y="118370"/>
                  <a:pt x="229440" y="118370"/>
                  <a:pt x="223411" y="118370"/>
                </a:cubicBezTo>
                <a:cubicBezTo>
                  <a:pt x="223411" y="118370"/>
                  <a:pt x="223411" y="118370"/>
                  <a:pt x="199295" y="112903"/>
                </a:cubicBezTo>
                <a:cubicBezTo>
                  <a:pt x="199295" y="112903"/>
                  <a:pt x="199295" y="107436"/>
                  <a:pt x="205324" y="101969"/>
                </a:cubicBezTo>
                <a:cubicBezTo>
                  <a:pt x="205324" y="96502"/>
                  <a:pt x="199295" y="91035"/>
                  <a:pt x="199295" y="91035"/>
                </a:cubicBezTo>
                <a:cubicBezTo>
                  <a:pt x="199295" y="91035"/>
                  <a:pt x="199295" y="91035"/>
                  <a:pt x="223411" y="96502"/>
                </a:cubicBezTo>
                <a:cubicBezTo>
                  <a:pt x="223411" y="96502"/>
                  <a:pt x="223411" y="96502"/>
                  <a:pt x="259584" y="74634"/>
                </a:cubicBezTo>
                <a:close/>
                <a:moveTo>
                  <a:pt x="109187" y="68387"/>
                </a:moveTo>
                <a:cubicBezTo>
                  <a:pt x="127459" y="68387"/>
                  <a:pt x="145732" y="68387"/>
                  <a:pt x="151823" y="68387"/>
                </a:cubicBezTo>
                <a:cubicBezTo>
                  <a:pt x="151823" y="68387"/>
                  <a:pt x="164005" y="68387"/>
                  <a:pt x="164005" y="68387"/>
                </a:cubicBezTo>
                <a:cubicBezTo>
                  <a:pt x="170095" y="68387"/>
                  <a:pt x="176186" y="79633"/>
                  <a:pt x="176186" y="113373"/>
                </a:cubicBezTo>
                <a:cubicBezTo>
                  <a:pt x="176186" y="102126"/>
                  <a:pt x="182277" y="85257"/>
                  <a:pt x="182277" y="85257"/>
                </a:cubicBezTo>
                <a:cubicBezTo>
                  <a:pt x="176186" y="85257"/>
                  <a:pt x="176186" y="79633"/>
                  <a:pt x="176186" y="79633"/>
                </a:cubicBezTo>
                <a:cubicBezTo>
                  <a:pt x="176186" y="79633"/>
                  <a:pt x="176186" y="79633"/>
                  <a:pt x="182277" y="74010"/>
                </a:cubicBezTo>
                <a:cubicBezTo>
                  <a:pt x="182277" y="74010"/>
                  <a:pt x="182277" y="74010"/>
                  <a:pt x="188368" y="79633"/>
                </a:cubicBezTo>
                <a:cubicBezTo>
                  <a:pt x="188368" y="79633"/>
                  <a:pt x="188368" y="85257"/>
                  <a:pt x="188368" y="85257"/>
                </a:cubicBezTo>
                <a:cubicBezTo>
                  <a:pt x="188368" y="90880"/>
                  <a:pt x="182277" y="113373"/>
                  <a:pt x="182277" y="113373"/>
                </a:cubicBezTo>
                <a:cubicBezTo>
                  <a:pt x="182277" y="113373"/>
                  <a:pt x="194459" y="102126"/>
                  <a:pt x="194459" y="85257"/>
                </a:cubicBezTo>
                <a:lnTo>
                  <a:pt x="194459" y="96503"/>
                </a:lnTo>
                <a:cubicBezTo>
                  <a:pt x="200550" y="102126"/>
                  <a:pt x="182277" y="130243"/>
                  <a:pt x="176186" y="175229"/>
                </a:cubicBezTo>
                <a:cubicBezTo>
                  <a:pt x="176186" y="175229"/>
                  <a:pt x="206640" y="208968"/>
                  <a:pt x="206640" y="208968"/>
                </a:cubicBezTo>
                <a:cubicBezTo>
                  <a:pt x="206640" y="214592"/>
                  <a:pt x="212731" y="214592"/>
                  <a:pt x="206640" y="225838"/>
                </a:cubicBezTo>
                <a:cubicBezTo>
                  <a:pt x="206640" y="225838"/>
                  <a:pt x="206640" y="225838"/>
                  <a:pt x="200550" y="282071"/>
                </a:cubicBezTo>
                <a:cubicBezTo>
                  <a:pt x="200550" y="287694"/>
                  <a:pt x="188368" y="293317"/>
                  <a:pt x="182277" y="293317"/>
                </a:cubicBezTo>
                <a:cubicBezTo>
                  <a:pt x="176186" y="293317"/>
                  <a:pt x="170095" y="287694"/>
                  <a:pt x="170095" y="276447"/>
                </a:cubicBezTo>
                <a:cubicBezTo>
                  <a:pt x="170095" y="276447"/>
                  <a:pt x="170095" y="276447"/>
                  <a:pt x="176186" y="225838"/>
                </a:cubicBezTo>
                <a:cubicBezTo>
                  <a:pt x="176186" y="225838"/>
                  <a:pt x="151823" y="197722"/>
                  <a:pt x="145732" y="192099"/>
                </a:cubicBezTo>
                <a:cubicBezTo>
                  <a:pt x="127459" y="186475"/>
                  <a:pt x="121369" y="175229"/>
                  <a:pt x="121369" y="169606"/>
                </a:cubicBezTo>
                <a:cubicBezTo>
                  <a:pt x="121369" y="169606"/>
                  <a:pt x="121369" y="169606"/>
                  <a:pt x="115278" y="163982"/>
                </a:cubicBezTo>
                <a:cubicBezTo>
                  <a:pt x="121369" y="147112"/>
                  <a:pt x="133550" y="113373"/>
                  <a:pt x="133550" y="96503"/>
                </a:cubicBezTo>
                <a:cubicBezTo>
                  <a:pt x="133550" y="96503"/>
                  <a:pt x="133550" y="96503"/>
                  <a:pt x="145732" y="96503"/>
                </a:cubicBezTo>
                <a:cubicBezTo>
                  <a:pt x="145732" y="96503"/>
                  <a:pt x="145732" y="96503"/>
                  <a:pt x="115278" y="90880"/>
                </a:cubicBezTo>
                <a:cubicBezTo>
                  <a:pt x="115278" y="90880"/>
                  <a:pt x="115278" y="90880"/>
                  <a:pt x="78733" y="118996"/>
                </a:cubicBezTo>
                <a:cubicBezTo>
                  <a:pt x="72642" y="124619"/>
                  <a:pt x="66551" y="124619"/>
                  <a:pt x="60460" y="118996"/>
                </a:cubicBezTo>
                <a:cubicBezTo>
                  <a:pt x="60460" y="113373"/>
                  <a:pt x="60460" y="107750"/>
                  <a:pt x="60460" y="102126"/>
                </a:cubicBezTo>
                <a:cubicBezTo>
                  <a:pt x="60460" y="102126"/>
                  <a:pt x="60460" y="102126"/>
                  <a:pt x="109187" y="68387"/>
                </a:cubicBezTo>
                <a:close/>
                <a:moveTo>
                  <a:pt x="175120" y="749"/>
                </a:moveTo>
                <a:cubicBezTo>
                  <a:pt x="178910" y="-303"/>
                  <a:pt x="183187" y="-303"/>
                  <a:pt x="187852" y="1099"/>
                </a:cubicBezTo>
                <a:cubicBezTo>
                  <a:pt x="200293" y="1099"/>
                  <a:pt x="212733" y="12313"/>
                  <a:pt x="212733" y="29135"/>
                </a:cubicBezTo>
                <a:cubicBezTo>
                  <a:pt x="212733" y="40349"/>
                  <a:pt x="206513" y="62778"/>
                  <a:pt x="187852" y="62778"/>
                </a:cubicBezTo>
                <a:cubicBezTo>
                  <a:pt x="181632" y="68385"/>
                  <a:pt x="156750" y="51563"/>
                  <a:pt x="156750" y="29135"/>
                </a:cubicBezTo>
                <a:cubicBezTo>
                  <a:pt x="156750" y="16519"/>
                  <a:pt x="163748" y="3903"/>
                  <a:pt x="175120" y="749"/>
                </a:cubicBezTo>
                <a:close/>
              </a:path>
            </a:pathLst>
          </a:custGeom>
          <a:solidFill>
            <a:schemeClr val="accent3"/>
          </a:solidFill>
          <a:ln w="9525">
            <a:noFill/>
            <a:round/>
          </a:ln>
        </p:spPr>
        <p:txBody>
          <a:bodyPr anchor="ctr"/>
          <a:lstStyle/>
          <a:p>
            <a:pPr algn="ctr">
              <a:lnSpc>
                <a:spcPct val="120000"/>
              </a:lnSpc>
            </a:pPr>
            <a:endParaRPr sz="1800" dirty="0">
              <a:latin typeface="微软雅黑" panose="020B0503020204020204" pitchFamily="34" charset="-122"/>
              <a:ea typeface="微软雅黑" panose="020B0503020204020204" pitchFamily="34" charset="-122"/>
            </a:endParaRPr>
          </a:p>
        </p:txBody>
      </p:sp>
      <p:sp>
        <p:nvSpPr>
          <p:cNvPr id="84" name="文本框 83"/>
          <p:cNvSpPr txBox="1"/>
          <p:nvPr>
            <p:custDataLst>
              <p:tags r:id="rId10"/>
            </p:custDataLst>
          </p:nvPr>
        </p:nvSpPr>
        <p:spPr bwMode="auto">
          <a:xfrm>
            <a:off x="4695190" y="3282315"/>
            <a:ext cx="2985770" cy="802640"/>
          </a:xfrm>
          <a:prstGeom prst="rect">
            <a:avLst/>
          </a:prstGeom>
          <a:noFill/>
        </p:spPr>
        <p:txBody>
          <a:bodyPr wrap="square" lIns="90000" tIns="46800" rIns="90000" bIns="0" anchor="ctr" anchorCtr="1">
            <a:normAutofit fontScale="80000"/>
          </a:bodyPr>
          <a:lstStyle/>
          <a:p>
            <a:pPr latinLnBrk="0">
              <a:lnSpc>
                <a:spcPct val="120000"/>
              </a:lnSpc>
            </a:pPr>
            <a:r>
              <a:rPr lang="zh-CN" altLang="en-US" sz="3200" spc="300" dirty="0">
                <a:solidFill>
                  <a:schemeClr val="tx1"/>
                </a:solidFill>
                <a:effectLst/>
                <a:latin typeface="微软雅黑" panose="020B0503020204020204" pitchFamily="34" charset="-122"/>
                <a:ea typeface="微软雅黑" panose="020B0503020204020204" pitchFamily="34" charset="-122"/>
                <a:cs typeface="+mj-cs"/>
              </a:rPr>
              <a:t>数据和信息关系</a:t>
            </a:r>
            <a:endParaRPr lang="zh-CN" altLang="en-US" sz="3200" spc="300" dirty="0">
              <a:solidFill>
                <a:schemeClr val="tx1"/>
              </a:solidFill>
              <a:effectLst/>
              <a:latin typeface="微软雅黑" panose="020B0503020204020204" pitchFamily="34" charset="-122"/>
              <a:ea typeface="微软雅黑" panose="020B0503020204020204" pitchFamily="34" charset="-122"/>
              <a:cs typeface="+mj-cs"/>
            </a:endParaRPr>
          </a:p>
        </p:txBody>
      </p:sp>
    </p:spTree>
    <p:custDataLst>
      <p:tags r:id="rId11"/>
    </p:custData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名言框"/>
          <p:cNvGrpSpPr/>
          <p:nvPr/>
        </p:nvGrpSpPr>
        <p:grpSpPr>
          <a:xfrm>
            <a:off x="788667" y="529294"/>
            <a:ext cx="10433685" cy="793750"/>
            <a:chOff x="6791" y="3797"/>
            <a:chExt cx="6022" cy="3402"/>
          </a:xfrm>
        </p:grpSpPr>
        <p:pic>
          <p:nvPicPr>
            <p:cNvPr id="13" name="图片 12" descr="F:\稻壳-阿源设计\H活动供稿\2020-01-07-文本框\SVG-横着\横着-13.svg横着-13"/>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791" y="3797"/>
              <a:ext cx="6022" cy="3402"/>
            </a:xfrm>
            <a:prstGeom prst="rect">
              <a:avLst/>
            </a:prstGeom>
          </p:spPr>
        </p:pic>
        <p:sp>
          <p:nvSpPr>
            <p:cNvPr id="11" name="文本框 10"/>
            <p:cNvSpPr txBox="1"/>
            <p:nvPr/>
          </p:nvSpPr>
          <p:spPr>
            <a:xfrm>
              <a:off x="8757" y="4314"/>
              <a:ext cx="2355" cy="2371"/>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altLang="en-US" sz="3000" b="1" dirty="0">
                  <a:solidFill>
                    <a:schemeClr val="tx1">
                      <a:lumMod val="75000"/>
                      <a:lumOff val="25000"/>
                    </a:schemeClr>
                  </a:solidFill>
                  <a:latin typeface="微软雅黑" panose="020B0503020204020204" pitchFamily="34" charset="-122"/>
                  <a:ea typeface="微软雅黑" panose="020B0503020204020204" pitchFamily="34" charset="-122"/>
                  <a:cs typeface="汉仪刚艺体-85W" panose="00020600040101010101" charset="-122"/>
                </a:rPr>
                <a:t>数据和信息的不同特征</a:t>
              </a:r>
              <a:endParaRPr lang="zh-CN" altLang="en-US" sz="3000" b="1" dirty="0">
                <a:solidFill>
                  <a:schemeClr val="tx1">
                    <a:lumMod val="75000"/>
                    <a:lumOff val="25000"/>
                  </a:schemeClr>
                </a:solidFill>
                <a:latin typeface="微软雅黑" panose="020B0503020204020204" pitchFamily="34" charset="-122"/>
                <a:ea typeface="微软雅黑" panose="020B0503020204020204" pitchFamily="34" charset="-122"/>
                <a:cs typeface="汉仪刚艺体-85W" panose="00020600040101010101" charset="-122"/>
              </a:endParaRPr>
            </a:p>
          </p:txBody>
        </p:sp>
      </p:grpSp>
      <p:sp>
        <p:nvSpPr>
          <p:cNvPr id="7" name="圆角矩形 6"/>
          <p:cNvSpPr/>
          <p:nvPr>
            <p:custDataLst>
              <p:tags r:id="rId3"/>
            </p:custDataLst>
          </p:nvPr>
        </p:nvSpPr>
        <p:spPr>
          <a:xfrm>
            <a:off x="4315460" y="1998756"/>
            <a:ext cx="2312670" cy="2312670"/>
          </a:xfrm>
          <a:prstGeom prst="roundRect">
            <a:avLst/>
          </a:prstGeom>
          <a:solidFill>
            <a:schemeClr val="accent2"/>
          </a:solidFill>
          <a:ln w="57150">
            <a:solidFill>
              <a:schemeClr val="bg1"/>
            </a:solidFill>
          </a:ln>
          <a:effectLst/>
          <a:scene3d>
            <a:camera prst="perspectiveRelaxed" fov="2400000">
              <a:rot lat="19626000" lon="960000" rev="19092000"/>
            </a:camera>
            <a:lightRig rig="threePt" dir="t"/>
          </a:scene3d>
          <a:sp3d prstMaterial="matte"/>
        </p:spPr>
        <p:style>
          <a:lnRef idx="1">
            <a:schemeClr val="accent1"/>
          </a:lnRef>
          <a:fillRef idx="3">
            <a:schemeClr val="accent1"/>
          </a:fillRef>
          <a:effectRef idx="2">
            <a:schemeClr val="accent1"/>
          </a:effectRef>
          <a:fontRef idx="minor">
            <a:schemeClr val="lt1"/>
          </a:fontRef>
        </p:style>
        <p:txBody>
          <a:bodyPr anchor="ctr">
            <a:normAutofit/>
          </a:bodyPr>
          <a:lstStyle/>
          <a:p>
            <a:pPr algn="ctr">
              <a:lnSpc>
                <a:spcPct val="120000"/>
              </a:lnSpc>
            </a:pPr>
            <a:endParaRPr sz="1800" dirty="0">
              <a:latin typeface="微软雅黑" panose="020B0503020204020204" pitchFamily="34" charset="-122"/>
              <a:ea typeface="微软雅黑" panose="020B0503020204020204" pitchFamily="34" charset="-122"/>
              <a:sym typeface="+mn-lt"/>
            </a:endParaRPr>
          </a:p>
        </p:txBody>
      </p:sp>
      <p:sp>
        <p:nvSpPr>
          <p:cNvPr id="9" name="圆角矩形 8"/>
          <p:cNvSpPr/>
          <p:nvPr>
            <p:custDataLst>
              <p:tags r:id="rId4"/>
            </p:custDataLst>
          </p:nvPr>
        </p:nvSpPr>
        <p:spPr>
          <a:xfrm>
            <a:off x="4315460" y="1464086"/>
            <a:ext cx="2312670" cy="2312670"/>
          </a:xfrm>
          <a:prstGeom prst="roundRect">
            <a:avLst/>
          </a:prstGeom>
          <a:solidFill>
            <a:schemeClr val="accent1"/>
          </a:solidFill>
          <a:ln w="57150">
            <a:solidFill>
              <a:schemeClr val="bg1"/>
            </a:solidFill>
          </a:ln>
          <a:effectLst/>
          <a:scene3d>
            <a:camera prst="perspectiveRelaxed" fov="2400000">
              <a:rot lat="19626000" lon="960000" rev="19092000"/>
            </a:camera>
            <a:lightRig rig="threePt" dir="t"/>
          </a:scene3d>
          <a:sp3d prstMaterial="matte"/>
        </p:spPr>
        <p:style>
          <a:lnRef idx="1">
            <a:schemeClr val="accent1"/>
          </a:lnRef>
          <a:fillRef idx="3">
            <a:schemeClr val="accent1"/>
          </a:fillRef>
          <a:effectRef idx="2">
            <a:schemeClr val="accent1"/>
          </a:effectRef>
          <a:fontRef idx="minor">
            <a:schemeClr val="lt1"/>
          </a:fontRef>
        </p:style>
        <p:txBody>
          <a:bodyPr anchor="ctr">
            <a:normAutofit/>
          </a:bodyPr>
          <a:lstStyle/>
          <a:p>
            <a:pPr algn="ctr">
              <a:lnSpc>
                <a:spcPct val="120000"/>
              </a:lnSpc>
            </a:pPr>
            <a:endParaRPr sz="1800" dirty="0">
              <a:latin typeface="微软雅黑" panose="020B0503020204020204" pitchFamily="34" charset="-122"/>
              <a:ea typeface="微软雅黑" panose="020B0503020204020204" pitchFamily="34" charset="-122"/>
              <a:sym typeface="+mn-lt"/>
            </a:endParaRPr>
          </a:p>
        </p:txBody>
      </p:sp>
      <p:cxnSp>
        <p:nvCxnSpPr>
          <p:cNvPr id="10" name="直接连接符 9"/>
          <p:cNvCxnSpPr/>
          <p:nvPr>
            <p:custDataLst>
              <p:tags r:id="rId5"/>
            </p:custDataLst>
          </p:nvPr>
        </p:nvCxnSpPr>
        <p:spPr>
          <a:xfrm flipH="1">
            <a:off x="6186805" y="1999391"/>
            <a:ext cx="1198245" cy="0"/>
          </a:xfrm>
          <a:prstGeom prst="line">
            <a:avLst/>
          </a:prstGeom>
          <a:ln w="6350" cmpd="sng"/>
          <a:effectLst/>
        </p:spPr>
        <p:style>
          <a:lnRef idx="2">
            <a:schemeClr val="accent1"/>
          </a:lnRef>
          <a:fillRef idx="0">
            <a:schemeClr val="accent1"/>
          </a:fillRef>
          <a:effectRef idx="1">
            <a:schemeClr val="accent1"/>
          </a:effectRef>
          <a:fontRef idx="minor">
            <a:schemeClr val="tx1"/>
          </a:fontRef>
        </p:style>
      </p:cxnSp>
      <p:cxnSp>
        <p:nvCxnSpPr>
          <p:cNvPr id="18" name="直接连接符 17"/>
          <p:cNvCxnSpPr/>
          <p:nvPr>
            <p:custDataLst>
              <p:tags r:id="rId6"/>
            </p:custDataLst>
          </p:nvPr>
        </p:nvCxnSpPr>
        <p:spPr>
          <a:xfrm flipH="1">
            <a:off x="3693795" y="3207161"/>
            <a:ext cx="337820" cy="0"/>
          </a:xfrm>
          <a:prstGeom prst="line">
            <a:avLst/>
          </a:prstGeom>
          <a:ln w="6350" cmpd="sng">
            <a:solidFill>
              <a:schemeClr val="accent2"/>
            </a:solidFill>
          </a:ln>
          <a:effectLst/>
        </p:spPr>
        <p:style>
          <a:lnRef idx="2">
            <a:schemeClr val="accent1"/>
          </a:lnRef>
          <a:fillRef idx="0">
            <a:schemeClr val="accent1"/>
          </a:fillRef>
          <a:effectRef idx="1">
            <a:schemeClr val="accent1"/>
          </a:effectRef>
          <a:fontRef idx="minor">
            <a:schemeClr val="tx1"/>
          </a:fontRef>
        </p:style>
      </p:cxnSp>
      <p:sp>
        <p:nvSpPr>
          <p:cNvPr id="19" name="椭圆 18"/>
          <p:cNvSpPr/>
          <p:nvPr>
            <p:custDataLst>
              <p:tags r:id="rId7"/>
            </p:custDataLst>
          </p:nvPr>
        </p:nvSpPr>
        <p:spPr bwMode="auto">
          <a:xfrm>
            <a:off x="7096125" y="1677446"/>
            <a:ext cx="642620" cy="642620"/>
          </a:xfrm>
          <a:prstGeom prst="ellipse">
            <a:avLst/>
          </a:prstGeom>
          <a:solidFill>
            <a:schemeClr val="accent1"/>
          </a:solidFill>
          <a:ln w="9525">
            <a:noFill/>
            <a:round/>
          </a:ln>
        </p:spPr>
        <p:txBody>
          <a:bodyPr anchor="ctr">
            <a:normAutofit/>
          </a:bodyPr>
          <a:lstStyle/>
          <a:p>
            <a:pPr algn="ctr">
              <a:lnSpc>
                <a:spcPct val="120000"/>
              </a:lnSpc>
            </a:pPr>
            <a:endParaRPr sz="1800" dirty="0">
              <a:latin typeface="微软雅黑" panose="020B0503020204020204" pitchFamily="34" charset="-122"/>
              <a:ea typeface="微软雅黑" panose="020B0503020204020204" pitchFamily="34" charset="-122"/>
              <a:sym typeface="+mn-lt"/>
            </a:endParaRPr>
          </a:p>
        </p:txBody>
      </p:sp>
      <p:sp>
        <p:nvSpPr>
          <p:cNvPr id="23" name="文本框 22"/>
          <p:cNvSpPr txBox="1"/>
          <p:nvPr>
            <p:custDataLst>
              <p:tags r:id="rId8"/>
            </p:custDataLst>
          </p:nvPr>
        </p:nvSpPr>
        <p:spPr bwMode="auto">
          <a:xfrm>
            <a:off x="788669" y="2680970"/>
            <a:ext cx="2339825" cy="459740"/>
          </a:xfrm>
          <a:prstGeom prst="rect">
            <a:avLst/>
          </a:prstGeom>
          <a:noFill/>
        </p:spPr>
        <p:txBody>
          <a:bodyPr wrap="square" lIns="90000" tIns="46800" rIns="90000" bIns="0" anchor="b" anchorCtr="0">
            <a:noAutofit/>
          </a:bodyPr>
          <a:lstStyle>
            <a:defPPr>
              <a:defRPr lang="zh-CN"/>
            </a:defPPr>
            <a:lvl1pPr>
              <a:lnSpc>
                <a:spcPct val="130000"/>
              </a:lnSpc>
              <a:defRPr sz="1600" b="1">
                <a:solidFill>
                  <a:schemeClr val="accent1">
                    <a:lumMod val="100000"/>
                  </a:schemeClr>
                </a:solidFill>
                <a:effectLst/>
                <a:latin typeface="+mj-lt"/>
                <a:ea typeface="+mj-ea"/>
                <a:cs typeface="+mj-cs"/>
              </a:defRPr>
            </a:lvl1pPr>
          </a:lstStyle>
          <a:p>
            <a:pPr algn="r">
              <a:lnSpc>
                <a:spcPct val="120000"/>
              </a:lnSpc>
            </a:pPr>
            <a:r>
              <a:rPr lang="zh-CN" altLang="en-US" sz="2400" spc="300" dirty="0">
                <a:solidFill>
                  <a:schemeClr val="accent2"/>
                </a:solidFill>
                <a:latin typeface="微软雅黑" panose="020B0503020204020204" pitchFamily="34" charset="-122"/>
                <a:ea typeface="微软雅黑" panose="020B0503020204020204" pitchFamily="34" charset="-122"/>
                <a:sym typeface="+mn-lt"/>
              </a:rPr>
              <a:t>数据的载体性</a:t>
            </a:r>
            <a:endParaRPr lang="zh-CN" altLang="en-US" sz="2400" spc="300" dirty="0">
              <a:solidFill>
                <a:schemeClr val="accent2"/>
              </a:solidFill>
              <a:latin typeface="微软雅黑" panose="020B0503020204020204" pitchFamily="34" charset="-122"/>
              <a:ea typeface="微软雅黑" panose="020B0503020204020204" pitchFamily="34" charset="-122"/>
              <a:sym typeface="+mn-lt"/>
            </a:endParaRPr>
          </a:p>
        </p:txBody>
      </p:sp>
      <p:sp>
        <p:nvSpPr>
          <p:cNvPr id="24" name="文本框 23"/>
          <p:cNvSpPr txBox="1"/>
          <p:nvPr>
            <p:custDataLst>
              <p:tags r:id="rId9"/>
            </p:custDataLst>
          </p:nvPr>
        </p:nvSpPr>
        <p:spPr bwMode="auto">
          <a:xfrm>
            <a:off x="562532" y="3420035"/>
            <a:ext cx="2792095" cy="1782782"/>
          </a:xfrm>
          <a:prstGeom prst="rect">
            <a:avLst/>
          </a:prstGeom>
          <a:noFill/>
        </p:spPr>
        <p:txBody>
          <a:bodyPr wrap="square" lIns="90000" tIns="0" rIns="90000" bIns="46800" anchor="t" anchorCtr="0">
            <a:noAutofit/>
          </a:bodyPr>
          <a:lstStyle/>
          <a:p>
            <a:pPr indent="720090">
              <a:lnSpc>
                <a:spcPct val="150000"/>
              </a:lnSpc>
            </a:pPr>
            <a:r>
              <a:rPr lang="zh-CN" altLang="en-US" sz="2400" spc="150" dirty="0">
                <a:latin typeface="微软雅黑" panose="020B0503020204020204" pitchFamily="34" charset="-122"/>
                <a:ea typeface="微软雅黑" panose="020B0503020204020204" pitchFamily="34" charset="-122"/>
                <a:sym typeface="+mn-lt"/>
              </a:rPr>
              <a:t>数据是信息的符号表示，是信息的载体。</a:t>
            </a:r>
            <a:endParaRPr lang="zh-CN" altLang="en-US" sz="2400" spc="150" dirty="0">
              <a:latin typeface="微软雅黑" panose="020B0503020204020204" pitchFamily="34" charset="-122"/>
              <a:ea typeface="微软雅黑" panose="020B0503020204020204" pitchFamily="34" charset="-122"/>
              <a:sym typeface="+mn-lt"/>
            </a:endParaRPr>
          </a:p>
        </p:txBody>
      </p:sp>
      <p:sp>
        <p:nvSpPr>
          <p:cNvPr id="20" name="文本框 19"/>
          <p:cNvSpPr txBox="1"/>
          <p:nvPr>
            <p:custDataLst>
              <p:tags r:id="rId10"/>
            </p:custDataLst>
          </p:nvPr>
        </p:nvSpPr>
        <p:spPr bwMode="auto">
          <a:xfrm>
            <a:off x="8275211" y="1860326"/>
            <a:ext cx="2432685" cy="459740"/>
          </a:xfrm>
          <a:prstGeom prst="rect">
            <a:avLst/>
          </a:prstGeom>
          <a:noFill/>
        </p:spPr>
        <p:txBody>
          <a:bodyPr wrap="square" lIns="90000" tIns="46800" rIns="90000" bIns="0" anchor="b" anchorCtr="0">
            <a:noAutofit/>
          </a:bodyPr>
          <a:lstStyle/>
          <a:p>
            <a:pPr algn="l" latinLnBrk="0">
              <a:lnSpc>
                <a:spcPct val="120000"/>
              </a:lnSpc>
            </a:pPr>
            <a:r>
              <a:rPr lang="zh-CN" altLang="en-US" sz="2400" b="1" spc="300" dirty="0">
                <a:solidFill>
                  <a:schemeClr val="accent1"/>
                </a:solidFill>
                <a:effectLst/>
                <a:latin typeface="微软雅黑" panose="020B0503020204020204" pitchFamily="34" charset="-122"/>
                <a:ea typeface="微软雅黑" panose="020B0503020204020204" pitchFamily="34" charset="-122"/>
                <a:cs typeface="+mj-cs"/>
                <a:sym typeface="+mn-lt"/>
              </a:rPr>
              <a:t>信息的依附性</a:t>
            </a:r>
            <a:endParaRPr lang="zh-CN" altLang="en-US" sz="2400" b="1" spc="300" dirty="0">
              <a:solidFill>
                <a:schemeClr val="accent1"/>
              </a:solidFill>
              <a:effectLst/>
              <a:latin typeface="微软雅黑" panose="020B0503020204020204" pitchFamily="34" charset="-122"/>
              <a:ea typeface="微软雅黑" panose="020B0503020204020204" pitchFamily="34" charset="-122"/>
              <a:cs typeface="+mj-cs"/>
              <a:sym typeface="+mn-lt"/>
            </a:endParaRPr>
          </a:p>
        </p:txBody>
      </p:sp>
      <p:sp>
        <p:nvSpPr>
          <p:cNvPr id="21" name="文本框 20"/>
          <p:cNvSpPr txBox="1"/>
          <p:nvPr>
            <p:custDataLst>
              <p:tags r:id="rId11"/>
            </p:custDataLst>
          </p:nvPr>
        </p:nvSpPr>
        <p:spPr bwMode="auto">
          <a:xfrm>
            <a:off x="6628317" y="2560243"/>
            <a:ext cx="5142155" cy="2995295"/>
          </a:xfrm>
          <a:prstGeom prst="rect">
            <a:avLst/>
          </a:prstGeom>
          <a:noFill/>
        </p:spPr>
        <p:txBody>
          <a:bodyPr wrap="square" lIns="90000" tIns="0" rIns="90000" bIns="46800" anchor="t" anchorCtr="0"/>
          <a:lstStyle/>
          <a:p>
            <a:pPr indent="720090">
              <a:lnSpc>
                <a:spcPct val="150000"/>
              </a:lnSpc>
            </a:pPr>
            <a:r>
              <a:rPr lang="zh-CN" altLang="en-US" sz="2400" spc="150" dirty="0">
                <a:latin typeface="微软雅黑" panose="020B0503020204020204" pitchFamily="34" charset="-122"/>
                <a:ea typeface="微软雅黑" panose="020B0503020204020204" pitchFamily="34" charset="-122"/>
                <a:sym typeface="+mn-lt"/>
              </a:rPr>
              <a:t>信息是数据的含义，是对数据的解释。信息必须依附于某种载体，通过某种数据形式才能存储、表达和传播。相同的信息可以依附于不同的载体，其内容不会因载体形式的不同而发生变化。</a:t>
            </a:r>
            <a:endParaRPr lang="zh-CN" altLang="en-US" sz="2400" spc="150" dirty="0">
              <a:latin typeface="微软雅黑" panose="020B0503020204020204" pitchFamily="34" charset="-122"/>
              <a:ea typeface="微软雅黑" panose="020B0503020204020204" pitchFamily="34" charset="-122"/>
              <a:sym typeface="+mn-lt"/>
            </a:endParaRPr>
          </a:p>
        </p:txBody>
      </p:sp>
      <p:sp>
        <p:nvSpPr>
          <p:cNvPr id="22" name="椭圆 21"/>
          <p:cNvSpPr/>
          <p:nvPr>
            <p:custDataLst>
              <p:tags r:id="rId12"/>
            </p:custDataLst>
          </p:nvPr>
        </p:nvSpPr>
        <p:spPr bwMode="auto">
          <a:xfrm>
            <a:off x="3058795" y="2893471"/>
            <a:ext cx="642620" cy="642620"/>
          </a:xfrm>
          <a:prstGeom prst="ellipse">
            <a:avLst/>
          </a:prstGeom>
          <a:solidFill>
            <a:schemeClr val="accent2"/>
          </a:solidFill>
          <a:ln w="9525">
            <a:noFill/>
            <a:round/>
          </a:ln>
        </p:spPr>
        <p:txBody>
          <a:bodyPr anchor="ctr">
            <a:normAutofit/>
          </a:bodyPr>
          <a:lstStyle/>
          <a:p>
            <a:pPr algn="ctr">
              <a:lnSpc>
                <a:spcPct val="120000"/>
              </a:lnSpc>
            </a:pPr>
            <a:endParaRPr sz="1800" dirty="0">
              <a:latin typeface="微软雅黑" panose="020B0503020204020204" pitchFamily="34" charset="-122"/>
              <a:ea typeface="微软雅黑" panose="020B0503020204020204" pitchFamily="34" charset="-122"/>
              <a:sym typeface="+mn-lt"/>
            </a:endParaRPr>
          </a:p>
        </p:txBody>
      </p:sp>
      <p:sp>
        <p:nvSpPr>
          <p:cNvPr id="25" name="任意多边形 24"/>
          <p:cNvSpPr/>
          <p:nvPr>
            <p:custDataLst>
              <p:tags r:id="rId13"/>
            </p:custDataLst>
          </p:nvPr>
        </p:nvSpPr>
        <p:spPr>
          <a:xfrm>
            <a:off x="3240405" y="3029361"/>
            <a:ext cx="278130" cy="354965"/>
          </a:xfrm>
          <a:custGeom>
            <a:avLst/>
            <a:gdLst>
              <a:gd name="connsiteX0" fmla="*/ 43815 w 258763"/>
              <a:gd name="connsiteY0" fmla="*/ 130175 h 330201"/>
              <a:gd name="connsiteX1" fmla="*/ 28575 w 258763"/>
              <a:gd name="connsiteY1" fmla="*/ 147060 h 330201"/>
              <a:gd name="connsiteX2" fmla="*/ 28575 w 258763"/>
              <a:gd name="connsiteY2" fmla="*/ 227590 h 330201"/>
              <a:gd name="connsiteX3" fmla="*/ 43815 w 258763"/>
              <a:gd name="connsiteY3" fmla="*/ 244475 h 330201"/>
              <a:gd name="connsiteX4" fmla="*/ 60325 w 258763"/>
              <a:gd name="connsiteY4" fmla="*/ 227590 h 330201"/>
              <a:gd name="connsiteX5" fmla="*/ 60325 w 258763"/>
              <a:gd name="connsiteY5" fmla="*/ 147060 h 330201"/>
              <a:gd name="connsiteX6" fmla="*/ 43815 w 258763"/>
              <a:gd name="connsiteY6" fmla="*/ 130175 h 330201"/>
              <a:gd name="connsiteX7" fmla="*/ 221457 w 258763"/>
              <a:gd name="connsiteY7" fmla="*/ 98425 h 330201"/>
              <a:gd name="connsiteX8" fmla="*/ 211138 w 258763"/>
              <a:gd name="connsiteY8" fmla="*/ 110021 h 330201"/>
              <a:gd name="connsiteX9" fmla="*/ 211138 w 258763"/>
              <a:gd name="connsiteY9" fmla="*/ 265918 h 330201"/>
              <a:gd name="connsiteX10" fmla="*/ 221457 w 258763"/>
              <a:gd name="connsiteY10" fmla="*/ 276225 h 330201"/>
              <a:gd name="connsiteX11" fmla="*/ 231776 w 258763"/>
              <a:gd name="connsiteY11" fmla="*/ 265918 h 330201"/>
              <a:gd name="connsiteX12" fmla="*/ 231776 w 258763"/>
              <a:gd name="connsiteY12" fmla="*/ 110021 h 330201"/>
              <a:gd name="connsiteX13" fmla="*/ 221457 w 258763"/>
              <a:gd name="connsiteY13" fmla="*/ 98425 h 330201"/>
              <a:gd name="connsiteX14" fmla="*/ 80216 w 258763"/>
              <a:gd name="connsiteY14" fmla="*/ 71438 h 330201"/>
              <a:gd name="connsiteX15" fmla="*/ 236768 w 258763"/>
              <a:gd name="connsiteY15" fmla="*/ 71438 h 330201"/>
              <a:gd name="connsiteX16" fmla="*/ 258763 w 258763"/>
              <a:gd name="connsiteY16" fmla="*/ 93324 h 330201"/>
              <a:gd name="connsiteX17" fmla="*/ 258763 w 258763"/>
              <a:gd name="connsiteY17" fmla="*/ 274844 h 330201"/>
              <a:gd name="connsiteX18" fmla="*/ 204423 w 258763"/>
              <a:gd name="connsiteY18" fmla="*/ 330201 h 330201"/>
              <a:gd name="connsiteX19" fmla="*/ 113856 w 258763"/>
              <a:gd name="connsiteY19" fmla="*/ 330201 h 330201"/>
              <a:gd name="connsiteX20" fmla="*/ 59515 w 258763"/>
              <a:gd name="connsiteY20" fmla="*/ 274844 h 330201"/>
              <a:gd name="connsiteX21" fmla="*/ 59515 w 258763"/>
              <a:gd name="connsiteY21" fmla="*/ 267120 h 330201"/>
              <a:gd name="connsiteX22" fmla="*/ 42696 w 258763"/>
              <a:gd name="connsiteY22" fmla="*/ 270982 h 330201"/>
              <a:gd name="connsiteX23" fmla="*/ 0 w 258763"/>
              <a:gd name="connsiteY23" fmla="*/ 227211 h 330201"/>
              <a:gd name="connsiteX24" fmla="*/ 0 w 258763"/>
              <a:gd name="connsiteY24" fmla="*/ 147394 h 330201"/>
              <a:gd name="connsiteX25" fmla="*/ 42696 w 258763"/>
              <a:gd name="connsiteY25" fmla="*/ 103623 h 330201"/>
              <a:gd name="connsiteX26" fmla="*/ 59515 w 258763"/>
              <a:gd name="connsiteY26" fmla="*/ 107485 h 330201"/>
              <a:gd name="connsiteX27" fmla="*/ 59515 w 258763"/>
              <a:gd name="connsiteY27" fmla="*/ 93324 h 330201"/>
              <a:gd name="connsiteX28" fmla="*/ 80216 w 258763"/>
              <a:gd name="connsiteY28" fmla="*/ 71438 h 330201"/>
              <a:gd name="connsiteX29" fmla="*/ 107950 w 258763"/>
              <a:gd name="connsiteY29" fmla="*/ 0 h 330201"/>
              <a:gd name="connsiteX30" fmla="*/ 109247 w 258763"/>
              <a:gd name="connsiteY30" fmla="*/ 1290 h 330201"/>
              <a:gd name="connsiteX31" fmla="*/ 113139 w 258763"/>
              <a:gd name="connsiteY31" fmla="*/ 2580 h 330201"/>
              <a:gd name="connsiteX32" fmla="*/ 119624 w 258763"/>
              <a:gd name="connsiteY32" fmla="*/ 5160 h 330201"/>
              <a:gd name="connsiteX33" fmla="*/ 126110 w 258763"/>
              <a:gd name="connsiteY33" fmla="*/ 7739 h 330201"/>
              <a:gd name="connsiteX34" fmla="*/ 144269 w 258763"/>
              <a:gd name="connsiteY34" fmla="*/ 12899 h 330201"/>
              <a:gd name="connsiteX35" fmla="*/ 145566 w 258763"/>
              <a:gd name="connsiteY35" fmla="*/ 12899 h 330201"/>
              <a:gd name="connsiteX36" fmla="*/ 146863 w 258763"/>
              <a:gd name="connsiteY36" fmla="*/ 14189 h 330201"/>
              <a:gd name="connsiteX37" fmla="*/ 148161 w 258763"/>
              <a:gd name="connsiteY37" fmla="*/ 14189 h 330201"/>
              <a:gd name="connsiteX38" fmla="*/ 149458 w 258763"/>
              <a:gd name="connsiteY38" fmla="*/ 14189 h 330201"/>
              <a:gd name="connsiteX39" fmla="*/ 152052 w 258763"/>
              <a:gd name="connsiteY39" fmla="*/ 14189 h 330201"/>
              <a:gd name="connsiteX40" fmla="*/ 154646 w 258763"/>
              <a:gd name="connsiteY40" fmla="*/ 15478 h 330201"/>
              <a:gd name="connsiteX41" fmla="*/ 155943 w 258763"/>
              <a:gd name="connsiteY41" fmla="*/ 15478 h 330201"/>
              <a:gd name="connsiteX42" fmla="*/ 157240 w 258763"/>
              <a:gd name="connsiteY42" fmla="*/ 15478 h 330201"/>
              <a:gd name="connsiteX43" fmla="*/ 158537 w 258763"/>
              <a:gd name="connsiteY43" fmla="*/ 16768 h 330201"/>
              <a:gd name="connsiteX44" fmla="*/ 159835 w 258763"/>
              <a:gd name="connsiteY44" fmla="*/ 16768 h 330201"/>
              <a:gd name="connsiteX45" fmla="*/ 162429 w 258763"/>
              <a:gd name="connsiteY45" fmla="*/ 16768 h 330201"/>
              <a:gd name="connsiteX46" fmla="*/ 165023 w 258763"/>
              <a:gd name="connsiteY46" fmla="*/ 18058 h 330201"/>
              <a:gd name="connsiteX47" fmla="*/ 166320 w 258763"/>
              <a:gd name="connsiteY47" fmla="*/ 18058 h 330201"/>
              <a:gd name="connsiteX48" fmla="*/ 167617 w 258763"/>
              <a:gd name="connsiteY48" fmla="*/ 18058 h 330201"/>
              <a:gd name="connsiteX49" fmla="*/ 168914 w 258763"/>
              <a:gd name="connsiteY49" fmla="*/ 18058 h 330201"/>
              <a:gd name="connsiteX50" fmla="*/ 170211 w 258763"/>
              <a:gd name="connsiteY50" fmla="*/ 18058 h 330201"/>
              <a:gd name="connsiteX51" fmla="*/ 176697 w 258763"/>
              <a:gd name="connsiteY51" fmla="*/ 20638 h 330201"/>
              <a:gd name="connsiteX52" fmla="*/ 188371 w 258763"/>
              <a:gd name="connsiteY52" fmla="*/ 24507 h 330201"/>
              <a:gd name="connsiteX53" fmla="*/ 193559 w 258763"/>
              <a:gd name="connsiteY53" fmla="*/ 27087 h 330201"/>
              <a:gd name="connsiteX54" fmla="*/ 194856 w 258763"/>
              <a:gd name="connsiteY54" fmla="*/ 28377 h 330201"/>
              <a:gd name="connsiteX55" fmla="*/ 196154 w 258763"/>
              <a:gd name="connsiteY55" fmla="*/ 29667 h 330201"/>
              <a:gd name="connsiteX56" fmla="*/ 197451 w 258763"/>
              <a:gd name="connsiteY56" fmla="*/ 29667 h 330201"/>
              <a:gd name="connsiteX57" fmla="*/ 198748 w 258763"/>
              <a:gd name="connsiteY57" fmla="*/ 30957 h 330201"/>
              <a:gd name="connsiteX58" fmla="*/ 207828 w 258763"/>
              <a:gd name="connsiteY58" fmla="*/ 38696 h 330201"/>
              <a:gd name="connsiteX59" fmla="*/ 213016 w 258763"/>
              <a:gd name="connsiteY59" fmla="*/ 47725 h 330201"/>
              <a:gd name="connsiteX60" fmla="*/ 214313 w 258763"/>
              <a:gd name="connsiteY60" fmla="*/ 55464 h 330201"/>
              <a:gd name="connsiteX61" fmla="*/ 214313 w 258763"/>
              <a:gd name="connsiteY61" fmla="*/ 58044 h 330201"/>
              <a:gd name="connsiteX62" fmla="*/ 213016 w 258763"/>
              <a:gd name="connsiteY62" fmla="*/ 59334 h 330201"/>
              <a:gd name="connsiteX63" fmla="*/ 213016 w 258763"/>
              <a:gd name="connsiteY63" fmla="*/ 60623 h 330201"/>
              <a:gd name="connsiteX64" fmla="*/ 213016 w 258763"/>
              <a:gd name="connsiteY64" fmla="*/ 61913 h 330201"/>
              <a:gd name="connsiteX65" fmla="*/ 211719 w 258763"/>
              <a:gd name="connsiteY65" fmla="*/ 60623 h 330201"/>
              <a:gd name="connsiteX66" fmla="*/ 210422 w 258763"/>
              <a:gd name="connsiteY66" fmla="*/ 59334 h 330201"/>
              <a:gd name="connsiteX67" fmla="*/ 209125 w 258763"/>
              <a:gd name="connsiteY67" fmla="*/ 58044 h 330201"/>
              <a:gd name="connsiteX68" fmla="*/ 203936 w 258763"/>
              <a:gd name="connsiteY68" fmla="*/ 54174 h 330201"/>
              <a:gd name="connsiteX69" fmla="*/ 197451 w 258763"/>
              <a:gd name="connsiteY69" fmla="*/ 51594 h 330201"/>
              <a:gd name="connsiteX70" fmla="*/ 189668 w 258763"/>
              <a:gd name="connsiteY70" fmla="*/ 50305 h 330201"/>
              <a:gd name="connsiteX71" fmla="*/ 187074 w 258763"/>
              <a:gd name="connsiteY71" fmla="*/ 50305 h 330201"/>
              <a:gd name="connsiteX72" fmla="*/ 184480 w 258763"/>
              <a:gd name="connsiteY72" fmla="*/ 49015 h 330201"/>
              <a:gd name="connsiteX73" fmla="*/ 180588 w 258763"/>
              <a:gd name="connsiteY73" fmla="*/ 47725 h 330201"/>
              <a:gd name="connsiteX74" fmla="*/ 170211 w 258763"/>
              <a:gd name="connsiteY74" fmla="*/ 46435 h 330201"/>
              <a:gd name="connsiteX75" fmla="*/ 165023 w 258763"/>
              <a:gd name="connsiteY75" fmla="*/ 45145 h 330201"/>
              <a:gd name="connsiteX76" fmla="*/ 163726 w 258763"/>
              <a:gd name="connsiteY76" fmla="*/ 45145 h 330201"/>
              <a:gd name="connsiteX77" fmla="*/ 162429 w 258763"/>
              <a:gd name="connsiteY77" fmla="*/ 45145 h 330201"/>
              <a:gd name="connsiteX78" fmla="*/ 159835 w 258763"/>
              <a:gd name="connsiteY78" fmla="*/ 43855 h 330201"/>
              <a:gd name="connsiteX79" fmla="*/ 158537 w 258763"/>
              <a:gd name="connsiteY79" fmla="*/ 43855 h 330201"/>
              <a:gd name="connsiteX80" fmla="*/ 155943 w 258763"/>
              <a:gd name="connsiteY80" fmla="*/ 42565 h 330201"/>
              <a:gd name="connsiteX81" fmla="*/ 152052 w 258763"/>
              <a:gd name="connsiteY81" fmla="*/ 42565 h 330201"/>
              <a:gd name="connsiteX82" fmla="*/ 149458 w 258763"/>
              <a:gd name="connsiteY82" fmla="*/ 41276 h 330201"/>
              <a:gd name="connsiteX83" fmla="*/ 146863 w 258763"/>
              <a:gd name="connsiteY83" fmla="*/ 39986 h 330201"/>
              <a:gd name="connsiteX84" fmla="*/ 135189 w 258763"/>
              <a:gd name="connsiteY84" fmla="*/ 34826 h 330201"/>
              <a:gd name="connsiteX85" fmla="*/ 124813 w 258763"/>
              <a:gd name="connsiteY85" fmla="*/ 27087 h 330201"/>
              <a:gd name="connsiteX86" fmla="*/ 117030 w 258763"/>
              <a:gd name="connsiteY86" fmla="*/ 19348 h 330201"/>
              <a:gd name="connsiteX87" fmla="*/ 111841 w 258763"/>
              <a:gd name="connsiteY87" fmla="*/ 12899 h 330201"/>
              <a:gd name="connsiteX88" fmla="*/ 109247 w 258763"/>
              <a:gd name="connsiteY88" fmla="*/ 6450 h 330201"/>
              <a:gd name="connsiteX89" fmla="*/ 107950 w 258763"/>
              <a:gd name="connsiteY89" fmla="*/ 1290 h 330201"/>
              <a:gd name="connsiteX90" fmla="*/ 107950 w 258763"/>
              <a:gd name="connsiteY90" fmla="*/ 0 h 330201"/>
              <a:gd name="connsiteX91" fmla="*/ 9525 w 258763"/>
              <a:gd name="connsiteY91" fmla="*/ 0 h 330201"/>
              <a:gd name="connsiteX92" fmla="*/ 10822 w 258763"/>
              <a:gd name="connsiteY92" fmla="*/ 1290 h 330201"/>
              <a:gd name="connsiteX93" fmla="*/ 14713 w 258763"/>
              <a:gd name="connsiteY93" fmla="*/ 2580 h 330201"/>
              <a:gd name="connsiteX94" fmla="*/ 19902 w 258763"/>
              <a:gd name="connsiteY94" fmla="*/ 5160 h 330201"/>
              <a:gd name="connsiteX95" fmla="*/ 27684 w 258763"/>
              <a:gd name="connsiteY95" fmla="*/ 7739 h 330201"/>
              <a:gd name="connsiteX96" fmla="*/ 45844 w 258763"/>
              <a:gd name="connsiteY96" fmla="*/ 12899 h 330201"/>
              <a:gd name="connsiteX97" fmla="*/ 47141 w 258763"/>
              <a:gd name="connsiteY97" fmla="*/ 12899 h 330201"/>
              <a:gd name="connsiteX98" fmla="*/ 48438 w 258763"/>
              <a:gd name="connsiteY98" fmla="*/ 12899 h 330201"/>
              <a:gd name="connsiteX99" fmla="*/ 48438 w 258763"/>
              <a:gd name="connsiteY99" fmla="*/ 14189 h 330201"/>
              <a:gd name="connsiteX100" fmla="*/ 49735 w 258763"/>
              <a:gd name="connsiteY100" fmla="*/ 14189 h 330201"/>
              <a:gd name="connsiteX101" fmla="*/ 52329 w 258763"/>
              <a:gd name="connsiteY101" fmla="*/ 14189 h 330201"/>
              <a:gd name="connsiteX102" fmla="*/ 54924 w 258763"/>
              <a:gd name="connsiteY102" fmla="*/ 15478 h 330201"/>
              <a:gd name="connsiteX103" fmla="*/ 56221 w 258763"/>
              <a:gd name="connsiteY103" fmla="*/ 15478 h 330201"/>
              <a:gd name="connsiteX104" fmla="*/ 57518 w 258763"/>
              <a:gd name="connsiteY104" fmla="*/ 15478 h 330201"/>
              <a:gd name="connsiteX105" fmla="*/ 58815 w 258763"/>
              <a:gd name="connsiteY105" fmla="*/ 15478 h 330201"/>
              <a:gd name="connsiteX106" fmla="*/ 60112 w 258763"/>
              <a:gd name="connsiteY106" fmla="*/ 16768 h 330201"/>
              <a:gd name="connsiteX107" fmla="*/ 62706 w 258763"/>
              <a:gd name="connsiteY107" fmla="*/ 16768 h 330201"/>
              <a:gd name="connsiteX108" fmla="*/ 65301 w 258763"/>
              <a:gd name="connsiteY108" fmla="*/ 18058 h 330201"/>
              <a:gd name="connsiteX109" fmla="*/ 66598 w 258763"/>
              <a:gd name="connsiteY109" fmla="*/ 18058 h 330201"/>
              <a:gd name="connsiteX110" fmla="*/ 69192 w 258763"/>
              <a:gd name="connsiteY110" fmla="*/ 18058 h 330201"/>
              <a:gd name="connsiteX111" fmla="*/ 70489 w 258763"/>
              <a:gd name="connsiteY111" fmla="*/ 18058 h 330201"/>
              <a:gd name="connsiteX112" fmla="*/ 71786 w 258763"/>
              <a:gd name="connsiteY112" fmla="*/ 18058 h 330201"/>
              <a:gd name="connsiteX113" fmla="*/ 76975 w 258763"/>
              <a:gd name="connsiteY113" fmla="*/ 20638 h 330201"/>
              <a:gd name="connsiteX114" fmla="*/ 89946 w 258763"/>
              <a:gd name="connsiteY114" fmla="*/ 24507 h 330201"/>
              <a:gd name="connsiteX115" fmla="*/ 95134 w 258763"/>
              <a:gd name="connsiteY115" fmla="*/ 27087 h 330201"/>
              <a:gd name="connsiteX116" fmla="*/ 96431 w 258763"/>
              <a:gd name="connsiteY116" fmla="*/ 28377 h 330201"/>
              <a:gd name="connsiteX117" fmla="*/ 97728 w 258763"/>
              <a:gd name="connsiteY117" fmla="*/ 28377 h 330201"/>
              <a:gd name="connsiteX118" fmla="*/ 99025 w 258763"/>
              <a:gd name="connsiteY118" fmla="*/ 29667 h 330201"/>
              <a:gd name="connsiteX119" fmla="*/ 100323 w 258763"/>
              <a:gd name="connsiteY119" fmla="*/ 30957 h 330201"/>
              <a:gd name="connsiteX120" fmla="*/ 108105 w 258763"/>
              <a:gd name="connsiteY120" fmla="*/ 38696 h 330201"/>
              <a:gd name="connsiteX121" fmla="*/ 113294 w 258763"/>
              <a:gd name="connsiteY121" fmla="*/ 47725 h 330201"/>
              <a:gd name="connsiteX122" fmla="*/ 114591 w 258763"/>
              <a:gd name="connsiteY122" fmla="*/ 55464 h 330201"/>
              <a:gd name="connsiteX123" fmla="*/ 114591 w 258763"/>
              <a:gd name="connsiteY123" fmla="*/ 58044 h 330201"/>
              <a:gd name="connsiteX124" fmla="*/ 114591 w 258763"/>
              <a:gd name="connsiteY124" fmla="*/ 59334 h 330201"/>
              <a:gd name="connsiteX125" fmla="*/ 114591 w 258763"/>
              <a:gd name="connsiteY125" fmla="*/ 60623 h 330201"/>
              <a:gd name="connsiteX126" fmla="*/ 113294 w 258763"/>
              <a:gd name="connsiteY126" fmla="*/ 61913 h 330201"/>
              <a:gd name="connsiteX127" fmla="*/ 111997 w 258763"/>
              <a:gd name="connsiteY127" fmla="*/ 60623 h 330201"/>
              <a:gd name="connsiteX128" fmla="*/ 111997 w 258763"/>
              <a:gd name="connsiteY128" fmla="*/ 59334 h 330201"/>
              <a:gd name="connsiteX129" fmla="*/ 110700 w 258763"/>
              <a:gd name="connsiteY129" fmla="*/ 58044 h 330201"/>
              <a:gd name="connsiteX130" fmla="*/ 109403 w 258763"/>
              <a:gd name="connsiteY130" fmla="*/ 58044 h 330201"/>
              <a:gd name="connsiteX131" fmla="*/ 104214 w 258763"/>
              <a:gd name="connsiteY131" fmla="*/ 54174 h 330201"/>
              <a:gd name="connsiteX132" fmla="*/ 97728 w 258763"/>
              <a:gd name="connsiteY132" fmla="*/ 51594 h 330201"/>
              <a:gd name="connsiteX133" fmla="*/ 89946 w 258763"/>
              <a:gd name="connsiteY133" fmla="*/ 50305 h 330201"/>
              <a:gd name="connsiteX134" fmla="*/ 88649 w 258763"/>
              <a:gd name="connsiteY134" fmla="*/ 50305 h 330201"/>
              <a:gd name="connsiteX135" fmla="*/ 86054 w 258763"/>
              <a:gd name="connsiteY135" fmla="*/ 49015 h 330201"/>
              <a:gd name="connsiteX136" fmla="*/ 80866 w 258763"/>
              <a:gd name="connsiteY136" fmla="*/ 47725 h 330201"/>
              <a:gd name="connsiteX137" fmla="*/ 71786 w 258763"/>
              <a:gd name="connsiteY137" fmla="*/ 46435 h 330201"/>
              <a:gd name="connsiteX138" fmla="*/ 66598 w 258763"/>
              <a:gd name="connsiteY138" fmla="*/ 45145 h 330201"/>
              <a:gd name="connsiteX139" fmla="*/ 65301 w 258763"/>
              <a:gd name="connsiteY139" fmla="*/ 45145 h 330201"/>
              <a:gd name="connsiteX140" fmla="*/ 64003 w 258763"/>
              <a:gd name="connsiteY140" fmla="*/ 45145 h 330201"/>
              <a:gd name="connsiteX141" fmla="*/ 62706 w 258763"/>
              <a:gd name="connsiteY141" fmla="*/ 45145 h 330201"/>
              <a:gd name="connsiteX142" fmla="*/ 61409 w 258763"/>
              <a:gd name="connsiteY142" fmla="*/ 43855 h 330201"/>
              <a:gd name="connsiteX143" fmla="*/ 60112 w 258763"/>
              <a:gd name="connsiteY143" fmla="*/ 43855 h 330201"/>
              <a:gd name="connsiteX144" fmla="*/ 56221 w 258763"/>
              <a:gd name="connsiteY144" fmla="*/ 42565 h 330201"/>
              <a:gd name="connsiteX145" fmla="*/ 53627 w 258763"/>
              <a:gd name="connsiteY145" fmla="*/ 42565 h 330201"/>
              <a:gd name="connsiteX146" fmla="*/ 51032 w 258763"/>
              <a:gd name="connsiteY146" fmla="*/ 41276 h 330201"/>
              <a:gd name="connsiteX147" fmla="*/ 47141 w 258763"/>
              <a:gd name="connsiteY147" fmla="*/ 39986 h 330201"/>
              <a:gd name="connsiteX148" fmla="*/ 36764 w 258763"/>
              <a:gd name="connsiteY148" fmla="*/ 34826 h 330201"/>
              <a:gd name="connsiteX149" fmla="*/ 26387 w 258763"/>
              <a:gd name="connsiteY149" fmla="*/ 27087 h 330201"/>
              <a:gd name="connsiteX150" fmla="*/ 18605 w 258763"/>
              <a:gd name="connsiteY150" fmla="*/ 19348 h 330201"/>
              <a:gd name="connsiteX151" fmla="*/ 13416 w 258763"/>
              <a:gd name="connsiteY151" fmla="*/ 12899 h 330201"/>
              <a:gd name="connsiteX152" fmla="*/ 10822 w 258763"/>
              <a:gd name="connsiteY152" fmla="*/ 6450 h 330201"/>
              <a:gd name="connsiteX153" fmla="*/ 9525 w 258763"/>
              <a:gd name="connsiteY153" fmla="*/ 1290 h 330201"/>
              <a:gd name="connsiteX154" fmla="*/ 9525 w 258763"/>
              <a:gd name="connsiteY154" fmla="*/ 0 h 330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Lst>
            <a:rect l="l" t="t" r="r" b="b"/>
            <a:pathLst>
              <a:path w="258762" h="330201">
                <a:moveTo>
                  <a:pt x="43815" y="130175"/>
                </a:moveTo>
                <a:cubicBezTo>
                  <a:pt x="34925" y="130175"/>
                  <a:pt x="28575" y="137968"/>
                  <a:pt x="28575" y="147060"/>
                </a:cubicBezTo>
                <a:cubicBezTo>
                  <a:pt x="28575" y="147060"/>
                  <a:pt x="28575" y="147060"/>
                  <a:pt x="28575" y="227590"/>
                </a:cubicBezTo>
                <a:cubicBezTo>
                  <a:pt x="28575" y="236682"/>
                  <a:pt x="34925" y="244475"/>
                  <a:pt x="43815" y="244475"/>
                </a:cubicBezTo>
                <a:cubicBezTo>
                  <a:pt x="52705" y="244475"/>
                  <a:pt x="60325" y="236682"/>
                  <a:pt x="60325" y="227590"/>
                </a:cubicBezTo>
                <a:cubicBezTo>
                  <a:pt x="60325" y="227590"/>
                  <a:pt x="60325" y="227590"/>
                  <a:pt x="60325" y="147060"/>
                </a:cubicBezTo>
                <a:cubicBezTo>
                  <a:pt x="60325" y="137968"/>
                  <a:pt x="52705" y="130175"/>
                  <a:pt x="43815" y="130175"/>
                </a:cubicBezTo>
                <a:close/>
                <a:moveTo>
                  <a:pt x="221457" y="98425"/>
                </a:moveTo>
                <a:cubicBezTo>
                  <a:pt x="215008" y="98425"/>
                  <a:pt x="211138" y="103579"/>
                  <a:pt x="211138" y="110021"/>
                </a:cubicBezTo>
                <a:lnTo>
                  <a:pt x="211138" y="265918"/>
                </a:lnTo>
                <a:cubicBezTo>
                  <a:pt x="211138" y="271072"/>
                  <a:pt x="215008" y="276225"/>
                  <a:pt x="221457" y="276225"/>
                </a:cubicBezTo>
                <a:cubicBezTo>
                  <a:pt x="227907" y="276225"/>
                  <a:pt x="231776" y="271072"/>
                  <a:pt x="231776" y="265918"/>
                </a:cubicBezTo>
                <a:cubicBezTo>
                  <a:pt x="231776" y="265918"/>
                  <a:pt x="231776" y="265918"/>
                  <a:pt x="231776" y="110021"/>
                </a:cubicBezTo>
                <a:cubicBezTo>
                  <a:pt x="231776" y="103579"/>
                  <a:pt x="227907" y="98425"/>
                  <a:pt x="221457" y="98425"/>
                </a:cubicBezTo>
                <a:close/>
                <a:moveTo>
                  <a:pt x="80216" y="71438"/>
                </a:moveTo>
                <a:cubicBezTo>
                  <a:pt x="80216" y="71438"/>
                  <a:pt x="80216" y="71438"/>
                  <a:pt x="236768" y="71438"/>
                </a:cubicBezTo>
                <a:cubicBezTo>
                  <a:pt x="258763" y="71438"/>
                  <a:pt x="258763" y="71438"/>
                  <a:pt x="258763" y="93324"/>
                </a:cubicBezTo>
                <a:cubicBezTo>
                  <a:pt x="258763" y="93324"/>
                  <a:pt x="258763" y="93324"/>
                  <a:pt x="258763" y="274844"/>
                </a:cubicBezTo>
                <a:cubicBezTo>
                  <a:pt x="258763" y="330201"/>
                  <a:pt x="258763" y="330201"/>
                  <a:pt x="204423" y="330201"/>
                </a:cubicBezTo>
                <a:cubicBezTo>
                  <a:pt x="204423" y="330201"/>
                  <a:pt x="204423" y="330201"/>
                  <a:pt x="113856" y="330201"/>
                </a:cubicBezTo>
                <a:cubicBezTo>
                  <a:pt x="59515" y="330201"/>
                  <a:pt x="59515" y="330201"/>
                  <a:pt x="59515" y="274844"/>
                </a:cubicBezTo>
                <a:cubicBezTo>
                  <a:pt x="59515" y="274844"/>
                  <a:pt x="59515" y="274844"/>
                  <a:pt x="59515" y="267120"/>
                </a:cubicBezTo>
                <a:cubicBezTo>
                  <a:pt x="54340" y="269694"/>
                  <a:pt x="49165" y="270982"/>
                  <a:pt x="42696" y="270982"/>
                </a:cubicBezTo>
                <a:cubicBezTo>
                  <a:pt x="19407" y="270982"/>
                  <a:pt x="0" y="251671"/>
                  <a:pt x="0" y="227211"/>
                </a:cubicBezTo>
                <a:cubicBezTo>
                  <a:pt x="0" y="227211"/>
                  <a:pt x="0" y="227211"/>
                  <a:pt x="0" y="147394"/>
                </a:cubicBezTo>
                <a:cubicBezTo>
                  <a:pt x="0" y="122933"/>
                  <a:pt x="19407" y="103623"/>
                  <a:pt x="42696" y="103623"/>
                </a:cubicBezTo>
                <a:cubicBezTo>
                  <a:pt x="49165" y="103623"/>
                  <a:pt x="54340" y="104910"/>
                  <a:pt x="59515" y="107485"/>
                </a:cubicBezTo>
                <a:cubicBezTo>
                  <a:pt x="59515" y="107485"/>
                  <a:pt x="59515" y="107485"/>
                  <a:pt x="59515" y="93324"/>
                </a:cubicBezTo>
                <a:cubicBezTo>
                  <a:pt x="59515" y="71438"/>
                  <a:pt x="59515" y="71438"/>
                  <a:pt x="80216" y="71438"/>
                </a:cubicBezTo>
                <a:close/>
                <a:moveTo>
                  <a:pt x="107950" y="0"/>
                </a:moveTo>
                <a:cubicBezTo>
                  <a:pt x="107950" y="0"/>
                  <a:pt x="107950" y="0"/>
                  <a:pt x="109247" y="1290"/>
                </a:cubicBezTo>
                <a:cubicBezTo>
                  <a:pt x="110544" y="1290"/>
                  <a:pt x="111841" y="2580"/>
                  <a:pt x="113139" y="2580"/>
                </a:cubicBezTo>
                <a:cubicBezTo>
                  <a:pt x="114436" y="3870"/>
                  <a:pt x="117030" y="3870"/>
                  <a:pt x="119624" y="5160"/>
                </a:cubicBezTo>
                <a:cubicBezTo>
                  <a:pt x="120921" y="6450"/>
                  <a:pt x="123515" y="6450"/>
                  <a:pt x="126110" y="7739"/>
                </a:cubicBezTo>
                <a:cubicBezTo>
                  <a:pt x="131298" y="10319"/>
                  <a:pt x="137784" y="11609"/>
                  <a:pt x="144269" y="12899"/>
                </a:cubicBezTo>
                <a:cubicBezTo>
                  <a:pt x="144269" y="12899"/>
                  <a:pt x="144269" y="12899"/>
                  <a:pt x="145566" y="12899"/>
                </a:cubicBezTo>
                <a:cubicBezTo>
                  <a:pt x="145566" y="12899"/>
                  <a:pt x="146863" y="12899"/>
                  <a:pt x="146863" y="14189"/>
                </a:cubicBezTo>
                <a:cubicBezTo>
                  <a:pt x="146863" y="14189"/>
                  <a:pt x="146863" y="14189"/>
                  <a:pt x="148161" y="14189"/>
                </a:cubicBezTo>
                <a:cubicBezTo>
                  <a:pt x="148161" y="14189"/>
                  <a:pt x="149458" y="14189"/>
                  <a:pt x="149458" y="14189"/>
                </a:cubicBezTo>
                <a:cubicBezTo>
                  <a:pt x="149458" y="14189"/>
                  <a:pt x="150755" y="14189"/>
                  <a:pt x="152052" y="14189"/>
                </a:cubicBezTo>
                <a:cubicBezTo>
                  <a:pt x="152052" y="15478"/>
                  <a:pt x="153349" y="15478"/>
                  <a:pt x="154646" y="15478"/>
                </a:cubicBezTo>
                <a:cubicBezTo>
                  <a:pt x="154646" y="15478"/>
                  <a:pt x="154646" y="15478"/>
                  <a:pt x="155943" y="15478"/>
                </a:cubicBezTo>
                <a:cubicBezTo>
                  <a:pt x="155943" y="15478"/>
                  <a:pt x="155943" y="15478"/>
                  <a:pt x="157240" y="15478"/>
                </a:cubicBezTo>
                <a:cubicBezTo>
                  <a:pt x="157240" y="15478"/>
                  <a:pt x="157240" y="15478"/>
                  <a:pt x="158537" y="16768"/>
                </a:cubicBezTo>
                <a:cubicBezTo>
                  <a:pt x="158537" y="16768"/>
                  <a:pt x="158537" y="16768"/>
                  <a:pt x="159835" y="16768"/>
                </a:cubicBezTo>
                <a:cubicBezTo>
                  <a:pt x="161132" y="16768"/>
                  <a:pt x="161132" y="16768"/>
                  <a:pt x="162429" y="16768"/>
                </a:cubicBezTo>
                <a:cubicBezTo>
                  <a:pt x="163726" y="16768"/>
                  <a:pt x="163726" y="16768"/>
                  <a:pt x="165023" y="18058"/>
                </a:cubicBezTo>
                <a:cubicBezTo>
                  <a:pt x="165023" y="18058"/>
                  <a:pt x="165023" y="18058"/>
                  <a:pt x="166320" y="18058"/>
                </a:cubicBezTo>
                <a:cubicBezTo>
                  <a:pt x="166320" y="18058"/>
                  <a:pt x="166320" y="18058"/>
                  <a:pt x="167617" y="18058"/>
                </a:cubicBezTo>
                <a:cubicBezTo>
                  <a:pt x="167617" y="18058"/>
                  <a:pt x="167617" y="18058"/>
                  <a:pt x="168914" y="18058"/>
                </a:cubicBezTo>
                <a:cubicBezTo>
                  <a:pt x="168914" y="18058"/>
                  <a:pt x="168914" y="18058"/>
                  <a:pt x="170211" y="18058"/>
                </a:cubicBezTo>
                <a:cubicBezTo>
                  <a:pt x="172806" y="19348"/>
                  <a:pt x="174103" y="19348"/>
                  <a:pt x="176697" y="20638"/>
                </a:cubicBezTo>
                <a:cubicBezTo>
                  <a:pt x="180588" y="21928"/>
                  <a:pt x="184480" y="23218"/>
                  <a:pt x="188371" y="24507"/>
                </a:cubicBezTo>
                <a:cubicBezTo>
                  <a:pt x="190965" y="25797"/>
                  <a:pt x="192262" y="25797"/>
                  <a:pt x="193559" y="27087"/>
                </a:cubicBezTo>
                <a:cubicBezTo>
                  <a:pt x="194856" y="28377"/>
                  <a:pt x="194856" y="28377"/>
                  <a:pt x="194856" y="28377"/>
                </a:cubicBezTo>
                <a:cubicBezTo>
                  <a:pt x="196154" y="28377"/>
                  <a:pt x="196154" y="28377"/>
                  <a:pt x="196154" y="29667"/>
                </a:cubicBezTo>
                <a:cubicBezTo>
                  <a:pt x="197451" y="29667"/>
                  <a:pt x="197451" y="29667"/>
                  <a:pt x="197451" y="29667"/>
                </a:cubicBezTo>
                <a:cubicBezTo>
                  <a:pt x="198748" y="29667"/>
                  <a:pt x="198748" y="30957"/>
                  <a:pt x="198748" y="30957"/>
                </a:cubicBezTo>
                <a:cubicBezTo>
                  <a:pt x="202639" y="33536"/>
                  <a:pt x="205233" y="36116"/>
                  <a:pt x="207828" y="38696"/>
                </a:cubicBezTo>
                <a:cubicBezTo>
                  <a:pt x="210422" y="41276"/>
                  <a:pt x="211719" y="45145"/>
                  <a:pt x="213016" y="47725"/>
                </a:cubicBezTo>
                <a:cubicBezTo>
                  <a:pt x="214313" y="50305"/>
                  <a:pt x="214313" y="52884"/>
                  <a:pt x="214313" y="55464"/>
                </a:cubicBezTo>
                <a:cubicBezTo>
                  <a:pt x="214313" y="56754"/>
                  <a:pt x="214313" y="56754"/>
                  <a:pt x="214313" y="58044"/>
                </a:cubicBezTo>
                <a:cubicBezTo>
                  <a:pt x="214313" y="58044"/>
                  <a:pt x="214313" y="59334"/>
                  <a:pt x="213016" y="59334"/>
                </a:cubicBezTo>
                <a:cubicBezTo>
                  <a:pt x="213016" y="59334"/>
                  <a:pt x="213016" y="59334"/>
                  <a:pt x="213016" y="60623"/>
                </a:cubicBezTo>
                <a:cubicBezTo>
                  <a:pt x="213016" y="61913"/>
                  <a:pt x="213016" y="61913"/>
                  <a:pt x="213016" y="61913"/>
                </a:cubicBezTo>
                <a:cubicBezTo>
                  <a:pt x="213016" y="61913"/>
                  <a:pt x="213016" y="61913"/>
                  <a:pt x="211719" y="60623"/>
                </a:cubicBezTo>
                <a:cubicBezTo>
                  <a:pt x="211719" y="60623"/>
                  <a:pt x="211719" y="59334"/>
                  <a:pt x="210422" y="59334"/>
                </a:cubicBezTo>
                <a:cubicBezTo>
                  <a:pt x="210422" y="59334"/>
                  <a:pt x="210422" y="58044"/>
                  <a:pt x="209125" y="58044"/>
                </a:cubicBezTo>
                <a:cubicBezTo>
                  <a:pt x="207828" y="56754"/>
                  <a:pt x="205233" y="55464"/>
                  <a:pt x="203936" y="54174"/>
                </a:cubicBezTo>
                <a:cubicBezTo>
                  <a:pt x="201342" y="54174"/>
                  <a:pt x="200045" y="52884"/>
                  <a:pt x="197451" y="51594"/>
                </a:cubicBezTo>
                <a:cubicBezTo>
                  <a:pt x="194856" y="51594"/>
                  <a:pt x="192262" y="50305"/>
                  <a:pt x="189668" y="50305"/>
                </a:cubicBezTo>
                <a:cubicBezTo>
                  <a:pt x="188371" y="50305"/>
                  <a:pt x="188371" y="50305"/>
                  <a:pt x="187074" y="50305"/>
                </a:cubicBezTo>
                <a:cubicBezTo>
                  <a:pt x="187074" y="49015"/>
                  <a:pt x="185777" y="49015"/>
                  <a:pt x="184480" y="49015"/>
                </a:cubicBezTo>
                <a:cubicBezTo>
                  <a:pt x="183182" y="49015"/>
                  <a:pt x="181885" y="49015"/>
                  <a:pt x="180588" y="47725"/>
                </a:cubicBezTo>
                <a:cubicBezTo>
                  <a:pt x="176697" y="47725"/>
                  <a:pt x="174103" y="47725"/>
                  <a:pt x="170211" y="46435"/>
                </a:cubicBezTo>
                <a:cubicBezTo>
                  <a:pt x="168914" y="46435"/>
                  <a:pt x="166320" y="45145"/>
                  <a:pt x="165023" y="45145"/>
                </a:cubicBezTo>
                <a:cubicBezTo>
                  <a:pt x="165023" y="45145"/>
                  <a:pt x="165023" y="45145"/>
                  <a:pt x="163726" y="45145"/>
                </a:cubicBezTo>
                <a:cubicBezTo>
                  <a:pt x="163726" y="45145"/>
                  <a:pt x="163726" y="45145"/>
                  <a:pt x="162429" y="45145"/>
                </a:cubicBezTo>
                <a:cubicBezTo>
                  <a:pt x="162429" y="45145"/>
                  <a:pt x="162429" y="45145"/>
                  <a:pt x="159835" y="43855"/>
                </a:cubicBezTo>
                <a:cubicBezTo>
                  <a:pt x="159835" y="43855"/>
                  <a:pt x="159835" y="43855"/>
                  <a:pt x="158537" y="43855"/>
                </a:cubicBezTo>
                <a:cubicBezTo>
                  <a:pt x="157240" y="43855"/>
                  <a:pt x="157240" y="43855"/>
                  <a:pt x="155943" y="42565"/>
                </a:cubicBezTo>
                <a:cubicBezTo>
                  <a:pt x="154646" y="42565"/>
                  <a:pt x="153349" y="42565"/>
                  <a:pt x="152052" y="42565"/>
                </a:cubicBezTo>
                <a:cubicBezTo>
                  <a:pt x="152052" y="41276"/>
                  <a:pt x="150755" y="41276"/>
                  <a:pt x="149458" y="41276"/>
                </a:cubicBezTo>
                <a:cubicBezTo>
                  <a:pt x="148161" y="41276"/>
                  <a:pt x="146863" y="39986"/>
                  <a:pt x="146863" y="39986"/>
                </a:cubicBezTo>
                <a:cubicBezTo>
                  <a:pt x="142972" y="38696"/>
                  <a:pt x="139081" y="36116"/>
                  <a:pt x="135189" y="34826"/>
                </a:cubicBezTo>
                <a:cubicBezTo>
                  <a:pt x="131298" y="32247"/>
                  <a:pt x="128704" y="29667"/>
                  <a:pt x="124813" y="27087"/>
                </a:cubicBezTo>
                <a:cubicBezTo>
                  <a:pt x="122218" y="24507"/>
                  <a:pt x="119624" y="21928"/>
                  <a:pt x="117030" y="19348"/>
                </a:cubicBezTo>
                <a:cubicBezTo>
                  <a:pt x="115733" y="16768"/>
                  <a:pt x="113139" y="15478"/>
                  <a:pt x="111841" y="12899"/>
                </a:cubicBezTo>
                <a:cubicBezTo>
                  <a:pt x="110544" y="10319"/>
                  <a:pt x="110544" y="7739"/>
                  <a:pt x="109247" y="6450"/>
                </a:cubicBezTo>
                <a:cubicBezTo>
                  <a:pt x="109247" y="3870"/>
                  <a:pt x="107950" y="2580"/>
                  <a:pt x="107950" y="1290"/>
                </a:cubicBezTo>
                <a:cubicBezTo>
                  <a:pt x="107950" y="1290"/>
                  <a:pt x="107950" y="0"/>
                  <a:pt x="107950" y="0"/>
                </a:cubicBezTo>
                <a:close/>
                <a:moveTo>
                  <a:pt x="9525" y="0"/>
                </a:moveTo>
                <a:cubicBezTo>
                  <a:pt x="9525" y="0"/>
                  <a:pt x="9525" y="0"/>
                  <a:pt x="10822" y="1290"/>
                </a:cubicBezTo>
                <a:cubicBezTo>
                  <a:pt x="12119" y="1290"/>
                  <a:pt x="12119" y="2580"/>
                  <a:pt x="14713" y="2580"/>
                </a:cubicBezTo>
                <a:cubicBezTo>
                  <a:pt x="16010" y="3870"/>
                  <a:pt x="17308" y="3870"/>
                  <a:pt x="19902" y="5160"/>
                </a:cubicBezTo>
                <a:cubicBezTo>
                  <a:pt x="22496" y="6450"/>
                  <a:pt x="25090" y="6450"/>
                  <a:pt x="27684" y="7739"/>
                </a:cubicBezTo>
                <a:cubicBezTo>
                  <a:pt x="32873" y="9029"/>
                  <a:pt x="39358" y="11609"/>
                  <a:pt x="45844" y="12899"/>
                </a:cubicBezTo>
                <a:cubicBezTo>
                  <a:pt x="45844" y="12899"/>
                  <a:pt x="45844" y="12899"/>
                  <a:pt x="47141" y="12899"/>
                </a:cubicBezTo>
                <a:cubicBezTo>
                  <a:pt x="47141" y="12899"/>
                  <a:pt x="47141" y="12899"/>
                  <a:pt x="48438" y="12899"/>
                </a:cubicBezTo>
                <a:cubicBezTo>
                  <a:pt x="48438" y="12899"/>
                  <a:pt x="48438" y="12899"/>
                  <a:pt x="48438" y="14189"/>
                </a:cubicBezTo>
                <a:cubicBezTo>
                  <a:pt x="49735" y="14189"/>
                  <a:pt x="49735" y="14189"/>
                  <a:pt x="49735" y="14189"/>
                </a:cubicBezTo>
                <a:cubicBezTo>
                  <a:pt x="51032" y="14189"/>
                  <a:pt x="52329" y="14189"/>
                  <a:pt x="52329" y="14189"/>
                </a:cubicBezTo>
                <a:cubicBezTo>
                  <a:pt x="53627" y="15478"/>
                  <a:pt x="54924" y="15478"/>
                  <a:pt x="54924" y="15478"/>
                </a:cubicBezTo>
                <a:cubicBezTo>
                  <a:pt x="56221" y="15478"/>
                  <a:pt x="56221" y="15478"/>
                  <a:pt x="56221" y="15478"/>
                </a:cubicBezTo>
                <a:cubicBezTo>
                  <a:pt x="57518" y="15478"/>
                  <a:pt x="57518" y="15478"/>
                  <a:pt x="57518" y="15478"/>
                </a:cubicBezTo>
                <a:cubicBezTo>
                  <a:pt x="58815" y="15478"/>
                  <a:pt x="58815" y="15478"/>
                  <a:pt x="58815" y="15478"/>
                </a:cubicBezTo>
                <a:cubicBezTo>
                  <a:pt x="60112" y="16768"/>
                  <a:pt x="60112" y="16768"/>
                  <a:pt x="60112" y="16768"/>
                </a:cubicBezTo>
                <a:cubicBezTo>
                  <a:pt x="61409" y="16768"/>
                  <a:pt x="62706" y="16768"/>
                  <a:pt x="62706" y="16768"/>
                </a:cubicBezTo>
                <a:cubicBezTo>
                  <a:pt x="64003" y="16768"/>
                  <a:pt x="65301" y="16768"/>
                  <a:pt x="65301" y="18058"/>
                </a:cubicBezTo>
                <a:cubicBezTo>
                  <a:pt x="65301" y="18058"/>
                  <a:pt x="65301" y="18058"/>
                  <a:pt x="66598" y="18058"/>
                </a:cubicBezTo>
                <a:cubicBezTo>
                  <a:pt x="66598" y="18058"/>
                  <a:pt x="66598" y="18058"/>
                  <a:pt x="69192" y="18058"/>
                </a:cubicBezTo>
                <a:cubicBezTo>
                  <a:pt x="69192" y="18058"/>
                  <a:pt x="69192" y="18058"/>
                  <a:pt x="70489" y="18058"/>
                </a:cubicBezTo>
                <a:cubicBezTo>
                  <a:pt x="70489" y="18058"/>
                  <a:pt x="70489" y="18058"/>
                  <a:pt x="71786" y="18058"/>
                </a:cubicBezTo>
                <a:cubicBezTo>
                  <a:pt x="73083" y="19348"/>
                  <a:pt x="75677" y="19348"/>
                  <a:pt x="76975" y="20638"/>
                </a:cubicBezTo>
                <a:cubicBezTo>
                  <a:pt x="82163" y="20638"/>
                  <a:pt x="86054" y="23218"/>
                  <a:pt x="89946" y="24507"/>
                </a:cubicBezTo>
                <a:cubicBezTo>
                  <a:pt x="91243" y="25797"/>
                  <a:pt x="93837" y="25797"/>
                  <a:pt x="95134" y="27087"/>
                </a:cubicBezTo>
                <a:cubicBezTo>
                  <a:pt x="95134" y="27087"/>
                  <a:pt x="96431" y="28377"/>
                  <a:pt x="96431" y="28377"/>
                </a:cubicBezTo>
                <a:cubicBezTo>
                  <a:pt x="96431" y="28377"/>
                  <a:pt x="97728" y="28377"/>
                  <a:pt x="97728" y="28377"/>
                </a:cubicBezTo>
                <a:cubicBezTo>
                  <a:pt x="97728" y="29667"/>
                  <a:pt x="99025" y="29667"/>
                  <a:pt x="99025" y="29667"/>
                </a:cubicBezTo>
                <a:cubicBezTo>
                  <a:pt x="99025" y="29667"/>
                  <a:pt x="100323" y="30957"/>
                  <a:pt x="100323" y="30957"/>
                </a:cubicBezTo>
                <a:cubicBezTo>
                  <a:pt x="102917" y="33536"/>
                  <a:pt x="106808" y="36116"/>
                  <a:pt x="108105" y="38696"/>
                </a:cubicBezTo>
                <a:cubicBezTo>
                  <a:pt x="110700" y="41276"/>
                  <a:pt x="111997" y="45145"/>
                  <a:pt x="113294" y="47725"/>
                </a:cubicBezTo>
                <a:cubicBezTo>
                  <a:pt x="114591" y="50305"/>
                  <a:pt x="115888" y="52884"/>
                  <a:pt x="114591" y="55464"/>
                </a:cubicBezTo>
                <a:cubicBezTo>
                  <a:pt x="114591" y="56754"/>
                  <a:pt x="114591" y="56754"/>
                  <a:pt x="114591" y="58044"/>
                </a:cubicBezTo>
                <a:cubicBezTo>
                  <a:pt x="114591" y="58044"/>
                  <a:pt x="114591" y="59334"/>
                  <a:pt x="114591" y="59334"/>
                </a:cubicBezTo>
                <a:cubicBezTo>
                  <a:pt x="114591" y="59334"/>
                  <a:pt x="114591" y="59334"/>
                  <a:pt x="114591" y="60623"/>
                </a:cubicBezTo>
                <a:cubicBezTo>
                  <a:pt x="114591" y="60623"/>
                  <a:pt x="113294" y="60623"/>
                  <a:pt x="113294" y="61913"/>
                </a:cubicBezTo>
                <a:cubicBezTo>
                  <a:pt x="113294" y="60623"/>
                  <a:pt x="113294" y="60623"/>
                  <a:pt x="111997" y="60623"/>
                </a:cubicBezTo>
                <a:cubicBezTo>
                  <a:pt x="111997" y="60623"/>
                  <a:pt x="111997" y="59334"/>
                  <a:pt x="111997" y="59334"/>
                </a:cubicBezTo>
                <a:cubicBezTo>
                  <a:pt x="110700" y="59334"/>
                  <a:pt x="110700" y="58044"/>
                  <a:pt x="110700" y="58044"/>
                </a:cubicBezTo>
                <a:cubicBezTo>
                  <a:pt x="110700" y="58044"/>
                  <a:pt x="110700" y="58044"/>
                  <a:pt x="109403" y="58044"/>
                </a:cubicBezTo>
                <a:cubicBezTo>
                  <a:pt x="108105" y="56754"/>
                  <a:pt x="106808" y="55464"/>
                  <a:pt x="104214" y="54174"/>
                </a:cubicBezTo>
                <a:cubicBezTo>
                  <a:pt x="102917" y="54174"/>
                  <a:pt x="100323" y="52884"/>
                  <a:pt x="97728" y="51594"/>
                </a:cubicBezTo>
                <a:cubicBezTo>
                  <a:pt x="96431" y="51594"/>
                  <a:pt x="93837" y="50305"/>
                  <a:pt x="89946" y="50305"/>
                </a:cubicBezTo>
                <a:cubicBezTo>
                  <a:pt x="89946" y="50305"/>
                  <a:pt x="88649" y="50305"/>
                  <a:pt x="88649" y="50305"/>
                </a:cubicBezTo>
                <a:cubicBezTo>
                  <a:pt x="87351" y="49015"/>
                  <a:pt x="87351" y="49015"/>
                  <a:pt x="86054" y="49015"/>
                </a:cubicBezTo>
                <a:cubicBezTo>
                  <a:pt x="84757" y="49015"/>
                  <a:pt x="83460" y="49015"/>
                  <a:pt x="80866" y="47725"/>
                </a:cubicBezTo>
                <a:cubicBezTo>
                  <a:pt x="78272" y="47725"/>
                  <a:pt x="74380" y="47725"/>
                  <a:pt x="71786" y="46435"/>
                </a:cubicBezTo>
                <a:cubicBezTo>
                  <a:pt x="69192" y="46435"/>
                  <a:pt x="67895" y="45145"/>
                  <a:pt x="66598" y="45145"/>
                </a:cubicBezTo>
                <a:cubicBezTo>
                  <a:pt x="66598" y="45145"/>
                  <a:pt x="66598" y="45145"/>
                  <a:pt x="65301" y="45145"/>
                </a:cubicBezTo>
                <a:cubicBezTo>
                  <a:pt x="65301" y="45145"/>
                  <a:pt x="65301" y="45145"/>
                  <a:pt x="64003" y="45145"/>
                </a:cubicBezTo>
                <a:cubicBezTo>
                  <a:pt x="64003" y="45145"/>
                  <a:pt x="64003" y="45145"/>
                  <a:pt x="62706" y="45145"/>
                </a:cubicBezTo>
                <a:cubicBezTo>
                  <a:pt x="62706" y="45145"/>
                  <a:pt x="62706" y="45145"/>
                  <a:pt x="61409" y="43855"/>
                </a:cubicBezTo>
                <a:cubicBezTo>
                  <a:pt x="61409" y="43855"/>
                  <a:pt x="61409" y="43855"/>
                  <a:pt x="60112" y="43855"/>
                </a:cubicBezTo>
                <a:cubicBezTo>
                  <a:pt x="58815" y="43855"/>
                  <a:pt x="57518" y="43855"/>
                  <a:pt x="56221" y="42565"/>
                </a:cubicBezTo>
                <a:cubicBezTo>
                  <a:pt x="56221" y="42565"/>
                  <a:pt x="54924" y="42565"/>
                  <a:pt x="53627" y="42565"/>
                </a:cubicBezTo>
                <a:cubicBezTo>
                  <a:pt x="52329" y="41276"/>
                  <a:pt x="51032" y="41276"/>
                  <a:pt x="51032" y="41276"/>
                </a:cubicBezTo>
                <a:cubicBezTo>
                  <a:pt x="49735" y="41276"/>
                  <a:pt x="48438" y="39986"/>
                  <a:pt x="47141" y="39986"/>
                </a:cubicBezTo>
                <a:cubicBezTo>
                  <a:pt x="43250" y="38696"/>
                  <a:pt x="39358" y="36116"/>
                  <a:pt x="36764" y="34826"/>
                </a:cubicBezTo>
                <a:cubicBezTo>
                  <a:pt x="32873" y="32247"/>
                  <a:pt x="28982" y="29667"/>
                  <a:pt x="26387" y="27087"/>
                </a:cubicBezTo>
                <a:cubicBezTo>
                  <a:pt x="23793" y="24507"/>
                  <a:pt x="21199" y="21928"/>
                  <a:pt x="18605" y="19348"/>
                </a:cubicBezTo>
                <a:cubicBezTo>
                  <a:pt x="16010" y="18058"/>
                  <a:pt x="14713" y="15478"/>
                  <a:pt x="13416" y="12899"/>
                </a:cubicBezTo>
                <a:cubicBezTo>
                  <a:pt x="12119" y="10319"/>
                  <a:pt x="10822" y="7739"/>
                  <a:pt x="10822" y="6450"/>
                </a:cubicBezTo>
                <a:cubicBezTo>
                  <a:pt x="9525" y="3870"/>
                  <a:pt x="9525" y="2580"/>
                  <a:pt x="9525" y="1290"/>
                </a:cubicBezTo>
                <a:cubicBezTo>
                  <a:pt x="9525" y="0"/>
                  <a:pt x="9525" y="0"/>
                  <a:pt x="952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90000" lnSpcReduction="20000"/>
          </a:bodyPr>
          <a:lstStyle/>
          <a:p>
            <a:pPr algn="ctr">
              <a:lnSpc>
                <a:spcPct val="120000"/>
              </a:lnSpc>
            </a:pPr>
            <a:endParaRPr sz="1800" dirty="0">
              <a:latin typeface="微软雅黑" panose="020B0503020204020204" pitchFamily="34" charset="-122"/>
              <a:ea typeface="微软雅黑" panose="020B0503020204020204" pitchFamily="34" charset="-122"/>
              <a:sym typeface="+mn-lt"/>
            </a:endParaRPr>
          </a:p>
        </p:txBody>
      </p:sp>
      <p:sp>
        <p:nvSpPr>
          <p:cNvPr id="26" name="任意多边形 25"/>
          <p:cNvSpPr/>
          <p:nvPr>
            <p:custDataLst>
              <p:tags r:id="rId14"/>
            </p:custDataLst>
          </p:nvPr>
        </p:nvSpPr>
        <p:spPr>
          <a:xfrm>
            <a:off x="7273290" y="1820956"/>
            <a:ext cx="278130" cy="354965"/>
          </a:xfrm>
          <a:custGeom>
            <a:avLst/>
            <a:gdLst>
              <a:gd name="connsiteX0" fmla="*/ 43815 w 258763"/>
              <a:gd name="connsiteY0" fmla="*/ 130175 h 330201"/>
              <a:gd name="connsiteX1" fmla="*/ 28575 w 258763"/>
              <a:gd name="connsiteY1" fmla="*/ 147060 h 330201"/>
              <a:gd name="connsiteX2" fmla="*/ 28575 w 258763"/>
              <a:gd name="connsiteY2" fmla="*/ 227590 h 330201"/>
              <a:gd name="connsiteX3" fmla="*/ 43815 w 258763"/>
              <a:gd name="connsiteY3" fmla="*/ 244475 h 330201"/>
              <a:gd name="connsiteX4" fmla="*/ 60325 w 258763"/>
              <a:gd name="connsiteY4" fmla="*/ 227590 h 330201"/>
              <a:gd name="connsiteX5" fmla="*/ 60325 w 258763"/>
              <a:gd name="connsiteY5" fmla="*/ 147060 h 330201"/>
              <a:gd name="connsiteX6" fmla="*/ 43815 w 258763"/>
              <a:gd name="connsiteY6" fmla="*/ 130175 h 330201"/>
              <a:gd name="connsiteX7" fmla="*/ 221457 w 258763"/>
              <a:gd name="connsiteY7" fmla="*/ 98425 h 330201"/>
              <a:gd name="connsiteX8" fmla="*/ 211138 w 258763"/>
              <a:gd name="connsiteY8" fmla="*/ 110021 h 330201"/>
              <a:gd name="connsiteX9" fmla="*/ 211138 w 258763"/>
              <a:gd name="connsiteY9" fmla="*/ 265918 h 330201"/>
              <a:gd name="connsiteX10" fmla="*/ 221457 w 258763"/>
              <a:gd name="connsiteY10" fmla="*/ 276225 h 330201"/>
              <a:gd name="connsiteX11" fmla="*/ 231776 w 258763"/>
              <a:gd name="connsiteY11" fmla="*/ 265918 h 330201"/>
              <a:gd name="connsiteX12" fmla="*/ 231776 w 258763"/>
              <a:gd name="connsiteY12" fmla="*/ 110021 h 330201"/>
              <a:gd name="connsiteX13" fmla="*/ 221457 w 258763"/>
              <a:gd name="connsiteY13" fmla="*/ 98425 h 330201"/>
              <a:gd name="connsiteX14" fmla="*/ 80216 w 258763"/>
              <a:gd name="connsiteY14" fmla="*/ 71438 h 330201"/>
              <a:gd name="connsiteX15" fmla="*/ 236768 w 258763"/>
              <a:gd name="connsiteY15" fmla="*/ 71438 h 330201"/>
              <a:gd name="connsiteX16" fmla="*/ 258763 w 258763"/>
              <a:gd name="connsiteY16" fmla="*/ 93324 h 330201"/>
              <a:gd name="connsiteX17" fmla="*/ 258763 w 258763"/>
              <a:gd name="connsiteY17" fmla="*/ 274844 h 330201"/>
              <a:gd name="connsiteX18" fmla="*/ 204423 w 258763"/>
              <a:gd name="connsiteY18" fmla="*/ 330201 h 330201"/>
              <a:gd name="connsiteX19" fmla="*/ 113856 w 258763"/>
              <a:gd name="connsiteY19" fmla="*/ 330201 h 330201"/>
              <a:gd name="connsiteX20" fmla="*/ 59515 w 258763"/>
              <a:gd name="connsiteY20" fmla="*/ 274844 h 330201"/>
              <a:gd name="connsiteX21" fmla="*/ 59515 w 258763"/>
              <a:gd name="connsiteY21" fmla="*/ 267120 h 330201"/>
              <a:gd name="connsiteX22" fmla="*/ 42696 w 258763"/>
              <a:gd name="connsiteY22" fmla="*/ 270982 h 330201"/>
              <a:gd name="connsiteX23" fmla="*/ 0 w 258763"/>
              <a:gd name="connsiteY23" fmla="*/ 227211 h 330201"/>
              <a:gd name="connsiteX24" fmla="*/ 0 w 258763"/>
              <a:gd name="connsiteY24" fmla="*/ 147394 h 330201"/>
              <a:gd name="connsiteX25" fmla="*/ 42696 w 258763"/>
              <a:gd name="connsiteY25" fmla="*/ 103623 h 330201"/>
              <a:gd name="connsiteX26" fmla="*/ 59515 w 258763"/>
              <a:gd name="connsiteY26" fmla="*/ 107485 h 330201"/>
              <a:gd name="connsiteX27" fmla="*/ 59515 w 258763"/>
              <a:gd name="connsiteY27" fmla="*/ 93324 h 330201"/>
              <a:gd name="connsiteX28" fmla="*/ 80216 w 258763"/>
              <a:gd name="connsiteY28" fmla="*/ 71438 h 330201"/>
              <a:gd name="connsiteX29" fmla="*/ 107950 w 258763"/>
              <a:gd name="connsiteY29" fmla="*/ 0 h 330201"/>
              <a:gd name="connsiteX30" fmla="*/ 109247 w 258763"/>
              <a:gd name="connsiteY30" fmla="*/ 1290 h 330201"/>
              <a:gd name="connsiteX31" fmla="*/ 113139 w 258763"/>
              <a:gd name="connsiteY31" fmla="*/ 2580 h 330201"/>
              <a:gd name="connsiteX32" fmla="*/ 119624 w 258763"/>
              <a:gd name="connsiteY32" fmla="*/ 5160 h 330201"/>
              <a:gd name="connsiteX33" fmla="*/ 126110 w 258763"/>
              <a:gd name="connsiteY33" fmla="*/ 7739 h 330201"/>
              <a:gd name="connsiteX34" fmla="*/ 144269 w 258763"/>
              <a:gd name="connsiteY34" fmla="*/ 12899 h 330201"/>
              <a:gd name="connsiteX35" fmla="*/ 145566 w 258763"/>
              <a:gd name="connsiteY35" fmla="*/ 12899 h 330201"/>
              <a:gd name="connsiteX36" fmla="*/ 146863 w 258763"/>
              <a:gd name="connsiteY36" fmla="*/ 14189 h 330201"/>
              <a:gd name="connsiteX37" fmla="*/ 148161 w 258763"/>
              <a:gd name="connsiteY37" fmla="*/ 14189 h 330201"/>
              <a:gd name="connsiteX38" fmla="*/ 149458 w 258763"/>
              <a:gd name="connsiteY38" fmla="*/ 14189 h 330201"/>
              <a:gd name="connsiteX39" fmla="*/ 152052 w 258763"/>
              <a:gd name="connsiteY39" fmla="*/ 14189 h 330201"/>
              <a:gd name="connsiteX40" fmla="*/ 154646 w 258763"/>
              <a:gd name="connsiteY40" fmla="*/ 15478 h 330201"/>
              <a:gd name="connsiteX41" fmla="*/ 155943 w 258763"/>
              <a:gd name="connsiteY41" fmla="*/ 15478 h 330201"/>
              <a:gd name="connsiteX42" fmla="*/ 157240 w 258763"/>
              <a:gd name="connsiteY42" fmla="*/ 15478 h 330201"/>
              <a:gd name="connsiteX43" fmla="*/ 158537 w 258763"/>
              <a:gd name="connsiteY43" fmla="*/ 16768 h 330201"/>
              <a:gd name="connsiteX44" fmla="*/ 159835 w 258763"/>
              <a:gd name="connsiteY44" fmla="*/ 16768 h 330201"/>
              <a:gd name="connsiteX45" fmla="*/ 162429 w 258763"/>
              <a:gd name="connsiteY45" fmla="*/ 16768 h 330201"/>
              <a:gd name="connsiteX46" fmla="*/ 165023 w 258763"/>
              <a:gd name="connsiteY46" fmla="*/ 18058 h 330201"/>
              <a:gd name="connsiteX47" fmla="*/ 166320 w 258763"/>
              <a:gd name="connsiteY47" fmla="*/ 18058 h 330201"/>
              <a:gd name="connsiteX48" fmla="*/ 167617 w 258763"/>
              <a:gd name="connsiteY48" fmla="*/ 18058 h 330201"/>
              <a:gd name="connsiteX49" fmla="*/ 168914 w 258763"/>
              <a:gd name="connsiteY49" fmla="*/ 18058 h 330201"/>
              <a:gd name="connsiteX50" fmla="*/ 170211 w 258763"/>
              <a:gd name="connsiteY50" fmla="*/ 18058 h 330201"/>
              <a:gd name="connsiteX51" fmla="*/ 176697 w 258763"/>
              <a:gd name="connsiteY51" fmla="*/ 20638 h 330201"/>
              <a:gd name="connsiteX52" fmla="*/ 188371 w 258763"/>
              <a:gd name="connsiteY52" fmla="*/ 24507 h 330201"/>
              <a:gd name="connsiteX53" fmla="*/ 193559 w 258763"/>
              <a:gd name="connsiteY53" fmla="*/ 27087 h 330201"/>
              <a:gd name="connsiteX54" fmla="*/ 194856 w 258763"/>
              <a:gd name="connsiteY54" fmla="*/ 28377 h 330201"/>
              <a:gd name="connsiteX55" fmla="*/ 196154 w 258763"/>
              <a:gd name="connsiteY55" fmla="*/ 29667 h 330201"/>
              <a:gd name="connsiteX56" fmla="*/ 197451 w 258763"/>
              <a:gd name="connsiteY56" fmla="*/ 29667 h 330201"/>
              <a:gd name="connsiteX57" fmla="*/ 198748 w 258763"/>
              <a:gd name="connsiteY57" fmla="*/ 30957 h 330201"/>
              <a:gd name="connsiteX58" fmla="*/ 207828 w 258763"/>
              <a:gd name="connsiteY58" fmla="*/ 38696 h 330201"/>
              <a:gd name="connsiteX59" fmla="*/ 213016 w 258763"/>
              <a:gd name="connsiteY59" fmla="*/ 47725 h 330201"/>
              <a:gd name="connsiteX60" fmla="*/ 214313 w 258763"/>
              <a:gd name="connsiteY60" fmla="*/ 55464 h 330201"/>
              <a:gd name="connsiteX61" fmla="*/ 214313 w 258763"/>
              <a:gd name="connsiteY61" fmla="*/ 58044 h 330201"/>
              <a:gd name="connsiteX62" fmla="*/ 213016 w 258763"/>
              <a:gd name="connsiteY62" fmla="*/ 59334 h 330201"/>
              <a:gd name="connsiteX63" fmla="*/ 213016 w 258763"/>
              <a:gd name="connsiteY63" fmla="*/ 60623 h 330201"/>
              <a:gd name="connsiteX64" fmla="*/ 213016 w 258763"/>
              <a:gd name="connsiteY64" fmla="*/ 61913 h 330201"/>
              <a:gd name="connsiteX65" fmla="*/ 211719 w 258763"/>
              <a:gd name="connsiteY65" fmla="*/ 60623 h 330201"/>
              <a:gd name="connsiteX66" fmla="*/ 210422 w 258763"/>
              <a:gd name="connsiteY66" fmla="*/ 59334 h 330201"/>
              <a:gd name="connsiteX67" fmla="*/ 209125 w 258763"/>
              <a:gd name="connsiteY67" fmla="*/ 58044 h 330201"/>
              <a:gd name="connsiteX68" fmla="*/ 203936 w 258763"/>
              <a:gd name="connsiteY68" fmla="*/ 54174 h 330201"/>
              <a:gd name="connsiteX69" fmla="*/ 197451 w 258763"/>
              <a:gd name="connsiteY69" fmla="*/ 51594 h 330201"/>
              <a:gd name="connsiteX70" fmla="*/ 189668 w 258763"/>
              <a:gd name="connsiteY70" fmla="*/ 50305 h 330201"/>
              <a:gd name="connsiteX71" fmla="*/ 187074 w 258763"/>
              <a:gd name="connsiteY71" fmla="*/ 50305 h 330201"/>
              <a:gd name="connsiteX72" fmla="*/ 184480 w 258763"/>
              <a:gd name="connsiteY72" fmla="*/ 49015 h 330201"/>
              <a:gd name="connsiteX73" fmla="*/ 180588 w 258763"/>
              <a:gd name="connsiteY73" fmla="*/ 47725 h 330201"/>
              <a:gd name="connsiteX74" fmla="*/ 170211 w 258763"/>
              <a:gd name="connsiteY74" fmla="*/ 46435 h 330201"/>
              <a:gd name="connsiteX75" fmla="*/ 165023 w 258763"/>
              <a:gd name="connsiteY75" fmla="*/ 45145 h 330201"/>
              <a:gd name="connsiteX76" fmla="*/ 163726 w 258763"/>
              <a:gd name="connsiteY76" fmla="*/ 45145 h 330201"/>
              <a:gd name="connsiteX77" fmla="*/ 162429 w 258763"/>
              <a:gd name="connsiteY77" fmla="*/ 45145 h 330201"/>
              <a:gd name="connsiteX78" fmla="*/ 159835 w 258763"/>
              <a:gd name="connsiteY78" fmla="*/ 43855 h 330201"/>
              <a:gd name="connsiteX79" fmla="*/ 158537 w 258763"/>
              <a:gd name="connsiteY79" fmla="*/ 43855 h 330201"/>
              <a:gd name="connsiteX80" fmla="*/ 155943 w 258763"/>
              <a:gd name="connsiteY80" fmla="*/ 42565 h 330201"/>
              <a:gd name="connsiteX81" fmla="*/ 152052 w 258763"/>
              <a:gd name="connsiteY81" fmla="*/ 42565 h 330201"/>
              <a:gd name="connsiteX82" fmla="*/ 149458 w 258763"/>
              <a:gd name="connsiteY82" fmla="*/ 41276 h 330201"/>
              <a:gd name="connsiteX83" fmla="*/ 146863 w 258763"/>
              <a:gd name="connsiteY83" fmla="*/ 39986 h 330201"/>
              <a:gd name="connsiteX84" fmla="*/ 135189 w 258763"/>
              <a:gd name="connsiteY84" fmla="*/ 34826 h 330201"/>
              <a:gd name="connsiteX85" fmla="*/ 124813 w 258763"/>
              <a:gd name="connsiteY85" fmla="*/ 27087 h 330201"/>
              <a:gd name="connsiteX86" fmla="*/ 117030 w 258763"/>
              <a:gd name="connsiteY86" fmla="*/ 19348 h 330201"/>
              <a:gd name="connsiteX87" fmla="*/ 111841 w 258763"/>
              <a:gd name="connsiteY87" fmla="*/ 12899 h 330201"/>
              <a:gd name="connsiteX88" fmla="*/ 109247 w 258763"/>
              <a:gd name="connsiteY88" fmla="*/ 6450 h 330201"/>
              <a:gd name="connsiteX89" fmla="*/ 107950 w 258763"/>
              <a:gd name="connsiteY89" fmla="*/ 1290 h 330201"/>
              <a:gd name="connsiteX90" fmla="*/ 107950 w 258763"/>
              <a:gd name="connsiteY90" fmla="*/ 0 h 330201"/>
              <a:gd name="connsiteX91" fmla="*/ 9525 w 258763"/>
              <a:gd name="connsiteY91" fmla="*/ 0 h 330201"/>
              <a:gd name="connsiteX92" fmla="*/ 10822 w 258763"/>
              <a:gd name="connsiteY92" fmla="*/ 1290 h 330201"/>
              <a:gd name="connsiteX93" fmla="*/ 14713 w 258763"/>
              <a:gd name="connsiteY93" fmla="*/ 2580 h 330201"/>
              <a:gd name="connsiteX94" fmla="*/ 19902 w 258763"/>
              <a:gd name="connsiteY94" fmla="*/ 5160 h 330201"/>
              <a:gd name="connsiteX95" fmla="*/ 27684 w 258763"/>
              <a:gd name="connsiteY95" fmla="*/ 7739 h 330201"/>
              <a:gd name="connsiteX96" fmla="*/ 45844 w 258763"/>
              <a:gd name="connsiteY96" fmla="*/ 12899 h 330201"/>
              <a:gd name="connsiteX97" fmla="*/ 47141 w 258763"/>
              <a:gd name="connsiteY97" fmla="*/ 12899 h 330201"/>
              <a:gd name="connsiteX98" fmla="*/ 48438 w 258763"/>
              <a:gd name="connsiteY98" fmla="*/ 12899 h 330201"/>
              <a:gd name="connsiteX99" fmla="*/ 48438 w 258763"/>
              <a:gd name="connsiteY99" fmla="*/ 14189 h 330201"/>
              <a:gd name="connsiteX100" fmla="*/ 49735 w 258763"/>
              <a:gd name="connsiteY100" fmla="*/ 14189 h 330201"/>
              <a:gd name="connsiteX101" fmla="*/ 52329 w 258763"/>
              <a:gd name="connsiteY101" fmla="*/ 14189 h 330201"/>
              <a:gd name="connsiteX102" fmla="*/ 54924 w 258763"/>
              <a:gd name="connsiteY102" fmla="*/ 15478 h 330201"/>
              <a:gd name="connsiteX103" fmla="*/ 56221 w 258763"/>
              <a:gd name="connsiteY103" fmla="*/ 15478 h 330201"/>
              <a:gd name="connsiteX104" fmla="*/ 57518 w 258763"/>
              <a:gd name="connsiteY104" fmla="*/ 15478 h 330201"/>
              <a:gd name="connsiteX105" fmla="*/ 58815 w 258763"/>
              <a:gd name="connsiteY105" fmla="*/ 15478 h 330201"/>
              <a:gd name="connsiteX106" fmla="*/ 60112 w 258763"/>
              <a:gd name="connsiteY106" fmla="*/ 16768 h 330201"/>
              <a:gd name="connsiteX107" fmla="*/ 62706 w 258763"/>
              <a:gd name="connsiteY107" fmla="*/ 16768 h 330201"/>
              <a:gd name="connsiteX108" fmla="*/ 65301 w 258763"/>
              <a:gd name="connsiteY108" fmla="*/ 18058 h 330201"/>
              <a:gd name="connsiteX109" fmla="*/ 66598 w 258763"/>
              <a:gd name="connsiteY109" fmla="*/ 18058 h 330201"/>
              <a:gd name="connsiteX110" fmla="*/ 69192 w 258763"/>
              <a:gd name="connsiteY110" fmla="*/ 18058 h 330201"/>
              <a:gd name="connsiteX111" fmla="*/ 70489 w 258763"/>
              <a:gd name="connsiteY111" fmla="*/ 18058 h 330201"/>
              <a:gd name="connsiteX112" fmla="*/ 71786 w 258763"/>
              <a:gd name="connsiteY112" fmla="*/ 18058 h 330201"/>
              <a:gd name="connsiteX113" fmla="*/ 76975 w 258763"/>
              <a:gd name="connsiteY113" fmla="*/ 20638 h 330201"/>
              <a:gd name="connsiteX114" fmla="*/ 89946 w 258763"/>
              <a:gd name="connsiteY114" fmla="*/ 24507 h 330201"/>
              <a:gd name="connsiteX115" fmla="*/ 95134 w 258763"/>
              <a:gd name="connsiteY115" fmla="*/ 27087 h 330201"/>
              <a:gd name="connsiteX116" fmla="*/ 96431 w 258763"/>
              <a:gd name="connsiteY116" fmla="*/ 28377 h 330201"/>
              <a:gd name="connsiteX117" fmla="*/ 97728 w 258763"/>
              <a:gd name="connsiteY117" fmla="*/ 28377 h 330201"/>
              <a:gd name="connsiteX118" fmla="*/ 99025 w 258763"/>
              <a:gd name="connsiteY118" fmla="*/ 29667 h 330201"/>
              <a:gd name="connsiteX119" fmla="*/ 100323 w 258763"/>
              <a:gd name="connsiteY119" fmla="*/ 30957 h 330201"/>
              <a:gd name="connsiteX120" fmla="*/ 108105 w 258763"/>
              <a:gd name="connsiteY120" fmla="*/ 38696 h 330201"/>
              <a:gd name="connsiteX121" fmla="*/ 113294 w 258763"/>
              <a:gd name="connsiteY121" fmla="*/ 47725 h 330201"/>
              <a:gd name="connsiteX122" fmla="*/ 114591 w 258763"/>
              <a:gd name="connsiteY122" fmla="*/ 55464 h 330201"/>
              <a:gd name="connsiteX123" fmla="*/ 114591 w 258763"/>
              <a:gd name="connsiteY123" fmla="*/ 58044 h 330201"/>
              <a:gd name="connsiteX124" fmla="*/ 114591 w 258763"/>
              <a:gd name="connsiteY124" fmla="*/ 59334 h 330201"/>
              <a:gd name="connsiteX125" fmla="*/ 114591 w 258763"/>
              <a:gd name="connsiteY125" fmla="*/ 60623 h 330201"/>
              <a:gd name="connsiteX126" fmla="*/ 113294 w 258763"/>
              <a:gd name="connsiteY126" fmla="*/ 61913 h 330201"/>
              <a:gd name="connsiteX127" fmla="*/ 111997 w 258763"/>
              <a:gd name="connsiteY127" fmla="*/ 60623 h 330201"/>
              <a:gd name="connsiteX128" fmla="*/ 111997 w 258763"/>
              <a:gd name="connsiteY128" fmla="*/ 59334 h 330201"/>
              <a:gd name="connsiteX129" fmla="*/ 110700 w 258763"/>
              <a:gd name="connsiteY129" fmla="*/ 58044 h 330201"/>
              <a:gd name="connsiteX130" fmla="*/ 109403 w 258763"/>
              <a:gd name="connsiteY130" fmla="*/ 58044 h 330201"/>
              <a:gd name="connsiteX131" fmla="*/ 104214 w 258763"/>
              <a:gd name="connsiteY131" fmla="*/ 54174 h 330201"/>
              <a:gd name="connsiteX132" fmla="*/ 97728 w 258763"/>
              <a:gd name="connsiteY132" fmla="*/ 51594 h 330201"/>
              <a:gd name="connsiteX133" fmla="*/ 89946 w 258763"/>
              <a:gd name="connsiteY133" fmla="*/ 50305 h 330201"/>
              <a:gd name="connsiteX134" fmla="*/ 88649 w 258763"/>
              <a:gd name="connsiteY134" fmla="*/ 50305 h 330201"/>
              <a:gd name="connsiteX135" fmla="*/ 86054 w 258763"/>
              <a:gd name="connsiteY135" fmla="*/ 49015 h 330201"/>
              <a:gd name="connsiteX136" fmla="*/ 80866 w 258763"/>
              <a:gd name="connsiteY136" fmla="*/ 47725 h 330201"/>
              <a:gd name="connsiteX137" fmla="*/ 71786 w 258763"/>
              <a:gd name="connsiteY137" fmla="*/ 46435 h 330201"/>
              <a:gd name="connsiteX138" fmla="*/ 66598 w 258763"/>
              <a:gd name="connsiteY138" fmla="*/ 45145 h 330201"/>
              <a:gd name="connsiteX139" fmla="*/ 65301 w 258763"/>
              <a:gd name="connsiteY139" fmla="*/ 45145 h 330201"/>
              <a:gd name="connsiteX140" fmla="*/ 64003 w 258763"/>
              <a:gd name="connsiteY140" fmla="*/ 45145 h 330201"/>
              <a:gd name="connsiteX141" fmla="*/ 62706 w 258763"/>
              <a:gd name="connsiteY141" fmla="*/ 45145 h 330201"/>
              <a:gd name="connsiteX142" fmla="*/ 61409 w 258763"/>
              <a:gd name="connsiteY142" fmla="*/ 43855 h 330201"/>
              <a:gd name="connsiteX143" fmla="*/ 60112 w 258763"/>
              <a:gd name="connsiteY143" fmla="*/ 43855 h 330201"/>
              <a:gd name="connsiteX144" fmla="*/ 56221 w 258763"/>
              <a:gd name="connsiteY144" fmla="*/ 42565 h 330201"/>
              <a:gd name="connsiteX145" fmla="*/ 53627 w 258763"/>
              <a:gd name="connsiteY145" fmla="*/ 42565 h 330201"/>
              <a:gd name="connsiteX146" fmla="*/ 51032 w 258763"/>
              <a:gd name="connsiteY146" fmla="*/ 41276 h 330201"/>
              <a:gd name="connsiteX147" fmla="*/ 47141 w 258763"/>
              <a:gd name="connsiteY147" fmla="*/ 39986 h 330201"/>
              <a:gd name="connsiteX148" fmla="*/ 36764 w 258763"/>
              <a:gd name="connsiteY148" fmla="*/ 34826 h 330201"/>
              <a:gd name="connsiteX149" fmla="*/ 26387 w 258763"/>
              <a:gd name="connsiteY149" fmla="*/ 27087 h 330201"/>
              <a:gd name="connsiteX150" fmla="*/ 18605 w 258763"/>
              <a:gd name="connsiteY150" fmla="*/ 19348 h 330201"/>
              <a:gd name="connsiteX151" fmla="*/ 13416 w 258763"/>
              <a:gd name="connsiteY151" fmla="*/ 12899 h 330201"/>
              <a:gd name="connsiteX152" fmla="*/ 10822 w 258763"/>
              <a:gd name="connsiteY152" fmla="*/ 6450 h 330201"/>
              <a:gd name="connsiteX153" fmla="*/ 9525 w 258763"/>
              <a:gd name="connsiteY153" fmla="*/ 1290 h 330201"/>
              <a:gd name="connsiteX154" fmla="*/ 9525 w 258763"/>
              <a:gd name="connsiteY154" fmla="*/ 0 h 330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Lst>
            <a:rect l="l" t="t" r="r" b="b"/>
            <a:pathLst>
              <a:path w="258762" h="330201">
                <a:moveTo>
                  <a:pt x="43815" y="130175"/>
                </a:moveTo>
                <a:cubicBezTo>
                  <a:pt x="34925" y="130175"/>
                  <a:pt x="28575" y="137968"/>
                  <a:pt x="28575" y="147060"/>
                </a:cubicBezTo>
                <a:cubicBezTo>
                  <a:pt x="28575" y="147060"/>
                  <a:pt x="28575" y="147060"/>
                  <a:pt x="28575" y="227590"/>
                </a:cubicBezTo>
                <a:cubicBezTo>
                  <a:pt x="28575" y="236682"/>
                  <a:pt x="34925" y="244475"/>
                  <a:pt x="43815" y="244475"/>
                </a:cubicBezTo>
                <a:cubicBezTo>
                  <a:pt x="52705" y="244475"/>
                  <a:pt x="60325" y="236682"/>
                  <a:pt x="60325" y="227590"/>
                </a:cubicBezTo>
                <a:cubicBezTo>
                  <a:pt x="60325" y="227590"/>
                  <a:pt x="60325" y="227590"/>
                  <a:pt x="60325" y="147060"/>
                </a:cubicBezTo>
                <a:cubicBezTo>
                  <a:pt x="60325" y="137968"/>
                  <a:pt x="52705" y="130175"/>
                  <a:pt x="43815" y="130175"/>
                </a:cubicBezTo>
                <a:close/>
                <a:moveTo>
                  <a:pt x="221457" y="98425"/>
                </a:moveTo>
                <a:cubicBezTo>
                  <a:pt x="215008" y="98425"/>
                  <a:pt x="211138" y="103579"/>
                  <a:pt x="211138" y="110021"/>
                </a:cubicBezTo>
                <a:lnTo>
                  <a:pt x="211138" y="265918"/>
                </a:lnTo>
                <a:cubicBezTo>
                  <a:pt x="211138" y="271072"/>
                  <a:pt x="215008" y="276225"/>
                  <a:pt x="221457" y="276225"/>
                </a:cubicBezTo>
                <a:cubicBezTo>
                  <a:pt x="227907" y="276225"/>
                  <a:pt x="231776" y="271072"/>
                  <a:pt x="231776" y="265918"/>
                </a:cubicBezTo>
                <a:cubicBezTo>
                  <a:pt x="231776" y="265918"/>
                  <a:pt x="231776" y="265918"/>
                  <a:pt x="231776" y="110021"/>
                </a:cubicBezTo>
                <a:cubicBezTo>
                  <a:pt x="231776" y="103579"/>
                  <a:pt x="227907" y="98425"/>
                  <a:pt x="221457" y="98425"/>
                </a:cubicBezTo>
                <a:close/>
                <a:moveTo>
                  <a:pt x="80216" y="71438"/>
                </a:moveTo>
                <a:cubicBezTo>
                  <a:pt x="80216" y="71438"/>
                  <a:pt x="80216" y="71438"/>
                  <a:pt x="236768" y="71438"/>
                </a:cubicBezTo>
                <a:cubicBezTo>
                  <a:pt x="258763" y="71438"/>
                  <a:pt x="258763" y="71438"/>
                  <a:pt x="258763" y="93324"/>
                </a:cubicBezTo>
                <a:cubicBezTo>
                  <a:pt x="258763" y="93324"/>
                  <a:pt x="258763" y="93324"/>
                  <a:pt x="258763" y="274844"/>
                </a:cubicBezTo>
                <a:cubicBezTo>
                  <a:pt x="258763" y="330201"/>
                  <a:pt x="258763" y="330201"/>
                  <a:pt x="204423" y="330201"/>
                </a:cubicBezTo>
                <a:cubicBezTo>
                  <a:pt x="204423" y="330201"/>
                  <a:pt x="204423" y="330201"/>
                  <a:pt x="113856" y="330201"/>
                </a:cubicBezTo>
                <a:cubicBezTo>
                  <a:pt x="59515" y="330201"/>
                  <a:pt x="59515" y="330201"/>
                  <a:pt x="59515" y="274844"/>
                </a:cubicBezTo>
                <a:cubicBezTo>
                  <a:pt x="59515" y="274844"/>
                  <a:pt x="59515" y="274844"/>
                  <a:pt x="59515" y="267120"/>
                </a:cubicBezTo>
                <a:cubicBezTo>
                  <a:pt x="54340" y="269694"/>
                  <a:pt x="49165" y="270982"/>
                  <a:pt x="42696" y="270982"/>
                </a:cubicBezTo>
                <a:cubicBezTo>
                  <a:pt x="19407" y="270982"/>
                  <a:pt x="0" y="251671"/>
                  <a:pt x="0" y="227211"/>
                </a:cubicBezTo>
                <a:cubicBezTo>
                  <a:pt x="0" y="227211"/>
                  <a:pt x="0" y="227211"/>
                  <a:pt x="0" y="147394"/>
                </a:cubicBezTo>
                <a:cubicBezTo>
                  <a:pt x="0" y="122933"/>
                  <a:pt x="19407" y="103623"/>
                  <a:pt x="42696" y="103623"/>
                </a:cubicBezTo>
                <a:cubicBezTo>
                  <a:pt x="49165" y="103623"/>
                  <a:pt x="54340" y="104910"/>
                  <a:pt x="59515" y="107485"/>
                </a:cubicBezTo>
                <a:cubicBezTo>
                  <a:pt x="59515" y="107485"/>
                  <a:pt x="59515" y="107485"/>
                  <a:pt x="59515" y="93324"/>
                </a:cubicBezTo>
                <a:cubicBezTo>
                  <a:pt x="59515" y="71438"/>
                  <a:pt x="59515" y="71438"/>
                  <a:pt x="80216" y="71438"/>
                </a:cubicBezTo>
                <a:close/>
                <a:moveTo>
                  <a:pt x="107950" y="0"/>
                </a:moveTo>
                <a:cubicBezTo>
                  <a:pt x="107950" y="0"/>
                  <a:pt x="107950" y="0"/>
                  <a:pt x="109247" y="1290"/>
                </a:cubicBezTo>
                <a:cubicBezTo>
                  <a:pt x="110544" y="1290"/>
                  <a:pt x="111841" y="2580"/>
                  <a:pt x="113139" y="2580"/>
                </a:cubicBezTo>
                <a:cubicBezTo>
                  <a:pt x="114436" y="3870"/>
                  <a:pt x="117030" y="3870"/>
                  <a:pt x="119624" y="5160"/>
                </a:cubicBezTo>
                <a:cubicBezTo>
                  <a:pt x="120921" y="6450"/>
                  <a:pt x="123515" y="6450"/>
                  <a:pt x="126110" y="7739"/>
                </a:cubicBezTo>
                <a:cubicBezTo>
                  <a:pt x="131298" y="10319"/>
                  <a:pt x="137784" y="11609"/>
                  <a:pt x="144269" y="12899"/>
                </a:cubicBezTo>
                <a:cubicBezTo>
                  <a:pt x="144269" y="12899"/>
                  <a:pt x="144269" y="12899"/>
                  <a:pt x="145566" y="12899"/>
                </a:cubicBezTo>
                <a:cubicBezTo>
                  <a:pt x="145566" y="12899"/>
                  <a:pt x="146863" y="12899"/>
                  <a:pt x="146863" y="14189"/>
                </a:cubicBezTo>
                <a:cubicBezTo>
                  <a:pt x="146863" y="14189"/>
                  <a:pt x="146863" y="14189"/>
                  <a:pt x="148161" y="14189"/>
                </a:cubicBezTo>
                <a:cubicBezTo>
                  <a:pt x="148161" y="14189"/>
                  <a:pt x="149458" y="14189"/>
                  <a:pt x="149458" y="14189"/>
                </a:cubicBezTo>
                <a:cubicBezTo>
                  <a:pt x="149458" y="14189"/>
                  <a:pt x="150755" y="14189"/>
                  <a:pt x="152052" y="14189"/>
                </a:cubicBezTo>
                <a:cubicBezTo>
                  <a:pt x="152052" y="15478"/>
                  <a:pt x="153349" y="15478"/>
                  <a:pt x="154646" y="15478"/>
                </a:cubicBezTo>
                <a:cubicBezTo>
                  <a:pt x="154646" y="15478"/>
                  <a:pt x="154646" y="15478"/>
                  <a:pt x="155943" y="15478"/>
                </a:cubicBezTo>
                <a:cubicBezTo>
                  <a:pt x="155943" y="15478"/>
                  <a:pt x="155943" y="15478"/>
                  <a:pt x="157240" y="15478"/>
                </a:cubicBezTo>
                <a:cubicBezTo>
                  <a:pt x="157240" y="15478"/>
                  <a:pt x="157240" y="15478"/>
                  <a:pt x="158537" y="16768"/>
                </a:cubicBezTo>
                <a:cubicBezTo>
                  <a:pt x="158537" y="16768"/>
                  <a:pt x="158537" y="16768"/>
                  <a:pt x="159835" y="16768"/>
                </a:cubicBezTo>
                <a:cubicBezTo>
                  <a:pt x="161132" y="16768"/>
                  <a:pt x="161132" y="16768"/>
                  <a:pt x="162429" y="16768"/>
                </a:cubicBezTo>
                <a:cubicBezTo>
                  <a:pt x="163726" y="16768"/>
                  <a:pt x="163726" y="16768"/>
                  <a:pt x="165023" y="18058"/>
                </a:cubicBezTo>
                <a:cubicBezTo>
                  <a:pt x="165023" y="18058"/>
                  <a:pt x="165023" y="18058"/>
                  <a:pt x="166320" y="18058"/>
                </a:cubicBezTo>
                <a:cubicBezTo>
                  <a:pt x="166320" y="18058"/>
                  <a:pt x="166320" y="18058"/>
                  <a:pt x="167617" y="18058"/>
                </a:cubicBezTo>
                <a:cubicBezTo>
                  <a:pt x="167617" y="18058"/>
                  <a:pt x="167617" y="18058"/>
                  <a:pt x="168914" y="18058"/>
                </a:cubicBezTo>
                <a:cubicBezTo>
                  <a:pt x="168914" y="18058"/>
                  <a:pt x="168914" y="18058"/>
                  <a:pt x="170211" y="18058"/>
                </a:cubicBezTo>
                <a:cubicBezTo>
                  <a:pt x="172806" y="19348"/>
                  <a:pt x="174103" y="19348"/>
                  <a:pt x="176697" y="20638"/>
                </a:cubicBezTo>
                <a:cubicBezTo>
                  <a:pt x="180588" y="21928"/>
                  <a:pt x="184480" y="23218"/>
                  <a:pt x="188371" y="24507"/>
                </a:cubicBezTo>
                <a:cubicBezTo>
                  <a:pt x="190965" y="25797"/>
                  <a:pt x="192262" y="25797"/>
                  <a:pt x="193559" y="27087"/>
                </a:cubicBezTo>
                <a:cubicBezTo>
                  <a:pt x="194856" y="28377"/>
                  <a:pt x="194856" y="28377"/>
                  <a:pt x="194856" y="28377"/>
                </a:cubicBezTo>
                <a:cubicBezTo>
                  <a:pt x="196154" y="28377"/>
                  <a:pt x="196154" y="28377"/>
                  <a:pt x="196154" y="29667"/>
                </a:cubicBezTo>
                <a:cubicBezTo>
                  <a:pt x="197451" y="29667"/>
                  <a:pt x="197451" y="29667"/>
                  <a:pt x="197451" y="29667"/>
                </a:cubicBezTo>
                <a:cubicBezTo>
                  <a:pt x="198748" y="29667"/>
                  <a:pt x="198748" y="30957"/>
                  <a:pt x="198748" y="30957"/>
                </a:cubicBezTo>
                <a:cubicBezTo>
                  <a:pt x="202639" y="33536"/>
                  <a:pt x="205233" y="36116"/>
                  <a:pt x="207828" y="38696"/>
                </a:cubicBezTo>
                <a:cubicBezTo>
                  <a:pt x="210422" y="41276"/>
                  <a:pt x="211719" y="45145"/>
                  <a:pt x="213016" y="47725"/>
                </a:cubicBezTo>
                <a:cubicBezTo>
                  <a:pt x="214313" y="50305"/>
                  <a:pt x="214313" y="52884"/>
                  <a:pt x="214313" y="55464"/>
                </a:cubicBezTo>
                <a:cubicBezTo>
                  <a:pt x="214313" y="56754"/>
                  <a:pt x="214313" y="56754"/>
                  <a:pt x="214313" y="58044"/>
                </a:cubicBezTo>
                <a:cubicBezTo>
                  <a:pt x="214313" y="58044"/>
                  <a:pt x="214313" y="59334"/>
                  <a:pt x="213016" y="59334"/>
                </a:cubicBezTo>
                <a:cubicBezTo>
                  <a:pt x="213016" y="59334"/>
                  <a:pt x="213016" y="59334"/>
                  <a:pt x="213016" y="60623"/>
                </a:cubicBezTo>
                <a:cubicBezTo>
                  <a:pt x="213016" y="61913"/>
                  <a:pt x="213016" y="61913"/>
                  <a:pt x="213016" y="61913"/>
                </a:cubicBezTo>
                <a:cubicBezTo>
                  <a:pt x="213016" y="61913"/>
                  <a:pt x="213016" y="61913"/>
                  <a:pt x="211719" y="60623"/>
                </a:cubicBezTo>
                <a:cubicBezTo>
                  <a:pt x="211719" y="60623"/>
                  <a:pt x="211719" y="59334"/>
                  <a:pt x="210422" y="59334"/>
                </a:cubicBezTo>
                <a:cubicBezTo>
                  <a:pt x="210422" y="59334"/>
                  <a:pt x="210422" y="58044"/>
                  <a:pt x="209125" y="58044"/>
                </a:cubicBezTo>
                <a:cubicBezTo>
                  <a:pt x="207828" y="56754"/>
                  <a:pt x="205233" y="55464"/>
                  <a:pt x="203936" y="54174"/>
                </a:cubicBezTo>
                <a:cubicBezTo>
                  <a:pt x="201342" y="54174"/>
                  <a:pt x="200045" y="52884"/>
                  <a:pt x="197451" y="51594"/>
                </a:cubicBezTo>
                <a:cubicBezTo>
                  <a:pt x="194856" y="51594"/>
                  <a:pt x="192262" y="50305"/>
                  <a:pt x="189668" y="50305"/>
                </a:cubicBezTo>
                <a:cubicBezTo>
                  <a:pt x="188371" y="50305"/>
                  <a:pt x="188371" y="50305"/>
                  <a:pt x="187074" y="50305"/>
                </a:cubicBezTo>
                <a:cubicBezTo>
                  <a:pt x="187074" y="49015"/>
                  <a:pt x="185777" y="49015"/>
                  <a:pt x="184480" y="49015"/>
                </a:cubicBezTo>
                <a:cubicBezTo>
                  <a:pt x="183182" y="49015"/>
                  <a:pt x="181885" y="49015"/>
                  <a:pt x="180588" y="47725"/>
                </a:cubicBezTo>
                <a:cubicBezTo>
                  <a:pt x="176697" y="47725"/>
                  <a:pt x="174103" y="47725"/>
                  <a:pt x="170211" y="46435"/>
                </a:cubicBezTo>
                <a:cubicBezTo>
                  <a:pt x="168914" y="46435"/>
                  <a:pt x="166320" y="45145"/>
                  <a:pt x="165023" y="45145"/>
                </a:cubicBezTo>
                <a:cubicBezTo>
                  <a:pt x="165023" y="45145"/>
                  <a:pt x="165023" y="45145"/>
                  <a:pt x="163726" y="45145"/>
                </a:cubicBezTo>
                <a:cubicBezTo>
                  <a:pt x="163726" y="45145"/>
                  <a:pt x="163726" y="45145"/>
                  <a:pt x="162429" y="45145"/>
                </a:cubicBezTo>
                <a:cubicBezTo>
                  <a:pt x="162429" y="45145"/>
                  <a:pt x="162429" y="45145"/>
                  <a:pt x="159835" y="43855"/>
                </a:cubicBezTo>
                <a:cubicBezTo>
                  <a:pt x="159835" y="43855"/>
                  <a:pt x="159835" y="43855"/>
                  <a:pt x="158537" y="43855"/>
                </a:cubicBezTo>
                <a:cubicBezTo>
                  <a:pt x="157240" y="43855"/>
                  <a:pt x="157240" y="43855"/>
                  <a:pt x="155943" y="42565"/>
                </a:cubicBezTo>
                <a:cubicBezTo>
                  <a:pt x="154646" y="42565"/>
                  <a:pt x="153349" y="42565"/>
                  <a:pt x="152052" y="42565"/>
                </a:cubicBezTo>
                <a:cubicBezTo>
                  <a:pt x="152052" y="41276"/>
                  <a:pt x="150755" y="41276"/>
                  <a:pt x="149458" y="41276"/>
                </a:cubicBezTo>
                <a:cubicBezTo>
                  <a:pt x="148161" y="41276"/>
                  <a:pt x="146863" y="39986"/>
                  <a:pt x="146863" y="39986"/>
                </a:cubicBezTo>
                <a:cubicBezTo>
                  <a:pt x="142972" y="38696"/>
                  <a:pt x="139081" y="36116"/>
                  <a:pt x="135189" y="34826"/>
                </a:cubicBezTo>
                <a:cubicBezTo>
                  <a:pt x="131298" y="32247"/>
                  <a:pt x="128704" y="29667"/>
                  <a:pt x="124813" y="27087"/>
                </a:cubicBezTo>
                <a:cubicBezTo>
                  <a:pt x="122218" y="24507"/>
                  <a:pt x="119624" y="21928"/>
                  <a:pt x="117030" y="19348"/>
                </a:cubicBezTo>
                <a:cubicBezTo>
                  <a:pt x="115733" y="16768"/>
                  <a:pt x="113139" y="15478"/>
                  <a:pt x="111841" y="12899"/>
                </a:cubicBezTo>
                <a:cubicBezTo>
                  <a:pt x="110544" y="10319"/>
                  <a:pt x="110544" y="7739"/>
                  <a:pt x="109247" y="6450"/>
                </a:cubicBezTo>
                <a:cubicBezTo>
                  <a:pt x="109247" y="3870"/>
                  <a:pt x="107950" y="2580"/>
                  <a:pt x="107950" y="1290"/>
                </a:cubicBezTo>
                <a:cubicBezTo>
                  <a:pt x="107950" y="1290"/>
                  <a:pt x="107950" y="0"/>
                  <a:pt x="107950" y="0"/>
                </a:cubicBezTo>
                <a:close/>
                <a:moveTo>
                  <a:pt x="9525" y="0"/>
                </a:moveTo>
                <a:cubicBezTo>
                  <a:pt x="9525" y="0"/>
                  <a:pt x="9525" y="0"/>
                  <a:pt x="10822" y="1290"/>
                </a:cubicBezTo>
                <a:cubicBezTo>
                  <a:pt x="12119" y="1290"/>
                  <a:pt x="12119" y="2580"/>
                  <a:pt x="14713" y="2580"/>
                </a:cubicBezTo>
                <a:cubicBezTo>
                  <a:pt x="16010" y="3870"/>
                  <a:pt x="17308" y="3870"/>
                  <a:pt x="19902" y="5160"/>
                </a:cubicBezTo>
                <a:cubicBezTo>
                  <a:pt x="22496" y="6450"/>
                  <a:pt x="25090" y="6450"/>
                  <a:pt x="27684" y="7739"/>
                </a:cubicBezTo>
                <a:cubicBezTo>
                  <a:pt x="32873" y="9029"/>
                  <a:pt x="39358" y="11609"/>
                  <a:pt x="45844" y="12899"/>
                </a:cubicBezTo>
                <a:cubicBezTo>
                  <a:pt x="45844" y="12899"/>
                  <a:pt x="45844" y="12899"/>
                  <a:pt x="47141" y="12899"/>
                </a:cubicBezTo>
                <a:cubicBezTo>
                  <a:pt x="47141" y="12899"/>
                  <a:pt x="47141" y="12899"/>
                  <a:pt x="48438" y="12899"/>
                </a:cubicBezTo>
                <a:cubicBezTo>
                  <a:pt x="48438" y="12899"/>
                  <a:pt x="48438" y="12899"/>
                  <a:pt x="48438" y="14189"/>
                </a:cubicBezTo>
                <a:cubicBezTo>
                  <a:pt x="49735" y="14189"/>
                  <a:pt x="49735" y="14189"/>
                  <a:pt x="49735" y="14189"/>
                </a:cubicBezTo>
                <a:cubicBezTo>
                  <a:pt x="51032" y="14189"/>
                  <a:pt x="52329" y="14189"/>
                  <a:pt x="52329" y="14189"/>
                </a:cubicBezTo>
                <a:cubicBezTo>
                  <a:pt x="53627" y="15478"/>
                  <a:pt x="54924" y="15478"/>
                  <a:pt x="54924" y="15478"/>
                </a:cubicBezTo>
                <a:cubicBezTo>
                  <a:pt x="56221" y="15478"/>
                  <a:pt x="56221" y="15478"/>
                  <a:pt x="56221" y="15478"/>
                </a:cubicBezTo>
                <a:cubicBezTo>
                  <a:pt x="57518" y="15478"/>
                  <a:pt x="57518" y="15478"/>
                  <a:pt x="57518" y="15478"/>
                </a:cubicBezTo>
                <a:cubicBezTo>
                  <a:pt x="58815" y="15478"/>
                  <a:pt x="58815" y="15478"/>
                  <a:pt x="58815" y="15478"/>
                </a:cubicBezTo>
                <a:cubicBezTo>
                  <a:pt x="60112" y="16768"/>
                  <a:pt x="60112" y="16768"/>
                  <a:pt x="60112" y="16768"/>
                </a:cubicBezTo>
                <a:cubicBezTo>
                  <a:pt x="61409" y="16768"/>
                  <a:pt x="62706" y="16768"/>
                  <a:pt x="62706" y="16768"/>
                </a:cubicBezTo>
                <a:cubicBezTo>
                  <a:pt x="64003" y="16768"/>
                  <a:pt x="65301" y="16768"/>
                  <a:pt x="65301" y="18058"/>
                </a:cubicBezTo>
                <a:cubicBezTo>
                  <a:pt x="65301" y="18058"/>
                  <a:pt x="65301" y="18058"/>
                  <a:pt x="66598" y="18058"/>
                </a:cubicBezTo>
                <a:cubicBezTo>
                  <a:pt x="66598" y="18058"/>
                  <a:pt x="66598" y="18058"/>
                  <a:pt x="69192" y="18058"/>
                </a:cubicBezTo>
                <a:cubicBezTo>
                  <a:pt x="69192" y="18058"/>
                  <a:pt x="69192" y="18058"/>
                  <a:pt x="70489" y="18058"/>
                </a:cubicBezTo>
                <a:cubicBezTo>
                  <a:pt x="70489" y="18058"/>
                  <a:pt x="70489" y="18058"/>
                  <a:pt x="71786" y="18058"/>
                </a:cubicBezTo>
                <a:cubicBezTo>
                  <a:pt x="73083" y="19348"/>
                  <a:pt x="75677" y="19348"/>
                  <a:pt x="76975" y="20638"/>
                </a:cubicBezTo>
                <a:cubicBezTo>
                  <a:pt x="82163" y="20638"/>
                  <a:pt x="86054" y="23218"/>
                  <a:pt x="89946" y="24507"/>
                </a:cubicBezTo>
                <a:cubicBezTo>
                  <a:pt x="91243" y="25797"/>
                  <a:pt x="93837" y="25797"/>
                  <a:pt x="95134" y="27087"/>
                </a:cubicBezTo>
                <a:cubicBezTo>
                  <a:pt x="95134" y="27087"/>
                  <a:pt x="96431" y="28377"/>
                  <a:pt x="96431" y="28377"/>
                </a:cubicBezTo>
                <a:cubicBezTo>
                  <a:pt x="96431" y="28377"/>
                  <a:pt x="97728" y="28377"/>
                  <a:pt x="97728" y="28377"/>
                </a:cubicBezTo>
                <a:cubicBezTo>
                  <a:pt x="97728" y="29667"/>
                  <a:pt x="99025" y="29667"/>
                  <a:pt x="99025" y="29667"/>
                </a:cubicBezTo>
                <a:cubicBezTo>
                  <a:pt x="99025" y="29667"/>
                  <a:pt x="100323" y="30957"/>
                  <a:pt x="100323" y="30957"/>
                </a:cubicBezTo>
                <a:cubicBezTo>
                  <a:pt x="102917" y="33536"/>
                  <a:pt x="106808" y="36116"/>
                  <a:pt x="108105" y="38696"/>
                </a:cubicBezTo>
                <a:cubicBezTo>
                  <a:pt x="110700" y="41276"/>
                  <a:pt x="111997" y="45145"/>
                  <a:pt x="113294" y="47725"/>
                </a:cubicBezTo>
                <a:cubicBezTo>
                  <a:pt x="114591" y="50305"/>
                  <a:pt x="115888" y="52884"/>
                  <a:pt x="114591" y="55464"/>
                </a:cubicBezTo>
                <a:cubicBezTo>
                  <a:pt x="114591" y="56754"/>
                  <a:pt x="114591" y="56754"/>
                  <a:pt x="114591" y="58044"/>
                </a:cubicBezTo>
                <a:cubicBezTo>
                  <a:pt x="114591" y="58044"/>
                  <a:pt x="114591" y="59334"/>
                  <a:pt x="114591" y="59334"/>
                </a:cubicBezTo>
                <a:cubicBezTo>
                  <a:pt x="114591" y="59334"/>
                  <a:pt x="114591" y="59334"/>
                  <a:pt x="114591" y="60623"/>
                </a:cubicBezTo>
                <a:cubicBezTo>
                  <a:pt x="114591" y="60623"/>
                  <a:pt x="113294" y="60623"/>
                  <a:pt x="113294" y="61913"/>
                </a:cubicBezTo>
                <a:cubicBezTo>
                  <a:pt x="113294" y="60623"/>
                  <a:pt x="113294" y="60623"/>
                  <a:pt x="111997" y="60623"/>
                </a:cubicBezTo>
                <a:cubicBezTo>
                  <a:pt x="111997" y="60623"/>
                  <a:pt x="111997" y="59334"/>
                  <a:pt x="111997" y="59334"/>
                </a:cubicBezTo>
                <a:cubicBezTo>
                  <a:pt x="110700" y="59334"/>
                  <a:pt x="110700" y="58044"/>
                  <a:pt x="110700" y="58044"/>
                </a:cubicBezTo>
                <a:cubicBezTo>
                  <a:pt x="110700" y="58044"/>
                  <a:pt x="110700" y="58044"/>
                  <a:pt x="109403" y="58044"/>
                </a:cubicBezTo>
                <a:cubicBezTo>
                  <a:pt x="108105" y="56754"/>
                  <a:pt x="106808" y="55464"/>
                  <a:pt x="104214" y="54174"/>
                </a:cubicBezTo>
                <a:cubicBezTo>
                  <a:pt x="102917" y="54174"/>
                  <a:pt x="100323" y="52884"/>
                  <a:pt x="97728" y="51594"/>
                </a:cubicBezTo>
                <a:cubicBezTo>
                  <a:pt x="96431" y="51594"/>
                  <a:pt x="93837" y="50305"/>
                  <a:pt x="89946" y="50305"/>
                </a:cubicBezTo>
                <a:cubicBezTo>
                  <a:pt x="89946" y="50305"/>
                  <a:pt x="88649" y="50305"/>
                  <a:pt x="88649" y="50305"/>
                </a:cubicBezTo>
                <a:cubicBezTo>
                  <a:pt x="87351" y="49015"/>
                  <a:pt x="87351" y="49015"/>
                  <a:pt x="86054" y="49015"/>
                </a:cubicBezTo>
                <a:cubicBezTo>
                  <a:pt x="84757" y="49015"/>
                  <a:pt x="83460" y="49015"/>
                  <a:pt x="80866" y="47725"/>
                </a:cubicBezTo>
                <a:cubicBezTo>
                  <a:pt x="78272" y="47725"/>
                  <a:pt x="74380" y="47725"/>
                  <a:pt x="71786" y="46435"/>
                </a:cubicBezTo>
                <a:cubicBezTo>
                  <a:pt x="69192" y="46435"/>
                  <a:pt x="67895" y="45145"/>
                  <a:pt x="66598" y="45145"/>
                </a:cubicBezTo>
                <a:cubicBezTo>
                  <a:pt x="66598" y="45145"/>
                  <a:pt x="66598" y="45145"/>
                  <a:pt x="65301" y="45145"/>
                </a:cubicBezTo>
                <a:cubicBezTo>
                  <a:pt x="65301" y="45145"/>
                  <a:pt x="65301" y="45145"/>
                  <a:pt x="64003" y="45145"/>
                </a:cubicBezTo>
                <a:cubicBezTo>
                  <a:pt x="64003" y="45145"/>
                  <a:pt x="64003" y="45145"/>
                  <a:pt x="62706" y="45145"/>
                </a:cubicBezTo>
                <a:cubicBezTo>
                  <a:pt x="62706" y="45145"/>
                  <a:pt x="62706" y="45145"/>
                  <a:pt x="61409" y="43855"/>
                </a:cubicBezTo>
                <a:cubicBezTo>
                  <a:pt x="61409" y="43855"/>
                  <a:pt x="61409" y="43855"/>
                  <a:pt x="60112" y="43855"/>
                </a:cubicBezTo>
                <a:cubicBezTo>
                  <a:pt x="58815" y="43855"/>
                  <a:pt x="57518" y="43855"/>
                  <a:pt x="56221" y="42565"/>
                </a:cubicBezTo>
                <a:cubicBezTo>
                  <a:pt x="56221" y="42565"/>
                  <a:pt x="54924" y="42565"/>
                  <a:pt x="53627" y="42565"/>
                </a:cubicBezTo>
                <a:cubicBezTo>
                  <a:pt x="52329" y="41276"/>
                  <a:pt x="51032" y="41276"/>
                  <a:pt x="51032" y="41276"/>
                </a:cubicBezTo>
                <a:cubicBezTo>
                  <a:pt x="49735" y="41276"/>
                  <a:pt x="48438" y="39986"/>
                  <a:pt x="47141" y="39986"/>
                </a:cubicBezTo>
                <a:cubicBezTo>
                  <a:pt x="43250" y="38696"/>
                  <a:pt x="39358" y="36116"/>
                  <a:pt x="36764" y="34826"/>
                </a:cubicBezTo>
                <a:cubicBezTo>
                  <a:pt x="32873" y="32247"/>
                  <a:pt x="28982" y="29667"/>
                  <a:pt x="26387" y="27087"/>
                </a:cubicBezTo>
                <a:cubicBezTo>
                  <a:pt x="23793" y="24507"/>
                  <a:pt x="21199" y="21928"/>
                  <a:pt x="18605" y="19348"/>
                </a:cubicBezTo>
                <a:cubicBezTo>
                  <a:pt x="16010" y="18058"/>
                  <a:pt x="14713" y="15478"/>
                  <a:pt x="13416" y="12899"/>
                </a:cubicBezTo>
                <a:cubicBezTo>
                  <a:pt x="12119" y="10319"/>
                  <a:pt x="10822" y="7739"/>
                  <a:pt x="10822" y="6450"/>
                </a:cubicBezTo>
                <a:cubicBezTo>
                  <a:pt x="9525" y="3870"/>
                  <a:pt x="9525" y="2580"/>
                  <a:pt x="9525" y="1290"/>
                </a:cubicBezTo>
                <a:cubicBezTo>
                  <a:pt x="9525" y="0"/>
                  <a:pt x="9525" y="0"/>
                  <a:pt x="952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90000" lnSpcReduction="20000"/>
          </a:bodyPr>
          <a:lstStyle/>
          <a:p>
            <a:pPr algn="ctr">
              <a:lnSpc>
                <a:spcPct val="120000"/>
              </a:lnSpc>
            </a:pPr>
            <a:endParaRPr sz="1800" dirty="0">
              <a:latin typeface="微软雅黑" panose="020B0503020204020204" pitchFamily="34" charset="-122"/>
              <a:ea typeface="微软雅黑" panose="020B0503020204020204" pitchFamily="34" charset="-122"/>
              <a:sym typeface="+mn-lt"/>
            </a:endParaRPr>
          </a:p>
        </p:txBody>
      </p:sp>
      <p:sp>
        <p:nvSpPr>
          <p:cNvPr id="27" name="任意多边形 26"/>
          <p:cNvSpPr/>
          <p:nvPr>
            <p:custDataLst>
              <p:tags r:id="rId15"/>
            </p:custDataLst>
          </p:nvPr>
        </p:nvSpPr>
        <p:spPr>
          <a:xfrm>
            <a:off x="5089525" y="2256566"/>
            <a:ext cx="764540" cy="727710"/>
          </a:xfrm>
          <a:custGeom>
            <a:avLst/>
            <a:gdLst>
              <a:gd name="connsiteX0" fmla="*/ 101402 w 331788"/>
              <a:gd name="connsiteY0" fmla="*/ 200025 h 315913"/>
              <a:gd name="connsiteX1" fmla="*/ 93663 w 331788"/>
              <a:gd name="connsiteY1" fmla="*/ 207840 h 315913"/>
              <a:gd name="connsiteX2" fmla="*/ 93663 w 331788"/>
              <a:gd name="connsiteY2" fmla="*/ 301625 h 315913"/>
              <a:gd name="connsiteX3" fmla="*/ 137518 w 331788"/>
              <a:gd name="connsiteY3" fmla="*/ 301625 h 315913"/>
              <a:gd name="connsiteX4" fmla="*/ 137518 w 331788"/>
              <a:gd name="connsiteY4" fmla="*/ 250825 h 315913"/>
              <a:gd name="connsiteX5" fmla="*/ 143967 w 331788"/>
              <a:gd name="connsiteY5" fmla="*/ 244312 h 315913"/>
              <a:gd name="connsiteX6" fmla="*/ 187822 w 331788"/>
              <a:gd name="connsiteY6" fmla="*/ 244312 h 315913"/>
              <a:gd name="connsiteX7" fmla="*/ 194271 w 331788"/>
              <a:gd name="connsiteY7" fmla="*/ 250825 h 315913"/>
              <a:gd name="connsiteX8" fmla="*/ 194271 w 331788"/>
              <a:gd name="connsiteY8" fmla="*/ 301625 h 315913"/>
              <a:gd name="connsiteX9" fmla="*/ 230387 w 331788"/>
              <a:gd name="connsiteY9" fmla="*/ 301625 h 315913"/>
              <a:gd name="connsiteX10" fmla="*/ 238126 w 331788"/>
              <a:gd name="connsiteY10" fmla="*/ 295112 h 315913"/>
              <a:gd name="connsiteX11" fmla="*/ 238126 w 331788"/>
              <a:gd name="connsiteY11" fmla="*/ 207840 h 315913"/>
              <a:gd name="connsiteX12" fmla="*/ 230387 w 331788"/>
              <a:gd name="connsiteY12" fmla="*/ 200025 h 315913"/>
              <a:gd name="connsiteX13" fmla="*/ 101402 w 331788"/>
              <a:gd name="connsiteY13" fmla="*/ 200025 h 315913"/>
              <a:gd name="connsiteX14" fmla="*/ 258908 w 331788"/>
              <a:gd name="connsiteY14" fmla="*/ 122237 h 315913"/>
              <a:gd name="connsiteX15" fmla="*/ 252413 w 331788"/>
              <a:gd name="connsiteY15" fmla="*/ 129801 h 315913"/>
              <a:gd name="connsiteX16" fmla="*/ 252413 w 331788"/>
              <a:gd name="connsiteY16" fmla="*/ 157536 h 315913"/>
              <a:gd name="connsiteX17" fmla="*/ 258908 w 331788"/>
              <a:gd name="connsiteY17" fmla="*/ 165100 h 315913"/>
              <a:gd name="connsiteX18" fmla="*/ 266701 w 331788"/>
              <a:gd name="connsiteY18" fmla="*/ 157536 h 315913"/>
              <a:gd name="connsiteX19" fmla="*/ 266701 w 331788"/>
              <a:gd name="connsiteY19" fmla="*/ 129801 h 315913"/>
              <a:gd name="connsiteX20" fmla="*/ 258908 w 331788"/>
              <a:gd name="connsiteY20" fmla="*/ 122237 h 315913"/>
              <a:gd name="connsiteX21" fmla="*/ 230332 w 331788"/>
              <a:gd name="connsiteY21" fmla="*/ 122237 h 315913"/>
              <a:gd name="connsiteX22" fmla="*/ 223838 w 331788"/>
              <a:gd name="connsiteY22" fmla="*/ 129801 h 315913"/>
              <a:gd name="connsiteX23" fmla="*/ 223838 w 331788"/>
              <a:gd name="connsiteY23" fmla="*/ 157536 h 315913"/>
              <a:gd name="connsiteX24" fmla="*/ 230332 w 331788"/>
              <a:gd name="connsiteY24" fmla="*/ 165100 h 315913"/>
              <a:gd name="connsiteX25" fmla="*/ 238126 w 331788"/>
              <a:gd name="connsiteY25" fmla="*/ 157536 h 315913"/>
              <a:gd name="connsiteX26" fmla="*/ 238126 w 331788"/>
              <a:gd name="connsiteY26" fmla="*/ 129801 h 315913"/>
              <a:gd name="connsiteX27" fmla="*/ 230332 w 331788"/>
              <a:gd name="connsiteY27" fmla="*/ 122237 h 315913"/>
              <a:gd name="connsiteX28" fmla="*/ 201468 w 331788"/>
              <a:gd name="connsiteY28" fmla="*/ 122237 h 315913"/>
              <a:gd name="connsiteX29" fmla="*/ 193675 w 331788"/>
              <a:gd name="connsiteY29" fmla="*/ 129801 h 315913"/>
              <a:gd name="connsiteX30" fmla="*/ 193675 w 331788"/>
              <a:gd name="connsiteY30" fmla="*/ 157536 h 315913"/>
              <a:gd name="connsiteX31" fmla="*/ 201468 w 331788"/>
              <a:gd name="connsiteY31" fmla="*/ 165100 h 315913"/>
              <a:gd name="connsiteX32" fmla="*/ 207963 w 331788"/>
              <a:gd name="connsiteY32" fmla="*/ 157536 h 315913"/>
              <a:gd name="connsiteX33" fmla="*/ 207963 w 331788"/>
              <a:gd name="connsiteY33" fmla="*/ 129801 h 315913"/>
              <a:gd name="connsiteX34" fmla="*/ 201468 w 331788"/>
              <a:gd name="connsiteY34" fmla="*/ 122237 h 315913"/>
              <a:gd name="connsiteX35" fmla="*/ 128732 w 331788"/>
              <a:gd name="connsiteY35" fmla="*/ 122237 h 315913"/>
              <a:gd name="connsiteX36" fmla="*/ 122238 w 331788"/>
              <a:gd name="connsiteY36" fmla="*/ 129801 h 315913"/>
              <a:gd name="connsiteX37" fmla="*/ 122238 w 331788"/>
              <a:gd name="connsiteY37" fmla="*/ 157536 h 315913"/>
              <a:gd name="connsiteX38" fmla="*/ 128732 w 331788"/>
              <a:gd name="connsiteY38" fmla="*/ 165100 h 315913"/>
              <a:gd name="connsiteX39" fmla="*/ 136526 w 331788"/>
              <a:gd name="connsiteY39" fmla="*/ 157536 h 315913"/>
              <a:gd name="connsiteX40" fmla="*/ 136526 w 331788"/>
              <a:gd name="connsiteY40" fmla="*/ 129801 h 315913"/>
              <a:gd name="connsiteX41" fmla="*/ 128732 w 331788"/>
              <a:gd name="connsiteY41" fmla="*/ 122237 h 315913"/>
              <a:gd name="connsiteX42" fmla="*/ 101456 w 331788"/>
              <a:gd name="connsiteY42" fmla="*/ 122237 h 315913"/>
              <a:gd name="connsiteX43" fmla="*/ 93663 w 331788"/>
              <a:gd name="connsiteY43" fmla="*/ 129801 h 315913"/>
              <a:gd name="connsiteX44" fmla="*/ 93663 w 331788"/>
              <a:gd name="connsiteY44" fmla="*/ 157536 h 315913"/>
              <a:gd name="connsiteX45" fmla="*/ 101456 w 331788"/>
              <a:gd name="connsiteY45" fmla="*/ 165100 h 315913"/>
              <a:gd name="connsiteX46" fmla="*/ 107951 w 331788"/>
              <a:gd name="connsiteY46" fmla="*/ 157536 h 315913"/>
              <a:gd name="connsiteX47" fmla="*/ 107951 w 331788"/>
              <a:gd name="connsiteY47" fmla="*/ 129801 h 315913"/>
              <a:gd name="connsiteX48" fmla="*/ 101456 w 331788"/>
              <a:gd name="connsiteY48" fmla="*/ 122237 h 315913"/>
              <a:gd name="connsiteX49" fmla="*/ 72881 w 331788"/>
              <a:gd name="connsiteY49" fmla="*/ 122237 h 315913"/>
              <a:gd name="connsiteX50" fmla="*/ 65088 w 331788"/>
              <a:gd name="connsiteY50" fmla="*/ 129801 h 315913"/>
              <a:gd name="connsiteX51" fmla="*/ 65088 w 331788"/>
              <a:gd name="connsiteY51" fmla="*/ 157536 h 315913"/>
              <a:gd name="connsiteX52" fmla="*/ 72881 w 331788"/>
              <a:gd name="connsiteY52" fmla="*/ 165100 h 315913"/>
              <a:gd name="connsiteX53" fmla="*/ 79376 w 331788"/>
              <a:gd name="connsiteY53" fmla="*/ 157536 h 315913"/>
              <a:gd name="connsiteX54" fmla="*/ 79376 w 331788"/>
              <a:gd name="connsiteY54" fmla="*/ 129801 h 315913"/>
              <a:gd name="connsiteX55" fmla="*/ 72881 w 331788"/>
              <a:gd name="connsiteY55" fmla="*/ 122237 h 315913"/>
              <a:gd name="connsiteX56" fmla="*/ 258908 w 331788"/>
              <a:gd name="connsiteY56" fmla="*/ 65087 h 315913"/>
              <a:gd name="connsiteX57" fmla="*/ 252413 w 331788"/>
              <a:gd name="connsiteY57" fmla="*/ 71581 h 315913"/>
              <a:gd name="connsiteX58" fmla="*/ 252413 w 331788"/>
              <a:gd name="connsiteY58" fmla="*/ 100157 h 315913"/>
              <a:gd name="connsiteX59" fmla="*/ 258908 w 331788"/>
              <a:gd name="connsiteY59" fmla="*/ 107950 h 315913"/>
              <a:gd name="connsiteX60" fmla="*/ 266701 w 331788"/>
              <a:gd name="connsiteY60" fmla="*/ 100157 h 315913"/>
              <a:gd name="connsiteX61" fmla="*/ 266701 w 331788"/>
              <a:gd name="connsiteY61" fmla="*/ 71581 h 315913"/>
              <a:gd name="connsiteX62" fmla="*/ 258908 w 331788"/>
              <a:gd name="connsiteY62" fmla="*/ 65087 h 315913"/>
              <a:gd name="connsiteX63" fmla="*/ 230332 w 331788"/>
              <a:gd name="connsiteY63" fmla="*/ 65087 h 315913"/>
              <a:gd name="connsiteX64" fmla="*/ 223838 w 331788"/>
              <a:gd name="connsiteY64" fmla="*/ 71581 h 315913"/>
              <a:gd name="connsiteX65" fmla="*/ 223838 w 331788"/>
              <a:gd name="connsiteY65" fmla="*/ 100157 h 315913"/>
              <a:gd name="connsiteX66" fmla="*/ 230332 w 331788"/>
              <a:gd name="connsiteY66" fmla="*/ 107950 h 315913"/>
              <a:gd name="connsiteX67" fmla="*/ 238126 w 331788"/>
              <a:gd name="connsiteY67" fmla="*/ 100157 h 315913"/>
              <a:gd name="connsiteX68" fmla="*/ 238126 w 331788"/>
              <a:gd name="connsiteY68" fmla="*/ 71581 h 315913"/>
              <a:gd name="connsiteX69" fmla="*/ 230332 w 331788"/>
              <a:gd name="connsiteY69" fmla="*/ 65087 h 315913"/>
              <a:gd name="connsiteX70" fmla="*/ 201468 w 331788"/>
              <a:gd name="connsiteY70" fmla="*/ 65087 h 315913"/>
              <a:gd name="connsiteX71" fmla="*/ 193675 w 331788"/>
              <a:gd name="connsiteY71" fmla="*/ 71581 h 315913"/>
              <a:gd name="connsiteX72" fmla="*/ 193675 w 331788"/>
              <a:gd name="connsiteY72" fmla="*/ 100157 h 315913"/>
              <a:gd name="connsiteX73" fmla="*/ 201468 w 331788"/>
              <a:gd name="connsiteY73" fmla="*/ 107950 h 315913"/>
              <a:gd name="connsiteX74" fmla="*/ 207963 w 331788"/>
              <a:gd name="connsiteY74" fmla="*/ 100157 h 315913"/>
              <a:gd name="connsiteX75" fmla="*/ 207963 w 331788"/>
              <a:gd name="connsiteY75" fmla="*/ 71581 h 315913"/>
              <a:gd name="connsiteX76" fmla="*/ 201468 w 331788"/>
              <a:gd name="connsiteY76" fmla="*/ 65087 h 315913"/>
              <a:gd name="connsiteX77" fmla="*/ 128732 w 331788"/>
              <a:gd name="connsiteY77" fmla="*/ 65087 h 315913"/>
              <a:gd name="connsiteX78" fmla="*/ 122238 w 331788"/>
              <a:gd name="connsiteY78" fmla="*/ 71581 h 315913"/>
              <a:gd name="connsiteX79" fmla="*/ 122238 w 331788"/>
              <a:gd name="connsiteY79" fmla="*/ 100157 h 315913"/>
              <a:gd name="connsiteX80" fmla="*/ 128732 w 331788"/>
              <a:gd name="connsiteY80" fmla="*/ 107950 h 315913"/>
              <a:gd name="connsiteX81" fmla="*/ 136526 w 331788"/>
              <a:gd name="connsiteY81" fmla="*/ 100157 h 315913"/>
              <a:gd name="connsiteX82" fmla="*/ 136526 w 331788"/>
              <a:gd name="connsiteY82" fmla="*/ 71581 h 315913"/>
              <a:gd name="connsiteX83" fmla="*/ 128732 w 331788"/>
              <a:gd name="connsiteY83" fmla="*/ 65087 h 315913"/>
              <a:gd name="connsiteX84" fmla="*/ 101456 w 331788"/>
              <a:gd name="connsiteY84" fmla="*/ 65087 h 315913"/>
              <a:gd name="connsiteX85" fmla="*/ 93663 w 331788"/>
              <a:gd name="connsiteY85" fmla="*/ 71581 h 315913"/>
              <a:gd name="connsiteX86" fmla="*/ 93663 w 331788"/>
              <a:gd name="connsiteY86" fmla="*/ 100157 h 315913"/>
              <a:gd name="connsiteX87" fmla="*/ 101456 w 331788"/>
              <a:gd name="connsiteY87" fmla="*/ 107950 h 315913"/>
              <a:gd name="connsiteX88" fmla="*/ 107951 w 331788"/>
              <a:gd name="connsiteY88" fmla="*/ 100157 h 315913"/>
              <a:gd name="connsiteX89" fmla="*/ 107951 w 331788"/>
              <a:gd name="connsiteY89" fmla="*/ 71581 h 315913"/>
              <a:gd name="connsiteX90" fmla="*/ 101456 w 331788"/>
              <a:gd name="connsiteY90" fmla="*/ 65087 h 315913"/>
              <a:gd name="connsiteX91" fmla="*/ 72881 w 331788"/>
              <a:gd name="connsiteY91" fmla="*/ 65087 h 315913"/>
              <a:gd name="connsiteX92" fmla="*/ 65088 w 331788"/>
              <a:gd name="connsiteY92" fmla="*/ 71581 h 315913"/>
              <a:gd name="connsiteX93" fmla="*/ 65088 w 331788"/>
              <a:gd name="connsiteY93" fmla="*/ 100157 h 315913"/>
              <a:gd name="connsiteX94" fmla="*/ 72881 w 331788"/>
              <a:gd name="connsiteY94" fmla="*/ 107950 h 315913"/>
              <a:gd name="connsiteX95" fmla="*/ 79376 w 331788"/>
              <a:gd name="connsiteY95" fmla="*/ 100157 h 315913"/>
              <a:gd name="connsiteX96" fmla="*/ 79376 w 331788"/>
              <a:gd name="connsiteY96" fmla="*/ 71581 h 315913"/>
              <a:gd name="connsiteX97" fmla="*/ 72881 w 331788"/>
              <a:gd name="connsiteY97" fmla="*/ 65087 h 315913"/>
              <a:gd name="connsiteX98" fmla="*/ 107950 w 331788"/>
              <a:gd name="connsiteY98" fmla="*/ 14287 h 315913"/>
              <a:gd name="connsiteX99" fmla="*/ 107950 w 331788"/>
              <a:gd name="connsiteY99" fmla="*/ 28575 h 315913"/>
              <a:gd name="connsiteX100" fmla="*/ 223838 w 331788"/>
              <a:gd name="connsiteY100" fmla="*/ 28575 h 315913"/>
              <a:gd name="connsiteX101" fmla="*/ 223838 w 331788"/>
              <a:gd name="connsiteY101" fmla="*/ 14287 h 315913"/>
              <a:gd name="connsiteX102" fmla="*/ 64802 w 331788"/>
              <a:gd name="connsiteY102" fmla="*/ 0 h 315913"/>
              <a:gd name="connsiteX103" fmla="*/ 266986 w 331788"/>
              <a:gd name="connsiteY103" fmla="*/ 0 h 315913"/>
              <a:gd name="connsiteX104" fmla="*/ 273466 w 331788"/>
              <a:gd name="connsiteY104" fmla="*/ 6474 h 315913"/>
              <a:gd name="connsiteX105" fmla="*/ 266986 w 331788"/>
              <a:gd name="connsiteY105" fmla="*/ 14242 h 315913"/>
              <a:gd name="connsiteX106" fmla="*/ 238472 w 331788"/>
              <a:gd name="connsiteY106" fmla="*/ 14242 h 315913"/>
              <a:gd name="connsiteX107" fmla="*/ 238472 w 331788"/>
              <a:gd name="connsiteY107" fmla="*/ 28484 h 315913"/>
              <a:gd name="connsiteX108" fmla="*/ 303275 w 331788"/>
              <a:gd name="connsiteY108" fmla="*/ 28484 h 315913"/>
              <a:gd name="connsiteX109" fmla="*/ 309755 w 331788"/>
              <a:gd name="connsiteY109" fmla="*/ 34958 h 315913"/>
              <a:gd name="connsiteX110" fmla="*/ 309755 w 331788"/>
              <a:gd name="connsiteY110" fmla="*/ 301671 h 315913"/>
              <a:gd name="connsiteX111" fmla="*/ 324012 w 331788"/>
              <a:gd name="connsiteY111" fmla="*/ 301671 h 315913"/>
              <a:gd name="connsiteX112" fmla="*/ 331788 w 331788"/>
              <a:gd name="connsiteY112" fmla="*/ 309439 h 315913"/>
              <a:gd name="connsiteX113" fmla="*/ 324012 w 331788"/>
              <a:gd name="connsiteY113" fmla="*/ 315913 h 315913"/>
              <a:gd name="connsiteX114" fmla="*/ 7776 w 331788"/>
              <a:gd name="connsiteY114" fmla="*/ 315913 h 315913"/>
              <a:gd name="connsiteX115" fmla="*/ 0 w 331788"/>
              <a:gd name="connsiteY115" fmla="*/ 309439 h 315913"/>
              <a:gd name="connsiteX116" fmla="*/ 7776 w 331788"/>
              <a:gd name="connsiteY116" fmla="*/ 301671 h 315913"/>
              <a:gd name="connsiteX117" fmla="*/ 22033 w 331788"/>
              <a:gd name="connsiteY117" fmla="*/ 301671 h 315913"/>
              <a:gd name="connsiteX118" fmla="*/ 22033 w 331788"/>
              <a:gd name="connsiteY118" fmla="*/ 34958 h 315913"/>
              <a:gd name="connsiteX119" fmla="*/ 28513 w 331788"/>
              <a:gd name="connsiteY119" fmla="*/ 28484 h 315913"/>
              <a:gd name="connsiteX120" fmla="*/ 93315 w 331788"/>
              <a:gd name="connsiteY120" fmla="*/ 28484 h 315913"/>
              <a:gd name="connsiteX121" fmla="*/ 93315 w 331788"/>
              <a:gd name="connsiteY121" fmla="*/ 14242 h 315913"/>
              <a:gd name="connsiteX122" fmla="*/ 64802 w 331788"/>
              <a:gd name="connsiteY122" fmla="*/ 14242 h 315913"/>
              <a:gd name="connsiteX123" fmla="*/ 58322 w 331788"/>
              <a:gd name="connsiteY123" fmla="*/ 6474 h 315913"/>
              <a:gd name="connsiteX124" fmla="*/ 64802 w 331788"/>
              <a:gd name="connsiteY124" fmla="*/ 0 h 315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Lst>
            <a:rect l="l" t="t" r="r" b="b"/>
            <a:pathLst>
              <a:path w="331788" h="315913">
                <a:moveTo>
                  <a:pt x="101402" y="200025"/>
                </a:moveTo>
                <a:cubicBezTo>
                  <a:pt x="97532" y="200025"/>
                  <a:pt x="93663" y="203933"/>
                  <a:pt x="93663" y="207840"/>
                </a:cubicBezTo>
                <a:cubicBezTo>
                  <a:pt x="93663" y="207840"/>
                  <a:pt x="93663" y="207840"/>
                  <a:pt x="93663" y="301625"/>
                </a:cubicBezTo>
                <a:cubicBezTo>
                  <a:pt x="93663" y="301625"/>
                  <a:pt x="93663" y="301625"/>
                  <a:pt x="137518" y="301625"/>
                </a:cubicBezTo>
                <a:cubicBezTo>
                  <a:pt x="137518" y="301625"/>
                  <a:pt x="137518" y="301625"/>
                  <a:pt x="137518" y="250825"/>
                </a:cubicBezTo>
                <a:cubicBezTo>
                  <a:pt x="137518" y="246917"/>
                  <a:pt x="140097" y="244312"/>
                  <a:pt x="143967" y="244312"/>
                </a:cubicBezTo>
                <a:cubicBezTo>
                  <a:pt x="143967" y="244312"/>
                  <a:pt x="143967" y="244312"/>
                  <a:pt x="187822" y="244312"/>
                </a:cubicBezTo>
                <a:cubicBezTo>
                  <a:pt x="191691" y="244312"/>
                  <a:pt x="194271" y="246917"/>
                  <a:pt x="194271" y="250825"/>
                </a:cubicBezTo>
                <a:cubicBezTo>
                  <a:pt x="194271" y="250825"/>
                  <a:pt x="194271" y="250825"/>
                  <a:pt x="194271" y="301625"/>
                </a:cubicBezTo>
                <a:cubicBezTo>
                  <a:pt x="194271" y="301625"/>
                  <a:pt x="194271" y="301625"/>
                  <a:pt x="230387" y="301625"/>
                </a:cubicBezTo>
                <a:cubicBezTo>
                  <a:pt x="234256" y="301625"/>
                  <a:pt x="238126" y="299020"/>
                  <a:pt x="238126" y="295112"/>
                </a:cubicBezTo>
                <a:lnTo>
                  <a:pt x="238126" y="207840"/>
                </a:lnTo>
                <a:cubicBezTo>
                  <a:pt x="238126" y="203933"/>
                  <a:pt x="234256" y="200025"/>
                  <a:pt x="230387" y="200025"/>
                </a:cubicBezTo>
                <a:cubicBezTo>
                  <a:pt x="230387" y="200025"/>
                  <a:pt x="230387" y="200025"/>
                  <a:pt x="101402" y="200025"/>
                </a:cubicBezTo>
                <a:close/>
                <a:moveTo>
                  <a:pt x="258908" y="122237"/>
                </a:moveTo>
                <a:cubicBezTo>
                  <a:pt x="255011" y="122237"/>
                  <a:pt x="252413" y="124758"/>
                  <a:pt x="252413" y="129801"/>
                </a:cubicBezTo>
                <a:cubicBezTo>
                  <a:pt x="252413" y="129801"/>
                  <a:pt x="252413" y="129801"/>
                  <a:pt x="252413" y="157536"/>
                </a:cubicBezTo>
                <a:cubicBezTo>
                  <a:pt x="252413" y="161318"/>
                  <a:pt x="255011" y="165100"/>
                  <a:pt x="258908" y="165100"/>
                </a:cubicBezTo>
                <a:cubicBezTo>
                  <a:pt x="264103" y="165100"/>
                  <a:pt x="266701" y="161318"/>
                  <a:pt x="266701" y="157536"/>
                </a:cubicBezTo>
                <a:lnTo>
                  <a:pt x="266701" y="129801"/>
                </a:lnTo>
                <a:cubicBezTo>
                  <a:pt x="266701" y="124758"/>
                  <a:pt x="264103" y="122237"/>
                  <a:pt x="258908" y="122237"/>
                </a:cubicBezTo>
                <a:close/>
                <a:moveTo>
                  <a:pt x="230332" y="122237"/>
                </a:moveTo>
                <a:cubicBezTo>
                  <a:pt x="226436" y="122237"/>
                  <a:pt x="223838" y="124758"/>
                  <a:pt x="223838" y="129801"/>
                </a:cubicBezTo>
                <a:cubicBezTo>
                  <a:pt x="223838" y="129801"/>
                  <a:pt x="223838" y="129801"/>
                  <a:pt x="223838" y="157536"/>
                </a:cubicBezTo>
                <a:cubicBezTo>
                  <a:pt x="223838" y="161318"/>
                  <a:pt x="226436" y="165100"/>
                  <a:pt x="230332" y="165100"/>
                </a:cubicBezTo>
                <a:cubicBezTo>
                  <a:pt x="234229" y="165100"/>
                  <a:pt x="238126" y="161318"/>
                  <a:pt x="238126" y="157536"/>
                </a:cubicBezTo>
                <a:lnTo>
                  <a:pt x="238126" y="129801"/>
                </a:lnTo>
                <a:cubicBezTo>
                  <a:pt x="238126" y="124758"/>
                  <a:pt x="234229" y="122237"/>
                  <a:pt x="230332" y="122237"/>
                </a:cubicBezTo>
                <a:close/>
                <a:moveTo>
                  <a:pt x="201468" y="122237"/>
                </a:moveTo>
                <a:cubicBezTo>
                  <a:pt x="196273" y="122237"/>
                  <a:pt x="193675" y="124758"/>
                  <a:pt x="193675" y="129801"/>
                </a:cubicBezTo>
                <a:cubicBezTo>
                  <a:pt x="193675" y="129801"/>
                  <a:pt x="193675" y="129801"/>
                  <a:pt x="193675" y="157536"/>
                </a:cubicBezTo>
                <a:cubicBezTo>
                  <a:pt x="193675" y="161318"/>
                  <a:pt x="196273" y="165100"/>
                  <a:pt x="201468" y="165100"/>
                </a:cubicBezTo>
                <a:cubicBezTo>
                  <a:pt x="205365" y="165100"/>
                  <a:pt x="207963" y="161318"/>
                  <a:pt x="207963" y="157536"/>
                </a:cubicBezTo>
                <a:cubicBezTo>
                  <a:pt x="207963" y="157536"/>
                  <a:pt x="207963" y="157536"/>
                  <a:pt x="207963" y="129801"/>
                </a:cubicBezTo>
                <a:cubicBezTo>
                  <a:pt x="207963" y="124758"/>
                  <a:pt x="205365" y="122237"/>
                  <a:pt x="201468" y="122237"/>
                </a:cubicBezTo>
                <a:close/>
                <a:moveTo>
                  <a:pt x="128732" y="122237"/>
                </a:moveTo>
                <a:cubicBezTo>
                  <a:pt x="124836" y="122237"/>
                  <a:pt x="122238" y="124758"/>
                  <a:pt x="122238" y="129801"/>
                </a:cubicBezTo>
                <a:cubicBezTo>
                  <a:pt x="122238" y="129801"/>
                  <a:pt x="122238" y="129801"/>
                  <a:pt x="122238" y="157536"/>
                </a:cubicBezTo>
                <a:cubicBezTo>
                  <a:pt x="122238" y="161318"/>
                  <a:pt x="124836" y="165100"/>
                  <a:pt x="128732" y="165100"/>
                </a:cubicBezTo>
                <a:cubicBezTo>
                  <a:pt x="133928" y="165100"/>
                  <a:pt x="136526" y="161318"/>
                  <a:pt x="136526" y="157536"/>
                </a:cubicBezTo>
                <a:cubicBezTo>
                  <a:pt x="136526" y="157536"/>
                  <a:pt x="136526" y="157536"/>
                  <a:pt x="136526" y="129801"/>
                </a:cubicBezTo>
                <a:cubicBezTo>
                  <a:pt x="136526" y="124758"/>
                  <a:pt x="133928" y="122237"/>
                  <a:pt x="128732" y="122237"/>
                </a:cubicBezTo>
                <a:close/>
                <a:moveTo>
                  <a:pt x="101456" y="122237"/>
                </a:moveTo>
                <a:cubicBezTo>
                  <a:pt x="97559" y="122237"/>
                  <a:pt x="93663" y="124758"/>
                  <a:pt x="93663" y="129801"/>
                </a:cubicBezTo>
                <a:lnTo>
                  <a:pt x="93663" y="157536"/>
                </a:lnTo>
                <a:cubicBezTo>
                  <a:pt x="93663" y="161318"/>
                  <a:pt x="97559" y="165100"/>
                  <a:pt x="101456" y="165100"/>
                </a:cubicBezTo>
                <a:cubicBezTo>
                  <a:pt x="105353" y="165100"/>
                  <a:pt x="107951" y="161318"/>
                  <a:pt x="107951" y="157536"/>
                </a:cubicBezTo>
                <a:cubicBezTo>
                  <a:pt x="107951" y="157536"/>
                  <a:pt x="107951" y="157536"/>
                  <a:pt x="107951" y="129801"/>
                </a:cubicBezTo>
                <a:cubicBezTo>
                  <a:pt x="107951" y="124758"/>
                  <a:pt x="105353" y="122237"/>
                  <a:pt x="101456" y="122237"/>
                </a:cubicBezTo>
                <a:close/>
                <a:moveTo>
                  <a:pt x="72881" y="122237"/>
                </a:moveTo>
                <a:cubicBezTo>
                  <a:pt x="67686" y="122237"/>
                  <a:pt x="65088" y="124758"/>
                  <a:pt x="65088" y="129801"/>
                </a:cubicBezTo>
                <a:cubicBezTo>
                  <a:pt x="65088" y="129801"/>
                  <a:pt x="65088" y="129801"/>
                  <a:pt x="65088" y="157536"/>
                </a:cubicBezTo>
                <a:cubicBezTo>
                  <a:pt x="65088" y="161318"/>
                  <a:pt x="67686" y="165100"/>
                  <a:pt x="72881" y="165100"/>
                </a:cubicBezTo>
                <a:cubicBezTo>
                  <a:pt x="76778" y="165100"/>
                  <a:pt x="79376" y="161318"/>
                  <a:pt x="79376" y="157536"/>
                </a:cubicBezTo>
                <a:lnTo>
                  <a:pt x="79376" y="129801"/>
                </a:lnTo>
                <a:cubicBezTo>
                  <a:pt x="79376" y="124758"/>
                  <a:pt x="76778" y="122237"/>
                  <a:pt x="72881" y="122237"/>
                </a:cubicBezTo>
                <a:close/>
                <a:moveTo>
                  <a:pt x="258908" y="65087"/>
                </a:moveTo>
                <a:cubicBezTo>
                  <a:pt x="255011" y="65087"/>
                  <a:pt x="252413" y="67685"/>
                  <a:pt x="252413" y="71581"/>
                </a:cubicBezTo>
                <a:cubicBezTo>
                  <a:pt x="252413" y="71581"/>
                  <a:pt x="252413" y="71581"/>
                  <a:pt x="252413" y="100157"/>
                </a:cubicBezTo>
                <a:cubicBezTo>
                  <a:pt x="252413" y="105352"/>
                  <a:pt x="255011" y="107950"/>
                  <a:pt x="258908" y="107950"/>
                </a:cubicBezTo>
                <a:cubicBezTo>
                  <a:pt x="264103" y="107950"/>
                  <a:pt x="266701" y="105352"/>
                  <a:pt x="266701" y="100157"/>
                </a:cubicBezTo>
                <a:lnTo>
                  <a:pt x="266701" y="71581"/>
                </a:lnTo>
                <a:cubicBezTo>
                  <a:pt x="266701" y="67685"/>
                  <a:pt x="264103" y="65087"/>
                  <a:pt x="258908" y="65087"/>
                </a:cubicBezTo>
                <a:close/>
                <a:moveTo>
                  <a:pt x="230332" y="65087"/>
                </a:moveTo>
                <a:cubicBezTo>
                  <a:pt x="226436" y="65087"/>
                  <a:pt x="223838" y="67685"/>
                  <a:pt x="223838" y="71581"/>
                </a:cubicBezTo>
                <a:cubicBezTo>
                  <a:pt x="223838" y="71581"/>
                  <a:pt x="223838" y="71581"/>
                  <a:pt x="223838" y="100157"/>
                </a:cubicBezTo>
                <a:cubicBezTo>
                  <a:pt x="223838" y="105352"/>
                  <a:pt x="226436" y="107950"/>
                  <a:pt x="230332" y="107950"/>
                </a:cubicBezTo>
                <a:cubicBezTo>
                  <a:pt x="234229" y="107950"/>
                  <a:pt x="238126" y="105352"/>
                  <a:pt x="238126" y="100157"/>
                </a:cubicBezTo>
                <a:lnTo>
                  <a:pt x="238126" y="71581"/>
                </a:lnTo>
                <a:cubicBezTo>
                  <a:pt x="238126" y="67685"/>
                  <a:pt x="234229" y="65087"/>
                  <a:pt x="230332" y="65087"/>
                </a:cubicBezTo>
                <a:close/>
                <a:moveTo>
                  <a:pt x="201468" y="65087"/>
                </a:moveTo>
                <a:cubicBezTo>
                  <a:pt x="196273" y="65087"/>
                  <a:pt x="193675" y="67685"/>
                  <a:pt x="193675" y="71581"/>
                </a:cubicBezTo>
                <a:cubicBezTo>
                  <a:pt x="193675" y="71581"/>
                  <a:pt x="193675" y="71581"/>
                  <a:pt x="193675" y="100157"/>
                </a:cubicBezTo>
                <a:cubicBezTo>
                  <a:pt x="193675" y="105352"/>
                  <a:pt x="196273" y="107950"/>
                  <a:pt x="201468" y="107950"/>
                </a:cubicBezTo>
                <a:cubicBezTo>
                  <a:pt x="205365" y="107950"/>
                  <a:pt x="207963" y="105352"/>
                  <a:pt x="207963" y="100157"/>
                </a:cubicBezTo>
                <a:cubicBezTo>
                  <a:pt x="207963" y="100157"/>
                  <a:pt x="207963" y="100157"/>
                  <a:pt x="207963" y="71581"/>
                </a:cubicBezTo>
                <a:cubicBezTo>
                  <a:pt x="207963" y="67685"/>
                  <a:pt x="205365" y="65087"/>
                  <a:pt x="201468" y="65087"/>
                </a:cubicBezTo>
                <a:close/>
                <a:moveTo>
                  <a:pt x="128732" y="65087"/>
                </a:moveTo>
                <a:cubicBezTo>
                  <a:pt x="124836" y="65087"/>
                  <a:pt x="122238" y="67685"/>
                  <a:pt x="122238" y="71581"/>
                </a:cubicBezTo>
                <a:cubicBezTo>
                  <a:pt x="122238" y="71581"/>
                  <a:pt x="122238" y="71581"/>
                  <a:pt x="122238" y="100157"/>
                </a:cubicBezTo>
                <a:cubicBezTo>
                  <a:pt x="122238" y="105352"/>
                  <a:pt x="124836" y="107950"/>
                  <a:pt x="128732" y="107950"/>
                </a:cubicBezTo>
                <a:cubicBezTo>
                  <a:pt x="133928" y="107950"/>
                  <a:pt x="136526" y="105352"/>
                  <a:pt x="136526" y="100157"/>
                </a:cubicBezTo>
                <a:cubicBezTo>
                  <a:pt x="136526" y="100157"/>
                  <a:pt x="136526" y="100157"/>
                  <a:pt x="136526" y="71581"/>
                </a:cubicBezTo>
                <a:cubicBezTo>
                  <a:pt x="136526" y="67685"/>
                  <a:pt x="133928" y="65087"/>
                  <a:pt x="128732" y="65087"/>
                </a:cubicBezTo>
                <a:close/>
                <a:moveTo>
                  <a:pt x="101456" y="65087"/>
                </a:moveTo>
                <a:cubicBezTo>
                  <a:pt x="97559" y="65087"/>
                  <a:pt x="93663" y="67685"/>
                  <a:pt x="93663" y="71581"/>
                </a:cubicBezTo>
                <a:lnTo>
                  <a:pt x="93663" y="100157"/>
                </a:lnTo>
                <a:cubicBezTo>
                  <a:pt x="93663" y="105352"/>
                  <a:pt x="97559" y="107950"/>
                  <a:pt x="101456" y="107950"/>
                </a:cubicBezTo>
                <a:cubicBezTo>
                  <a:pt x="105353" y="107950"/>
                  <a:pt x="107951" y="105352"/>
                  <a:pt x="107951" y="100157"/>
                </a:cubicBezTo>
                <a:cubicBezTo>
                  <a:pt x="107951" y="100157"/>
                  <a:pt x="107951" y="100157"/>
                  <a:pt x="107951" y="71581"/>
                </a:cubicBezTo>
                <a:cubicBezTo>
                  <a:pt x="107951" y="67685"/>
                  <a:pt x="105353" y="65087"/>
                  <a:pt x="101456" y="65087"/>
                </a:cubicBezTo>
                <a:close/>
                <a:moveTo>
                  <a:pt x="72881" y="65087"/>
                </a:moveTo>
                <a:cubicBezTo>
                  <a:pt x="67686" y="65087"/>
                  <a:pt x="65088" y="67685"/>
                  <a:pt x="65088" y="71581"/>
                </a:cubicBezTo>
                <a:cubicBezTo>
                  <a:pt x="65088" y="71581"/>
                  <a:pt x="65088" y="71581"/>
                  <a:pt x="65088" y="100157"/>
                </a:cubicBezTo>
                <a:cubicBezTo>
                  <a:pt x="65088" y="105352"/>
                  <a:pt x="67686" y="107950"/>
                  <a:pt x="72881" y="107950"/>
                </a:cubicBezTo>
                <a:cubicBezTo>
                  <a:pt x="76778" y="107950"/>
                  <a:pt x="79376" y="105352"/>
                  <a:pt x="79376" y="100157"/>
                </a:cubicBezTo>
                <a:lnTo>
                  <a:pt x="79376" y="71581"/>
                </a:lnTo>
                <a:cubicBezTo>
                  <a:pt x="79376" y="67685"/>
                  <a:pt x="76778" y="65087"/>
                  <a:pt x="72881" y="65087"/>
                </a:cubicBezTo>
                <a:close/>
                <a:moveTo>
                  <a:pt x="107950" y="14287"/>
                </a:moveTo>
                <a:lnTo>
                  <a:pt x="107950" y="28575"/>
                </a:lnTo>
                <a:lnTo>
                  <a:pt x="223838" y="28575"/>
                </a:lnTo>
                <a:lnTo>
                  <a:pt x="223838" y="14287"/>
                </a:lnTo>
                <a:close/>
                <a:moveTo>
                  <a:pt x="64802" y="0"/>
                </a:moveTo>
                <a:cubicBezTo>
                  <a:pt x="64802" y="0"/>
                  <a:pt x="64802" y="0"/>
                  <a:pt x="266986" y="0"/>
                </a:cubicBezTo>
                <a:cubicBezTo>
                  <a:pt x="270874" y="0"/>
                  <a:pt x="273466" y="2589"/>
                  <a:pt x="273466" y="6474"/>
                </a:cubicBezTo>
                <a:cubicBezTo>
                  <a:pt x="273466" y="10358"/>
                  <a:pt x="270874" y="14242"/>
                  <a:pt x="266986" y="14242"/>
                </a:cubicBezTo>
                <a:cubicBezTo>
                  <a:pt x="266986" y="14242"/>
                  <a:pt x="266986" y="14242"/>
                  <a:pt x="238472" y="14242"/>
                </a:cubicBezTo>
                <a:cubicBezTo>
                  <a:pt x="238472" y="14242"/>
                  <a:pt x="238472" y="14242"/>
                  <a:pt x="238472" y="28484"/>
                </a:cubicBezTo>
                <a:cubicBezTo>
                  <a:pt x="238472" y="28484"/>
                  <a:pt x="238472" y="28484"/>
                  <a:pt x="303275" y="28484"/>
                </a:cubicBezTo>
                <a:cubicBezTo>
                  <a:pt x="307163" y="28484"/>
                  <a:pt x="309755" y="31073"/>
                  <a:pt x="309755" y="34958"/>
                </a:cubicBezTo>
                <a:cubicBezTo>
                  <a:pt x="309755" y="34958"/>
                  <a:pt x="309755" y="34958"/>
                  <a:pt x="309755" y="301671"/>
                </a:cubicBezTo>
                <a:cubicBezTo>
                  <a:pt x="309755" y="301671"/>
                  <a:pt x="309755" y="301671"/>
                  <a:pt x="324012" y="301671"/>
                </a:cubicBezTo>
                <a:cubicBezTo>
                  <a:pt x="329196" y="301671"/>
                  <a:pt x="331788" y="305555"/>
                  <a:pt x="331788" y="309439"/>
                </a:cubicBezTo>
                <a:cubicBezTo>
                  <a:pt x="331788" y="313324"/>
                  <a:pt x="329196" y="315913"/>
                  <a:pt x="324012" y="315913"/>
                </a:cubicBezTo>
                <a:cubicBezTo>
                  <a:pt x="324012" y="315913"/>
                  <a:pt x="324012" y="315913"/>
                  <a:pt x="7776" y="315913"/>
                </a:cubicBezTo>
                <a:cubicBezTo>
                  <a:pt x="2592" y="315913"/>
                  <a:pt x="0" y="313324"/>
                  <a:pt x="0" y="309439"/>
                </a:cubicBezTo>
                <a:cubicBezTo>
                  <a:pt x="0" y="305555"/>
                  <a:pt x="2592" y="301671"/>
                  <a:pt x="7776" y="301671"/>
                </a:cubicBezTo>
                <a:cubicBezTo>
                  <a:pt x="7776" y="301671"/>
                  <a:pt x="7776" y="301671"/>
                  <a:pt x="22033" y="301671"/>
                </a:cubicBezTo>
                <a:cubicBezTo>
                  <a:pt x="22033" y="301671"/>
                  <a:pt x="22033" y="301671"/>
                  <a:pt x="22033" y="34958"/>
                </a:cubicBezTo>
                <a:cubicBezTo>
                  <a:pt x="22033" y="31073"/>
                  <a:pt x="24625" y="28484"/>
                  <a:pt x="28513" y="28484"/>
                </a:cubicBezTo>
                <a:cubicBezTo>
                  <a:pt x="28513" y="28484"/>
                  <a:pt x="28513" y="28484"/>
                  <a:pt x="93315" y="28484"/>
                </a:cubicBezTo>
                <a:cubicBezTo>
                  <a:pt x="93315" y="28484"/>
                  <a:pt x="93315" y="28484"/>
                  <a:pt x="93315" y="14242"/>
                </a:cubicBezTo>
                <a:cubicBezTo>
                  <a:pt x="93315" y="14242"/>
                  <a:pt x="93315" y="14242"/>
                  <a:pt x="64802" y="14242"/>
                </a:cubicBezTo>
                <a:cubicBezTo>
                  <a:pt x="60914" y="14242"/>
                  <a:pt x="58322" y="10358"/>
                  <a:pt x="58322" y="6474"/>
                </a:cubicBezTo>
                <a:cubicBezTo>
                  <a:pt x="58322" y="2589"/>
                  <a:pt x="60914" y="0"/>
                  <a:pt x="6480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a:lnSpc>
                <a:spcPct val="120000"/>
              </a:lnSpc>
            </a:pPr>
            <a:endParaRPr sz="1800" dirty="0">
              <a:latin typeface="微软雅黑" panose="020B0503020204020204" pitchFamily="34" charset="-122"/>
              <a:ea typeface="微软雅黑" panose="020B0503020204020204" pitchFamily="34" charset="-122"/>
              <a:sym typeface="+mn-lt"/>
            </a:endParaRPr>
          </a:p>
        </p:txBody>
      </p:sp>
    </p:spTree>
    <p:custDataLst>
      <p:tags r:id="rId16"/>
    </p:custDataLst>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名言框"/>
          <p:cNvGrpSpPr/>
          <p:nvPr/>
        </p:nvGrpSpPr>
        <p:grpSpPr>
          <a:xfrm>
            <a:off x="788670" y="631190"/>
            <a:ext cx="10433685" cy="793750"/>
            <a:chOff x="6791" y="3797"/>
            <a:chExt cx="6022" cy="3402"/>
          </a:xfrm>
        </p:grpSpPr>
        <p:pic>
          <p:nvPicPr>
            <p:cNvPr id="13" name="图片 12" descr="F:\稻壳-阿源设计\H活动供稿\2020-01-07-文本框\SVG-横着\横着-13.svg横着-13"/>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791" y="3797"/>
              <a:ext cx="6022" cy="3402"/>
            </a:xfrm>
            <a:prstGeom prst="rect">
              <a:avLst/>
            </a:prstGeom>
          </p:spPr>
        </p:pic>
        <p:sp>
          <p:nvSpPr>
            <p:cNvPr id="11" name="文本框 10"/>
            <p:cNvSpPr txBox="1"/>
            <p:nvPr/>
          </p:nvSpPr>
          <p:spPr>
            <a:xfrm>
              <a:off x="8757" y="4314"/>
              <a:ext cx="2355" cy="2371"/>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altLang="en-US" sz="3000">
                  <a:solidFill>
                    <a:schemeClr val="tx1">
                      <a:lumMod val="75000"/>
                      <a:lumOff val="25000"/>
                    </a:schemeClr>
                  </a:solidFill>
                  <a:latin typeface="微软雅黑" panose="020B0503020204020204" pitchFamily="34" charset="-122"/>
                  <a:ea typeface="微软雅黑" panose="020B0503020204020204" pitchFamily="34" charset="-122"/>
                  <a:cs typeface="汉仪刚艺体-85W" panose="00020600040101010101" charset="-122"/>
                </a:rPr>
                <a:t>数据和信息的不同特征</a:t>
              </a:r>
              <a:endParaRPr lang="zh-CN" altLang="en-US" sz="3000">
                <a:solidFill>
                  <a:schemeClr val="tx1">
                    <a:lumMod val="75000"/>
                    <a:lumOff val="25000"/>
                  </a:schemeClr>
                </a:solidFill>
                <a:latin typeface="微软雅黑" panose="020B0503020204020204" pitchFamily="34" charset="-122"/>
                <a:ea typeface="微软雅黑" panose="020B0503020204020204" pitchFamily="34" charset="-122"/>
                <a:cs typeface="汉仪刚艺体-85W" panose="00020600040101010101" charset="-122"/>
              </a:endParaRPr>
            </a:p>
          </p:txBody>
        </p:sp>
      </p:grpSp>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6413" y="1543273"/>
            <a:ext cx="8621230" cy="362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4"/>
    </p:custData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名言框"/>
          <p:cNvGrpSpPr/>
          <p:nvPr/>
        </p:nvGrpSpPr>
        <p:grpSpPr>
          <a:xfrm>
            <a:off x="788670" y="631190"/>
            <a:ext cx="10433685" cy="793750"/>
            <a:chOff x="6791" y="3797"/>
            <a:chExt cx="6022" cy="3402"/>
          </a:xfrm>
        </p:grpSpPr>
        <p:pic>
          <p:nvPicPr>
            <p:cNvPr id="13" name="图片 12" descr="F:\稻壳-阿源设计\H活动供稿\2020-01-07-文本框\SVG-横着\横着-13.svg横着-13"/>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791" y="3797"/>
              <a:ext cx="6022" cy="3402"/>
            </a:xfrm>
            <a:prstGeom prst="rect">
              <a:avLst/>
            </a:prstGeom>
          </p:spPr>
        </p:pic>
        <p:sp>
          <p:nvSpPr>
            <p:cNvPr id="11" name="文本框 10"/>
            <p:cNvSpPr txBox="1"/>
            <p:nvPr/>
          </p:nvSpPr>
          <p:spPr>
            <a:xfrm>
              <a:off x="8757" y="4314"/>
              <a:ext cx="2355" cy="2371"/>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altLang="en-US" sz="3000">
                  <a:solidFill>
                    <a:schemeClr val="tx1">
                      <a:lumMod val="75000"/>
                      <a:lumOff val="25000"/>
                    </a:schemeClr>
                  </a:solidFill>
                  <a:latin typeface="微软雅黑" panose="020B0503020204020204" pitchFamily="34" charset="-122"/>
                  <a:ea typeface="微软雅黑" panose="020B0503020204020204" pitchFamily="34" charset="-122"/>
                  <a:cs typeface="汉仪刚艺体-85W" panose="00020600040101010101" charset="-122"/>
                </a:rPr>
                <a:t>数据和信息的不同特征</a:t>
              </a:r>
              <a:endParaRPr lang="zh-CN" altLang="en-US" sz="3000">
                <a:solidFill>
                  <a:schemeClr val="tx1">
                    <a:lumMod val="75000"/>
                    <a:lumOff val="25000"/>
                  </a:schemeClr>
                </a:solidFill>
                <a:latin typeface="微软雅黑" panose="020B0503020204020204" pitchFamily="34" charset="-122"/>
                <a:ea typeface="微软雅黑" panose="020B0503020204020204" pitchFamily="34" charset="-122"/>
                <a:cs typeface="汉仪刚艺体-85W" panose="00020600040101010101" charset="-122"/>
              </a:endParaRPr>
            </a:p>
          </p:txBody>
        </p:sp>
      </p:grpSp>
      <p:sp>
        <p:nvSpPr>
          <p:cNvPr id="54" name="任意多边形: 形状 53"/>
          <p:cNvSpPr/>
          <p:nvPr>
            <p:custDataLst>
              <p:tags r:id="rId3"/>
            </p:custDataLst>
          </p:nvPr>
        </p:nvSpPr>
        <p:spPr>
          <a:xfrm flipH="1" flipV="1">
            <a:off x="6998970" y="2182495"/>
            <a:ext cx="3050540" cy="552450"/>
          </a:xfrm>
          <a:custGeom>
            <a:avLst/>
            <a:gdLst>
              <a:gd name="connsiteX0" fmla="*/ 0 w 2280212"/>
              <a:gd name="connsiteY0" fmla="*/ 0 h 456528"/>
              <a:gd name="connsiteX1" fmla="*/ 2280212 w 2280212"/>
              <a:gd name="connsiteY1" fmla="*/ 0 h 456528"/>
              <a:gd name="connsiteX2" fmla="*/ 2280212 w 2280212"/>
              <a:gd name="connsiteY2" fmla="*/ 456528 h 456528"/>
              <a:gd name="connsiteX3" fmla="*/ 0 w 2280212"/>
              <a:gd name="connsiteY3" fmla="*/ 456528 h 456528"/>
              <a:gd name="connsiteX4" fmla="*/ 210252 w 2280212"/>
              <a:gd name="connsiteY4" fmla="*/ 228264 h 456528"/>
              <a:gd name="connsiteX0-1" fmla="*/ 0 w 2280212"/>
              <a:gd name="connsiteY0-2" fmla="*/ 0 h 458433"/>
              <a:gd name="connsiteX1-3" fmla="*/ 2280212 w 2280212"/>
              <a:gd name="connsiteY1-4" fmla="*/ 0 h 458433"/>
              <a:gd name="connsiteX2-5" fmla="*/ 1989861 w 2280212"/>
              <a:gd name="connsiteY2-6" fmla="*/ 458433 h 458433"/>
              <a:gd name="connsiteX3-7" fmla="*/ 0 w 2280212"/>
              <a:gd name="connsiteY3-8" fmla="*/ 456528 h 458433"/>
              <a:gd name="connsiteX4-9" fmla="*/ 210252 w 2280212"/>
              <a:gd name="connsiteY4-10" fmla="*/ 228264 h 458433"/>
              <a:gd name="connsiteX5" fmla="*/ 0 w 2280212"/>
              <a:gd name="connsiteY5" fmla="*/ 0 h 458433"/>
              <a:gd name="connsiteX0-11" fmla="*/ 0 w 2280212"/>
              <a:gd name="connsiteY0-12" fmla="*/ 0 h 456528"/>
              <a:gd name="connsiteX1-13" fmla="*/ 2280212 w 2280212"/>
              <a:gd name="connsiteY1-14" fmla="*/ 0 h 456528"/>
              <a:gd name="connsiteX2-15" fmla="*/ 2001959 w 2280212"/>
              <a:gd name="connsiteY2-16" fmla="*/ 456528 h 456528"/>
              <a:gd name="connsiteX3-17" fmla="*/ 0 w 2280212"/>
              <a:gd name="connsiteY3-18" fmla="*/ 456528 h 456528"/>
              <a:gd name="connsiteX4-19" fmla="*/ 210252 w 2280212"/>
              <a:gd name="connsiteY4-20" fmla="*/ 228264 h 456528"/>
              <a:gd name="connsiteX5-21" fmla="*/ 0 w 2280212"/>
              <a:gd name="connsiteY5-22" fmla="*/ 0 h 45652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Lst>
            <a:rect l="l" t="t" r="r" b="b"/>
            <a:pathLst>
              <a:path w="2280212" h="456528">
                <a:moveTo>
                  <a:pt x="0" y="0"/>
                </a:moveTo>
                <a:lnTo>
                  <a:pt x="2280212" y="0"/>
                </a:lnTo>
                <a:lnTo>
                  <a:pt x="2001959" y="456528"/>
                </a:lnTo>
                <a:lnTo>
                  <a:pt x="0" y="456528"/>
                </a:lnTo>
                <a:lnTo>
                  <a:pt x="210252" y="228264"/>
                </a:lnTo>
                <a:lnTo>
                  <a:pt x="0" y="0"/>
                </a:lnTo>
                <a:close/>
              </a:path>
            </a:pathLst>
          </a:cu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微软雅黑" panose="020B0503020204020204" pitchFamily="34" charset="-122"/>
              <a:ea typeface="微软雅黑" panose="020B0503020204020204" pitchFamily="34" charset="-122"/>
              <a:cs typeface="Arial" panose="020B0604020202020204" pitchFamily="34" charset="0"/>
            </a:endParaRPr>
          </a:p>
        </p:txBody>
      </p:sp>
      <p:cxnSp>
        <p:nvCxnSpPr>
          <p:cNvPr id="5" name="直接连接符 4"/>
          <p:cNvCxnSpPr/>
          <p:nvPr>
            <p:custDataLst>
              <p:tags r:id="rId4"/>
            </p:custDataLst>
          </p:nvPr>
        </p:nvCxnSpPr>
        <p:spPr>
          <a:xfrm flipV="1">
            <a:off x="6089015" y="1708785"/>
            <a:ext cx="798830" cy="1417955"/>
          </a:xfrm>
          <a:prstGeom prst="line">
            <a:avLst/>
          </a:prstGeom>
          <a:ln w="6350">
            <a:solidFill>
              <a:schemeClr val="tx1">
                <a:lumMod val="65000"/>
                <a:lumOff val="35000"/>
              </a:schemeClr>
            </a:solidFill>
            <a:tailEnd type="oval"/>
          </a:ln>
        </p:spPr>
        <p:style>
          <a:lnRef idx="1">
            <a:schemeClr val="accent1"/>
          </a:lnRef>
          <a:fillRef idx="0">
            <a:schemeClr val="accent1"/>
          </a:fillRef>
          <a:effectRef idx="0">
            <a:schemeClr val="accent1"/>
          </a:effectRef>
          <a:fontRef idx="minor">
            <a:schemeClr val="tx1"/>
          </a:fontRef>
        </p:style>
      </p:cxnSp>
      <p:sp>
        <p:nvSpPr>
          <p:cNvPr id="22" name="任意多边形: 形状 21"/>
          <p:cNvSpPr/>
          <p:nvPr>
            <p:custDataLst>
              <p:tags r:id="rId5"/>
            </p:custDataLst>
          </p:nvPr>
        </p:nvSpPr>
        <p:spPr>
          <a:xfrm>
            <a:off x="2457450" y="2182495"/>
            <a:ext cx="3418840" cy="552450"/>
          </a:xfrm>
          <a:custGeom>
            <a:avLst/>
            <a:gdLst>
              <a:gd name="connsiteX0" fmla="*/ 0 w 2280212"/>
              <a:gd name="connsiteY0" fmla="*/ 0 h 456528"/>
              <a:gd name="connsiteX1" fmla="*/ 2280212 w 2280212"/>
              <a:gd name="connsiteY1" fmla="*/ 0 h 456528"/>
              <a:gd name="connsiteX2" fmla="*/ 2280212 w 2280212"/>
              <a:gd name="connsiteY2" fmla="*/ 456528 h 456528"/>
              <a:gd name="connsiteX3" fmla="*/ 0 w 2280212"/>
              <a:gd name="connsiteY3" fmla="*/ 456528 h 456528"/>
              <a:gd name="connsiteX4" fmla="*/ 210252 w 2280212"/>
              <a:gd name="connsiteY4" fmla="*/ 228264 h 456528"/>
              <a:gd name="connsiteX0-1" fmla="*/ 0 w 2280212"/>
              <a:gd name="connsiteY0-2" fmla="*/ 0 h 458433"/>
              <a:gd name="connsiteX1-3" fmla="*/ 2280212 w 2280212"/>
              <a:gd name="connsiteY1-4" fmla="*/ 0 h 458433"/>
              <a:gd name="connsiteX2-5" fmla="*/ 1989861 w 2280212"/>
              <a:gd name="connsiteY2-6" fmla="*/ 458433 h 458433"/>
              <a:gd name="connsiteX3-7" fmla="*/ 0 w 2280212"/>
              <a:gd name="connsiteY3-8" fmla="*/ 456528 h 458433"/>
              <a:gd name="connsiteX4-9" fmla="*/ 210252 w 2280212"/>
              <a:gd name="connsiteY4-10" fmla="*/ 228264 h 458433"/>
              <a:gd name="connsiteX5" fmla="*/ 0 w 2280212"/>
              <a:gd name="connsiteY5" fmla="*/ 0 h 458433"/>
              <a:gd name="connsiteX0-11" fmla="*/ 0 w 2280212"/>
              <a:gd name="connsiteY0-12" fmla="*/ 0 h 456528"/>
              <a:gd name="connsiteX1-13" fmla="*/ 2280212 w 2280212"/>
              <a:gd name="connsiteY1-14" fmla="*/ 0 h 456528"/>
              <a:gd name="connsiteX2-15" fmla="*/ 2001959 w 2280212"/>
              <a:gd name="connsiteY2-16" fmla="*/ 456528 h 456528"/>
              <a:gd name="connsiteX3-17" fmla="*/ 0 w 2280212"/>
              <a:gd name="connsiteY3-18" fmla="*/ 456528 h 456528"/>
              <a:gd name="connsiteX4-19" fmla="*/ 210252 w 2280212"/>
              <a:gd name="connsiteY4-20" fmla="*/ 228264 h 456528"/>
              <a:gd name="connsiteX5-21" fmla="*/ 0 w 2280212"/>
              <a:gd name="connsiteY5-22" fmla="*/ 0 h 45652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Lst>
            <a:rect l="l" t="t" r="r" b="b"/>
            <a:pathLst>
              <a:path w="2280212" h="456528">
                <a:moveTo>
                  <a:pt x="0" y="0"/>
                </a:moveTo>
                <a:lnTo>
                  <a:pt x="2280212" y="0"/>
                </a:lnTo>
                <a:lnTo>
                  <a:pt x="2001959" y="456528"/>
                </a:lnTo>
                <a:lnTo>
                  <a:pt x="0" y="456528"/>
                </a:lnTo>
                <a:lnTo>
                  <a:pt x="210252" y="228264"/>
                </a:lnTo>
                <a:lnTo>
                  <a:pt x="0" y="0"/>
                </a:ln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微软雅黑" panose="020B0503020204020204" pitchFamily="34" charset="-122"/>
              <a:ea typeface="微软雅黑" panose="020B0503020204020204" pitchFamily="34" charset="-122"/>
              <a:cs typeface="Arial" panose="020B0604020202020204" pitchFamily="34" charset="0"/>
            </a:endParaRPr>
          </a:p>
        </p:txBody>
      </p:sp>
      <p:sp>
        <p:nvSpPr>
          <p:cNvPr id="39" name="任意多边形: 形状 38"/>
          <p:cNvSpPr/>
          <p:nvPr>
            <p:custDataLst>
              <p:tags r:id="rId6"/>
            </p:custDataLst>
          </p:nvPr>
        </p:nvSpPr>
        <p:spPr>
          <a:xfrm>
            <a:off x="2211705" y="2099945"/>
            <a:ext cx="3597910" cy="552450"/>
          </a:xfrm>
          <a:custGeom>
            <a:avLst/>
            <a:gdLst>
              <a:gd name="connsiteX0" fmla="*/ 0 w 2280212"/>
              <a:gd name="connsiteY0" fmla="*/ 0 h 456528"/>
              <a:gd name="connsiteX1" fmla="*/ 2280212 w 2280212"/>
              <a:gd name="connsiteY1" fmla="*/ 0 h 456528"/>
              <a:gd name="connsiteX2" fmla="*/ 2280212 w 2280212"/>
              <a:gd name="connsiteY2" fmla="*/ 456528 h 456528"/>
              <a:gd name="connsiteX3" fmla="*/ 0 w 2280212"/>
              <a:gd name="connsiteY3" fmla="*/ 456528 h 456528"/>
              <a:gd name="connsiteX4" fmla="*/ 210252 w 2280212"/>
              <a:gd name="connsiteY4" fmla="*/ 228264 h 456528"/>
              <a:gd name="connsiteX0-1" fmla="*/ 0 w 2280212"/>
              <a:gd name="connsiteY0-2" fmla="*/ 0 h 458433"/>
              <a:gd name="connsiteX1-3" fmla="*/ 2280212 w 2280212"/>
              <a:gd name="connsiteY1-4" fmla="*/ 0 h 458433"/>
              <a:gd name="connsiteX2-5" fmla="*/ 1989861 w 2280212"/>
              <a:gd name="connsiteY2-6" fmla="*/ 458433 h 458433"/>
              <a:gd name="connsiteX3-7" fmla="*/ 0 w 2280212"/>
              <a:gd name="connsiteY3-8" fmla="*/ 456528 h 458433"/>
              <a:gd name="connsiteX4-9" fmla="*/ 210252 w 2280212"/>
              <a:gd name="connsiteY4-10" fmla="*/ 228264 h 458433"/>
              <a:gd name="connsiteX5" fmla="*/ 0 w 2280212"/>
              <a:gd name="connsiteY5" fmla="*/ 0 h 458433"/>
              <a:gd name="connsiteX0-11" fmla="*/ 0 w 2280212"/>
              <a:gd name="connsiteY0-12" fmla="*/ 0 h 456528"/>
              <a:gd name="connsiteX1-13" fmla="*/ 2280212 w 2280212"/>
              <a:gd name="connsiteY1-14" fmla="*/ 0 h 456528"/>
              <a:gd name="connsiteX2-15" fmla="*/ 2001959 w 2280212"/>
              <a:gd name="connsiteY2-16" fmla="*/ 456528 h 456528"/>
              <a:gd name="connsiteX3-17" fmla="*/ 0 w 2280212"/>
              <a:gd name="connsiteY3-18" fmla="*/ 456528 h 456528"/>
              <a:gd name="connsiteX4-19" fmla="*/ 210252 w 2280212"/>
              <a:gd name="connsiteY4-20" fmla="*/ 228264 h 456528"/>
              <a:gd name="connsiteX5-21" fmla="*/ 0 w 2280212"/>
              <a:gd name="connsiteY5-22" fmla="*/ 0 h 45652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Lst>
            <a:rect l="l" t="t" r="r" b="b"/>
            <a:pathLst>
              <a:path w="2280212" h="456528">
                <a:moveTo>
                  <a:pt x="0" y="0"/>
                </a:moveTo>
                <a:lnTo>
                  <a:pt x="2280212" y="0"/>
                </a:lnTo>
                <a:lnTo>
                  <a:pt x="2001959" y="456528"/>
                </a:lnTo>
                <a:lnTo>
                  <a:pt x="0" y="456528"/>
                </a:lnTo>
                <a:lnTo>
                  <a:pt x="210252" y="228264"/>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微软雅黑" panose="020B0503020204020204" pitchFamily="34" charset="-122"/>
              <a:ea typeface="微软雅黑" panose="020B0503020204020204" pitchFamily="34" charset="-122"/>
              <a:cs typeface="Arial" panose="020B0604020202020204" pitchFamily="34" charset="0"/>
            </a:endParaRPr>
          </a:p>
        </p:txBody>
      </p:sp>
      <p:sp>
        <p:nvSpPr>
          <p:cNvPr id="4" name="文本框 3"/>
          <p:cNvSpPr txBox="1"/>
          <p:nvPr>
            <p:custDataLst>
              <p:tags r:id="rId7"/>
            </p:custDataLst>
          </p:nvPr>
        </p:nvSpPr>
        <p:spPr>
          <a:xfrm>
            <a:off x="2798445" y="2129790"/>
            <a:ext cx="2661920" cy="491490"/>
          </a:xfrm>
          <a:prstGeom prst="rect">
            <a:avLst/>
          </a:prstGeom>
          <a:noFill/>
        </p:spPr>
        <p:txBody>
          <a:bodyPr wrap="square" rtlCol="0" anchor="ctr" anchorCtr="0"/>
          <a:lstStyle/>
          <a:p>
            <a:pPr algn="ctr">
              <a:lnSpc>
                <a:spcPct val="120000"/>
              </a:lnSpc>
            </a:pPr>
            <a:r>
              <a:rPr lang="zh-CN" altLang="en-US" sz="2400" b="1" spc="300">
                <a:solidFill>
                  <a:schemeClr val="bg1"/>
                </a:solidFill>
                <a:latin typeface="微软雅黑" panose="020B0503020204020204" pitchFamily="34" charset="-122"/>
                <a:ea typeface="微软雅黑" panose="020B0503020204020204" pitchFamily="34" charset="-122"/>
                <a:cs typeface="+mj-cs"/>
                <a:sym typeface="+mn-ea"/>
              </a:rPr>
              <a:t>数据的孤立性</a:t>
            </a:r>
            <a:endParaRPr lang="zh-CN" altLang="en-US" sz="2400" b="1" spc="300">
              <a:solidFill>
                <a:schemeClr val="bg1"/>
              </a:solidFill>
              <a:latin typeface="微软雅黑" panose="020B0503020204020204" pitchFamily="34" charset="-122"/>
              <a:ea typeface="微软雅黑" panose="020B0503020204020204" pitchFamily="34" charset="-122"/>
              <a:cs typeface="+mj-cs"/>
              <a:sym typeface="+mn-ea"/>
            </a:endParaRPr>
          </a:p>
        </p:txBody>
      </p:sp>
      <p:sp>
        <p:nvSpPr>
          <p:cNvPr id="45" name="任意多边形: 形状 44"/>
          <p:cNvSpPr/>
          <p:nvPr>
            <p:custDataLst>
              <p:tags r:id="rId8"/>
            </p:custDataLst>
          </p:nvPr>
        </p:nvSpPr>
        <p:spPr>
          <a:xfrm flipH="1" flipV="1">
            <a:off x="7139940" y="2099945"/>
            <a:ext cx="3039745" cy="552450"/>
          </a:xfrm>
          <a:custGeom>
            <a:avLst/>
            <a:gdLst>
              <a:gd name="connsiteX0" fmla="*/ 0 w 2280212"/>
              <a:gd name="connsiteY0" fmla="*/ 0 h 456528"/>
              <a:gd name="connsiteX1" fmla="*/ 2280212 w 2280212"/>
              <a:gd name="connsiteY1" fmla="*/ 0 h 456528"/>
              <a:gd name="connsiteX2" fmla="*/ 2280212 w 2280212"/>
              <a:gd name="connsiteY2" fmla="*/ 456528 h 456528"/>
              <a:gd name="connsiteX3" fmla="*/ 0 w 2280212"/>
              <a:gd name="connsiteY3" fmla="*/ 456528 h 456528"/>
              <a:gd name="connsiteX4" fmla="*/ 210252 w 2280212"/>
              <a:gd name="connsiteY4" fmla="*/ 228264 h 456528"/>
              <a:gd name="connsiteX0-1" fmla="*/ 0 w 2280212"/>
              <a:gd name="connsiteY0-2" fmla="*/ 0 h 458433"/>
              <a:gd name="connsiteX1-3" fmla="*/ 2280212 w 2280212"/>
              <a:gd name="connsiteY1-4" fmla="*/ 0 h 458433"/>
              <a:gd name="connsiteX2-5" fmla="*/ 1989861 w 2280212"/>
              <a:gd name="connsiteY2-6" fmla="*/ 458433 h 458433"/>
              <a:gd name="connsiteX3-7" fmla="*/ 0 w 2280212"/>
              <a:gd name="connsiteY3-8" fmla="*/ 456528 h 458433"/>
              <a:gd name="connsiteX4-9" fmla="*/ 210252 w 2280212"/>
              <a:gd name="connsiteY4-10" fmla="*/ 228264 h 458433"/>
              <a:gd name="connsiteX5" fmla="*/ 0 w 2280212"/>
              <a:gd name="connsiteY5" fmla="*/ 0 h 458433"/>
              <a:gd name="connsiteX0-11" fmla="*/ 0 w 2280212"/>
              <a:gd name="connsiteY0-12" fmla="*/ 0 h 456528"/>
              <a:gd name="connsiteX1-13" fmla="*/ 2280212 w 2280212"/>
              <a:gd name="connsiteY1-14" fmla="*/ 0 h 456528"/>
              <a:gd name="connsiteX2-15" fmla="*/ 2001959 w 2280212"/>
              <a:gd name="connsiteY2-16" fmla="*/ 456528 h 456528"/>
              <a:gd name="connsiteX3-17" fmla="*/ 0 w 2280212"/>
              <a:gd name="connsiteY3-18" fmla="*/ 456528 h 456528"/>
              <a:gd name="connsiteX4-19" fmla="*/ 210252 w 2280212"/>
              <a:gd name="connsiteY4-20" fmla="*/ 228264 h 456528"/>
              <a:gd name="connsiteX5-21" fmla="*/ 0 w 2280212"/>
              <a:gd name="connsiteY5-22" fmla="*/ 0 h 45652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Lst>
            <a:rect l="l" t="t" r="r" b="b"/>
            <a:pathLst>
              <a:path w="2280212" h="456528">
                <a:moveTo>
                  <a:pt x="0" y="0"/>
                </a:moveTo>
                <a:lnTo>
                  <a:pt x="2280212" y="0"/>
                </a:lnTo>
                <a:lnTo>
                  <a:pt x="2001959" y="456528"/>
                </a:lnTo>
                <a:lnTo>
                  <a:pt x="0" y="456528"/>
                </a:lnTo>
                <a:lnTo>
                  <a:pt x="210252" y="228264"/>
                </a:lnTo>
                <a:lnTo>
                  <a:pt x="0"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微软雅黑" panose="020B0503020204020204" pitchFamily="34" charset="-122"/>
              <a:ea typeface="微软雅黑" panose="020B0503020204020204" pitchFamily="34" charset="-122"/>
              <a:cs typeface="Arial" panose="020B0604020202020204" pitchFamily="34" charset="0"/>
            </a:endParaRPr>
          </a:p>
        </p:txBody>
      </p:sp>
      <p:sp>
        <p:nvSpPr>
          <p:cNvPr id="44" name="文本框 43"/>
          <p:cNvSpPr txBox="1"/>
          <p:nvPr>
            <p:custDataLst>
              <p:tags r:id="rId9"/>
            </p:custDataLst>
          </p:nvPr>
        </p:nvSpPr>
        <p:spPr>
          <a:xfrm>
            <a:off x="7488555" y="2129790"/>
            <a:ext cx="2253615" cy="491490"/>
          </a:xfrm>
          <a:prstGeom prst="rect">
            <a:avLst/>
          </a:prstGeom>
          <a:noFill/>
        </p:spPr>
        <p:txBody>
          <a:bodyPr wrap="square" rtlCol="0" anchor="ctr"/>
          <a:lstStyle/>
          <a:p>
            <a:pPr algn="ctr">
              <a:lnSpc>
                <a:spcPct val="120000"/>
              </a:lnSpc>
            </a:pPr>
            <a:r>
              <a:rPr lang="zh-CN" altLang="en-US" sz="2400" b="1" spc="300">
                <a:solidFill>
                  <a:srgbClr val="000000"/>
                </a:solidFill>
                <a:latin typeface="微软雅黑" panose="020B0503020204020204" pitchFamily="34" charset="-122"/>
                <a:ea typeface="微软雅黑" panose="020B0503020204020204" pitchFamily="34" charset="-122"/>
                <a:cs typeface="+mj-cs"/>
                <a:sym typeface="+mn-ea"/>
              </a:rPr>
              <a:t>信息的联系性</a:t>
            </a:r>
            <a:endParaRPr lang="zh-CN" altLang="en-US" sz="2400" b="1" spc="300">
              <a:solidFill>
                <a:srgbClr val="000000"/>
              </a:solidFill>
              <a:latin typeface="微软雅黑" panose="020B0503020204020204" pitchFamily="34" charset="-122"/>
              <a:ea typeface="微软雅黑" panose="020B0503020204020204" pitchFamily="34" charset="-122"/>
              <a:cs typeface="+mj-cs"/>
              <a:sym typeface="+mn-ea"/>
            </a:endParaRPr>
          </a:p>
        </p:txBody>
      </p:sp>
      <p:sp>
        <p:nvSpPr>
          <p:cNvPr id="24" name="文本框 23"/>
          <p:cNvSpPr txBox="1"/>
          <p:nvPr>
            <p:custDataLst>
              <p:tags r:id="rId10"/>
            </p:custDataLst>
          </p:nvPr>
        </p:nvSpPr>
        <p:spPr>
          <a:xfrm>
            <a:off x="2211705" y="3325346"/>
            <a:ext cx="7939405" cy="2017395"/>
          </a:xfrm>
          <a:prstGeom prst="rect">
            <a:avLst/>
          </a:prstGeom>
          <a:noFill/>
        </p:spPr>
        <p:txBody>
          <a:bodyPr wrap="square" rtlCol="0" anchor="ctr"/>
          <a:lstStyle/>
          <a:p>
            <a:pPr indent="720090">
              <a:lnSpc>
                <a:spcPct val="150000"/>
              </a:lnSpc>
            </a:pPr>
            <a:r>
              <a:rPr lang="zh-CN" altLang="en-US" sz="2400" spc="150" dirty="0">
                <a:solidFill>
                  <a:schemeClr val="tx1"/>
                </a:solidFill>
                <a:latin typeface="微软雅黑" panose="020B0503020204020204" pitchFamily="34" charset="-122"/>
                <a:ea typeface="微软雅黑" panose="020B0503020204020204" pitchFamily="34" charset="-122"/>
              </a:rPr>
              <a:t>数据是最原始的记录，与其他数据之间没有建立系之前，是分散和孤立的。只有通过对数据进行加工处理，与其他数据之间建立联系，才能形成针对某个特定问题的信息。</a:t>
            </a:r>
            <a:endParaRPr lang="zh-CN" altLang="en-US" sz="2400" spc="150" dirty="0">
              <a:solidFill>
                <a:schemeClr val="tx1"/>
              </a:solidFill>
              <a:latin typeface="微软雅黑" panose="020B0503020204020204" pitchFamily="34" charset="-122"/>
              <a:ea typeface="微软雅黑" panose="020B0503020204020204" pitchFamily="34" charset="-122"/>
            </a:endParaRPr>
          </a:p>
        </p:txBody>
      </p:sp>
    </p:spTree>
    <p:custDataLst>
      <p:tags r:id="rId11"/>
    </p:custDataLst>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名言框"/>
          <p:cNvGrpSpPr/>
          <p:nvPr/>
        </p:nvGrpSpPr>
        <p:grpSpPr>
          <a:xfrm>
            <a:off x="788670" y="631190"/>
            <a:ext cx="10433685" cy="793750"/>
            <a:chOff x="6791" y="3797"/>
            <a:chExt cx="6022" cy="3402"/>
          </a:xfrm>
        </p:grpSpPr>
        <p:pic>
          <p:nvPicPr>
            <p:cNvPr id="13" name="图片 12" descr="F:\稻壳-阿源设计\H活动供稿\2020-01-07-文本框\SVG-横着\横着-13.svg横着-13"/>
            <p:cNvPicPr>
              <a:picLocks noChangeAspect="1"/>
            </p:cNvPicPr>
            <p:nvPr/>
          </p:nvPicPr>
          <p:blipFill>
            <a:blip r:embed="rId1"/>
            <a:stretch>
              <a:fillRect/>
            </a:stretch>
          </p:blipFill>
          <p:spPr>
            <a:xfrm>
              <a:off x="6791" y="3797"/>
              <a:ext cx="6022" cy="3402"/>
            </a:xfrm>
            <a:prstGeom prst="rect">
              <a:avLst/>
            </a:prstGeom>
          </p:spPr>
        </p:pic>
        <p:sp>
          <p:nvSpPr>
            <p:cNvPr id="11" name="文本框 10"/>
            <p:cNvSpPr txBox="1"/>
            <p:nvPr/>
          </p:nvSpPr>
          <p:spPr>
            <a:xfrm>
              <a:off x="8757" y="4314"/>
              <a:ext cx="2355" cy="2371"/>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altLang="en-US" sz="3000">
                  <a:solidFill>
                    <a:schemeClr val="tx1">
                      <a:lumMod val="75000"/>
                      <a:lumOff val="25000"/>
                    </a:schemeClr>
                  </a:solidFill>
                  <a:latin typeface="微软雅黑" panose="020B0503020204020204" pitchFamily="34" charset="-122"/>
                  <a:ea typeface="微软雅黑" panose="020B0503020204020204" pitchFamily="34" charset="-122"/>
                  <a:cs typeface="汉仪刚艺体-85W" panose="00020600040101010101" charset="-122"/>
                </a:rPr>
                <a:t>数据和信息的不同特征</a:t>
              </a:r>
              <a:endParaRPr lang="zh-CN" altLang="en-US" sz="3000">
                <a:solidFill>
                  <a:schemeClr val="tx1">
                    <a:lumMod val="75000"/>
                    <a:lumOff val="25000"/>
                  </a:schemeClr>
                </a:solidFill>
                <a:latin typeface="微软雅黑" panose="020B0503020204020204" pitchFamily="34" charset="-122"/>
                <a:ea typeface="微软雅黑" panose="020B0503020204020204" pitchFamily="34" charset="-122"/>
                <a:cs typeface="汉仪刚艺体-85W" panose="00020600040101010101" charset="-122"/>
              </a:endParaRPr>
            </a:p>
          </p:txBody>
        </p:sp>
      </p:grpSp>
      <p:sp>
        <p:nvSpPr>
          <p:cNvPr id="54" name="任意多边形: 形状 53"/>
          <p:cNvSpPr/>
          <p:nvPr>
            <p:custDataLst>
              <p:tags r:id="rId2"/>
            </p:custDataLst>
          </p:nvPr>
        </p:nvSpPr>
        <p:spPr>
          <a:xfrm flipH="1" flipV="1">
            <a:off x="7165079" y="2060388"/>
            <a:ext cx="3050540" cy="552450"/>
          </a:xfrm>
          <a:custGeom>
            <a:avLst/>
            <a:gdLst>
              <a:gd name="connsiteX0" fmla="*/ 0 w 2280212"/>
              <a:gd name="connsiteY0" fmla="*/ 0 h 456528"/>
              <a:gd name="connsiteX1" fmla="*/ 2280212 w 2280212"/>
              <a:gd name="connsiteY1" fmla="*/ 0 h 456528"/>
              <a:gd name="connsiteX2" fmla="*/ 2280212 w 2280212"/>
              <a:gd name="connsiteY2" fmla="*/ 456528 h 456528"/>
              <a:gd name="connsiteX3" fmla="*/ 0 w 2280212"/>
              <a:gd name="connsiteY3" fmla="*/ 456528 h 456528"/>
              <a:gd name="connsiteX4" fmla="*/ 210252 w 2280212"/>
              <a:gd name="connsiteY4" fmla="*/ 228264 h 456528"/>
              <a:gd name="connsiteX0-1" fmla="*/ 0 w 2280212"/>
              <a:gd name="connsiteY0-2" fmla="*/ 0 h 458433"/>
              <a:gd name="connsiteX1-3" fmla="*/ 2280212 w 2280212"/>
              <a:gd name="connsiteY1-4" fmla="*/ 0 h 458433"/>
              <a:gd name="connsiteX2-5" fmla="*/ 1989861 w 2280212"/>
              <a:gd name="connsiteY2-6" fmla="*/ 458433 h 458433"/>
              <a:gd name="connsiteX3-7" fmla="*/ 0 w 2280212"/>
              <a:gd name="connsiteY3-8" fmla="*/ 456528 h 458433"/>
              <a:gd name="connsiteX4-9" fmla="*/ 210252 w 2280212"/>
              <a:gd name="connsiteY4-10" fmla="*/ 228264 h 458433"/>
              <a:gd name="connsiteX5" fmla="*/ 0 w 2280212"/>
              <a:gd name="connsiteY5" fmla="*/ 0 h 458433"/>
              <a:gd name="connsiteX0-11" fmla="*/ 0 w 2280212"/>
              <a:gd name="connsiteY0-12" fmla="*/ 0 h 456528"/>
              <a:gd name="connsiteX1-13" fmla="*/ 2280212 w 2280212"/>
              <a:gd name="connsiteY1-14" fmla="*/ 0 h 456528"/>
              <a:gd name="connsiteX2-15" fmla="*/ 2001959 w 2280212"/>
              <a:gd name="connsiteY2-16" fmla="*/ 456528 h 456528"/>
              <a:gd name="connsiteX3-17" fmla="*/ 0 w 2280212"/>
              <a:gd name="connsiteY3-18" fmla="*/ 456528 h 456528"/>
              <a:gd name="connsiteX4-19" fmla="*/ 210252 w 2280212"/>
              <a:gd name="connsiteY4-20" fmla="*/ 228264 h 456528"/>
              <a:gd name="connsiteX5-21" fmla="*/ 0 w 2280212"/>
              <a:gd name="connsiteY5-22" fmla="*/ 0 h 45652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Lst>
            <a:rect l="l" t="t" r="r" b="b"/>
            <a:pathLst>
              <a:path w="2280212" h="456528">
                <a:moveTo>
                  <a:pt x="0" y="0"/>
                </a:moveTo>
                <a:lnTo>
                  <a:pt x="2280212" y="0"/>
                </a:lnTo>
                <a:lnTo>
                  <a:pt x="2001959" y="456528"/>
                </a:lnTo>
                <a:lnTo>
                  <a:pt x="0" y="456528"/>
                </a:lnTo>
                <a:lnTo>
                  <a:pt x="210252" y="228264"/>
                </a:lnTo>
                <a:lnTo>
                  <a:pt x="0" y="0"/>
                </a:lnTo>
                <a:close/>
              </a:path>
            </a:pathLst>
          </a:cu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微软雅黑" panose="020B0503020204020204" pitchFamily="34" charset="-122"/>
              <a:ea typeface="微软雅黑" panose="020B0503020204020204" pitchFamily="34" charset="-122"/>
              <a:cs typeface="Arial" panose="020B0604020202020204" pitchFamily="34" charset="0"/>
            </a:endParaRPr>
          </a:p>
        </p:txBody>
      </p:sp>
      <p:cxnSp>
        <p:nvCxnSpPr>
          <p:cNvPr id="5" name="直接连接符 4"/>
          <p:cNvCxnSpPr/>
          <p:nvPr>
            <p:custDataLst>
              <p:tags r:id="rId3"/>
            </p:custDataLst>
          </p:nvPr>
        </p:nvCxnSpPr>
        <p:spPr>
          <a:xfrm flipV="1">
            <a:off x="6255124" y="1586678"/>
            <a:ext cx="798830" cy="1417955"/>
          </a:xfrm>
          <a:prstGeom prst="line">
            <a:avLst/>
          </a:prstGeom>
          <a:ln w="6350">
            <a:solidFill>
              <a:schemeClr val="tx1">
                <a:lumMod val="65000"/>
                <a:lumOff val="35000"/>
              </a:schemeClr>
            </a:solidFill>
            <a:tailEnd type="oval"/>
          </a:ln>
        </p:spPr>
        <p:style>
          <a:lnRef idx="1">
            <a:schemeClr val="accent1"/>
          </a:lnRef>
          <a:fillRef idx="0">
            <a:schemeClr val="accent1"/>
          </a:fillRef>
          <a:effectRef idx="0">
            <a:schemeClr val="accent1"/>
          </a:effectRef>
          <a:fontRef idx="minor">
            <a:schemeClr val="tx1"/>
          </a:fontRef>
        </p:style>
      </p:cxnSp>
      <p:sp>
        <p:nvSpPr>
          <p:cNvPr id="22" name="任意多边形: 形状 21"/>
          <p:cNvSpPr/>
          <p:nvPr>
            <p:custDataLst>
              <p:tags r:id="rId4"/>
            </p:custDataLst>
          </p:nvPr>
        </p:nvSpPr>
        <p:spPr>
          <a:xfrm>
            <a:off x="2623559" y="2060388"/>
            <a:ext cx="3418840" cy="552450"/>
          </a:xfrm>
          <a:custGeom>
            <a:avLst/>
            <a:gdLst>
              <a:gd name="connsiteX0" fmla="*/ 0 w 2280212"/>
              <a:gd name="connsiteY0" fmla="*/ 0 h 456528"/>
              <a:gd name="connsiteX1" fmla="*/ 2280212 w 2280212"/>
              <a:gd name="connsiteY1" fmla="*/ 0 h 456528"/>
              <a:gd name="connsiteX2" fmla="*/ 2280212 w 2280212"/>
              <a:gd name="connsiteY2" fmla="*/ 456528 h 456528"/>
              <a:gd name="connsiteX3" fmla="*/ 0 w 2280212"/>
              <a:gd name="connsiteY3" fmla="*/ 456528 h 456528"/>
              <a:gd name="connsiteX4" fmla="*/ 210252 w 2280212"/>
              <a:gd name="connsiteY4" fmla="*/ 228264 h 456528"/>
              <a:gd name="connsiteX0-1" fmla="*/ 0 w 2280212"/>
              <a:gd name="connsiteY0-2" fmla="*/ 0 h 458433"/>
              <a:gd name="connsiteX1-3" fmla="*/ 2280212 w 2280212"/>
              <a:gd name="connsiteY1-4" fmla="*/ 0 h 458433"/>
              <a:gd name="connsiteX2-5" fmla="*/ 1989861 w 2280212"/>
              <a:gd name="connsiteY2-6" fmla="*/ 458433 h 458433"/>
              <a:gd name="connsiteX3-7" fmla="*/ 0 w 2280212"/>
              <a:gd name="connsiteY3-8" fmla="*/ 456528 h 458433"/>
              <a:gd name="connsiteX4-9" fmla="*/ 210252 w 2280212"/>
              <a:gd name="connsiteY4-10" fmla="*/ 228264 h 458433"/>
              <a:gd name="connsiteX5" fmla="*/ 0 w 2280212"/>
              <a:gd name="connsiteY5" fmla="*/ 0 h 458433"/>
              <a:gd name="connsiteX0-11" fmla="*/ 0 w 2280212"/>
              <a:gd name="connsiteY0-12" fmla="*/ 0 h 456528"/>
              <a:gd name="connsiteX1-13" fmla="*/ 2280212 w 2280212"/>
              <a:gd name="connsiteY1-14" fmla="*/ 0 h 456528"/>
              <a:gd name="connsiteX2-15" fmla="*/ 2001959 w 2280212"/>
              <a:gd name="connsiteY2-16" fmla="*/ 456528 h 456528"/>
              <a:gd name="connsiteX3-17" fmla="*/ 0 w 2280212"/>
              <a:gd name="connsiteY3-18" fmla="*/ 456528 h 456528"/>
              <a:gd name="connsiteX4-19" fmla="*/ 210252 w 2280212"/>
              <a:gd name="connsiteY4-20" fmla="*/ 228264 h 456528"/>
              <a:gd name="connsiteX5-21" fmla="*/ 0 w 2280212"/>
              <a:gd name="connsiteY5-22" fmla="*/ 0 h 45652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Lst>
            <a:rect l="l" t="t" r="r" b="b"/>
            <a:pathLst>
              <a:path w="2280212" h="456528">
                <a:moveTo>
                  <a:pt x="0" y="0"/>
                </a:moveTo>
                <a:lnTo>
                  <a:pt x="2280212" y="0"/>
                </a:lnTo>
                <a:lnTo>
                  <a:pt x="2001959" y="456528"/>
                </a:lnTo>
                <a:lnTo>
                  <a:pt x="0" y="456528"/>
                </a:lnTo>
                <a:lnTo>
                  <a:pt x="210252" y="228264"/>
                </a:lnTo>
                <a:lnTo>
                  <a:pt x="0" y="0"/>
                </a:ln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微软雅黑" panose="020B0503020204020204" pitchFamily="34" charset="-122"/>
              <a:ea typeface="微软雅黑" panose="020B0503020204020204" pitchFamily="34" charset="-122"/>
              <a:cs typeface="Arial" panose="020B0604020202020204" pitchFamily="34" charset="0"/>
            </a:endParaRPr>
          </a:p>
        </p:txBody>
      </p:sp>
      <p:sp>
        <p:nvSpPr>
          <p:cNvPr id="39" name="任意多边形: 形状 38"/>
          <p:cNvSpPr/>
          <p:nvPr>
            <p:custDataLst>
              <p:tags r:id="rId5"/>
            </p:custDataLst>
          </p:nvPr>
        </p:nvSpPr>
        <p:spPr>
          <a:xfrm>
            <a:off x="2377814" y="1977838"/>
            <a:ext cx="3597910" cy="552450"/>
          </a:xfrm>
          <a:custGeom>
            <a:avLst/>
            <a:gdLst>
              <a:gd name="connsiteX0" fmla="*/ 0 w 2280212"/>
              <a:gd name="connsiteY0" fmla="*/ 0 h 456528"/>
              <a:gd name="connsiteX1" fmla="*/ 2280212 w 2280212"/>
              <a:gd name="connsiteY1" fmla="*/ 0 h 456528"/>
              <a:gd name="connsiteX2" fmla="*/ 2280212 w 2280212"/>
              <a:gd name="connsiteY2" fmla="*/ 456528 h 456528"/>
              <a:gd name="connsiteX3" fmla="*/ 0 w 2280212"/>
              <a:gd name="connsiteY3" fmla="*/ 456528 h 456528"/>
              <a:gd name="connsiteX4" fmla="*/ 210252 w 2280212"/>
              <a:gd name="connsiteY4" fmla="*/ 228264 h 456528"/>
              <a:gd name="connsiteX0-1" fmla="*/ 0 w 2280212"/>
              <a:gd name="connsiteY0-2" fmla="*/ 0 h 458433"/>
              <a:gd name="connsiteX1-3" fmla="*/ 2280212 w 2280212"/>
              <a:gd name="connsiteY1-4" fmla="*/ 0 h 458433"/>
              <a:gd name="connsiteX2-5" fmla="*/ 1989861 w 2280212"/>
              <a:gd name="connsiteY2-6" fmla="*/ 458433 h 458433"/>
              <a:gd name="connsiteX3-7" fmla="*/ 0 w 2280212"/>
              <a:gd name="connsiteY3-8" fmla="*/ 456528 h 458433"/>
              <a:gd name="connsiteX4-9" fmla="*/ 210252 w 2280212"/>
              <a:gd name="connsiteY4-10" fmla="*/ 228264 h 458433"/>
              <a:gd name="connsiteX5" fmla="*/ 0 w 2280212"/>
              <a:gd name="connsiteY5" fmla="*/ 0 h 458433"/>
              <a:gd name="connsiteX0-11" fmla="*/ 0 w 2280212"/>
              <a:gd name="connsiteY0-12" fmla="*/ 0 h 456528"/>
              <a:gd name="connsiteX1-13" fmla="*/ 2280212 w 2280212"/>
              <a:gd name="connsiteY1-14" fmla="*/ 0 h 456528"/>
              <a:gd name="connsiteX2-15" fmla="*/ 2001959 w 2280212"/>
              <a:gd name="connsiteY2-16" fmla="*/ 456528 h 456528"/>
              <a:gd name="connsiteX3-17" fmla="*/ 0 w 2280212"/>
              <a:gd name="connsiteY3-18" fmla="*/ 456528 h 456528"/>
              <a:gd name="connsiteX4-19" fmla="*/ 210252 w 2280212"/>
              <a:gd name="connsiteY4-20" fmla="*/ 228264 h 456528"/>
              <a:gd name="connsiteX5-21" fmla="*/ 0 w 2280212"/>
              <a:gd name="connsiteY5-22" fmla="*/ 0 h 45652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Lst>
            <a:rect l="l" t="t" r="r" b="b"/>
            <a:pathLst>
              <a:path w="2280212" h="456528">
                <a:moveTo>
                  <a:pt x="0" y="0"/>
                </a:moveTo>
                <a:lnTo>
                  <a:pt x="2280212" y="0"/>
                </a:lnTo>
                <a:lnTo>
                  <a:pt x="2001959" y="456528"/>
                </a:lnTo>
                <a:lnTo>
                  <a:pt x="0" y="456528"/>
                </a:lnTo>
                <a:lnTo>
                  <a:pt x="210252" y="228264"/>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微软雅黑" panose="020B0503020204020204" pitchFamily="34" charset="-122"/>
              <a:ea typeface="微软雅黑" panose="020B0503020204020204" pitchFamily="34" charset="-122"/>
              <a:cs typeface="Arial" panose="020B0604020202020204" pitchFamily="34" charset="0"/>
            </a:endParaRPr>
          </a:p>
        </p:txBody>
      </p:sp>
      <p:sp>
        <p:nvSpPr>
          <p:cNvPr id="4" name="文本框 3"/>
          <p:cNvSpPr txBox="1"/>
          <p:nvPr>
            <p:custDataLst>
              <p:tags r:id="rId6"/>
            </p:custDataLst>
          </p:nvPr>
        </p:nvSpPr>
        <p:spPr>
          <a:xfrm>
            <a:off x="2964554" y="2007683"/>
            <a:ext cx="2661920" cy="491490"/>
          </a:xfrm>
          <a:prstGeom prst="rect">
            <a:avLst/>
          </a:prstGeom>
          <a:noFill/>
        </p:spPr>
        <p:txBody>
          <a:bodyPr wrap="square" rtlCol="0" anchor="ctr" anchorCtr="0"/>
          <a:lstStyle/>
          <a:p>
            <a:pPr algn="ctr">
              <a:lnSpc>
                <a:spcPct val="120000"/>
              </a:lnSpc>
            </a:pPr>
            <a:r>
              <a:rPr lang="zh-CN" altLang="en-US" sz="2400" b="1" spc="300" dirty="0">
                <a:solidFill>
                  <a:schemeClr val="bg1"/>
                </a:solidFill>
                <a:latin typeface="微软雅黑" panose="020B0503020204020204" pitchFamily="34" charset="-122"/>
                <a:ea typeface="微软雅黑" panose="020B0503020204020204" pitchFamily="34" charset="-122"/>
                <a:cs typeface="+mj-cs"/>
                <a:sym typeface="+mn-ea"/>
              </a:rPr>
              <a:t>数据的孤立性</a:t>
            </a:r>
            <a:endParaRPr lang="zh-CN" altLang="en-US" sz="2400" b="1" spc="300" dirty="0">
              <a:solidFill>
                <a:schemeClr val="bg1"/>
              </a:solidFill>
              <a:latin typeface="微软雅黑" panose="020B0503020204020204" pitchFamily="34" charset="-122"/>
              <a:ea typeface="微软雅黑" panose="020B0503020204020204" pitchFamily="34" charset="-122"/>
              <a:cs typeface="+mj-cs"/>
              <a:sym typeface="+mn-ea"/>
            </a:endParaRPr>
          </a:p>
        </p:txBody>
      </p:sp>
      <p:sp>
        <p:nvSpPr>
          <p:cNvPr id="45" name="任意多边形: 形状 44"/>
          <p:cNvSpPr/>
          <p:nvPr>
            <p:custDataLst>
              <p:tags r:id="rId7"/>
            </p:custDataLst>
          </p:nvPr>
        </p:nvSpPr>
        <p:spPr>
          <a:xfrm flipH="1" flipV="1">
            <a:off x="7306049" y="1977838"/>
            <a:ext cx="3039745" cy="552450"/>
          </a:xfrm>
          <a:custGeom>
            <a:avLst/>
            <a:gdLst>
              <a:gd name="connsiteX0" fmla="*/ 0 w 2280212"/>
              <a:gd name="connsiteY0" fmla="*/ 0 h 456528"/>
              <a:gd name="connsiteX1" fmla="*/ 2280212 w 2280212"/>
              <a:gd name="connsiteY1" fmla="*/ 0 h 456528"/>
              <a:gd name="connsiteX2" fmla="*/ 2280212 w 2280212"/>
              <a:gd name="connsiteY2" fmla="*/ 456528 h 456528"/>
              <a:gd name="connsiteX3" fmla="*/ 0 w 2280212"/>
              <a:gd name="connsiteY3" fmla="*/ 456528 h 456528"/>
              <a:gd name="connsiteX4" fmla="*/ 210252 w 2280212"/>
              <a:gd name="connsiteY4" fmla="*/ 228264 h 456528"/>
              <a:gd name="connsiteX0-1" fmla="*/ 0 w 2280212"/>
              <a:gd name="connsiteY0-2" fmla="*/ 0 h 458433"/>
              <a:gd name="connsiteX1-3" fmla="*/ 2280212 w 2280212"/>
              <a:gd name="connsiteY1-4" fmla="*/ 0 h 458433"/>
              <a:gd name="connsiteX2-5" fmla="*/ 1989861 w 2280212"/>
              <a:gd name="connsiteY2-6" fmla="*/ 458433 h 458433"/>
              <a:gd name="connsiteX3-7" fmla="*/ 0 w 2280212"/>
              <a:gd name="connsiteY3-8" fmla="*/ 456528 h 458433"/>
              <a:gd name="connsiteX4-9" fmla="*/ 210252 w 2280212"/>
              <a:gd name="connsiteY4-10" fmla="*/ 228264 h 458433"/>
              <a:gd name="connsiteX5" fmla="*/ 0 w 2280212"/>
              <a:gd name="connsiteY5" fmla="*/ 0 h 458433"/>
              <a:gd name="connsiteX0-11" fmla="*/ 0 w 2280212"/>
              <a:gd name="connsiteY0-12" fmla="*/ 0 h 456528"/>
              <a:gd name="connsiteX1-13" fmla="*/ 2280212 w 2280212"/>
              <a:gd name="connsiteY1-14" fmla="*/ 0 h 456528"/>
              <a:gd name="connsiteX2-15" fmla="*/ 2001959 w 2280212"/>
              <a:gd name="connsiteY2-16" fmla="*/ 456528 h 456528"/>
              <a:gd name="connsiteX3-17" fmla="*/ 0 w 2280212"/>
              <a:gd name="connsiteY3-18" fmla="*/ 456528 h 456528"/>
              <a:gd name="connsiteX4-19" fmla="*/ 210252 w 2280212"/>
              <a:gd name="connsiteY4-20" fmla="*/ 228264 h 456528"/>
              <a:gd name="connsiteX5-21" fmla="*/ 0 w 2280212"/>
              <a:gd name="connsiteY5-22" fmla="*/ 0 h 45652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Lst>
            <a:rect l="l" t="t" r="r" b="b"/>
            <a:pathLst>
              <a:path w="2280212" h="456528">
                <a:moveTo>
                  <a:pt x="0" y="0"/>
                </a:moveTo>
                <a:lnTo>
                  <a:pt x="2280212" y="0"/>
                </a:lnTo>
                <a:lnTo>
                  <a:pt x="2001959" y="456528"/>
                </a:lnTo>
                <a:lnTo>
                  <a:pt x="0" y="456528"/>
                </a:lnTo>
                <a:lnTo>
                  <a:pt x="210252" y="228264"/>
                </a:lnTo>
                <a:lnTo>
                  <a:pt x="0"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微软雅黑" panose="020B0503020204020204" pitchFamily="34" charset="-122"/>
              <a:ea typeface="微软雅黑" panose="020B0503020204020204" pitchFamily="34" charset="-122"/>
              <a:cs typeface="Arial" panose="020B0604020202020204" pitchFamily="34" charset="0"/>
            </a:endParaRPr>
          </a:p>
        </p:txBody>
      </p:sp>
      <p:sp>
        <p:nvSpPr>
          <p:cNvPr id="44" name="文本框 43"/>
          <p:cNvSpPr txBox="1"/>
          <p:nvPr>
            <p:custDataLst>
              <p:tags r:id="rId8"/>
            </p:custDataLst>
          </p:nvPr>
        </p:nvSpPr>
        <p:spPr>
          <a:xfrm>
            <a:off x="7654664" y="2007683"/>
            <a:ext cx="2253615" cy="491490"/>
          </a:xfrm>
          <a:prstGeom prst="rect">
            <a:avLst/>
          </a:prstGeom>
          <a:noFill/>
        </p:spPr>
        <p:txBody>
          <a:bodyPr wrap="square" rtlCol="0" anchor="ctr"/>
          <a:lstStyle/>
          <a:p>
            <a:pPr algn="ctr">
              <a:lnSpc>
                <a:spcPct val="120000"/>
              </a:lnSpc>
            </a:pPr>
            <a:r>
              <a:rPr lang="zh-CN" altLang="en-US" sz="2400" b="1" spc="300">
                <a:solidFill>
                  <a:srgbClr val="000000"/>
                </a:solidFill>
                <a:latin typeface="微软雅黑" panose="020B0503020204020204" pitchFamily="34" charset="-122"/>
                <a:ea typeface="微软雅黑" panose="020B0503020204020204" pitchFamily="34" charset="-122"/>
                <a:cs typeface="+mj-cs"/>
                <a:sym typeface="+mn-ea"/>
              </a:rPr>
              <a:t>信息的联系性</a:t>
            </a:r>
            <a:endParaRPr lang="zh-CN" altLang="en-US" sz="2400" b="1" spc="300">
              <a:solidFill>
                <a:srgbClr val="000000"/>
              </a:solidFill>
              <a:latin typeface="微软雅黑" panose="020B0503020204020204" pitchFamily="34" charset="-122"/>
              <a:ea typeface="微软雅黑" panose="020B0503020204020204" pitchFamily="34" charset="-122"/>
              <a:cs typeface="+mj-cs"/>
              <a:sym typeface="+mn-ea"/>
            </a:endParaRPr>
          </a:p>
        </p:txBody>
      </p:sp>
      <p:sp>
        <p:nvSpPr>
          <p:cNvPr id="24" name="文本框 23"/>
          <p:cNvSpPr txBox="1"/>
          <p:nvPr>
            <p:custDataLst>
              <p:tags r:id="rId9"/>
            </p:custDataLst>
          </p:nvPr>
        </p:nvSpPr>
        <p:spPr>
          <a:xfrm>
            <a:off x="1603914" y="3163981"/>
            <a:ext cx="9262333" cy="2591360"/>
          </a:xfrm>
          <a:prstGeom prst="rect">
            <a:avLst/>
          </a:prstGeom>
          <a:noFill/>
        </p:spPr>
        <p:txBody>
          <a:bodyPr wrap="square" rtlCol="0" anchor="ctr"/>
          <a:lstStyle/>
          <a:p>
            <a:pPr indent="720090">
              <a:lnSpc>
                <a:spcPct val="150000"/>
              </a:lnSpc>
            </a:pPr>
            <a:r>
              <a:rPr lang="zh-CN" altLang="en-US" sz="2400" spc="150" dirty="0">
                <a:latin typeface="微软雅黑" panose="020B0503020204020204" pitchFamily="34" charset="-122"/>
                <a:ea typeface="微软雅黑" panose="020B0503020204020204" pitchFamily="34" charset="-122"/>
              </a:rPr>
              <a:t>例如，1、3、5、7、9、11、13、15是一组数值数据，孤立地看每一个数，无法知晓它代表什么。但如果将这组数据联系起来，可以发现是一个公差为2的等差数列的开头一段据此可以推断其后面的数应该是17、19、21…这样通过分析得出的结论便是信息。</a:t>
            </a:r>
            <a:endParaRPr lang="zh-CN" altLang="en-US" sz="2400" spc="150" dirty="0">
              <a:latin typeface="微软雅黑" panose="020B0503020204020204" pitchFamily="34" charset="-122"/>
              <a:ea typeface="微软雅黑" panose="020B0503020204020204" pitchFamily="34" charset="-122"/>
            </a:endParaRPr>
          </a:p>
        </p:txBody>
      </p:sp>
    </p:spTree>
    <p:custDataLst>
      <p:tags r:id="rId10"/>
    </p:custDataLst>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descr="F:\稻壳-阿源设计\H活动供稿\2020-01-07-文本框\SVG-横着\横着-13.svg横着-13"/>
          <p:cNvPicPr>
            <a:picLocks noChangeAspect="1"/>
          </p:cNvPicPr>
          <p:nvPr/>
        </p:nvPicPr>
        <p:blipFill>
          <a:blip r:embed="rId1"/>
          <a:stretch>
            <a:fillRect/>
          </a:stretch>
        </p:blipFill>
        <p:spPr>
          <a:xfrm>
            <a:off x="788670" y="631190"/>
            <a:ext cx="10433685" cy="793750"/>
          </a:xfrm>
          <a:prstGeom prst="rect">
            <a:avLst/>
          </a:prstGeom>
        </p:spPr>
      </p:pic>
      <p:sp>
        <p:nvSpPr>
          <p:cNvPr id="11" name="文本框 10"/>
          <p:cNvSpPr txBox="1"/>
          <p:nvPr/>
        </p:nvSpPr>
        <p:spPr>
          <a:xfrm>
            <a:off x="4194810" y="751840"/>
            <a:ext cx="4080510" cy="553085"/>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altLang="en-US" sz="3000">
                <a:solidFill>
                  <a:schemeClr val="tx1">
                    <a:lumMod val="75000"/>
                    <a:lumOff val="25000"/>
                  </a:schemeClr>
                </a:solidFill>
                <a:latin typeface="微软雅黑" panose="020B0503020204020204" pitchFamily="34" charset="-122"/>
                <a:ea typeface="微软雅黑" panose="020B0503020204020204" pitchFamily="34" charset="-122"/>
                <a:cs typeface="汉仪刚艺体-85W" panose="00020600040101010101" charset="-122"/>
              </a:rPr>
              <a:t>数据和信息的不同特征</a:t>
            </a:r>
            <a:endParaRPr lang="zh-CN" altLang="en-US" sz="3000">
              <a:solidFill>
                <a:schemeClr val="tx1">
                  <a:lumMod val="75000"/>
                  <a:lumOff val="25000"/>
                </a:schemeClr>
              </a:solidFill>
              <a:latin typeface="微软雅黑" panose="020B0503020204020204" pitchFamily="34" charset="-122"/>
              <a:ea typeface="微软雅黑" panose="020B0503020204020204" pitchFamily="34" charset="-122"/>
              <a:cs typeface="汉仪刚艺体-85W" panose="00020600040101010101" charset="-122"/>
            </a:endParaRPr>
          </a:p>
        </p:txBody>
      </p:sp>
      <p:sp>
        <p:nvSpPr>
          <p:cNvPr id="4" name="任意多边形: 形状 24"/>
          <p:cNvSpPr/>
          <p:nvPr>
            <p:custDataLst>
              <p:tags r:id="rId2"/>
            </p:custDataLst>
          </p:nvPr>
        </p:nvSpPr>
        <p:spPr>
          <a:xfrm>
            <a:off x="4132580" y="1750546"/>
            <a:ext cx="3366135" cy="2901950"/>
          </a:xfrm>
          <a:custGeom>
            <a:avLst/>
            <a:gdLst>
              <a:gd name="connsiteX0" fmla="*/ 710578 w 2563227"/>
              <a:gd name="connsiteY0" fmla="*/ 252412 h 2209676"/>
              <a:gd name="connsiteX1" fmla="*/ 290512 w 2563227"/>
              <a:gd name="connsiteY1" fmla="*/ 1107281 h 2209676"/>
              <a:gd name="connsiteX2" fmla="*/ 710578 w 2563227"/>
              <a:gd name="connsiteY2" fmla="*/ 1962150 h 2209676"/>
              <a:gd name="connsiteX3" fmla="*/ 1853743 w 2563227"/>
              <a:gd name="connsiteY3" fmla="*/ 1962150 h 2209676"/>
              <a:gd name="connsiteX4" fmla="*/ 2273809 w 2563227"/>
              <a:gd name="connsiteY4" fmla="*/ 1107281 h 2209676"/>
              <a:gd name="connsiteX5" fmla="*/ 1853743 w 2563227"/>
              <a:gd name="connsiteY5" fmla="*/ 252412 h 2209676"/>
              <a:gd name="connsiteX6" fmla="*/ 542896 w 2563227"/>
              <a:gd name="connsiteY6" fmla="*/ 0 h 2209676"/>
              <a:gd name="connsiteX7" fmla="*/ 2020331 w 2563227"/>
              <a:gd name="connsiteY7" fmla="*/ 0 h 2209676"/>
              <a:gd name="connsiteX8" fmla="*/ 2563227 w 2563227"/>
              <a:gd name="connsiteY8" fmla="*/ 1104838 h 2209676"/>
              <a:gd name="connsiteX9" fmla="*/ 2020331 w 2563227"/>
              <a:gd name="connsiteY9" fmla="*/ 2209676 h 2209676"/>
              <a:gd name="connsiteX10" fmla="*/ 542896 w 2563227"/>
              <a:gd name="connsiteY10" fmla="*/ 2209676 h 2209676"/>
              <a:gd name="connsiteX11" fmla="*/ 0 w 2563227"/>
              <a:gd name="connsiteY11" fmla="*/ 1104838 h 2209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63227" h="2209676">
                <a:moveTo>
                  <a:pt x="710578" y="252412"/>
                </a:moveTo>
                <a:lnTo>
                  <a:pt x="290512" y="1107281"/>
                </a:lnTo>
                <a:lnTo>
                  <a:pt x="710578" y="1962150"/>
                </a:lnTo>
                <a:lnTo>
                  <a:pt x="1853743" y="1962150"/>
                </a:lnTo>
                <a:lnTo>
                  <a:pt x="2273809" y="1107281"/>
                </a:lnTo>
                <a:lnTo>
                  <a:pt x="1853743" y="252412"/>
                </a:lnTo>
                <a:close/>
                <a:moveTo>
                  <a:pt x="542896" y="0"/>
                </a:moveTo>
                <a:lnTo>
                  <a:pt x="2020331" y="0"/>
                </a:lnTo>
                <a:lnTo>
                  <a:pt x="2563227" y="1104838"/>
                </a:lnTo>
                <a:lnTo>
                  <a:pt x="2020331" y="2209676"/>
                </a:lnTo>
                <a:lnTo>
                  <a:pt x="542896" y="2209676"/>
                </a:lnTo>
                <a:lnTo>
                  <a:pt x="0" y="1104838"/>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微软雅黑" panose="020B0503020204020204" pitchFamily="34" charset="-122"/>
              <a:ea typeface="微软雅黑" panose="020B0503020204020204" pitchFamily="34" charset="-122"/>
            </a:endParaRPr>
          </a:p>
        </p:txBody>
      </p:sp>
      <p:sp>
        <p:nvSpPr>
          <p:cNvPr id="31" name="任意多边形: 形状 30"/>
          <p:cNvSpPr/>
          <p:nvPr>
            <p:custDataLst>
              <p:tags r:id="rId3"/>
            </p:custDataLst>
          </p:nvPr>
        </p:nvSpPr>
        <p:spPr>
          <a:xfrm>
            <a:off x="4132580" y="1750546"/>
            <a:ext cx="3366135" cy="2901950"/>
          </a:xfrm>
          <a:custGeom>
            <a:avLst/>
            <a:gdLst>
              <a:gd name="connsiteX0" fmla="*/ 712951 w 3366123"/>
              <a:gd name="connsiteY0" fmla="*/ 0 h 2901827"/>
              <a:gd name="connsiteX1" fmla="*/ 2653172 w 3366123"/>
              <a:gd name="connsiteY1" fmla="*/ 0 h 2901827"/>
              <a:gd name="connsiteX2" fmla="*/ 3366123 w 3366123"/>
              <a:gd name="connsiteY2" fmla="*/ 1450914 h 2901827"/>
              <a:gd name="connsiteX3" fmla="*/ 2653172 w 3366123"/>
              <a:gd name="connsiteY3" fmla="*/ 2901827 h 2901827"/>
              <a:gd name="connsiteX4" fmla="*/ 2229162 w 3366123"/>
              <a:gd name="connsiteY4" fmla="*/ 2901827 h 2901827"/>
              <a:gd name="connsiteX5" fmla="*/ 2229162 w 3366123"/>
              <a:gd name="connsiteY5" fmla="*/ 2576767 h 2901827"/>
              <a:gd name="connsiteX6" fmla="*/ 2434403 w 3366123"/>
              <a:gd name="connsiteY6" fmla="*/ 2576767 h 2901827"/>
              <a:gd name="connsiteX7" fmla="*/ 2986049 w 3366123"/>
              <a:gd name="connsiteY7" fmla="*/ 1454122 h 2901827"/>
              <a:gd name="connsiteX8" fmla="*/ 2434403 w 3366123"/>
              <a:gd name="connsiteY8" fmla="*/ 331477 h 2901827"/>
              <a:gd name="connsiteX9" fmla="*/ 933157 w 3366123"/>
              <a:gd name="connsiteY9" fmla="*/ 331477 h 2901827"/>
              <a:gd name="connsiteX10" fmla="*/ 381511 w 3366123"/>
              <a:gd name="connsiteY10" fmla="*/ 1454122 h 2901827"/>
              <a:gd name="connsiteX11" fmla="*/ 689184 w 3366123"/>
              <a:gd name="connsiteY11" fmla="*/ 2080261 h 2901827"/>
              <a:gd name="connsiteX12" fmla="*/ 309250 w 3366123"/>
              <a:gd name="connsiteY12" fmla="*/ 2080261 h 2901827"/>
              <a:gd name="connsiteX13" fmla="*/ 0 w 3366123"/>
              <a:gd name="connsiteY13" fmla="*/ 1450914 h 2901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66123" h="2901827">
                <a:moveTo>
                  <a:pt x="712951" y="0"/>
                </a:moveTo>
                <a:lnTo>
                  <a:pt x="2653172" y="0"/>
                </a:lnTo>
                <a:lnTo>
                  <a:pt x="3366123" y="1450914"/>
                </a:lnTo>
                <a:lnTo>
                  <a:pt x="2653172" y="2901827"/>
                </a:lnTo>
                <a:lnTo>
                  <a:pt x="2229162" y="2901827"/>
                </a:lnTo>
                <a:lnTo>
                  <a:pt x="2229162" y="2576767"/>
                </a:lnTo>
                <a:lnTo>
                  <a:pt x="2434403" y="2576767"/>
                </a:lnTo>
                <a:lnTo>
                  <a:pt x="2986049" y="1454122"/>
                </a:lnTo>
                <a:lnTo>
                  <a:pt x="2434403" y="331477"/>
                </a:lnTo>
                <a:lnTo>
                  <a:pt x="933157" y="331477"/>
                </a:lnTo>
                <a:lnTo>
                  <a:pt x="381511" y="1454122"/>
                </a:lnTo>
                <a:lnTo>
                  <a:pt x="689184" y="2080261"/>
                </a:lnTo>
                <a:lnTo>
                  <a:pt x="309250" y="2080261"/>
                </a:lnTo>
                <a:lnTo>
                  <a:pt x="0" y="1450914"/>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微软雅黑" panose="020B0503020204020204" pitchFamily="34" charset="-122"/>
              <a:ea typeface="微软雅黑" panose="020B0503020204020204" pitchFamily="34" charset="-122"/>
            </a:endParaRPr>
          </a:p>
        </p:txBody>
      </p:sp>
      <p:sp>
        <p:nvSpPr>
          <p:cNvPr id="5" name="任意多边形: 形状 13"/>
          <p:cNvSpPr/>
          <p:nvPr>
            <p:custDataLst>
              <p:tags r:id="rId4"/>
            </p:custDataLst>
          </p:nvPr>
        </p:nvSpPr>
        <p:spPr>
          <a:xfrm>
            <a:off x="4513580" y="2078841"/>
            <a:ext cx="2604770" cy="2245360"/>
          </a:xfrm>
          <a:custGeom>
            <a:avLst/>
            <a:gdLst>
              <a:gd name="connsiteX0" fmla="*/ 600381 w 1983297"/>
              <a:gd name="connsiteY0" fmla="*/ 261936 h 1709738"/>
              <a:gd name="connsiteX1" fmla="*/ 309790 w 1983297"/>
              <a:gd name="connsiteY1" fmla="*/ 853313 h 1709738"/>
              <a:gd name="connsiteX2" fmla="*/ 600381 w 1983297"/>
              <a:gd name="connsiteY2" fmla="*/ 1444689 h 1709738"/>
              <a:gd name="connsiteX3" fmla="*/ 1391193 w 1983297"/>
              <a:gd name="connsiteY3" fmla="*/ 1444689 h 1709738"/>
              <a:gd name="connsiteX4" fmla="*/ 1681784 w 1983297"/>
              <a:gd name="connsiteY4" fmla="*/ 853313 h 1709738"/>
              <a:gd name="connsiteX5" fmla="*/ 1391193 w 1983297"/>
              <a:gd name="connsiteY5" fmla="*/ 261936 h 1709738"/>
              <a:gd name="connsiteX6" fmla="*/ 420066 w 1983297"/>
              <a:gd name="connsiteY6" fmla="*/ 0 h 1709738"/>
              <a:gd name="connsiteX7" fmla="*/ 1563231 w 1983297"/>
              <a:gd name="connsiteY7" fmla="*/ 0 h 1709738"/>
              <a:gd name="connsiteX8" fmla="*/ 1983297 w 1983297"/>
              <a:gd name="connsiteY8" fmla="*/ 854869 h 1709738"/>
              <a:gd name="connsiteX9" fmla="*/ 1563231 w 1983297"/>
              <a:gd name="connsiteY9" fmla="*/ 1709738 h 1709738"/>
              <a:gd name="connsiteX10" fmla="*/ 420066 w 1983297"/>
              <a:gd name="connsiteY10" fmla="*/ 1709738 h 1709738"/>
              <a:gd name="connsiteX11" fmla="*/ 0 w 1983297"/>
              <a:gd name="connsiteY11" fmla="*/ 854869 h 1709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83297" h="1709738">
                <a:moveTo>
                  <a:pt x="600381" y="261936"/>
                </a:moveTo>
                <a:lnTo>
                  <a:pt x="309790" y="853313"/>
                </a:lnTo>
                <a:lnTo>
                  <a:pt x="600381" y="1444689"/>
                </a:lnTo>
                <a:lnTo>
                  <a:pt x="1391193" y="1444689"/>
                </a:lnTo>
                <a:lnTo>
                  <a:pt x="1681784" y="853313"/>
                </a:lnTo>
                <a:lnTo>
                  <a:pt x="1391193" y="261936"/>
                </a:lnTo>
                <a:close/>
                <a:moveTo>
                  <a:pt x="420066" y="0"/>
                </a:moveTo>
                <a:lnTo>
                  <a:pt x="1563231" y="0"/>
                </a:lnTo>
                <a:lnTo>
                  <a:pt x="1983297" y="854869"/>
                </a:lnTo>
                <a:lnTo>
                  <a:pt x="1563231" y="1709738"/>
                </a:lnTo>
                <a:lnTo>
                  <a:pt x="420066" y="1709738"/>
                </a:lnTo>
                <a:lnTo>
                  <a:pt x="0" y="85486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微软雅黑" panose="020B0503020204020204" pitchFamily="34" charset="-122"/>
              <a:ea typeface="微软雅黑" panose="020B0503020204020204" pitchFamily="34" charset="-122"/>
            </a:endParaRPr>
          </a:p>
        </p:txBody>
      </p:sp>
      <p:sp>
        <p:nvSpPr>
          <p:cNvPr id="16" name="任意多边形: 形状 15"/>
          <p:cNvSpPr/>
          <p:nvPr>
            <p:custDataLst>
              <p:tags r:id="rId5"/>
            </p:custDataLst>
          </p:nvPr>
        </p:nvSpPr>
        <p:spPr>
          <a:xfrm>
            <a:off x="4513580" y="2082016"/>
            <a:ext cx="2604770" cy="2245360"/>
          </a:xfrm>
          <a:custGeom>
            <a:avLst/>
            <a:gdLst>
              <a:gd name="connsiteX0" fmla="*/ 551646 w 2604538"/>
              <a:gd name="connsiteY0" fmla="*/ 0 h 2245290"/>
              <a:gd name="connsiteX1" fmla="*/ 2052892 w 2604538"/>
              <a:gd name="connsiteY1" fmla="*/ 0 h 2245290"/>
              <a:gd name="connsiteX2" fmla="*/ 2604538 w 2604538"/>
              <a:gd name="connsiteY2" fmla="*/ 1122645 h 2245290"/>
              <a:gd name="connsiteX3" fmla="*/ 2604524 w 2604538"/>
              <a:gd name="connsiteY3" fmla="*/ 1122673 h 2245290"/>
              <a:gd name="connsiteX4" fmla="*/ 2207563 w 2604538"/>
              <a:gd name="connsiteY4" fmla="*/ 1122673 h 2245290"/>
              <a:gd name="connsiteX5" fmla="*/ 2208580 w 2604538"/>
              <a:gd name="connsiteY5" fmla="*/ 1120602 h 2245290"/>
              <a:gd name="connsiteX6" fmla="*/ 1826966 w 2604538"/>
              <a:gd name="connsiteY6" fmla="*/ 343984 h 2245290"/>
              <a:gd name="connsiteX7" fmla="*/ 788442 w 2604538"/>
              <a:gd name="connsiteY7" fmla="*/ 343984 h 2245290"/>
              <a:gd name="connsiteX8" fmla="*/ 406828 w 2604538"/>
              <a:gd name="connsiteY8" fmla="*/ 1120602 h 2245290"/>
              <a:gd name="connsiteX9" fmla="*/ 788442 w 2604538"/>
              <a:gd name="connsiteY9" fmla="*/ 1897218 h 2245290"/>
              <a:gd name="connsiteX10" fmla="*/ 1301551 w 2604538"/>
              <a:gd name="connsiteY10" fmla="*/ 1897218 h 2245290"/>
              <a:gd name="connsiteX11" fmla="*/ 1301551 w 2604538"/>
              <a:gd name="connsiteY11" fmla="*/ 2245290 h 2245290"/>
              <a:gd name="connsiteX12" fmla="*/ 551646 w 2604538"/>
              <a:gd name="connsiteY12" fmla="*/ 2245290 h 2245290"/>
              <a:gd name="connsiteX13" fmla="*/ 0 w 2604538"/>
              <a:gd name="connsiteY13" fmla="*/ 1122645 h 2245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604538" h="2245290">
                <a:moveTo>
                  <a:pt x="551646" y="0"/>
                </a:moveTo>
                <a:lnTo>
                  <a:pt x="2052892" y="0"/>
                </a:lnTo>
                <a:lnTo>
                  <a:pt x="2604538" y="1122645"/>
                </a:lnTo>
                <a:lnTo>
                  <a:pt x="2604524" y="1122673"/>
                </a:lnTo>
                <a:lnTo>
                  <a:pt x="2207563" y="1122673"/>
                </a:lnTo>
                <a:lnTo>
                  <a:pt x="2208580" y="1120602"/>
                </a:lnTo>
                <a:lnTo>
                  <a:pt x="1826966" y="343984"/>
                </a:lnTo>
                <a:lnTo>
                  <a:pt x="788442" y="343984"/>
                </a:lnTo>
                <a:lnTo>
                  <a:pt x="406828" y="1120602"/>
                </a:lnTo>
                <a:lnTo>
                  <a:pt x="788442" y="1897218"/>
                </a:lnTo>
                <a:lnTo>
                  <a:pt x="1301551" y="1897218"/>
                </a:lnTo>
                <a:lnTo>
                  <a:pt x="1301551" y="2245290"/>
                </a:lnTo>
                <a:lnTo>
                  <a:pt x="551646" y="2245290"/>
                </a:lnTo>
                <a:lnTo>
                  <a:pt x="0" y="112264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微软雅黑" panose="020B0503020204020204" pitchFamily="34" charset="-122"/>
              <a:ea typeface="微软雅黑" panose="020B0503020204020204" pitchFamily="34" charset="-122"/>
            </a:endParaRPr>
          </a:p>
        </p:txBody>
      </p:sp>
      <p:sp>
        <p:nvSpPr>
          <p:cNvPr id="6" name="椭圆 5"/>
          <p:cNvSpPr/>
          <p:nvPr>
            <p:custDataLst>
              <p:tags r:id="rId6"/>
            </p:custDataLst>
          </p:nvPr>
        </p:nvSpPr>
        <p:spPr>
          <a:xfrm>
            <a:off x="4086225" y="3680311"/>
            <a:ext cx="149225" cy="14922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微软雅黑" panose="020B0503020204020204" pitchFamily="34" charset="-122"/>
              <a:ea typeface="微软雅黑" panose="020B0503020204020204" pitchFamily="34" charset="-122"/>
            </a:endParaRPr>
          </a:p>
        </p:txBody>
      </p:sp>
      <p:sp>
        <p:nvSpPr>
          <p:cNvPr id="8" name="椭圆 7"/>
          <p:cNvSpPr/>
          <p:nvPr>
            <p:custDataLst>
              <p:tags r:id="rId7"/>
            </p:custDataLst>
          </p:nvPr>
        </p:nvSpPr>
        <p:spPr>
          <a:xfrm>
            <a:off x="7709535" y="3737461"/>
            <a:ext cx="149225" cy="149225"/>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微软雅黑" panose="020B0503020204020204" pitchFamily="34" charset="-122"/>
              <a:ea typeface="微软雅黑" panose="020B0503020204020204" pitchFamily="34" charset="-122"/>
            </a:endParaRPr>
          </a:p>
        </p:txBody>
      </p:sp>
      <p:cxnSp>
        <p:nvCxnSpPr>
          <p:cNvPr id="9" name="直接连接符 8"/>
          <p:cNvCxnSpPr/>
          <p:nvPr>
            <p:custDataLst>
              <p:tags r:id="rId8"/>
            </p:custDataLst>
          </p:nvPr>
        </p:nvCxnSpPr>
        <p:spPr>
          <a:xfrm flipH="1" flipV="1">
            <a:off x="1048385" y="4196715"/>
            <a:ext cx="3250565" cy="1905"/>
          </a:xfrm>
          <a:prstGeom prst="line">
            <a:avLst/>
          </a:prstGeom>
          <a:ln w="349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custDataLst>
              <p:tags r:id="rId9"/>
            </p:custDataLst>
          </p:nvPr>
        </p:nvCxnSpPr>
        <p:spPr>
          <a:xfrm flipH="1">
            <a:off x="8007985" y="4255770"/>
            <a:ext cx="2957195" cy="0"/>
          </a:xfrm>
          <a:prstGeom prst="line">
            <a:avLst/>
          </a:prstGeom>
          <a:ln w="34925">
            <a:solidFill>
              <a:schemeClr val="accent5"/>
            </a:solidFill>
          </a:ln>
        </p:spPr>
        <p:style>
          <a:lnRef idx="1">
            <a:schemeClr val="accent1"/>
          </a:lnRef>
          <a:fillRef idx="0">
            <a:schemeClr val="accent1"/>
          </a:fillRef>
          <a:effectRef idx="0">
            <a:schemeClr val="accent1"/>
          </a:effectRef>
          <a:fontRef idx="minor">
            <a:schemeClr val="tx1"/>
          </a:fontRef>
        </p:style>
      </p:cxnSp>
      <p:sp>
        <p:nvSpPr>
          <p:cNvPr id="10" name="文本框 9"/>
          <p:cNvSpPr txBox="1"/>
          <p:nvPr>
            <p:custDataLst>
              <p:tags r:id="rId10"/>
            </p:custDataLst>
          </p:nvPr>
        </p:nvSpPr>
        <p:spPr>
          <a:xfrm>
            <a:off x="1493519" y="1760034"/>
            <a:ext cx="2360295" cy="401320"/>
          </a:xfrm>
          <a:prstGeom prst="rect">
            <a:avLst/>
          </a:prstGeom>
          <a:noFill/>
        </p:spPr>
        <p:txBody>
          <a:bodyPr wrap="square" lIns="90000" tIns="46800" rIns="90000" bIns="0" anchor="b" anchorCtr="0">
            <a:no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a:lnSpc>
                <a:spcPct val="120000"/>
              </a:lnSpc>
            </a:pPr>
            <a:r>
              <a:rPr lang="zh-CN" altLang="en-US" sz="2400" b="1" spc="300" dirty="0">
                <a:solidFill>
                  <a:schemeClr val="accent2"/>
                </a:solidFill>
                <a:latin typeface="微软雅黑" panose="020B0503020204020204" pitchFamily="34" charset="-122"/>
                <a:ea typeface="微软雅黑" panose="020B0503020204020204" pitchFamily="34" charset="-122"/>
                <a:cs typeface="+mj-cs"/>
              </a:rPr>
              <a:t>数据的客观性</a:t>
            </a:r>
            <a:endParaRPr lang="zh-CN" altLang="en-US" sz="2400" b="1" spc="300" dirty="0">
              <a:solidFill>
                <a:schemeClr val="accent2"/>
              </a:solidFill>
              <a:latin typeface="微软雅黑" panose="020B0503020204020204" pitchFamily="34" charset="-122"/>
              <a:ea typeface="微软雅黑" panose="020B0503020204020204" pitchFamily="34" charset="-122"/>
              <a:cs typeface="+mj-cs"/>
            </a:endParaRPr>
          </a:p>
        </p:txBody>
      </p:sp>
      <p:sp>
        <p:nvSpPr>
          <p:cNvPr id="17" name="文本框 16"/>
          <p:cNvSpPr txBox="1"/>
          <p:nvPr>
            <p:custDataLst>
              <p:tags r:id="rId11"/>
            </p:custDataLst>
          </p:nvPr>
        </p:nvSpPr>
        <p:spPr>
          <a:xfrm>
            <a:off x="623943" y="2323465"/>
            <a:ext cx="3570867" cy="1134745"/>
          </a:xfrm>
          <a:prstGeom prst="rect">
            <a:avLst/>
          </a:prstGeom>
          <a:noFill/>
        </p:spPr>
        <p:txBody>
          <a:bodyPr wrap="square" lIns="90000" tIns="0" rIns="90000" bIns="46800"/>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indent="720090">
              <a:lnSpc>
                <a:spcPct val="150000"/>
              </a:lnSpc>
            </a:pPr>
            <a:r>
              <a:rPr lang="zh-CN" altLang="en-US" sz="2400" spc="150" dirty="0">
                <a:solidFill>
                  <a:schemeClr val="tx1">
                    <a:lumMod val="75000"/>
                    <a:lumOff val="25000"/>
                  </a:schemeClr>
                </a:solidFill>
                <a:latin typeface="微软雅黑" panose="020B0503020204020204" pitchFamily="34" charset="-122"/>
                <a:ea typeface="微软雅黑" panose="020B0503020204020204" pitchFamily="34" charset="-122"/>
              </a:rPr>
              <a:t>数据是记录下来可以被识别的符号，是原始事实，具有客观性。</a:t>
            </a:r>
            <a:endParaRPr lang="zh-CN" altLang="en-US" sz="2400" spc="15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8" name="文本框 17"/>
          <p:cNvSpPr txBox="1"/>
          <p:nvPr>
            <p:custDataLst>
              <p:tags r:id="rId12"/>
            </p:custDataLst>
          </p:nvPr>
        </p:nvSpPr>
        <p:spPr>
          <a:xfrm>
            <a:off x="8351202" y="1793839"/>
            <a:ext cx="2270760" cy="401320"/>
          </a:xfrm>
          <a:prstGeom prst="rect">
            <a:avLst/>
          </a:prstGeom>
          <a:noFill/>
        </p:spPr>
        <p:txBody>
          <a:bodyPr wrap="square" lIns="90000" tIns="46800" rIns="90000" bIns="0" anchor="b" anchorCtr="0">
            <a:no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a:lnSpc>
                <a:spcPct val="120000"/>
              </a:lnSpc>
            </a:pPr>
            <a:r>
              <a:rPr lang="zh-CN" altLang="en-US" sz="2400" b="1" spc="300" dirty="0">
                <a:solidFill>
                  <a:schemeClr val="accent5"/>
                </a:solidFill>
                <a:latin typeface="微软雅黑" panose="020B0503020204020204" pitchFamily="34" charset="-122"/>
                <a:ea typeface="微软雅黑" panose="020B0503020204020204" pitchFamily="34" charset="-122"/>
                <a:cs typeface="+mj-cs"/>
              </a:rPr>
              <a:t>信息的主观性</a:t>
            </a:r>
            <a:endParaRPr lang="zh-CN" altLang="en-US" sz="2400" b="1" spc="300" dirty="0">
              <a:solidFill>
                <a:schemeClr val="accent5"/>
              </a:solidFill>
              <a:latin typeface="微软雅黑" panose="020B0503020204020204" pitchFamily="34" charset="-122"/>
              <a:ea typeface="微软雅黑" panose="020B0503020204020204" pitchFamily="34" charset="-122"/>
              <a:cs typeface="+mj-cs"/>
            </a:endParaRPr>
          </a:p>
        </p:txBody>
      </p:sp>
      <p:sp>
        <p:nvSpPr>
          <p:cNvPr id="19" name="文本框 18"/>
          <p:cNvSpPr txBox="1"/>
          <p:nvPr>
            <p:custDataLst>
              <p:tags r:id="rId13"/>
            </p:custDataLst>
          </p:nvPr>
        </p:nvSpPr>
        <p:spPr>
          <a:xfrm>
            <a:off x="7709536" y="2479040"/>
            <a:ext cx="3458844" cy="1134745"/>
          </a:xfrm>
          <a:prstGeom prst="rect">
            <a:avLst/>
          </a:prstGeom>
          <a:noFill/>
        </p:spPr>
        <p:txBody>
          <a:bodyPr wrap="square" lIns="90000" tIns="0" rIns="90000" bIns="46800">
            <a:no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indent="720090">
              <a:lnSpc>
                <a:spcPct val="150000"/>
              </a:lnSpc>
            </a:pPr>
            <a:r>
              <a:rPr lang="zh-CN" altLang="en-US" sz="2400" spc="150" dirty="0">
                <a:solidFill>
                  <a:schemeClr val="tx1">
                    <a:lumMod val="75000"/>
                    <a:lumOff val="25000"/>
                  </a:schemeClr>
                </a:solidFill>
                <a:latin typeface="微软雅黑" panose="020B0503020204020204" pitchFamily="34" charset="-122"/>
                <a:ea typeface="微软雅黑" panose="020B0503020204020204" pitchFamily="34" charset="-122"/>
              </a:rPr>
              <a:t>信息是对数据的解释是数据处理的结果，具有主观性。</a:t>
            </a:r>
            <a:endParaRPr lang="zh-CN" altLang="en-US" sz="2400" spc="150" dirty="0">
              <a:solidFill>
                <a:schemeClr val="tx1">
                  <a:lumMod val="75000"/>
                  <a:lumOff val="25000"/>
                </a:schemeClr>
              </a:solidFill>
              <a:latin typeface="微软雅黑" panose="020B0503020204020204" pitchFamily="34" charset="-122"/>
              <a:ea typeface="微软雅黑" panose="020B0503020204020204" pitchFamily="34" charset="-122"/>
            </a:endParaRPr>
          </a:p>
        </p:txBody>
      </p:sp>
      <p:cxnSp>
        <p:nvCxnSpPr>
          <p:cNvPr id="20" name="直接连接符 19"/>
          <p:cNvCxnSpPr/>
          <p:nvPr>
            <p:custDataLst>
              <p:tags r:id="rId14"/>
            </p:custDataLst>
          </p:nvPr>
        </p:nvCxnSpPr>
        <p:spPr>
          <a:xfrm flipH="1">
            <a:off x="8007986" y="4255770"/>
            <a:ext cx="3214369" cy="0"/>
          </a:xfrm>
          <a:prstGeom prst="line">
            <a:avLst/>
          </a:prstGeom>
          <a:ln w="34925">
            <a:solidFill>
              <a:schemeClr val="accent5"/>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custDataLst>
              <p:tags r:id="rId15"/>
            </p:custDataLst>
          </p:nvPr>
        </p:nvSpPr>
        <p:spPr>
          <a:xfrm>
            <a:off x="1140460" y="4846507"/>
            <a:ext cx="9649460" cy="575310"/>
          </a:xfrm>
          <a:prstGeom prst="rect">
            <a:avLst/>
          </a:prstGeom>
          <a:noFill/>
        </p:spPr>
        <p:txBody>
          <a:bodyPr wrap="square" lIns="90000" tIns="0" rIns="90000" bIns="46800">
            <a:no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indent="720090">
              <a:lnSpc>
                <a:spcPct val="150000"/>
              </a:lnSpc>
            </a:pPr>
            <a:r>
              <a:rPr lang="zh-CN" altLang="en-US" sz="2400" spc="150" dirty="0">
                <a:solidFill>
                  <a:schemeClr val="tx1">
                    <a:lumMod val="75000"/>
                    <a:lumOff val="25000"/>
                  </a:schemeClr>
                </a:solidFill>
                <a:latin typeface="微软雅黑" panose="020B0503020204020204" pitchFamily="34" charset="-122"/>
                <a:ea typeface="微软雅黑" panose="020B0503020204020204" pitchFamily="34" charset="-122"/>
              </a:rPr>
              <a:t>数据本身没有意义，只有经过加工和解释，才具有意义，从而转化为信息。</a:t>
            </a:r>
            <a:endParaRPr lang="zh-CN" altLang="en-US" sz="2400" spc="15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custDataLst>
      <p:tags r:id="rId16"/>
    </p:custDataLst>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descr="F:\稻壳-阿源设计\H活动供稿\2020-01-07-文本框\SVG-横着\横着-13.svg横着-13"/>
          <p:cNvPicPr>
            <a:picLocks noChangeAspect="1"/>
          </p:cNvPicPr>
          <p:nvPr/>
        </p:nvPicPr>
        <p:blipFill>
          <a:blip r:embed="rId1"/>
          <a:stretch>
            <a:fillRect/>
          </a:stretch>
        </p:blipFill>
        <p:spPr>
          <a:xfrm>
            <a:off x="788670" y="631190"/>
            <a:ext cx="10433685" cy="793750"/>
          </a:xfrm>
          <a:prstGeom prst="rect">
            <a:avLst/>
          </a:prstGeom>
        </p:spPr>
      </p:pic>
      <p:sp>
        <p:nvSpPr>
          <p:cNvPr id="11" name="文本框 10"/>
          <p:cNvSpPr txBox="1"/>
          <p:nvPr/>
        </p:nvSpPr>
        <p:spPr>
          <a:xfrm>
            <a:off x="4194810" y="751840"/>
            <a:ext cx="4080510" cy="553085"/>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altLang="en-US" sz="3000">
                <a:solidFill>
                  <a:schemeClr val="tx1">
                    <a:lumMod val="75000"/>
                    <a:lumOff val="25000"/>
                  </a:schemeClr>
                </a:solidFill>
                <a:latin typeface="微软雅黑" panose="020B0503020204020204" pitchFamily="34" charset="-122"/>
                <a:ea typeface="微软雅黑" panose="020B0503020204020204" pitchFamily="34" charset="-122"/>
                <a:cs typeface="汉仪刚艺体-85W" panose="00020600040101010101" charset="-122"/>
              </a:rPr>
              <a:t>数据和信息的不同特征</a:t>
            </a:r>
            <a:endParaRPr lang="zh-CN" altLang="en-US" sz="3000">
              <a:solidFill>
                <a:schemeClr val="tx1">
                  <a:lumMod val="75000"/>
                  <a:lumOff val="25000"/>
                </a:schemeClr>
              </a:solidFill>
              <a:latin typeface="微软雅黑" panose="020B0503020204020204" pitchFamily="34" charset="-122"/>
              <a:ea typeface="微软雅黑" panose="020B0503020204020204" pitchFamily="34" charset="-122"/>
              <a:cs typeface="汉仪刚艺体-85W" panose="00020600040101010101" charset="-122"/>
            </a:endParaRPr>
          </a:p>
        </p:txBody>
      </p:sp>
      <p:sp>
        <p:nvSpPr>
          <p:cNvPr id="18" name="文本框 17"/>
          <p:cNvSpPr txBox="1"/>
          <p:nvPr>
            <p:custDataLst>
              <p:tags r:id="rId2"/>
            </p:custDataLst>
          </p:nvPr>
        </p:nvSpPr>
        <p:spPr>
          <a:xfrm>
            <a:off x="6071235" y="1972945"/>
            <a:ext cx="2270760" cy="401320"/>
          </a:xfrm>
          <a:prstGeom prst="rect">
            <a:avLst/>
          </a:prstGeom>
          <a:noFill/>
        </p:spPr>
        <p:txBody>
          <a:bodyPr wrap="square" lIns="90000" tIns="46800" rIns="90000" bIns="0" anchor="b" anchorCtr="0">
            <a:no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a:lnSpc>
                <a:spcPct val="120000"/>
              </a:lnSpc>
            </a:pPr>
            <a:r>
              <a:rPr lang="zh-CN" altLang="en-US" sz="2400" b="1" spc="300" dirty="0">
                <a:solidFill>
                  <a:schemeClr val="accent5"/>
                </a:solidFill>
                <a:latin typeface="微软雅黑" panose="020B0503020204020204" pitchFamily="34" charset="-122"/>
                <a:ea typeface="微软雅黑" panose="020B0503020204020204" pitchFamily="34" charset="-122"/>
                <a:cs typeface="+mj-cs"/>
              </a:rPr>
              <a:t>这是</a:t>
            </a:r>
            <a:r>
              <a:rPr lang="zh-CN" altLang="en-US" sz="2400" b="1" spc="300" dirty="0" smtClean="0">
                <a:solidFill>
                  <a:schemeClr val="accent5"/>
                </a:solidFill>
                <a:latin typeface="微软雅黑" panose="020B0503020204020204" pitchFamily="34" charset="-122"/>
                <a:ea typeface="微软雅黑" panose="020B0503020204020204" pitchFamily="34" charset="-122"/>
                <a:cs typeface="+mj-cs"/>
              </a:rPr>
              <a:t>什么？</a:t>
            </a:r>
            <a:endParaRPr lang="zh-CN" altLang="en-US" sz="2400" b="1" spc="300" dirty="0">
              <a:solidFill>
                <a:schemeClr val="accent5"/>
              </a:solidFill>
              <a:latin typeface="微软雅黑" panose="020B0503020204020204" pitchFamily="34" charset="-122"/>
              <a:ea typeface="微软雅黑" panose="020B0503020204020204" pitchFamily="34" charset="-122"/>
              <a:cs typeface="+mj-cs"/>
            </a:endParaRPr>
          </a:p>
        </p:txBody>
      </p:sp>
      <p:sp>
        <p:nvSpPr>
          <p:cNvPr id="2" name="文本框 1"/>
          <p:cNvSpPr txBox="1"/>
          <p:nvPr>
            <p:custDataLst>
              <p:tags r:id="rId3"/>
            </p:custDataLst>
          </p:nvPr>
        </p:nvSpPr>
        <p:spPr>
          <a:xfrm>
            <a:off x="5687695" y="2725980"/>
            <a:ext cx="4284644" cy="1712595"/>
          </a:xfrm>
          <a:prstGeom prst="rect">
            <a:avLst/>
          </a:prstGeom>
          <a:noFill/>
        </p:spPr>
        <p:txBody>
          <a:bodyPr wrap="square" lIns="90000" tIns="0" rIns="90000" bIns="46800">
            <a:no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indent="720090">
              <a:lnSpc>
                <a:spcPct val="150000"/>
              </a:lnSpc>
            </a:pPr>
            <a:r>
              <a:rPr lang="zh-CN" altLang="en-US" sz="2400" spc="150" dirty="0">
                <a:solidFill>
                  <a:schemeClr val="tx1"/>
                </a:solidFill>
                <a:latin typeface="微软雅黑" panose="020B0503020204020204" pitchFamily="34" charset="-122"/>
                <a:ea typeface="微软雅黑" panose="020B0503020204020204" pitchFamily="34" charset="-122"/>
              </a:rPr>
              <a:t>同一数据，具有不同知识、经验的人不同的角度解读，会得到不同的信息。</a:t>
            </a:r>
            <a:endParaRPr lang="zh-CN" altLang="en-US" sz="2400" spc="150" dirty="0">
              <a:solidFill>
                <a:schemeClr val="tx1"/>
              </a:solidFill>
              <a:latin typeface="微软雅黑" panose="020B0503020204020204" pitchFamily="34" charset="-122"/>
              <a:ea typeface="微软雅黑" panose="020B0503020204020204" pitchFamily="34" charset="-122"/>
            </a:endParaRPr>
          </a:p>
        </p:txBody>
      </p:sp>
      <p:pic>
        <p:nvPicPr>
          <p:cNvPr id="3" name="图片 2" descr="t01517faf7b0a191abc"/>
          <p:cNvPicPr>
            <a:picLocks noChangeAspect="1"/>
          </p:cNvPicPr>
          <p:nvPr/>
        </p:nvPicPr>
        <p:blipFill>
          <a:blip r:embed="rId4"/>
          <a:stretch>
            <a:fillRect/>
          </a:stretch>
        </p:blipFill>
        <p:spPr>
          <a:xfrm>
            <a:off x="1449705" y="1972945"/>
            <a:ext cx="3647440" cy="2432685"/>
          </a:xfrm>
          <a:prstGeom prst="rect">
            <a:avLst/>
          </a:prstGeom>
        </p:spPr>
      </p:pic>
    </p:spTree>
    <p:custDataLst>
      <p:tags r:id="rId5"/>
    </p:custDataLst>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descr="F:\稻壳-阿源设计\H活动供稿\2020-01-07-文本框\SVG-横着\横着-13.svg横着-13"/>
          <p:cNvPicPr>
            <a:picLocks noChangeAspect="1"/>
          </p:cNvPicPr>
          <p:nvPr/>
        </p:nvPicPr>
        <p:blipFill>
          <a:blip r:embed="rId1"/>
          <a:stretch>
            <a:fillRect/>
          </a:stretch>
        </p:blipFill>
        <p:spPr>
          <a:xfrm>
            <a:off x="788670" y="631190"/>
            <a:ext cx="10433685" cy="793750"/>
          </a:xfrm>
          <a:prstGeom prst="rect">
            <a:avLst/>
          </a:prstGeom>
        </p:spPr>
      </p:pic>
      <p:sp>
        <p:nvSpPr>
          <p:cNvPr id="11" name="文本框 10"/>
          <p:cNvSpPr txBox="1"/>
          <p:nvPr/>
        </p:nvSpPr>
        <p:spPr>
          <a:xfrm>
            <a:off x="4194810" y="751840"/>
            <a:ext cx="4080510" cy="553085"/>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altLang="en-US" sz="3000" dirty="0">
                <a:solidFill>
                  <a:schemeClr val="tx1">
                    <a:lumMod val="75000"/>
                    <a:lumOff val="25000"/>
                  </a:schemeClr>
                </a:solidFill>
                <a:latin typeface="微软雅黑" panose="020B0503020204020204" pitchFamily="34" charset="-122"/>
                <a:ea typeface="微软雅黑" panose="020B0503020204020204" pitchFamily="34" charset="-122"/>
                <a:cs typeface="汉仪刚艺体-85W" panose="00020600040101010101" charset="-122"/>
              </a:rPr>
              <a:t>数据和信息的共同特征</a:t>
            </a:r>
            <a:endParaRPr lang="zh-CN" altLang="en-US" sz="3000" dirty="0">
              <a:solidFill>
                <a:schemeClr val="tx1">
                  <a:lumMod val="75000"/>
                  <a:lumOff val="25000"/>
                </a:schemeClr>
              </a:solidFill>
              <a:latin typeface="微软雅黑" panose="020B0503020204020204" pitchFamily="34" charset="-122"/>
              <a:ea typeface="微软雅黑" panose="020B0503020204020204" pitchFamily="34" charset="-122"/>
              <a:cs typeface="汉仪刚艺体-85W" panose="00020600040101010101" charset="-122"/>
            </a:endParaRPr>
          </a:p>
        </p:txBody>
      </p:sp>
      <p:sp>
        <p:nvSpPr>
          <p:cNvPr id="6" name="流程图: 手动输入 5"/>
          <p:cNvSpPr/>
          <p:nvPr>
            <p:custDataLst>
              <p:tags r:id="rId2"/>
            </p:custDataLst>
          </p:nvPr>
        </p:nvSpPr>
        <p:spPr>
          <a:xfrm>
            <a:off x="626544" y="2022439"/>
            <a:ext cx="1838960" cy="2256508"/>
          </a:xfrm>
          <a:prstGeom prst="flowChartManualInput">
            <a:avLst/>
          </a:prstGeom>
          <a:solidFill>
            <a:schemeClr val="accent1"/>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20000"/>
              </a:lnSpc>
            </a:pPr>
            <a:endParaRPr sz="2400" dirty="0">
              <a:latin typeface="微软雅黑" panose="020B0503020204020204" pitchFamily="34" charset="-122"/>
              <a:ea typeface="微软雅黑" panose="020B0503020204020204" pitchFamily="34" charset="-122"/>
            </a:endParaRPr>
          </a:p>
        </p:txBody>
      </p:sp>
      <p:sp>
        <p:nvSpPr>
          <p:cNvPr id="7" name="流程图: 手动输入 6"/>
          <p:cNvSpPr/>
          <p:nvPr>
            <p:custDataLst>
              <p:tags r:id="rId3"/>
            </p:custDataLst>
          </p:nvPr>
        </p:nvSpPr>
        <p:spPr>
          <a:xfrm>
            <a:off x="626544" y="2191349"/>
            <a:ext cx="1838960" cy="2256508"/>
          </a:xfrm>
          <a:prstGeom prst="flowChartManualInput">
            <a:avLst/>
          </a:prstGeom>
          <a:solidFill>
            <a:schemeClr val="bg1">
              <a:lumMod val="95000"/>
            </a:schemeClr>
          </a:solidFill>
          <a:ln w="76200" cap="rnd">
            <a:solidFill>
              <a:schemeClr val="bg1"/>
            </a:solidFill>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20000"/>
              </a:lnSpc>
            </a:pPr>
            <a:endParaRPr sz="2400" dirty="0">
              <a:latin typeface="微软雅黑" panose="020B0503020204020204" pitchFamily="34" charset="-122"/>
              <a:ea typeface="微软雅黑" panose="020B0503020204020204" pitchFamily="34" charset="-122"/>
            </a:endParaRPr>
          </a:p>
        </p:txBody>
      </p:sp>
      <p:sp>
        <p:nvSpPr>
          <p:cNvPr id="8" name="流程图: 手动输入 7"/>
          <p:cNvSpPr/>
          <p:nvPr>
            <p:custDataLst>
              <p:tags r:id="rId4"/>
            </p:custDataLst>
          </p:nvPr>
        </p:nvSpPr>
        <p:spPr>
          <a:xfrm flipH="1">
            <a:off x="2465504" y="2022439"/>
            <a:ext cx="1838960" cy="2256508"/>
          </a:xfrm>
          <a:prstGeom prst="flowChartManualInput">
            <a:avLst/>
          </a:prstGeom>
          <a:solidFill>
            <a:schemeClr val="accent2"/>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20000"/>
              </a:lnSpc>
            </a:pPr>
            <a:endParaRPr sz="2400" dirty="0">
              <a:latin typeface="微软雅黑" panose="020B0503020204020204" pitchFamily="34" charset="-122"/>
              <a:ea typeface="微软雅黑" panose="020B0503020204020204" pitchFamily="34" charset="-122"/>
            </a:endParaRPr>
          </a:p>
        </p:txBody>
      </p:sp>
      <p:sp>
        <p:nvSpPr>
          <p:cNvPr id="10" name="流程图: 手动输入 9"/>
          <p:cNvSpPr/>
          <p:nvPr>
            <p:custDataLst>
              <p:tags r:id="rId5"/>
            </p:custDataLst>
          </p:nvPr>
        </p:nvSpPr>
        <p:spPr>
          <a:xfrm flipH="1">
            <a:off x="2465504" y="2191349"/>
            <a:ext cx="1838960" cy="2256508"/>
          </a:xfrm>
          <a:prstGeom prst="flowChartManualInput">
            <a:avLst/>
          </a:prstGeom>
          <a:solidFill>
            <a:schemeClr val="bg1">
              <a:lumMod val="85000"/>
            </a:schemeClr>
          </a:solidFill>
          <a:ln w="76200" cap="rnd">
            <a:solidFill>
              <a:schemeClr val="bg1"/>
            </a:solidFill>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20000"/>
              </a:lnSpc>
            </a:pPr>
            <a:endParaRPr sz="2400" dirty="0">
              <a:latin typeface="微软雅黑" panose="020B0503020204020204" pitchFamily="34" charset="-122"/>
              <a:ea typeface="微软雅黑" panose="020B0503020204020204" pitchFamily="34" charset="-122"/>
            </a:endParaRPr>
          </a:p>
        </p:txBody>
      </p:sp>
      <p:sp>
        <p:nvSpPr>
          <p:cNvPr id="26" name="矩形 25"/>
          <p:cNvSpPr/>
          <p:nvPr>
            <p:custDataLst>
              <p:tags r:id="rId6"/>
            </p:custDataLst>
          </p:nvPr>
        </p:nvSpPr>
        <p:spPr>
          <a:xfrm>
            <a:off x="765609" y="3527660"/>
            <a:ext cx="1672590" cy="519512"/>
          </a:xfrm>
          <a:prstGeom prst="rect">
            <a:avLst/>
          </a:prstGeom>
        </p:spPr>
        <p:txBody>
          <a:bodyPr wrap="square" lIns="90000" tIns="46800" rIns="90000" bIns="0" anchor="b" anchorCtr="0">
            <a:noAutofit/>
          </a:bodyPr>
          <a:lstStyle/>
          <a:p>
            <a:pPr lvl="0" algn="r" defTabSz="913765">
              <a:lnSpc>
                <a:spcPct val="120000"/>
              </a:lnSpc>
            </a:pPr>
            <a:r>
              <a:rPr lang="zh-CN" altLang="en-US" sz="2400" b="1" spc="300" dirty="0">
                <a:solidFill>
                  <a:srgbClr val="70AD47"/>
                </a:solidFill>
                <a:latin typeface="微软雅黑" panose="020B0503020204020204" pitchFamily="34" charset="-122"/>
                <a:ea typeface="微软雅黑" panose="020B0503020204020204" pitchFamily="34" charset="-122"/>
                <a:cs typeface="+mj-cs"/>
              </a:rPr>
              <a:t>普遍性</a:t>
            </a:r>
            <a:endParaRPr lang="zh-CN" altLang="en-US" sz="2400" b="1" spc="300" dirty="0">
              <a:solidFill>
                <a:srgbClr val="70AD47"/>
              </a:solidFill>
              <a:latin typeface="微软雅黑" panose="020B0503020204020204" pitchFamily="34" charset="-122"/>
              <a:ea typeface="微软雅黑" panose="020B0503020204020204" pitchFamily="34" charset="-122"/>
              <a:cs typeface="+mj-cs"/>
            </a:endParaRPr>
          </a:p>
        </p:txBody>
      </p:sp>
      <p:sp>
        <p:nvSpPr>
          <p:cNvPr id="24" name="矩形 23"/>
          <p:cNvSpPr/>
          <p:nvPr>
            <p:custDataLst>
              <p:tags r:id="rId7"/>
            </p:custDataLst>
          </p:nvPr>
        </p:nvSpPr>
        <p:spPr>
          <a:xfrm>
            <a:off x="2535989" y="3527660"/>
            <a:ext cx="1768475" cy="519512"/>
          </a:xfrm>
          <a:prstGeom prst="rect">
            <a:avLst/>
          </a:prstGeom>
        </p:spPr>
        <p:txBody>
          <a:bodyPr wrap="square" lIns="90000" tIns="46800" rIns="90000" bIns="0" anchor="b" anchorCtr="0">
            <a:noAutofit/>
          </a:bodyPr>
          <a:lstStyle/>
          <a:p>
            <a:pPr lvl="0" defTabSz="913765">
              <a:lnSpc>
                <a:spcPct val="120000"/>
              </a:lnSpc>
            </a:pPr>
            <a:r>
              <a:rPr lang="zh-CN" altLang="en-US" sz="2400" b="1" spc="300" dirty="0">
                <a:solidFill>
                  <a:srgbClr val="5B9BD5"/>
                </a:solidFill>
                <a:latin typeface="微软雅黑" panose="020B0503020204020204" pitchFamily="34" charset="-122"/>
                <a:ea typeface="微软雅黑" panose="020B0503020204020204" pitchFamily="34" charset="-122"/>
                <a:cs typeface="+mj-cs"/>
              </a:rPr>
              <a:t>可处理性</a:t>
            </a:r>
            <a:endParaRPr lang="zh-CN" altLang="en-US" sz="2400" b="1" spc="300" dirty="0">
              <a:solidFill>
                <a:srgbClr val="5B9BD5"/>
              </a:solidFill>
              <a:latin typeface="微软雅黑" panose="020B0503020204020204" pitchFamily="34" charset="-122"/>
              <a:ea typeface="微软雅黑" panose="020B0503020204020204" pitchFamily="34" charset="-122"/>
              <a:cs typeface="+mj-cs"/>
            </a:endParaRPr>
          </a:p>
        </p:txBody>
      </p:sp>
      <p:sp>
        <p:nvSpPr>
          <p:cNvPr id="15" name="任意多边形 14"/>
          <p:cNvSpPr/>
          <p:nvPr>
            <p:custDataLst>
              <p:tags r:id="rId8"/>
            </p:custDataLst>
          </p:nvPr>
        </p:nvSpPr>
        <p:spPr bwMode="auto">
          <a:xfrm>
            <a:off x="1756209" y="2845508"/>
            <a:ext cx="489585" cy="517133"/>
          </a:xfrm>
          <a:custGeom>
            <a:avLst/>
            <a:gdLst>
              <a:gd name="connsiteX0" fmla="*/ 46038 w 338138"/>
              <a:gd name="connsiteY0" fmla="*/ 261938 h 285751"/>
              <a:gd name="connsiteX1" fmla="*/ 38100 w 338138"/>
              <a:gd name="connsiteY1" fmla="*/ 270670 h 285751"/>
              <a:gd name="connsiteX2" fmla="*/ 46038 w 338138"/>
              <a:gd name="connsiteY2" fmla="*/ 279402 h 285751"/>
              <a:gd name="connsiteX3" fmla="*/ 53976 w 338138"/>
              <a:gd name="connsiteY3" fmla="*/ 270670 h 285751"/>
              <a:gd name="connsiteX4" fmla="*/ 46038 w 338138"/>
              <a:gd name="connsiteY4" fmla="*/ 261938 h 285751"/>
              <a:gd name="connsiteX5" fmla="*/ 288131 w 338138"/>
              <a:gd name="connsiteY5" fmla="*/ 184150 h 285751"/>
              <a:gd name="connsiteX6" fmla="*/ 277812 w 338138"/>
              <a:gd name="connsiteY6" fmla="*/ 194469 h 285751"/>
              <a:gd name="connsiteX7" fmla="*/ 288131 w 338138"/>
              <a:gd name="connsiteY7" fmla="*/ 204788 h 285751"/>
              <a:gd name="connsiteX8" fmla="*/ 298450 w 338138"/>
              <a:gd name="connsiteY8" fmla="*/ 194469 h 285751"/>
              <a:gd name="connsiteX9" fmla="*/ 288131 w 338138"/>
              <a:gd name="connsiteY9" fmla="*/ 184150 h 285751"/>
              <a:gd name="connsiteX10" fmla="*/ 19050 w 338138"/>
              <a:gd name="connsiteY10" fmla="*/ 165100 h 285751"/>
              <a:gd name="connsiteX11" fmla="*/ 19050 w 338138"/>
              <a:gd name="connsiteY11" fmla="*/ 242888 h 285751"/>
              <a:gd name="connsiteX12" fmla="*/ 73025 w 338138"/>
              <a:gd name="connsiteY12" fmla="*/ 242888 h 285751"/>
              <a:gd name="connsiteX13" fmla="*/ 73025 w 338138"/>
              <a:gd name="connsiteY13" fmla="*/ 165100 h 285751"/>
              <a:gd name="connsiteX14" fmla="*/ 12010 w 338138"/>
              <a:gd name="connsiteY14" fmla="*/ 141288 h 285751"/>
              <a:gd name="connsiteX15" fmla="*/ 81400 w 338138"/>
              <a:gd name="connsiteY15" fmla="*/ 141288 h 285751"/>
              <a:gd name="connsiteX16" fmla="*/ 92075 w 338138"/>
              <a:gd name="connsiteY16" fmla="*/ 153107 h 285751"/>
              <a:gd name="connsiteX17" fmla="*/ 92075 w 338138"/>
              <a:gd name="connsiteY17" fmla="*/ 273932 h 285751"/>
              <a:gd name="connsiteX18" fmla="*/ 81400 w 338138"/>
              <a:gd name="connsiteY18" fmla="*/ 285751 h 285751"/>
              <a:gd name="connsiteX19" fmla="*/ 12010 w 338138"/>
              <a:gd name="connsiteY19" fmla="*/ 285751 h 285751"/>
              <a:gd name="connsiteX20" fmla="*/ 0 w 338138"/>
              <a:gd name="connsiteY20" fmla="*/ 273932 h 285751"/>
              <a:gd name="connsiteX21" fmla="*/ 0 w 338138"/>
              <a:gd name="connsiteY21" fmla="*/ 153107 h 285751"/>
              <a:gd name="connsiteX22" fmla="*/ 12010 w 338138"/>
              <a:gd name="connsiteY22" fmla="*/ 141288 h 285751"/>
              <a:gd name="connsiteX23" fmla="*/ 55002 w 338138"/>
              <a:gd name="connsiteY23" fmla="*/ 82550 h 285751"/>
              <a:gd name="connsiteX24" fmla="*/ 175185 w 338138"/>
              <a:gd name="connsiteY24" fmla="*/ 82550 h 285751"/>
              <a:gd name="connsiteX25" fmla="*/ 193675 w 338138"/>
              <a:gd name="connsiteY25" fmla="*/ 99703 h 285751"/>
              <a:gd name="connsiteX26" fmla="*/ 193675 w 338138"/>
              <a:gd name="connsiteY26" fmla="*/ 268597 h 285751"/>
              <a:gd name="connsiteX27" fmla="*/ 175185 w 338138"/>
              <a:gd name="connsiteY27" fmla="*/ 285750 h 285751"/>
              <a:gd name="connsiteX28" fmla="*/ 107830 w 338138"/>
              <a:gd name="connsiteY28" fmla="*/ 285750 h 285751"/>
              <a:gd name="connsiteX29" fmla="*/ 109151 w 338138"/>
              <a:gd name="connsiteY29" fmla="*/ 276514 h 285751"/>
              <a:gd name="connsiteX30" fmla="*/ 109151 w 338138"/>
              <a:gd name="connsiteY30" fmla="*/ 273875 h 285751"/>
              <a:gd name="connsiteX31" fmla="*/ 115754 w 338138"/>
              <a:gd name="connsiteY31" fmla="*/ 275194 h 285751"/>
              <a:gd name="connsiteX32" fmla="*/ 124999 w 338138"/>
              <a:gd name="connsiteY32" fmla="*/ 264639 h 285751"/>
              <a:gd name="connsiteX33" fmla="*/ 115754 w 338138"/>
              <a:gd name="connsiteY33" fmla="*/ 254083 h 285751"/>
              <a:gd name="connsiteX34" fmla="*/ 109151 w 338138"/>
              <a:gd name="connsiteY34" fmla="*/ 256722 h 285751"/>
              <a:gd name="connsiteX35" fmla="*/ 109151 w 338138"/>
              <a:gd name="connsiteY35" fmla="*/ 235610 h 285751"/>
              <a:gd name="connsiteX36" fmla="*/ 168582 w 338138"/>
              <a:gd name="connsiteY36" fmla="*/ 235610 h 285751"/>
              <a:gd name="connsiteX37" fmla="*/ 168582 w 338138"/>
              <a:gd name="connsiteY37" fmla="*/ 110259 h 285751"/>
              <a:gd name="connsiteX38" fmla="*/ 61606 w 338138"/>
              <a:gd name="connsiteY38" fmla="*/ 110259 h 285751"/>
              <a:gd name="connsiteX39" fmla="*/ 61606 w 338138"/>
              <a:gd name="connsiteY39" fmla="*/ 126093 h 285751"/>
              <a:gd name="connsiteX40" fmla="*/ 36512 w 338138"/>
              <a:gd name="connsiteY40" fmla="*/ 126093 h 285751"/>
              <a:gd name="connsiteX41" fmla="*/ 36512 w 338138"/>
              <a:gd name="connsiteY41" fmla="*/ 99703 h 285751"/>
              <a:gd name="connsiteX42" fmla="*/ 55002 w 338138"/>
              <a:gd name="connsiteY42" fmla="*/ 82550 h 285751"/>
              <a:gd name="connsiteX43" fmla="*/ 102729 w 338138"/>
              <a:gd name="connsiteY43" fmla="*/ 0 h 285751"/>
              <a:gd name="connsiteX44" fmla="*/ 305260 w 338138"/>
              <a:gd name="connsiteY44" fmla="*/ 0 h 285751"/>
              <a:gd name="connsiteX45" fmla="*/ 338138 w 338138"/>
              <a:gd name="connsiteY45" fmla="*/ 34237 h 285751"/>
              <a:gd name="connsiteX46" fmla="*/ 338138 w 338138"/>
              <a:gd name="connsiteY46" fmla="*/ 188306 h 285751"/>
              <a:gd name="connsiteX47" fmla="*/ 305260 w 338138"/>
              <a:gd name="connsiteY47" fmla="*/ 221226 h 285751"/>
              <a:gd name="connsiteX48" fmla="*/ 234242 w 338138"/>
              <a:gd name="connsiteY48" fmla="*/ 221226 h 285751"/>
              <a:gd name="connsiteX49" fmla="*/ 234242 w 338138"/>
              <a:gd name="connsiteY49" fmla="*/ 243612 h 285751"/>
              <a:gd name="connsiteX50" fmla="*/ 265806 w 338138"/>
              <a:gd name="connsiteY50" fmla="*/ 243612 h 285751"/>
              <a:gd name="connsiteX51" fmla="*/ 277642 w 338138"/>
              <a:gd name="connsiteY51" fmla="*/ 256780 h 285751"/>
              <a:gd name="connsiteX52" fmla="*/ 277642 w 338138"/>
              <a:gd name="connsiteY52" fmla="*/ 272582 h 285751"/>
              <a:gd name="connsiteX53" fmla="*/ 265806 w 338138"/>
              <a:gd name="connsiteY53" fmla="*/ 285750 h 285751"/>
              <a:gd name="connsiteX54" fmla="*/ 205309 w 338138"/>
              <a:gd name="connsiteY54" fmla="*/ 285750 h 285751"/>
              <a:gd name="connsiteX55" fmla="*/ 210570 w 338138"/>
              <a:gd name="connsiteY55" fmla="*/ 269948 h 285751"/>
              <a:gd name="connsiteX56" fmla="*/ 210570 w 338138"/>
              <a:gd name="connsiteY56" fmla="*/ 213325 h 285751"/>
              <a:gd name="connsiteX57" fmla="*/ 210570 w 338138"/>
              <a:gd name="connsiteY57" fmla="*/ 172504 h 285751"/>
              <a:gd name="connsiteX58" fmla="*/ 296054 w 338138"/>
              <a:gd name="connsiteY58" fmla="*/ 172504 h 285751"/>
              <a:gd name="connsiteX59" fmla="*/ 309205 w 338138"/>
              <a:gd name="connsiteY59" fmla="*/ 159335 h 285751"/>
              <a:gd name="connsiteX60" fmla="*/ 309205 w 338138"/>
              <a:gd name="connsiteY60" fmla="*/ 39504 h 285751"/>
              <a:gd name="connsiteX61" fmla="*/ 296054 w 338138"/>
              <a:gd name="connsiteY61" fmla="*/ 27653 h 285751"/>
              <a:gd name="connsiteX62" fmla="*/ 110620 w 338138"/>
              <a:gd name="connsiteY62" fmla="*/ 27653 h 285751"/>
              <a:gd name="connsiteX63" fmla="*/ 98783 w 338138"/>
              <a:gd name="connsiteY63" fmla="*/ 39504 h 285751"/>
              <a:gd name="connsiteX64" fmla="*/ 98783 w 338138"/>
              <a:gd name="connsiteY64" fmla="*/ 65841 h 285751"/>
              <a:gd name="connsiteX65" fmla="*/ 69850 w 338138"/>
              <a:gd name="connsiteY65" fmla="*/ 65841 h 285751"/>
              <a:gd name="connsiteX66" fmla="*/ 69850 w 338138"/>
              <a:gd name="connsiteY66" fmla="*/ 34237 h 285751"/>
              <a:gd name="connsiteX67" fmla="*/ 102729 w 338138"/>
              <a:gd name="connsiteY67" fmla="*/ 0 h 285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338138" h="285751">
                <a:moveTo>
                  <a:pt x="46038" y="261938"/>
                </a:moveTo>
                <a:cubicBezTo>
                  <a:pt x="41654" y="261938"/>
                  <a:pt x="38100" y="265847"/>
                  <a:pt x="38100" y="270670"/>
                </a:cubicBezTo>
                <a:cubicBezTo>
                  <a:pt x="38100" y="275493"/>
                  <a:pt x="41654" y="279402"/>
                  <a:pt x="46038" y="279402"/>
                </a:cubicBezTo>
                <a:cubicBezTo>
                  <a:pt x="50422" y="279402"/>
                  <a:pt x="53976" y="275493"/>
                  <a:pt x="53976" y="270670"/>
                </a:cubicBezTo>
                <a:cubicBezTo>
                  <a:pt x="53976" y="265847"/>
                  <a:pt x="50422" y="261938"/>
                  <a:pt x="46038" y="261938"/>
                </a:cubicBezTo>
                <a:close/>
                <a:moveTo>
                  <a:pt x="288131" y="184150"/>
                </a:moveTo>
                <a:cubicBezTo>
                  <a:pt x="282432" y="184150"/>
                  <a:pt x="277812" y="188770"/>
                  <a:pt x="277812" y="194469"/>
                </a:cubicBezTo>
                <a:cubicBezTo>
                  <a:pt x="277812" y="200168"/>
                  <a:pt x="282432" y="204788"/>
                  <a:pt x="288131" y="204788"/>
                </a:cubicBezTo>
                <a:cubicBezTo>
                  <a:pt x="293830" y="204788"/>
                  <a:pt x="298450" y="200168"/>
                  <a:pt x="298450" y="194469"/>
                </a:cubicBezTo>
                <a:cubicBezTo>
                  <a:pt x="298450" y="188770"/>
                  <a:pt x="293830" y="184150"/>
                  <a:pt x="288131" y="184150"/>
                </a:cubicBezTo>
                <a:close/>
                <a:moveTo>
                  <a:pt x="19050" y="165100"/>
                </a:moveTo>
                <a:lnTo>
                  <a:pt x="19050" y="242888"/>
                </a:lnTo>
                <a:lnTo>
                  <a:pt x="73025" y="242888"/>
                </a:lnTo>
                <a:lnTo>
                  <a:pt x="73025" y="165100"/>
                </a:lnTo>
                <a:close/>
                <a:moveTo>
                  <a:pt x="12010" y="141288"/>
                </a:moveTo>
                <a:cubicBezTo>
                  <a:pt x="12010" y="141288"/>
                  <a:pt x="12010" y="141288"/>
                  <a:pt x="81400" y="141288"/>
                </a:cubicBezTo>
                <a:cubicBezTo>
                  <a:pt x="86738" y="141288"/>
                  <a:pt x="92075" y="146541"/>
                  <a:pt x="92075" y="153107"/>
                </a:cubicBezTo>
                <a:cubicBezTo>
                  <a:pt x="92075" y="153107"/>
                  <a:pt x="92075" y="153107"/>
                  <a:pt x="92075" y="273932"/>
                </a:cubicBezTo>
                <a:cubicBezTo>
                  <a:pt x="92075" y="280498"/>
                  <a:pt x="86738" y="285751"/>
                  <a:pt x="81400" y="285751"/>
                </a:cubicBezTo>
                <a:cubicBezTo>
                  <a:pt x="81400" y="285751"/>
                  <a:pt x="81400" y="285751"/>
                  <a:pt x="12010" y="285751"/>
                </a:cubicBezTo>
                <a:cubicBezTo>
                  <a:pt x="5337" y="285751"/>
                  <a:pt x="0" y="280498"/>
                  <a:pt x="0" y="273932"/>
                </a:cubicBezTo>
                <a:cubicBezTo>
                  <a:pt x="0" y="273932"/>
                  <a:pt x="0" y="273932"/>
                  <a:pt x="0" y="153107"/>
                </a:cubicBezTo>
                <a:cubicBezTo>
                  <a:pt x="0" y="146541"/>
                  <a:pt x="5337" y="141288"/>
                  <a:pt x="12010" y="141288"/>
                </a:cubicBezTo>
                <a:close/>
                <a:moveTo>
                  <a:pt x="55002" y="82550"/>
                </a:moveTo>
                <a:cubicBezTo>
                  <a:pt x="55002" y="82550"/>
                  <a:pt x="55002" y="82550"/>
                  <a:pt x="175185" y="82550"/>
                </a:cubicBezTo>
                <a:cubicBezTo>
                  <a:pt x="185751" y="82550"/>
                  <a:pt x="193675" y="90467"/>
                  <a:pt x="193675" y="99703"/>
                </a:cubicBezTo>
                <a:cubicBezTo>
                  <a:pt x="193675" y="99703"/>
                  <a:pt x="193675" y="99703"/>
                  <a:pt x="193675" y="268597"/>
                </a:cubicBezTo>
                <a:cubicBezTo>
                  <a:pt x="193675" y="277833"/>
                  <a:pt x="185751" y="285750"/>
                  <a:pt x="175185" y="285750"/>
                </a:cubicBezTo>
                <a:cubicBezTo>
                  <a:pt x="175185" y="285750"/>
                  <a:pt x="175185" y="285750"/>
                  <a:pt x="107830" y="285750"/>
                </a:cubicBezTo>
                <a:cubicBezTo>
                  <a:pt x="109151" y="283111"/>
                  <a:pt x="109151" y="280472"/>
                  <a:pt x="109151" y="276514"/>
                </a:cubicBezTo>
                <a:cubicBezTo>
                  <a:pt x="109151" y="276514"/>
                  <a:pt x="109151" y="276514"/>
                  <a:pt x="109151" y="273875"/>
                </a:cubicBezTo>
                <a:cubicBezTo>
                  <a:pt x="110471" y="273875"/>
                  <a:pt x="113113" y="275194"/>
                  <a:pt x="115754" y="275194"/>
                </a:cubicBezTo>
                <a:cubicBezTo>
                  <a:pt x="121037" y="275194"/>
                  <a:pt x="124999" y="271236"/>
                  <a:pt x="124999" y="264639"/>
                </a:cubicBezTo>
                <a:cubicBezTo>
                  <a:pt x="124999" y="259361"/>
                  <a:pt x="121037" y="254083"/>
                  <a:pt x="115754" y="254083"/>
                </a:cubicBezTo>
                <a:cubicBezTo>
                  <a:pt x="113113" y="254083"/>
                  <a:pt x="110471" y="255402"/>
                  <a:pt x="109151" y="256722"/>
                </a:cubicBezTo>
                <a:cubicBezTo>
                  <a:pt x="109151" y="256722"/>
                  <a:pt x="109151" y="256722"/>
                  <a:pt x="109151" y="235610"/>
                </a:cubicBezTo>
                <a:cubicBezTo>
                  <a:pt x="109151" y="235610"/>
                  <a:pt x="109151" y="235610"/>
                  <a:pt x="168582" y="235610"/>
                </a:cubicBezTo>
                <a:cubicBezTo>
                  <a:pt x="168582" y="235610"/>
                  <a:pt x="168582" y="235610"/>
                  <a:pt x="168582" y="110259"/>
                </a:cubicBezTo>
                <a:cubicBezTo>
                  <a:pt x="168582" y="110259"/>
                  <a:pt x="168582" y="110259"/>
                  <a:pt x="61606" y="110259"/>
                </a:cubicBezTo>
                <a:cubicBezTo>
                  <a:pt x="61606" y="110259"/>
                  <a:pt x="61606" y="110259"/>
                  <a:pt x="61606" y="126093"/>
                </a:cubicBezTo>
                <a:cubicBezTo>
                  <a:pt x="61606" y="126093"/>
                  <a:pt x="61606" y="126093"/>
                  <a:pt x="36512" y="126093"/>
                </a:cubicBezTo>
                <a:cubicBezTo>
                  <a:pt x="36512" y="126093"/>
                  <a:pt x="36512" y="126093"/>
                  <a:pt x="36512" y="99703"/>
                </a:cubicBezTo>
                <a:cubicBezTo>
                  <a:pt x="36512" y="90467"/>
                  <a:pt x="45757" y="82550"/>
                  <a:pt x="55002" y="82550"/>
                </a:cubicBezTo>
                <a:close/>
                <a:moveTo>
                  <a:pt x="102729" y="0"/>
                </a:moveTo>
                <a:cubicBezTo>
                  <a:pt x="102729" y="0"/>
                  <a:pt x="102729" y="0"/>
                  <a:pt x="305260" y="0"/>
                </a:cubicBezTo>
                <a:cubicBezTo>
                  <a:pt x="323672" y="0"/>
                  <a:pt x="338138" y="15802"/>
                  <a:pt x="338138" y="34237"/>
                </a:cubicBezTo>
                <a:cubicBezTo>
                  <a:pt x="338138" y="34237"/>
                  <a:pt x="338138" y="34237"/>
                  <a:pt x="338138" y="188306"/>
                </a:cubicBezTo>
                <a:cubicBezTo>
                  <a:pt x="338138" y="206741"/>
                  <a:pt x="323672" y="221226"/>
                  <a:pt x="305260" y="221226"/>
                </a:cubicBezTo>
                <a:cubicBezTo>
                  <a:pt x="305260" y="221226"/>
                  <a:pt x="305260" y="221226"/>
                  <a:pt x="234242" y="221226"/>
                </a:cubicBezTo>
                <a:cubicBezTo>
                  <a:pt x="234242" y="221226"/>
                  <a:pt x="234242" y="221226"/>
                  <a:pt x="234242" y="243612"/>
                </a:cubicBezTo>
                <a:cubicBezTo>
                  <a:pt x="234242" y="243612"/>
                  <a:pt x="234242" y="243612"/>
                  <a:pt x="265806" y="243612"/>
                </a:cubicBezTo>
                <a:cubicBezTo>
                  <a:pt x="272381" y="243612"/>
                  <a:pt x="277642" y="250196"/>
                  <a:pt x="277642" y="256780"/>
                </a:cubicBezTo>
                <a:cubicBezTo>
                  <a:pt x="277642" y="256780"/>
                  <a:pt x="277642" y="256780"/>
                  <a:pt x="277642" y="272582"/>
                </a:cubicBezTo>
                <a:cubicBezTo>
                  <a:pt x="277642" y="280483"/>
                  <a:pt x="272381" y="285750"/>
                  <a:pt x="265806" y="285750"/>
                </a:cubicBezTo>
                <a:cubicBezTo>
                  <a:pt x="265806" y="285750"/>
                  <a:pt x="265806" y="285750"/>
                  <a:pt x="205309" y="285750"/>
                </a:cubicBezTo>
                <a:cubicBezTo>
                  <a:pt x="207940" y="280483"/>
                  <a:pt x="209255" y="275216"/>
                  <a:pt x="210570" y="269948"/>
                </a:cubicBezTo>
                <a:cubicBezTo>
                  <a:pt x="210570" y="268632"/>
                  <a:pt x="210570" y="213325"/>
                  <a:pt x="210570" y="213325"/>
                </a:cubicBezTo>
                <a:cubicBezTo>
                  <a:pt x="210570" y="213325"/>
                  <a:pt x="210570" y="213325"/>
                  <a:pt x="210570" y="172504"/>
                </a:cubicBezTo>
                <a:cubicBezTo>
                  <a:pt x="210570" y="172504"/>
                  <a:pt x="210570" y="172504"/>
                  <a:pt x="296054" y="172504"/>
                </a:cubicBezTo>
                <a:cubicBezTo>
                  <a:pt x="303945" y="172504"/>
                  <a:pt x="309205" y="165920"/>
                  <a:pt x="309205" y="159335"/>
                </a:cubicBezTo>
                <a:cubicBezTo>
                  <a:pt x="309205" y="159335"/>
                  <a:pt x="309205" y="159335"/>
                  <a:pt x="309205" y="39504"/>
                </a:cubicBezTo>
                <a:cubicBezTo>
                  <a:pt x="309205" y="32920"/>
                  <a:pt x="303945" y="27653"/>
                  <a:pt x="296054" y="27653"/>
                </a:cubicBezTo>
                <a:cubicBezTo>
                  <a:pt x="296054" y="27653"/>
                  <a:pt x="296054" y="27653"/>
                  <a:pt x="110620" y="27653"/>
                </a:cubicBezTo>
                <a:cubicBezTo>
                  <a:pt x="104044" y="27653"/>
                  <a:pt x="98783" y="32920"/>
                  <a:pt x="98783" y="39504"/>
                </a:cubicBezTo>
                <a:cubicBezTo>
                  <a:pt x="98783" y="39504"/>
                  <a:pt x="98783" y="39504"/>
                  <a:pt x="98783" y="65841"/>
                </a:cubicBezTo>
                <a:cubicBezTo>
                  <a:pt x="98783" y="65841"/>
                  <a:pt x="98783" y="65841"/>
                  <a:pt x="69850" y="65841"/>
                </a:cubicBezTo>
                <a:cubicBezTo>
                  <a:pt x="69850" y="65841"/>
                  <a:pt x="69850" y="65841"/>
                  <a:pt x="69850" y="34237"/>
                </a:cubicBezTo>
                <a:cubicBezTo>
                  <a:pt x="69850" y="15802"/>
                  <a:pt x="84317" y="0"/>
                  <a:pt x="102729" y="0"/>
                </a:cubicBezTo>
                <a:close/>
              </a:path>
            </a:pathLst>
          </a:custGeom>
          <a:solidFill>
            <a:schemeClr val="accent6"/>
          </a:solidFill>
          <a:ln>
            <a:noFill/>
          </a:ln>
        </p:spPr>
        <p:txBody>
          <a:bodyPr anchor="ctr"/>
          <a:lstStyle/>
          <a:p>
            <a:pPr algn="ctr">
              <a:lnSpc>
                <a:spcPct val="120000"/>
              </a:lnSpc>
            </a:pPr>
            <a:endParaRPr sz="2400" dirty="0">
              <a:solidFill>
                <a:srgbClr val="FF0000"/>
              </a:solidFill>
              <a:latin typeface="微软雅黑" panose="020B0503020204020204" pitchFamily="34" charset="-122"/>
              <a:ea typeface="微软雅黑" panose="020B0503020204020204" pitchFamily="34" charset="-122"/>
            </a:endParaRPr>
          </a:p>
        </p:txBody>
      </p:sp>
      <p:sp>
        <p:nvSpPr>
          <p:cNvPr id="12" name="任意多边形 11"/>
          <p:cNvSpPr/>
          <p:nvPr>
            <p:custDataLst>
              <p:tags r:id="rId9"/>
            </p:custDataLst>
          </p:nvPr>
        </p:nvSpPr>
        <p:spPr bwMode="auto">
          <a:xfrm>
            <a:off x="2631239" y="2791258"/>
            <a:ext cx="542290" cy="572653"/>
          </a:xfrm>
          <a:custGeom>
            <a:avLst/>
            <a:gdLst>
              <a:gd name="connsiteX0" fmla="*/ 46038 w 338138"/>
              <a:gd name="connsiteY0" fmla="*/ 261938 h 285751"/>
              <a:gd name="connsiteX1" fmla="*/ 38100 w 338138"/>
              <a:gd name="connsiteY1" fmla="*/ 270670 h 285751"/>
              <a:gd name="connsiteX2" fmla="*/ 46038 w 338138"/>
              <a:gd name="connsiteY2" fmla="*/ 279402 h 285751"/>
              <a:gd name="connsiteX3" fmla="*/ 53976 w 338138"/>
              <a:gd name="connsiteY3" fmla="*/ 270670 h 285751"/>
              <a:gd name="connsiteX4" fmla="*/ 46038 w 338138"/>
              <a:gd name="connsiteY4" fmla="*/ 261938 h 285751"/>
              <a:gd name="connsiteX5" fmla="*/ 288131 w 338138"/>
              <a:gd name="connsiteY5" fmla="*/ 184150 h 285751"/>
              <a:gd name="connsiteX6" fmla="*/ 277812 w 338138"/>
              <a:gd name="connsiteY6" fmla="*/ 194469 h 285751"/>
              <a:gd name="connsiteX7" fmla="*/ 288131 w 338138"/>
              <a:gd name="connsiteY7" fmla="*/ 204788 h 285751"/>
              <a:gd name="connsiteX8" fmla="*/ 298450 w 338138"/>
              <a:gd name="connsiteY8" fmla="*/ 194469 h 285751"/>
              <a:gd name="connsiteX9" fmla="*/ 288131 w 338138"/>
              <a:gd name="connsiteY9" fmla="*/ 184150 h 285751"/>
              <a:gd name="connsiteX10" fmla="*/ 19050 w 338138"/>
              <a:gd name="connsiteY10" fmla="*/ 165100 h 285751"/>
              <a:gd name="connsiteX11" fmla="*/ 19050 w 338138"/>
              <a:gd name="connsiteY11" fmla="*/ 242888 h 285751"/>
              <a:gd name="connsiteX12" fmla="*/ 73025 w 338138"/>
              <a:gd name="connsiteY12" fmla="*/ 242888 h 285751"/>
              <a:gd name="connsiteX13" fmla="*/ 73025 w 338138"/>
              <a:gd name="connsiteY13" fmla="*/ 165100 h 285751"/>
              <a:gd name="connsiteX14" fmla="*/ 12010 w 338138"/>
              <a:gd name="connsiteY14" fmla="*/ 141288 h 285751"/>
              <a:gd name="connsiteX15" fmla="*/ 81400 w 338138"/>
              <a:gd name="connsiteY15" fmla="*/ 141288 h 285751"/>
              <a:gd name="connsiteX16" fmla="*/ 92075 w 338138"/>
              <a:gd name="connsiteY16" fmla="*/ 153107 h 285751"/>
              <a:gd name="connsiteX17" fmla="*/ 92075 w 338138"/>
              <a:gd name="connsiteY17" fmla="*/ 273932 h 285751"/>
              <a:gd name="connsiteX18" fmla="*/ 81400 w 338138"/>
              <a:gd name="connsiteY18" fmla="*/ 285751 h 285751"/>
              <a:gd name="connsiteX19" fmla="*/ 12010 w 338138"/>
              <a:gd name="connsiteY19" fmla="*/ 285751 h 285751"/>
              <a:gd name="connsiteX20" fmla="*/ 0 w 338138"/>
              <a:gd name="connsiteY20" fmla="*/ 273932 h 285751"/>
              <a:gd name="connsiteX21" fmla="*/ 0 w 338138"/>
              <a:gd name="connsiteY21" fmla="*/ 153107 h 285751"/>
              <a:gd name="connsiteX22" fmla="*/ 12010 w 338138"/>
              <a:gd name="connsiteY22" fmla="*/ 141288 h 285751"/>
              <a:gd name="connsiteX23" fmla="*/ 55002 w 338138"/>
              <a:gd name="connsiteY23" fmla="*/ 82550 h 285751"/>
              <a:gd name="connsiteX24" fmla="*/ 175185 w 338138"/>
              <a:gd name="connsiteY24" fmla="*/ 82550 h 285751"/>
              <a:gd name="connsiteX25" fmla="*/ 193675 w 338138"/>
              <a:gd name="connsiteY25" fmla="*/ 99703 h 285751"/>
              <a:gd name="connsiteX26" fmla="*/ 193675 w 338138"/>
              <a:gd name="connsiteY26" fmla="*/ 268597 h 285751"/>
              <a:gd name="connsiteX27" fmla="*/ 175185 w 338138"/>
              <a:gd name="connsiteY27" fmla="*/ 285750 h 285751"/>
              <a:gd name="connsiteX28" fmla="*/ 107830 w 338138"/>
              <a:gd name="connsiteY28" fmla="*/ 285750 h 285751"/>
              <a:gd name="connsiteX29" fmla="*/ 109151 w 338138"/>
              <a:gd name="connsiteY29" fmla="*/ 276514 h 285751"/>
              <a:gd name="connsiteX30" fmla="*/ 109151 w 338138"/>
              <a:gd name="connsiteY30" fmla="*/ 273875 h 285751"/>
              <a:gd name="connsiteX31" fmla="*/ 115754 w 338138"/>
              <a:gd name="connsiteY31" fmla="*/ 275194 h 285751"/>
              <a:gd name="connsiteX32" fmla="*/ 124999 w 338138"/>
              <a:gd name="connsiteY32" fmla="*/ 264639 h 285751"/>
              <a:gd name="connsiteX33" fmla="*/ 115754 w 338138"/>
              <a:gd name="connsiteY33" fmla="*/ 254083 h 285751"/>
              <a:gd name="connsiteX34" fmla="*/ 109151 w 338138"/>
              <a:gd name="connsiteY34" fmla="*/ 256722 h 285751"/>
              <a:gd name="connsiteX35" fmla="*/ 109151 w 338138"/>
              <a:gd name="connsiteY35" fmla="*/ 235610 h 285751"/>
              <a:gd name="connsiteX36" fmla="*/ 168582 w 338138"/>
              <a:gd name="connsiteY36" fmla="*/ 235610 h 285751"/>
              <a:gd name="connsiteX37" fmla="*/ 168582 w 338138"/>
              <a:gd name="connsiteY37" fmla="*/ 110259 h 285751"/>
              <a:gd name="connsiteX38" fmla="*/ 61606 w 338138"/>
              <a:gd name="connsiteY38" fmla="*/ 110259 h 285751"/>
              <a:gd name="connsiteX39" fmla="*/ 61606 w 338138"/>
              <a:gd name="connsiteY39" fmla="*/ 126093 h 285751"/>
              <a:gd name="connsiteX40" fmla="*/ 36512 w 338138"/>
              <a:gd name="connsiteY40" fmla="*/ 126093 h 285751"/>
              <a:gd name="connsiteX41" fmla="*/ 36512 w 338138"/>
              <a:gd name="connsiteY41" fmla="*/ 99703 h 285751"/>
              <a:gd name="connsiteX42" fmla="*/ 55002 w 338138"/>
              <a:gd name="connsiteY42" fmla="*/ 82550 h 285751"/>
              <a:gd name="connsiteX43" fmla="*/ 102729 w 338138"/>
              <a:gd name="connsiteY43" fmla="*/ 0 h 285751"/>
              <a:gd name="connsiteX44" fmla="*/ 305260 w 338138"/>
              <a:gd name="connsiteY44" fmla="*/ 0 h 285751"/>
              <a:gd name="connsiteX45" fmla="*/ 338138 w 338138"/>
              <a:gd name="connsiteY45" fmla="*/ 34237 h 285751"/>
              <a:gd name="connsiteX46" fmla="*/ 338138 w 338138"/>
              <a:gd name="connsiteY46" fmla="*/ 188306 h 285751"/>
              <a:gd name="connsiteX47" fmla="*/ 305260 w 338138"/>
              <a:gd name="connsiteY47" fmla="*/ 221226 h 285751"/>
              <a:gd name="connsiteX48" fmla="*/ 234242 w 338138"/>
              <a:gd name="connsiteY48" fmla="*/ 221226 h 285751"/>
              <a:gd name="connsiteX49" fmla="*/ 234242 w 338138"/>
              <a:gd name="connsiteY49" fmla="*/ 243612 h 285751"/>
              <a:gd name="connsiteX50" fmla="*/ 265806 w 338138"/>
              <a:gd name="connsiteY50" fmla="*/ 243612 h 285751"/>
              <a:gd name="connsiteX51" fmla="*/ 277642 w 338138"/>
              <a:gd name="connsiteY51" fmla="*/ 256780 h 285751"/>
              <a:gd name="connsiteX52" fmla="*/ 277642 w 338138"/>
              <a:gd name="connsiteY52" fmla="*/ 272582 h 285751"/>
              <a:gd name="connsiteX53" fmla="*/ 265806 w 338138"/>
              <a:gd name="connsiteY53" fmla="*/ 285750 h 285751"/>
              <a:gd name="connsiteX54" fmla="*/ 205309 w 338138"/>
              <a:gd name="connsiteY54" fmla="*/ 285750 h 285751"/>
              <a:gd name="connsiteX55" fmla="*/ 210570 w 338138"/>
              <a:gd name="connsiteY55" fmla="*/ 269948 h 285751"/>
              <a:gd name="connsiteX56" fmla="*/ 210570 w 338138"/>
              <a:gd name="connsiteY56" fmla="*/ 213325 h 285751"/>
              <a:gd name="connsiteX57" fmla="*/ 210570 w 338138"/>
              <a:gd name="connsiteY57" fmla="*/ 172504 h 285751"/>
              <a:gd name="connsiteX58" fmla="*/ 296054 w 338138"/>
              <a:gd name="connsiteY58" fmla="*/ 172504 h 285751"/>
              <a:gd name="connsiteX59" fmla="*/ 309205 w 338138"/>
              <a:gd name="connsiteY59" fmla="*/ 159335 h 285751"/>
              <a:gd name="connsiteX60" fmla="*/ 309205 w 338138"/>
              <a:gd name="connsiteY60" fmla="*/ 39504 h 285751"/>
              <a:gd name="connsiteX61" fmla="*/ 296054 w 338138"/>
              <a:gd name="connsiteY61" fmla="*/ 27653 h 285751"/>
              <a:gd name="connsiteX62" fmla="*/ 110620 w 338138"/>
              <a:gd name="connsiteY62" fmla="*/ 27653 h 285751"/>
              <a:gd name="connsiteX63" fmla="*/ 98783 w 338138"/>
              <a:gd name="connsiteY63" fmla="*/ 39504 h 285751"/>
              <a:gd name="connsiteX64" fmla="*/ 98783 w 338138"/>
              <a:gd name="connsiteY64" fmla="*/ 65841 h 285751"/>
              <a:gd name="connsiteX65" fmla="*/ 69850 w 338138"/>
              <a:gd name="connsiteY65" fmla="*/ 65841 h 285751"/>
              <a:gd name="connsiteX66" fmla="*/ 69850 w 338138"/>
              <a:gd name="connsiteY66" fmla="*/ 34237 h 285751"/>
              <a:gd name="connsiteX67" fmla="*/ 102729 w 338138"/>
              <a:gd name="connsiteY67" fmla="*/ 0 h 285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338138" h="285751">
                <a:moveTo>
                  <a:pt x="46038" y="261938"/>
                </a:moveTo>
                <a:cubicBezTo>
                  <a:pt x="41654" y="261938"/>
                  <a:pt x="38100" y="265847"/>
                  <a:pt x="38100" y="270670"/>
                </a:cubicBezTo>
                <a:cubicBezTo>
                  <a:pt x="38100" y="275493"/>
                  <a:pt x="41654" y="279402"/>
                  <a:pt x="46038" y="279402"/>
                </a:cubicBezTo>
                <a:cubicBezTo>
                  <a:pt x="50422" y="279402"/>
                  <a:pt x="53976" y="275493"/>
                  <a:pt x="53976" y="270670"/>
                </a:cubicBezTo>
                <a:cubicBezTo>
                  <a:pt x="53976" y="265847"/>
                  <a:pt x="50422" y="261938"/>
                  <a:pt x="46038" y="261938"/>
                </a:cubicBezTo>
                <a:close/>
                <a:moveTo>
                  <a:pt x="288131" y="184150"/>
                </a:moveTo>
                <a:cubicBezTo>
                  <a:pt x="282432" y="184150"/>
                  <a:pt x="277812" y="188770"/>
                  <a:pt x="277812" y="194469"/>
                </a:cubicBezTo>
                <a:cubicBezTo>
                  <a:pt x="277812" y="200168"/>
                  <a:pt x="282432" y="204788"/>
                  <a:pt x="288131" y="204788"/>
                </a:cubicBezTo>
                <a:cubicBezTo>
                  <a:pt x="293830" y="204788"/>
                  <a:pt x="298450" y="200168"/>
                  <a:pt x="298450" y="194469"/>
                </a:cubicBezTo>
                <a:cubicBezTo>
                  <a:pt x="298450" y="188770"/>
                  <a:pt x="293830" y="184150"/>
                  <a:pt x="288131" y="184150"/>
                </a:cubicBezTo>
                <a:close/>
                <a:moveTo>
                  <a:pt x="19050" y="165100"/>
                </a:moveTo>
                <a:lnTo>
                  <a:pt x="19050" y="242888"/>
                </a:lnTo>
                <a:lnTo>
                  <a:pt x="73025" y="242888"/>
                </a:lnTo>
                <a:lnTo>
                  <a:pt x="73025" y="165100"/>
                </a:lnTo>
                <a:close/>
                <a:moveTo>
                  <a:pt x="12010" y="141288"/>
                </a:moveTo>
                <a:cubicBezTo>
                  <a:pt x="12010" y="141288"/>
                  <a:pt x="12010" y="141288"/>
                  <a:pt x="81400" y="141288"/>
                </a:cubicBezTo>
                <a:cubicBezTo>
                  <a:pt x="86738" y="141288"/>
                  <a:pt x="92075" y="146541"/>
                  <a:pt x="92075" y="153107"/>
                </a:cubicBezTo>
                <a:cubicBezTo>
                  <a:pt x="92075" y="153107"/>
                  <a:pt x="92075" y="153107"/>
                  <a:pt x="92075" y="273932"/>
                </a:cubicBezTo>
                <a:cubicBezTo>
                  <a:pt x="92075" y="280498"/>
                  <a:pt x="86738" y="285751"/>
                  <a:pt x="81400" y="285751"/>
                </a:cubicBezTo>
                <a:cubicBezTo>
                  <a:pt x="81400" y="285751"/>
                  <a:pt x="81400" y="285751"/>
                  <a:pt x="12010" y="285751"/>
                </a:cubicBezTo>
                <a:cubicBezTo>
                  <a:pt x="5337" y="285751"/>
                  <a:pt x="0" y="280498"/>
                  <a:pt x="0" y="273932"/>
                </a:cubicBezTo>
                <a:cubicBezTo>
                  <a:pt x="0" y="273932"/>
                  <a:pt x="0" y="273932"/>
                  <a:pt x="0" y="153107"/>
                </a:cubicBezTo>
                <a:cubicBezTo>
                  <a:pt x="0" y="146541"/>
                  <a:pt x="5337" y="141288"/>
                  <a:pt x="12010" y="141288"/>
                </a:cubicBezTo>
                <a:close/>
                <a:moveTo>
                  <a:pt x="55002" y="82550"/>
                </a:moveTo>
                <a:cubicBezTo>
                  <a:pt x="55002" y="82550"/>
                  <a:pt x="55002" y="82550"/>
                  <a:pt x="175185" y="82550"/>
                </a:cubicBezTo>
                <a:cubicBezTo>
                  <a:pt x="185751" y="82550"/>
                  <a:pt x="193675" y="90467"/>
                  <a:pt x="193675" y="99703"/>
                </a:cubicBezTo>
                <a:cubicBezTo>
                  <a:pt x="193675" y="99703"/>
                  <a:pt x="193675" y="99703"/>
                  <a:pt x="193675" y="268597"/>
                </a:cubicBezTo>
                <a:cubicBezTo>
                  <a:pt x="193675" y="277833"/>
                  <a:pt x="185751" y="285750"/>
                  <a:pt x="175185" y="285750"/>
                </a:cubicBezTo>
                <a:cubicBezTo>
                  <a:pt x="175185" y="285750"/>
                  <a:pt x="175185" y="285750"/>
                  <a:pt x="107830" y="285750"/>
                </a:cubicBezTo>
                <a:cubicBezTo>
                  <a:pt x="109151" y="283111"/>
                  <a:pt x="109151" y="280472"/>
                  <a:pt x="109151" y="276514"/>
                </a:cubicBezTo>
                <a:cubicBezTo>
                  <a:pt x="109151" y="276514"/>
                  <a:pt x="109151" y="276514"/>
                  <a:pt x="109151" y="273875"/>
                </a:cubicBezTo>
                <a:cubicBezTo>
                  <a:pt x="110471" y="273875"/>
                  <a:pt x="113113" y="275194"/>
                  <a:pt x="115754" y="275194"/>
                </a:cubicBezTo>
                <a:cubicBezTo>
                  <a:pt x="121037" y="275194"/>
                  <a:pt x="124999" y="271236"/>
                  <a:pt x="124999" y="264639"/>
                </a:cubicBezTo>
                <a:cubicBezTo>
                  <a:pt x="124999" y="259361"/>
                  <a:pt x="121037" y="254083"/>
                  <a:pt x="115754" y="254083"/>
                </a:cubicBezTo>
                <a:cubicBezTo>
                  <a:pt x="113113" y="254083"/>
                  <a:pt x="110471" y="255402"/>
                  <a:pt x="109151" y="256722"/>
                </a:cubicBezTo>
                <a:cubicBezTo>
                  <a:pt x="109151" y="256722"/>
                  <a:pt x="109151" y="256722"/>
                  <a:pt x="109151" y="235610"/>
                </a:cubicBezTo>
                <a:cubicBezTo>
                  <a:pt x="109151" y="235610"/>
                  <a:pt x="109151" y="235610"/>
                  <a:pt x="168582" y="235610"/>
                </a:cubicBezTo>
                <a:cubicBezTo>
                  <a:pt x="168582" y="235610"/>
                  <a:pt x="168582" y="235610"/>
                  <a:pt x="168582" y="110259"/>
                </a:cubicBezTo>
                <a:cubicBezTo>
                  <a:pt x="168582" y="110259"/>
                  <a:pt x="168582" y="110259"/>
                  <a:pt x="61606" y="110259"/>
                </a:cubicBezTo>
                <a:cubicBezTo>
                  <a:pt x="61606" y="110259"/>
                  <a:pt x="61606" y="110259"/>
                  <a:pt x="61606" y="126093"/>
                </a:cubicBezTo>
                <a:cubicBezTo>
                  <a:pt x="61606" y="126093"/>
                  <a:pt x="61606" y="126093"/>
                  <a:pt x="36512" y="126093"/>
                </a:cubicBezTo>
                <a:cubicBezTo>
                  <a:pt x="36512" y="126093"/>
                  <a:pt x="36512" y="126093"/>
                  <a:pt x="36512" y="99703"/>
                </a:cubicBezTo>
                <a:cubicBezTo>
                  <a:pt x="36512" y="90467"/>
                  <a:pt x="45757" y="82550"/>
                  <a:pt x="55002" y="82550"/>
                </a:cubicBezTo>
                <a:close/>
                <a:moveTo>
                  <a:pt x="102729" y="0"/>
                </a:moveTo>
                <a:cubicBezTo>
                  <a:pt x="102729" y="0"/>
                  <a:pt x="102729" y="0"/>
                  <a:pt x="305260" y="0"/>
                </a:cubicBezTo>
                <a:cubicBezTo>
                  <a:pt x="323672" y="0"/>
                  <a:pt x="338138" y="15802"/>
                  <a:pt x="338138" y="34237"/>
                </a:cubicBezTo>
                <a:cubicBezTo>
                  <a:pt x="338138" y="34237"/>
                  <a:pt x="338138" y="34237"/>
                  <a:pt x="338138" y="188306"/>
                </a:cubicBezTo>
                <a:cubicBezTo>
                  <a:pt x="338138" y="206741"/>
                  <a:pt x="323672" y="221226"/>
                  <a:pt x="305260" y="221226"/>
                </a:cubicBezTo>
                <a:cubicBezTo>
                  <a:pt x="305260" y="221226"/>
                  <a:pt x="305260" y="221226"/>
                  <a:pt x="234242" y="221226"/>
                </a:cubicBezTo>
                <a:cubicBezTo>
                  <a:pt x="234242" y="221226"/>
                  <a:pt x="234242" y="221226"/>
                  <a:pt x="234242" y="243612"/>
                </a:cubicBezTo>
                <a:cubicBezTo>
                  <a:pt x="234242" y="243612"/>
                  <a:pt x="234242" y="243612"/>
                  <a:pt x="265806" y="243612"/>
                </a:cubicBezTo>
                <a:cubicBezTo>
                  <a:pt x="272381" y="243612"/>
                  <a:pt x="277642" y="250196"/>
                  <a:pt x="277642" y="256780"/>
                </a:cubicBezTo>
                <a:cubicBezTo>
                  <a:pt x="277642" y="256780"/>
                  <a:pt x="277642" y="256780"/>
                  <a:pt x="277642" y="272582"/>
                </a:cubicBezTo>
                <a:cubicBezTo>
                  <a:pt x="277642" y="280483"/>
                  <a:pt x="272381" y="285750"/>
                  <a:pt x="265806" y="285750"/>
                </a:cubicBezTo>
                <a:cubicBezTo>
                  <a:pt x="265806" y="285750"/>
                  <a:pt x="265806" y="285750"/>
                  <a:pt x="205309" y="285750"/>
                </a:cubicBezTo>
                <a:cubicBezTo>
                  <a:pt x="207940" y="280483"/>
                  <a:pt x="209255" y="275216"/>
                  <a:pt x="210570" y="269948"/>
                </a:cubicBezTo>
                <a:cubicBezTo>
                  <a:pt x="210570" y="268632"/>
                  <a:pt x="210570" y="213325"/>
                  <a:pt x="210570" y="213325"/>
                </a:cubicBezTo>
                <a:cubicBezTo>
                  <a:pt x="210570" y="213325"/>
                  <a:pt x="210570" y="213325"/>
                  <a:pt x="210570" y="172504"/>
                </a:cubicBezTo>
                <a:cubicBezTo>
                  <a:pt x="210570" y="172504"/>
                  <a:pt x="210570" y="172504"/>
                  <a:pt x="296054" y="172504"/>
                </a:cubicBezTo>
                <a:cubicBezTo>
                  <a:pt x="303945" y="172504"/>
                  <a:pt x="309205" y="165920"/>
                  <a:pt x="309205" y="159335"/>
                </a:cubicBezTo>
                <a:cubicBezTo>
                  <a:pt x="309205" y="159335"/>
                  <a:pt x="309205" y="159335"/>
                  <a:pt x="309205" y="39504"/>
                </a:cubicBezTo>
                <a:cubicBezTo>
                  <a:pt x="309205" y="32920"/>
                  <a:pt x="303945" y="27653"/>
                  <a:pt x="296054" y="27653"/>
                </a:cubicBezTo>
                <a:cubicBezTo>
                  <a:pt x="296054" y="27653"/>
                  <a:pt x="296054" y="27653"/>
                  <a:pt x="110620" y="27653"/>
                </a:cubicBezTo>
                <a:cubicBezTo>
                  <a:pt x="104044" y="27653"/>
                  <a:pt x="98783" y="32920"/>
                  <a:pt x="98783" y="39504"/>
                </a:cubicBezTo>
                <a:cubicBezTo>
                  <a:pt x="98783" y="39504"/>
                  <a:pt x="98783" y="39504"/>
                  <a:pt x="98783" y="65841"/>
                </a:cubicBezTo>
                <a:cubicBezTo>
                  <a:pt x="98783" y="65841"/>
                  <a:pt x="98783" y="65841"/>
                  <a:pt x="69850" y="65841"/>
                </a:cubicBezTo>
                <a:cubicBezTo>
                  <a:pt x="69850" y="65841"/>
                  <a:pt x="69850" y="65841"/>
                  <a:pt x="69850" y="34237"/>
                </a:cubicBezTo>
                <a:cubicBezTo>
                  <a:pt x="69850" y="15802"/>
                  <a:pt x="84317" y="0"/>
                  <a:pt x="102729" y="0"/>
                </a:cubicBezTo>
                <a:close/>
              </a:path>
            </a:pathLst>
          </a:custGeom>
          <a:solidFill>
            <a:schemeClr val="accent1"/>
          </a:solidFill>
          <a:ln>
            <a:noFill/>
          </a:ln>
        </p:spPr>
        <p:txBody>
          <a:bodyPr anchor="ctr"/>
          <a:lstStyle/>
          <a:p>
            <a:pPr algn="ctr">
              <a:lnSpc>
                <a:spcPct val="120000"/>
              </a:lnSpc>
            </a:pPr>
            <a:endParaRPr sz="2400" dirty="0">
              <a:latin typeface="微软雅黑" panose="020B0503020204020204" pitchFamily="34" charset="-122"/>
              <a:ea typeface="微软雅黑" panose="020B0503020204020204" pitchFamily="34" charset="-122"/>
            </a:endParaRPr>
          </a:p>
        </p:txBody>
      </p:sp>
      <p:sp>
        <p:nvSpPr>
          <p:cNvPr id="14" name="流程图: 手动输入 13"/>
          <p:cNvSpPr/>
          <p:nvPr>
            <p:custDataLst>
              <p:tags r:id="rId10"/>
            </p:custDataLst>
          </p:nvPr>
        </p:nvSpPr>
        <p:spPr>
          <a:xfrm>
            <a:off x="4304464" y="2022439"/>
            <a:ext cx="1838960" cy="2256508"/>
          </a:xfrm>
          <a:prstGeom prst="flowChartManualInput">
            <a:avLst/>
          </a:prstGeom>
          <a:solidFill>
            <a:schemeClr val="accent3"/>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20000"/>
              </a:lnSpc>
            </a:pPr>
            <a:endParaRPr sz="2400" dirty="0">
              <a:solidFill>
                <a:schemeClr val="bg1"/>
              </a:solidFill>
              <a:latin typeface="微软雅黑" panose="020B0503020204020204" pitchFamily="34" charset="-122"/>
              <a:ea typeface="微软雅黑" panose="020B0503020204020204" pitchFamily="34" charset="-122"/>
            </a:endParaRPr>
          </a:p>
        </p:txBody>
      </p:sp>
      <p:sp>
        <p:nvSpPr>
          <p:cNvPr id="21" name="流程图: 手动输入 20"/>
          <p:cNvSpPr/>
          <p:nvPr>
            <p:custDataLst>
              <p:tags r:id="rId11"/>
            </p:custDataLst>
          </p:nvPr>
        </p:nvSpPr>
        <p:spPr>
          <a:xfrm>
            <a:off x="4304464" y="2191349"/>
            <a:ext cx="1838960" cy="2256508"/>
          </a:xfrm>
          <a:prstGeom prst="flowChartManualInput">
            <a:avLst/>
          </a:prstGeom>
          <a:solidFill>
            <a:schemeClr val="bg1">
              <a:lumMod val="95000"/>
            </a:schemeClr>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20000"/>
              </a:lnSpc>
            </a:pPr>
            <a:endParaRPr sz="2400" dirty="0">
              <a:latin typeface="微软雅黑" panose="020B0503020204020204" pitchFamily="34" charset="-122"/>
              <a:ea typeface="微软雅黑" panose="020B0503020204020204" pitchFamily="34" charset="-122"/>
            </a:endParaRPr>
          </a:p>
        </p:txBody>
      </p:sp>
      <p:sp>
        <p:nvSpPr>
          <p:cNvPr id="22" name="流程图: 手动输入 21"/>
          <p:cNvSpPr/>
          <p:nvPr>
            <p:custDataLst>
              <p:tags r:id="rId12"/>
            </p:custDataLst>
          </p:nvPr>
        </p:nvSpPr>
        <p:spPr>
          <a:xfrm flipH="1">
            <a:off x="6143424" y="2022439"/>
            <a:ext cx="1838960" cy="2256508"/>
          </a:xfrm>
          <a:prstGeom prst="flowChartManualInput">
            <a:avLst/>
          </a:prstGeom>
          <a:solidFill>
            <a:schemeClr val="accent4"/>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20000"/>
              </a:lnSpc>
            </a:pPr>
            <a:endParaRPr sz="2400" dirty="0">
              <a:latin typeface="微软雅黑" panose="020B0503020204020204" pitchFamily="34" charset="-122"/>
              <a:ea typeface="微软雅黑" panose="020B0503020204020204" pitchFamily="34" charset="-122"/>
            </a:endParaRPr>
          </a:p>
        </p:txBody>
      </p:sp>
      <p:sp>
        <p:nvSpPr>
          <p:cNvPr id="25" name="流程图: 手动输入 24"/>
          <p:cNvSpPr/>
          <p:nvPr>
            <p:custDataLst>
              <p:tags r:id="rId13"/>
            </p:custDataLst>
          </p:nvPr>
        </p:nvSpPr>
        <p:spPr>
          <a:xfrm flipH="1">
            <a:off x="6143424" y="2191349"/>
            <a:ext cx="1838960" cy="2256508"/>
          </a:xfrm>
          <a:prstGeom prst="flowChartManualInput">
            <a:avLst/>
          </a:prstGeom>
          <a:solidFill>
            <a:schemeClr val="bg1">
              <a:lumMod val="85000"/>
            </a:schemeClr>
          </a:solidFill>
          <a:ln w="76200" cap="rnd">
            <a:solidFill>
              <a:schemeClr val="bg1"/>
            </a:solidFill>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20000"/>
              </a:lnSpc>
            </a:pPr>
            <a:endParaRPr sz="2400" dirty="0">
              <a:solidFill>
                <a:schemeClr val="accent6">
                  <a:lumMod val="40000"/>
                  <a:lumOff val="60000"/>
                </a:schemeClr>
              </a:solidFill>
              <a:latin typeface="微软雅黑" panose="020B0503020204020204" pitchFamily="34" charset="-122"/>
              <a:ea typeface="微软雅黑" panose="020B0503020204020204" pitchFamily="34" charset="-122"/>
            </a:endParaRPr>
          </a:p>
        </p:txBody>
      </p:sp>
      <p:sp>
        <p:nvSpPr>
          <p:cNvPr id="28" name="矩形 27"/>
          <p:cNvSpPr/>
          <p:nvPr>
            <p:custDataLst>
              <p:tags r:id="rId14"/>
            </p:custDataLst>
          </p:nvPr>
        </p:nvSpPr>
        <p:spPr>
          <a:xfrm>
            <a:off x="4374949" y="3527660"/>
            <a:ext cx="1672590" cy="519512"/>
          </a:xfrm>
          <a:prstGeom prst="rect">
            <a:avLst/>
          </a:prstGeom>
        </p:spPr>
        <p:txBody>
          <a:bodyPr wrap="square" lIns="90000" tIns="46800" rIns="90000" bIns="0" anchor="b" anchorCtr="0">
            <a:noAutofit/>
          </a:bodyPr>
          <a:lstStyle/>
          <a:p>
            <a:pPr lvl="0" algn="r" defTabSz="913765">
              <a:lnSpc>
                <a:spcPct val="120000"/>
              </a:lnSpc>
            </a:pPr>
            <a:r>
              <a:rPr lang="zh-CN" altLang="en-US" sz="2400" b="1" spc="300" dirty="0">
                <a:solidFill>
                  <a:srgbClr val="ED7D31"/>
                </a:solidFill>
                <a:latin typeface="微软雅黑" panose="020B0503020204020204" pitchFamily="34" charset="-122"/>
                <a:ea typeface="微软雅黑" panose="020B0503020204020204" pitchFamily="34" charset="-122"/>
                <a:cs typeface="+mj-cs"/>
              </a:rPr>
              <a:t>传递性</a:t>
            </a:r>
            <a:endParaRPr lang="zh-CN" altLang="en-US" sz="2400" b="1" spc="300" dirty="0">
              <a:solidFill>
                <a:srgbClr val="ED7D31"/>
              </a:solidFill>
              <a:latin typeface="微软雅黑" panose="020B0503020204020204" pitchFamily="34" charset="-122"/>
              <a:ea typeface="微软雅黑" panose="020B0503020204020204" pitchFamily="34" charset="-122"/>
              <a:cs typeface="+mj-cs"/>
            </a:endParaRPr>
          </a:p>
        </p:txBody>
      </p:sp>
      <p:sp>
        <p:nvSpPr>
          <p:cNvPr id="31" name="矩形 30"/>
          <p:cNvSpPr/>
          <p:nvPr>
            <p:custDataLst>
              <p:tags r:id="rId15"/>
            </p:custDataLst>
          </p:nvPr>
        </p:nvSpPr>
        <p:spPr>
          <a:xfrm>
            <a:off x="6171999" y="3527660"/>
            <a:ext cx="1671955" cy="519512"/>
          </a:xfrm>
          <a:prstGeom prst="rect">
            <a:avLst/>
          </a:prstGeom>
        </p:spPr>
        <p:txBody>
          <a:bodyPr wrap="square" lIns="90000" tIns="46800" rIns="90000" bIns="0" anchor="b" anchorCtr="0">
            <a:noAutofit/>
          </a:bodyPr>
          <a:lstStyle/>
          <a:p>
            <a:pPr lvl="0" defTabSz="913765">
              <a:lnSpc>
                <a:spcPct val="120000"/>
              </a:lnSpc>
            </a:pPr>
            <a:r>
              <a:rPr lang="zh-CN" altLang="en-US" sz="2400" b="1" spc="300" dirty="0">
                <a:solidFill>
                  <a:srgbClr val="7030A0"/>
                </a:solidFill>
                <a:latin typeface="微软雅黑" panose="020B0503020204020204" pitchFamily="34" charset="-122"/>
                <a:ea typeface="微软雅黑" panose="020B0503020204020204" pitchFamily="34" charset="-122"/>
                <a:cs typeface="+mj-cs"/>
              </a:rPr>
              <a:t>共享性</a:t>
            </a:r>
            <a:endParaRPr lang="zh-CN" altLang="en-US" sz="2400" b="1" spc="300" dirty="0">
              <a:solidFill>
                <a:srgbClr val="7030A0"/>
              </a:solidFill>
              <a:latin typeface="微软雅黑" panose="020B0503020204020204" pitchFamily="34" charset="-122"/>
              <a:ea typeface="微软雅黑" panose="020B0503020204020204" pitchFamily="34" charset="-122"/>
              <a:cs typeface="+mj-cs"/>
            </a:endParaRPr>
          </a:p>
        </p:txBody>
      </p:sp>
      <p:sp>
        <p:nvSpPr>
          <p:cNvPr id="32" name="任意多边形 31"/>
          <p:cNvSpPr/>
          <p:nvPr>
            <p:custDataLst>
              <p:tags r:id="rId16"/>
            </p:custDataLst>
          </p:nvPr>
        </p:nvSpPr>
        <p:spPr bwMode="auto">
          <a:xfrm>
            <a:off x="6365674" y="2864360"/>
            <a:ext cx="440055" cy="463992"/>
          </a:xfrm>
          <a:custGeom>
            <a:avLst/>
            <a:gdLst>
              <a:gd name="connsiteX0" fmla="*/ 46038 w 338138"/>
              <a:gd name="connsiteY0" fmla="*/ 261938 h 285751"/>
              <a:gd name="connsiteX1" fmla="*/ 38100 w 338138"/>
              <a:gd name="connsiteY1" fmla="*/ 270670 h 285751"/>
              <a:gd name="connsiteX2" fmla="*/ 46038 w 338138"/>
              <a:gd name="connsiteY2" fmla="*/ 279402 h 285751"/>
              <a:gd name="connsiteX3" fmla="*/ 53976 w 338138"/>
              <a:gd name="connsiteY3" fmla="*/ 270670 h 285751"/>
              <a:gd name="connsiteX4" fmla="*/ 46038 w 338138"/>
              <a:gd name="connsiteY4" fmla="*/ 261938 h 285751"/>
              <a:gd name="connsiteX5" fmla="*/ 288131 w 338138"/>
              <a:gd name="connsiteY5" fmla="*/ 184150 h 285751"/>
              <a:gd name="connsiteX6" fmla="*/ 277812 w 338138"/>
              <a:gd name="connsiteY6" fmla="*/ 194469 h 285751"/>
              <a:gd name="connsiteX7" fmla="*/ 288131 w 338138"/>
              <a:gd name="connsiteY7" fmla="*/ 204788 h 285751"/>
              <a:gd name="connsiteX8" fmla="*/ 298450 w 338138"/>
              <a:gd name="connsiteY8" fmla="*/ 194469 h 285751"/>
              <a:gd name="connsiteX9" fmla="*/ 288131 w 338138"/>
              <a:gd name="connsiteY9" fmla="*/ 184150 h 285751"/>
              <a:gd name="connsiteX10" fmla="*/ 19050 w 338138"/>
              <a:gd name="connsiteY10" fmla="*/ 165100 h 285751"/>
              <a:gd name="connsiteX11" fmla="*/ 19050 w 338138"/>
              <a:gd name="connsiteY11" fmla="*/ 242888 h 285751"/>
              <a:gd name="connsiteX12" fmla="*/ 73025 w 338138"/>
              <a:gd name="connsiteY12" fmla="*/ 242888 h 285751"/>
              <a:gd name="connsiteX13" fmla="*/ 73025 w 338138"/>
              <a:gd name="connsiteY13" fmla="*/ 165100 h 285751"/>
              <a:gd name="connsiteX14" fmla="*/ 12010 w 338138"/>
              <a:gd name="connsiteY14" fmla="*/ 141288 h 285751"/>
              <a:gd name="connsiteX15" fmla="*/ 81400 w 338138"/>
              <a:gd name="connsiteY15" fmla="*/ 141288 h 285751"/>
              <a:gd name="connsiteX16" fmla="*/ 92075 w 338138"/>
              <a:gd name="connsiteY16" fmla="*/ 153107 h 285751"/>
              <a:gd name="connsiteX17" fmla="*/ 92075 w 338138"/>
              <a:gd name="connsiteY17" fmla="*/ 273932 h 285751"/>
              <a:gd name="connsiteX18" fmla="*/ 81400 w 338138"/>
              <a:gd name="connsiteY18" fmla="*/ 285751 h 285751"/>
              <a:gd name="connsiteX19" fmla="*/ 12010 w 338138"/>
              <a:gd name="connsiteY19" fmla="*/ 285751 h 285751"/>
              <a:gd name="connsiteX20" fmla="*/ 0 w 338138"/>
              <a:gd name="connsiteY20" fmla="*/ 273932 h 285751"/>
              <a:gd name="connsiteX21" fmla="*/ 0 w 338138"/>
              <a:gd name="connsiteY21" fmla="*/ 153107 h 285751"/>
              <a:gd name="connsiteX22" fmla="*/ 12010 w 338138"/>
              <a:gd name="connsiteY22" fmla="*/ 141288 h 285751"/>
              <a:gd name="connsiteX23" fmla="*/ 55002 w 338138"/>
              <a:gd name="connsiteY23" fmla="*/ 82550 h 285751"/>
              <a:gd name="connsiteX24" fmla="*/ 175185 w 338138"/>
              <a:gd name="connsiteY24" fmla="*/ 82550 h 285751"/>
              <a:gd name="connsiteX25" fmla="*/ 193675 w 338138"/>
              <a:gd name="connsiteY25" fmla="*/ 99703 h 285751"/>
              <a:gd name="connsiteX26" fmla="*/ 193675 w 338138"/>
              <a:gd name="connsiteY26" fmla="*/ 268597 h 285751"/>
              <a:gd name="connsiteX27" fmla="*/ 175185 w 338138"/>
              <a:gd name="connsiteY27" fmla="*/ 285750 h 285751"/>
              <a:gd name="connsiteX28" fmla="*/ 107830 w 338138"/>
              <a:gd name="connsiteY28" fmla="*/ 285750 h 285751"/>
              <a:gd name="connsiteX29" fmla="*/ 109151 w 338138"/>
              <a:gd name="connsiteY29" fmla="*/ 276514 h 285751"/>
              <a:gd name="connsiteX30" fmla="*/ 109151 w 338138"/>
              <a:gd name="connsiteY30" fmla="*/ 273875 h 285751"/>
              <a:gd name="connsiteX31" fmla="*/ 115754 w 338138"/>
              <a:gd name="connsiteY31" fmla="*/ 275194 h 285751"/>
              <a:gd name="connsiteX32" fmla="*/ 124999 w 338138"/>
              <a:gd name="connsiteY32" fmla="*/ 264639 h 285751"/>
              <a:gd name="connsiteX33" fmla="*/ 115754 w 338138"/>
              <a:gd name="connsiteY33" fmla="*/ 254083 h 285751"/>
              <a:gd name="connsiteX34" fmla="*/ 109151 w 338138"/>
              <a:gd name="connsiteY34" fmla="*/ 256722 h 285751"/>
              <a:gd name="connsiteX35" fmla="*/ 109151 w 338138"/>
              <a:gd name="connsiteY35" fmla="*/ 235610 h 285751"/>
              <a:gd name="connsiteX36" fmla="*/ 168582 w 338138"/>
              <a:gd name="connsiteY36" fmla="*/ 235610 h 285751"/>
              <a:gd name="connsiteX37" fmla="*/ 168582 w 338138"/>
              <a:gd name="connsiteY37" fmla="*/ 110259 h 285751"/>
              <a:gd name="connsiteX38" fmla="*/ 61606 w 338138"/>
              <a:gd name="connsiteY38" fmla="*/ 110259 h 285751"/>
              <a:gd name="connsiteX39" fmla="*/ 61606 w 338138"/>
              <a:gd name="connsiteY39" fmla="*/ 126093 h 285751"/>
              <a:gd name="connsiteX40" fmla="*/ 36512 w 338138"/>
              <a:gd name="connsiteY40" fmla="*/ 126093 h 285751"/>
              <a:gd name="connsiteX41" fmla="*/ 36512 w 338138"/>
              <a:gd name="connsiteY41" fmla="*/ 99703 h 285751"/>
              <a:gd name="connsiteX42" fmla="*/ 55002 w 338138"/>
              <a:gd name="connsiteY42" fmla="*/ 82550 h 285751"/>
              <a:gd name="connsiteX43" fmla="*/ 102729 w 338138"/>
              <a:gd name="connsiteY43" fmla="*/ 0 h 285751"/>
              <a:gd name="connsiteX44" fmla="*/ 305260 w 338138"/>
              <a:gd name="connsiteY44" fmla="*/ 0 h 285751"/>
              <a:gd name="connsiteX45" fmla="*/ 338138 w 338138"/>
              <a:gd name="connsiteY45" fmla="*/ 34237 h 285751"/>
              <a:gd name="connsiteX46" fmla="*/ 338138 w 338138"/>
              <a:gd name="connsiteY46" fmla="*/ 188306 h 285751"/>
              <a:gd name="connsiteX47" fmla="*/ 305260 w 338138"/>
              <a:gd name="connsiteY47" fmla="*/ 221226 h 285751"/>
              <a:gd name="connsiteX48" fmla="*/ 234242 w 338138"/>
              <a:gd name="connsiteY48" fmla="*/ 221226 h 285751"/>
              <a:gd name="connsiteX49" fmla="*/ 234242 w 338138"/>
              <a:gd name="connsiteY49" fmla="*/ 243612 h 285751"/>
              <a:gd name="connsiteX50" fmla="*/ 265806 w 338138"/>
              <a:gd name="connsiteY50" fmla="*/ 243612 h 285751"/>
              <a:gd name="connsiteX51" fmla="*/ 277642 w 338138"/>
              <a:gd name="connsiteY51" fmla="*/ 256780 h 285751"/>
              <a:gd name="connsiteX52" fmla="*/ 277642 w 338138"/>
              <a:gd name="connsiteY52" fmla="*/ 272582 h 285751"/>
              <a:gd name="connsiteX53" fmla="*/ 265806 w 338138"/>
              <a:gd name="connsiteY53" fmla="*/ 285750 h 285751"/>
              <a:gd name="connsiteX54" fmla="*/ 205309 w 338138"/>
              <a:gd name="connsiteY54" fmla="*/ 285750 h 285751"/>
              <a:gd name="connsiteX55" fmla="*/ 210570 w 338138"/>
              <a:gd name="connsiteY55" fmla="*/ 269948 h 285751"/>
              <a:gd name="connsiteX56" fmla="*/ 210570 w 338138"/>
              <a:gd name="connsiteY56" fmla="*/ 213325 h 285751"/>
              <a:gd name="connsiteX57" fmla="*/ 210570 w 338138"/>
              <a:gd name="connsiteY57" fmla="*/ 172504 h 285751"/>
              <a:gd name="connsiteX58" fmla="*/ 296054 w 338138"/>
              <a:gd name="connsiteY58" fmla="*/ 172504 h 285751"/>
              <a:gd name="connsiteX59" fmla="*/ 309205 w 338138"/>
              <a:gd name="connsiteY59" fmla="*/ 159335 h 285751"/>
              <a:gd name="connsiteX60" fmla="*/ 309205 w 338138"/>
              <a:gd name="connsiteY60" fmla="*/ 39504 h 285751"/>
              <a:gd name="connsiteX61" fmla="*/ 296054 w 338138"/>
              <a:gd name="connsiteY61" fmla="*/ 27653 h 285751"/>
              <a:gd name="connsiteX62" fmla="*/ 110620 w 338138"/>
              <a:gd name="connsiteY62" fmla="*/ 27653 h 285751"/>
              <a:gd name="connsiteX63" fmla="*/ 98783 w 338138"/>
              <a:gd name="connsiteY63" fmla="*/ 39504 h 285751"/>
              <a:gd name="connsiteX64" fmla="*/ 98783 w 338138"/>
              <a:gd name="connsiteY64" fmla="*/ 65841 h 285751"/>
              <a:gd name="connsiteX65" fmla="*/ 69850 w 338138"/>
              <a:gd name="connsiteY65" fmla="*/ 65841 h 285751"/>
              <a:gd name="connsiteX66" fmla="*/ 69850 w 338138"/>
              <a:gd name="connsiteY66" fmla="*/ 34237 h 285751"/>
              <a:gd name="connsiteX67" fmla="*/ 102729 w 338138"/>
              <a:gd name="connsiteY67" fmla="*/ 0 h 285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338138" h="285751">
                <a:moveTo>
                  <a:pt x="46038" y="261938"/>
                </a:moveTo>
                <a:cubicBezTo>
                  <a:pt x="41654" y="261938"/>
                  <a:pt x="38100" y="265847"/>
                  <a:pt x="38100" y="270670"/>
                </a:cubicBezTo>
                <a:cubicBezTo>
                  <a:pt x="38100" y="275493"/>
                  <a:pt x="41654" y="279402"/>
                  <a:pt x="46038" y="279402"/>
                </a:cubicBezTo>
                <a:cubicBezTo>
                  <a:pt x="50422" y="279402"/>
                  <a:pt x="53976" y="275493"/>
                  <a:pt x="53976" y="270670"/>
                </a:cubicBezTo>
                <a:cubicBezTo>
                  <a:pt x="53976" y="265847"/>
                  <a:pt x="50422" y="261938"/>
                  <a:pt x="46038" y="261938"/>
                </a:cubicBezTo>
                <a:close/>
                <a:moveTo>
                  <a:pt x="288131" y="184150"/>
                </a:moveTo>
                <a:cubicBezTo>
                  <a:pt x="282432" y="184150"/>
                  <a:pt x="277812" y="188770"/>
                  <a:pt x="277812" y="194469"/>
                </a:cubicBezTo>
                <a:cubicBezTo>
                  <a:pt x="277812" y="200168"/>
                  <a:pt x="282432" y="204788"/>
                  <a:pt x="288131" y="204788"/>
                </a:cubicBezTo>
                <a:cubicBezTo>
                  <a:pt x="293830" y="204788"/>
                  <a:pt x="298450" y="200168"/>
                  <a:pt x="298450" y="194469"/>
                </a:cubicBezTo>
                <a:cubicBezTo>
                  <a:pt x="298450" y="188770"/>
                  <a:pt x="293830" y="184150"/>
                  <a:pt x="288131" y="184150"/>
                </a:cubicBezTo>
                <a:close/>
                <a:moveTo>
                  <a:pt x="19050" y="165100"/>
                </a:moveTo>
                <a:lnTo>
                  <a:pt x="19050" y="242888"/>
                </a:lnTo>
                <a:lnTo>
                  <a:pt x="73025" y="242888"/>
                </a:lnTo>
                <a:lnTo>
                  <a:pt x="73025" y="165100"/>
                </a:lnTo>
                <a:close/>
                <a:moveTo>
                  <a:pt x="12010" y="141288"/>
                </a:moveTo>
                <a:cubicBezTo>
                  <a:pt x="12010" y="141288"/>
                  <a:pt x="12010" y="141288"/>
                  <a:pt x="81400" y="141288"/>
                </a:cubicBezTo>
                <a:cubicBezTo>
                  <a:pt x="86738" y="141288"/>
                  <a:pt x="92075" y="146541"/>
                  <a:pt x="92075" y="153107"/>
                </a:cubicBezTo>
                <a:cubicBezTo>
                  <a:pt x="92075" y="153107"/>
                  <a:pt x="92075" y="153107"/>
                  <a:pt x="92075" y="273932"/>
                </a:cubicBezTo>
                <a:cubicBezTo>
                  <a:pt x="92075" y="280498"/>
                  <a:pt x="86738" y="285751"/>
                  <a:pt x="81400" y="285751"/>
                </a:cubicBezTo>
                <a:cubicBezTo>
                  <a:pt x="81400" y="285751"/>
                  <a:pt x="81400" y="285751"/>
                  <a:pt x="12010" y="285751"/>
                </a:cubicBezTo>
                <a:cubicBezTo>
                  <a:pt x="5337" y="285751"/>
                  <a:pt x="0" y="280498"/>
                  <a:pt x="0" y="273932"/>
                </a:cubicBezTo>
                <a:cubicBezTo>
                  <a:pt x="0" y="273932"/>
                  <a:pt x="0" y="273932"/>
                  <a:pt x="0" y="153107"/>
                </a:cubicBezTo>
                <a:cubicBezTo>
                  <a:pt x="0" y="146541"/>
                  <a:pt x="5337" y="141288"/>
                  <a:pt x="12010" y="141288"/>
                </a:cubicBezTo>
                <a:close/>
                <a:moveTo>
                  <a:pt x="55002" y="82550"/>
                </a:moveTo>
                <a:cubicBezTo>
                  <a:pt x="55002" y="82550"/>
                  <a:pt x="55002" y="82550"/>
                  <a:pt x="175185" y="82550"/>
                </a:cubicBezTo>
                <a:cubicBezTo>
                  <a:pt x="185751" y="82550"/>
                  <a:pt x="193675" y="90467"/>
                  <a:pt x="193675" y="99703"/>
                </a:cubicBezTo>
                <a:cubicBezTo>
                  <a:pt x="193675" y="99703"/>
                  <a:pt x="193675" y="99703"/>
                  <a:pt x="193675" y="268597"/>
                </a:cubicBezTo>
                <a:cubicBezTo>
                  <a:pt x="193675" y="277833"/>
                  <a:pt x="185751" y="285750"/>
                  <a:pt x="175185" y="285750"/>
                </a:cubicBezTo>
                <a:cubicBezTo>
                  <a:pt x="175185" y="285750"/>
                  <a:pt x="175185" y="285750"/>
                  <a:pt x="107830" y="285750"/>
                </a:cubicBezTo>
                <a:cubicBezTo>
                  <a:pt x="109151" y="283111"/>
                  <a:pt x="109151" y="280472"/>
                  <a:pt x="109151" y="276514"/>
                </a:cubicBezTo>
                <a:cubicBezTo>
                  <a:pt x="109151" y="276514"/>
                  <a:pt x="109151" y="276514"/>
                  <a:pt x="109151" y="273875"/>
                </a:cubicBezTo>
                <a:cubicBezTo>
                  <a:pt x="110471" y="273875"/>
                  <a:pt x="113113" y="275194"/>
                  <a:pt x="115754" y="275194"/>
                </a:cubicBezTo>
                <a:cubicBezTo>
                  <a:pt x="121037" y="275194"/>
                  <a:pt x="124999" y="271236"/>
                  <a:pt x="124999" y="264639"/>
                </a:cubicBezTo>
                <a:cubicBezTo>
                  <a:pt x="124999" y="259361"/>
                  <a:pt x="121037" y="254083"/>
                  <a:pt x="115754" y="254083"/>
                </a:cubicBezTo>
                <a:cubicBezTo>
                  <a:pt x="113113" y="254083"/>
                  <a:pt x="110471" y="255402"/>
                  <a:pt x="109151" y="256722"/>
                </a:cubicBezTo>
                <a:cubicBezTo>
                  <a:pt x="109151" y="256722"/>
                  <a:pt x="109151" y="256722"/>
                  <a:pt x="109151" y="235610"/>
                </a:cubicBezTo>
                <a:cubicBezTo>
                  <a:pt x="109151" y="235610"/>
                  <a:pt x="109151" y="235610"/>
                  <a:pt x="168582" y="235610"/>
                </a:cubicBezTo>
                <a:cubicBezTo>
                  <a:pt x="168582" y="235610"/>
                  <a:pt x="168582" y="235610"/>
                  <a:pt x="168582" y="110259"/>
                </a:cubicBezTo>
                <a:cubicBezTo>
                  <a:pt x="168582" y="110259"/>
                  <a:pt x="168582" y="110259"/>
                  <a:pt x="61606" y="110259"/>
                </a:cubicBezTo>
                <a:cubicBezTo>
                  <a:pt x="61606" y="110259"/>
                  <a:pt x="61606" y="110259"/>
                  <a:pt x="61606" y="126093"/>
                </a:cubicBezTo>
                <a:cubicBezTo>
                  <a:pt x="61606" y="126093"/>
                  <a:pt x="61606" y="126093"/>
                  <a:pt x="36512" y="126093"/>
                </a:cubicBezTo>
                <a:cubicBezTo>
                  <a:pt x="36512" y="126093"/>
                  <a:pt x="36512" y="126093"/>
                  <a:pt x="36512" y="99703"/>
                </a:cubicBezTo>
                <a:cubicBezTo>
                  <a:pt x="36512" y="90467"/>
                  <a:pt x="45757" y="82550"/>
                  <a:pt x="55002" y="82550"/>
                </a:cubicBezTo>
                <a:close/>
                <a:moveTo>
                  <a:pt x="102729" y="0"/>
                </a:moveTo>
                <a:cubicBezTo>
                  <a:pt x="102729" y="0"/>
                  <a:pt x="102729" y="0"/>
                  <a:pt x="305260" y="0"/>
                </a:cubicBezTo>
                <a:cubicBezTo>
                  <a:pt x="323672" y="0"/>
                  <a:pt x="338138" y="15802"/>
                  <a:pt x="338138" y="34237"/>
                </a:cubicBezTo>
                <a:cubicBezTo>
                  <a:pt x="338138" y="34237"/>
                  <a:pt x="338138" y="34237"/>
                  <a:pt x="338138" y="188306"/>
                </a:cubicBezTo>
                <a:cubicBezTo>
                  <a:pt x="338138" y="206741"/>
                  <a:pt x="323672" y="221226"/>
                  <a:pt x="305260" y="221226"/>
                </a:cubicBezTo>
                <a:cubicBezTo>
                  <a:pt x="305260" y="221226"/>
                  <a:pt x="305260" y="221226"/>
                  <a:pt x="234242" y="221226"/>
                </a:cubicBezTo>
                <a:cubicBezTo>
                  <a:pt x="234242" y="221226"/>
                  <a:pt x="234242" y="221226"/>
                  <a:pt x="234242" y="243612"/>
                </a:cubicBezTo>
                <a:cubicBezTo>
                  <a:pt x="234242" y="243612"/>
                  <a:pt x="234242" y="243612"/>
                  <a:pt x="265806" y="243612"/>
                </a:cubicBezTo>
                <a:cubicBezTo>
                  <a:pt x="272381" y="243612"/>
                  <a:pt x="277642" y="250196"/>
                  <a:pt x="277642" y="256780"/>
                </a:cubicBezTo>
                <a:cubicBezTo>
                  <a:pt x="277642" y="256780"/>
                  <a:pt x="277642" y="256780"/>
                  <a:pt x="277642" y="272582"/>
                </a:cubicBezTo>
                <a:cubicBezTo>
                  <a:pt x="277642" y="280483"/>
                  <a:pt x="272381" y="285750"/>
                  <a:pt x="265806" y="285750"/>
                </a:cubicBezTo>
                <a:cubicBezTo>
                  <a:pt x="265806" y="285750"/>
                  <a:pt x="265806" y="285750"/>
                  <a:pt x="205309" y="285750"/>
                </a:cubicBezTo>
                <a:cubicBezTo>
                  <a:pt x="207940" y="280483"/>
                  <a:pt x="209255" y="275216"/>
                  <a:pt x="210570" y="269948"/>
                </a:cubicBezTo>
                <a:cubicBezTo>
                  <a:pt x="210570" y="268632"/>
                  <a:pt x="210570" y="213325"/>
                  <a:pt x="210570" y="213325"/>
                </a:cubicBezTo>
                <a:cubicBezTo>
                  <a:pt x="210570" y="213325"/>
                  <a:pt x="210570" y="213325"/>
                  <a:pt x="210570" y="172504"/>
                </a:cubicBezTo>
                <a:cubicBezTo>
                  <a:pt x="210570" y="172504"/>
                  <a:pt x="210570" y="172504"/>
                  <a:pt x="296054" y="172504"/>
                </a:cubicBezTo>
                <a:cubicBezTo>
                  <a:pt x="303945" y="172504"/>
                  <a:pt x="309205" y="165920"/>
                  <a:pt x="309205" y="159335"/>
                </a:cubicBezTo>
                <a:cubicBezTo>
                  <a:pt x="309205" y="159335"/>
                  <a:pt x="309205" y="159335"/>
                  <a:pt x="309205" y="39504"/>
                </a:cubicBezTo>
                <a:cubicBezTo>
                  <a:pt x="309205" y="32920"/>
                  <a:pt x="303945" y="27653"/>
                  <a:pt x="296054" y="27653"/>
                </a:cubicBezTo>
                <a:cubicBezTo>
                  <a:pt x="296054" y="27653"/>
                  <a:pt x="296054" y="27653"/>
                  <a:pt x="110620" y="27653"/>
                </a:cubicBezTo>
                <a:cubicBezTo>
                  <a:pt x="104044" y="27653"/>
                  <a:pt x="98783" y="32920"/>
                  <a:pt x="98783" y="39504"/>
                </a:cubicBezTo>
                <a:cubicBezTo>
                  <a:pt x="98783" y="39504"/>
                  <a:pt x="98783" y="39504"/>
                  <a:pt x="98783" y="65841"/>
                </a:cubicBezTo>
                <a:cubicBezTo>
                  <a:pt x="98783" y="65841"/>
                  <a:pt x="98783" y="65841"/>
                  <a:pt x="69850" y="65841"/>
                </a:cubicBezTo>
                <a:cubicBezTo>
                  <a:pt x="69850" y="65841"/>
                  <a:pt x="69850" y="65841"/>
                  <a:pt x="69850" y="34237"/>
                </a:cubicBezTo>
                <a:cubicBezTo>
                  <a:pt x="69850" y="15802"/>
                  <a:pt x="84317" y="0"/>
                  <a:pt x="102729" y="0"/>
                </a:cubicBezTo>
                <a:close/>
              </a:path>
            </a:pathLst>
          </a:custGeom>
          <a:solidFill>
            <a:srgbClr val="7030A0"/>
          </a:solidFill>
          <a:ln>
            <a:noFill/>
          </a:ln>
        </p:spPr>
        <p:txBody>
          <a:bodyPr anchor="ctr"/>
          <a:lstStyle/>
          <a:p>
            <a:pPr algn="ctr">
              <a:lnSpc>
                <a:spcPct val="120000"/>
              </a:lnSpc>
            </a:pPr>
            <a:endParaRPr sz="2400" dirty="0">
              <a:latin typeface="微软雅黑" panose="020B0503020204020204" pitchFamily="34" charset="-122"/>
              <a:ea typeface="微软雅黑" panose="020B0503020204020204" pitchFamily="34" charset="-122"/>
            </a:endParaRPr>
          </a:p>
        </p:txBody>
      </p:sp>
      <p:sp>
        <p:nvSpPr>
          <p:cNvPr id="33" name="任意多边形 32"/>
          <p:cNvSpPr/>
          <p:nvPr>
            <p:custDataLst>
              <p:tags r:id="rId17"/>
            </p:custDataLst>
          </p:nvPr>
        </p:nvSpPr>
        <p:spPr bwMode="auto">
          <a:xfrm>
            <a:off x="5493819" y="2849793"/>
            <a:ext cx="487680" cy="514753"/>
          </a:xfrm>
          <a:custGeom>
            <a:avLst/>
            <a:gdLst>
              <a:gd name="connsiteX0" fmla="*/ 46038 w 338138"/>
              <a:gd name="connsiteY0" fmla="*/ 261938 h 285751"/>
              <a:gd name="connsiteX1" fmla="*/ 38100 w 338138"/>
              <a:gd name="connsiteY1" fmla="*/ 270670 h 285751"/>
              <a:gd name="connsiteX2" fmla="*/ 46038 w 338138"/>
              <a:gd name="connsiteY2" fmla="*/ 279402 h 285751"/>
              <a:gd name="connsiteX3" fmla="*/ 53976 w 338138"/>
              <a:gd name="connsiteY3" fmla="*/ 270670 h 285751"/>
              <a:gd name="connsiteX4" fmla="*/ 46038 w 338138"/>
              <a:gd name="connsiteY4" fmla="*/ 261938 h 285751"/>
              <a:gd name="connsiteX5" fmla="*/ 288131 w 338138"/>
              <a:gd name="connsiteY5" fmla="*/ 184150 h 285751"/>
              <a:gd name="connsiteX6" fmla="*/ 277812 w 338138"/>
              <a:gd name="connsiteY6" fmla="*/ 194469 h 285751"/>
              <a:gd name="connsiteX7" fmla="*/ 288131 w 338138"/>
              <a:gd name="connsiteY7" fmla="*/ 204788 h 285751"/>
              <a:gd name="connsiteX8" fmla="*/ 298450 w 338138"/>
              <a:gd name="connsiteY8" fmla="*/ 194469 h 285751"/>
              <a:gd name="connsiteX9" fmla="*/ 288131 w 338138"/>
              <a:gd name="connsiteY9" fmla="*/ 184150 h 285751"/>
              <a:gd name="connsiteX10" fmla="*/ 19050 w 338138"/>
              <a:gd name="connsiteY10" fmla="*/ 165100 h 285751"/>
              <a:gd name="connsiteX11" fmla="*/ 19050 w 338138"/>
              <a:gd name="connsiteY11" fmla="*/ 242888 h 285751"/>
              <a:gd name="connsiteX12" fmla="*/ 73025 w 338138"/>
              <a:gd name="connsiteY12" fmla="*/ 242888 h 285751"/>
              <a:gd name="connsiteX13" fmla="*/ 73025 w 338138"/>
              <a:gd name="connsiteY13" fmla="*/ 165100 h 285751"/>
              <a:gd name="connsiteX14" fmla="*/ 12010 w 338138"/>
              <a:gd name="connsiteY14" fmla="*/ 141288 h 285751"/>
              <a:gd name="connsiteX15" fmla="*/ 81400 w 338138"/>
              <a:gd name="connsiteY15" fmla="*/ 141288 h 285751"/>
              <a:gd name="connsiteX16" fmla="*/ 92075 w 338138"/>
              <a:gd name="connsiteY16" fmla="*/ 153107 h 285751"/>
              <a:gd name="connsiteX17" fmla="*/ 92075 w 338138"/>
              <a:gd name="connsiteY17" fmla="*/ 273932 h 285751"/>
              <a:gd name="connsiteX18" fmla="*/ 81400 w 338138"/>
              <a:gd name="connsiteY18" fmla="*/ 285751 h 285751"/>
              <a:gd name="connsiteX19" fmla="*/ 12010 w 338138"/>
              <a:gd name="connsiteY19" fmla="*/ 285751 h 285751"/>
              <a:gd name="connsiteX20" fmla="*/ 0 w 338138"/>
              <a:gd name="connsiteY20" fmla="*/ 273932 h 285751"/>
              <a:gd name="connsiteX21" fmla="*/ 0 w 338138"/>
              <a:gd name="connsiteY21" fmla="*/ 153107 h 285751"/>
              <a:gd name="connsiteX22" fmla="*/ 12010 w 338138"/>
              <a:gd name="connsiteY22" fmla="*/ 141288 h 285751"/>
              <a:gd name="connsiteX23" fmla="*/ 55002 w 338138"/>
              <a:gd name="connsiteY23" fmla="*/ 82550 h 285751"/>
              <a:gd name="connsiteX24" fmla="*/ 175185 w 338138"/>
              <a:gd name="connsiteY24" fmla="*/ 82550 h 285751"/>
              <a:gd name="connsiteX25" fmla="*/ 193675 w 338138"/>
              <a:gd name="connsiteY25" fmla="*/ 99703 h 285751"/>
              <a:gd name="connsiteX26" fmla="*/ 193675 w 338138"/>
              <a:gd name="connsiteY26" fmla="*/ 268597 h 285751"/>
              <a:gd name="connsiteX27" fmla="*/ 175185 w 338138"/>
              <a:gd name="connsiteY27" fmla="*/ 285750 h 285751"/>
              <a:gd name="connsiteX28" fmla="*/ 107830 w 338138"/>
              <a:gd name="connsiteY28" fmla="*/ 285750 h 285751"/>
              <a:gd name="connsiteX29" fmla="*/ 109151 w 338138"/>
              <a:gd name="connsiteY29" fmla="*/ 276514 h 285751"/>
              <a:gd name="connsiteX30" fmla="*/ 109151 w 338138"/>
              <a:gd name="connsiteY30" fmla="*/ 273875 h 285751"/>
              <a:gd name="connsiteX31" fmla="*/ 115754 w 338138"/>
              <a:gd name="connsiteY31" fmla="*/ 275194 h 285751"/>
              <a:gd name="connsiteX32" fmla="*/ 124999 w 338138"/>
              <a:gd name="connsiteY32" fmla="*/ 264639 h 285751"/>
              <a:gd name="connsiteX33" fmla="*/ 115754 w 338138"/>
              <a:gd name="connsiteY33" fmla="*/ 254083 h 285751"/>
              <a:gd name="connsiteX34" fmla="*/ 109151 w 338138"/>
              <a:gd name="connsiteY34" fmla="*/ 256722 h 285751"/>
              <a:gd name="connsiteX35" fmla="*/ 109151 w 338138"/>
              <a:gd name="connsiteY35" fmla="*/ 235610 h 285751"/>
              <a:gd name="connsiteX36" fmla="*/ 168582 w 338138"/>
              <a:gd name="connsiteY36" fmla="*/ 235610 h 285751"/>
              <a:gd name="connsiteX37" fmla="*/ 168582 w 338138"/>
              <a:gd name="connsiteY37" fmla="*/ 110259 h 285751"/>
              <a:gd name="connsiteX38" fmla="*/ 61606 w 338138"/>
              <a:gd name="connsiteY38" fmla="*/ 110259 h 285751"/>
              <a:gd name="connsiteX39" fmla="*/ 61606 w 338138"/>
              <a:gd name="connsiteY39" fmla="*/ 126093 h 285751"/>
              <a:gd name="connsiteX40" fmla="*/ 36512 w 338138"/>
              <a:gd name="connsiteY40" fmla="*/ 126093 h 285751"/>
              <a:gd name="connsiteX41" fmla="*/ 36512 w 338138"/>
              <a:gd name="connsiteY41" fmla="*/ 99703 h 285751"/>
              <a:gd name="connsiteX42" fmla="*/ 55002 w 338138"/>
              <a:gd name="connsiteY42" fmla="*/ 82550 h 285751"/>
              <a:gd name="connsiteX43" fmla="*/ 102729 w 338138"/>
              <a:gd name="connsiteY43" fmla="*/ 0 h 285751"/>
              <a:gd name="connsiteX44" fmla="*/ 305260 w 338138"/>
              <a:gd name="connsiteY44" fmla="*/ 0 h 285751"/>
              <a:gd name="connsiteX45" fmla="*/ 338138 w 338138"/>
              <a:gd name="connsiteY45" fmla="*/ 34237 h 285751"/>
              <a:gd name="connsiteX46" fmla="*/ 338138 w 338138"/>
              <a:gd name="connsiteY46" fmla="*/ 188306 h 285751"/>
              <a:gd name="connsiteX47" fmla="*/ 305260 w 338138"/>
              <a:gd name="connsiteY47" fmla="*/ 221226 h 285751"/>
              <a:gd name="connsiteX48" fmla="*/ 234242 w 338138"/>
              <a:gd name="connsiteY48" fmla="*/ 221226 h 285751"/>
              <a:gd name="connsiteX49" fmla="*/ 234242 w 338138"/>
              <a:gd name="connsiteY49" fmla="*/ 243612 h 285751"/>
              <a:gd name="connsiteX50" fmla="*/ 265806 w 338138"/>
              <a:gd name="connsiteY50" fmla="*/ 243612 h 285751"/>
              <a:gd name="connsiteX51" fmla="*/ 277642 w 338138"/>
              <a:gd name="connsiteY51" fmla="*/ 256780 h 285751"/>
              <a:gd name="connsiteX52" fmla="*/ 277642 w 338138"/>
              <a:gd name="connsiteY52" fmla="*/ 272582 h 285751"/>
              <a:gd name="connsiteX53" fmla="*/ 265806 w 338138"/>
              <a:gd name="connsiteY53" fmla="*/ 285750 h 285751"/>
              <a:gd name="connsiteX54" fmla="*/ 205309 w 338138"/>
              <a:gd name="connsiteY54" fmla="*/ 285750 h 285751"/>
              <a:gd name="connsiteX55" fmla="*/ 210570 w 338138"/>
              <a:gd name="connsiteY55" fmla="*/ 269948 h 285751"/>
              <a:gd name="connsiteX56" fmla="*/ 210570 w 338138"/>
              <a:gd name="connsiteY56" fmla="*/ 213325 h 285751"/>
              <a:gd name="connsiteX57" fmla="*/ 210570 w 338138"/>
              <a:gd name="connsiteY57" fmla="*/ 172504 h 285751"/>
              <a:gd name="connsiteX58" fmla="*/ 296054 w 338138"/>
              <a:gd name="connsiteY58" fmla="*/ 172504 h 285751"/>
              <a:gd name="connsiteX59" fmla="*/ 309205 w 338138"/>
              <a:gd name="connsiteY59" fmla="*/ 159335 h 285751"/>
              <a:gd name="connsiteX60" fmla="*/ 309205 w 338138"/>
              <a:gd name="connsiteY60" fmla="*/ 39504 h 285751"/>
              <a:gd name="connsiteX61" fmla="*/ 296054 w 338138"/>
              <a:gd name="connsiteY61" fmla="*/ 27653 h 285751"/>
              <a:gd name="connsiteX62" fmla="*/ 110620 w 338138"/>
              <a:gd name="connsiteY62" fmla="*/ 27653 h 285751"/>
              <a:gd name="connsiteX63" fmla="*/ 98783 w 338138"/>
              <a:gd name="connsiteY63" fmla="*/ 39504 h 285751"/>
              <a:gd name="connsiteX64" fmla="*/ 98783 w 338138"/>
              <a:gd name="connsiteY64" fmla="*/ 65841 h 285751"/>
              <a:gd name="connsiteX65" fmla="*/ 69850 w 338138"/>
              <a:gd name="connsiteY65" fmla="*/ 65841 h 285751"/>
              <a:gd name="connsiteX66" fmla="*/ 69850 w 338138"/>
              <a:gd name="connsiteY66" fmla="*/ 34237 h 285751"/>
              <a:gd name="connsiteX67" fmla="*/ 102729 w 338138"/>
              <a:gd name="connsiteY67" fmla="*/ 0 h 285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338138" h="285751">
                <a:moveTo>
                  <a:pt x="46038" y="261938"/>
                </a:moveTo>
                <a:cubicBezTo>
                  <a:pt x="41654" y="261938"/>
                  <a:pt x="38100" y="265847"/>
                  <a:pt x="38100" y="270670"/>
                </a:cubicBezTo>
                <a:cubicBezTo>
                  <a:pt x="38100" y="275493"/>
                  <a:pt x="41654" y="279402"/>
                  <a:pt x="46038" y="279402"/>
                </a:cubicBezTo>
                <a:cubicBezTo>
                  <a:pt x="50422" y="279402"/>
                  <a:pt x="53976" y="275493"/>
                  <a:pt x="53976" y="270670"/>
                </a:cubicBezTo>
                <a:cubicBezTo>
                  <a:pt x="53976" y="265847"/>
                  <a:pt x="50422" y="261938"/>
                  <a:pt x="46038" y="261938"/>
                </a:cubicBezTo>
                <a:close/>
                <a:moveTo>
                  <a:pt x="288131" y="184150"/>
                </a:moveTo>
                <a:cubicBezTo>
                  <a:pt x="282432" y="184150"/>
                  <a:pt x="277812" y="188770"/>
                  <a:pt x="277812" y="194469"/>
                </a:cubicBezTo>
                <a:cubicBezTo>
                  <a:pt x="277812" y="200168"/>
                  <a:pt x="282432" y="204788"/>
                  <a:pt x="288131" y="204788"/>
                </a:cubicBezTo>
                <a:cubicBezTo>
                  <a:pt x="293830" y="204788"/>
                  <a:pt x="298450" y="200168"/>
                  <a:pt x="298450" y="194469"/>
                </a:cubicBezTo>
                <a:cubicBezTo>
                  <a:pt x="298450" y="188770"/>
                  <a:pt x="293830" y="184150"/>
                  <a:pt x="288131" y="184150"/>
                </a:cubicBezTo>
                <a:close/>
                <a:moveTo>
                  <a:pt x="19050" y="165100"/>
                </a:moveTo>
                <a:lnTo>
                  <a:pt x="19050" y="242888"/>
                </a:lnTo>
                <a:lnTo>
                  <a:pt x="73025" y="242888"/>
                </a:lnTo>
                <a:lnTo>
                  <a:pt x="73025" y="165100"/>
                </a:lnTo>
                <a:close/>
                <a:moveTo>
                  <a:pt x="12010" y="141288"/>
                </a:moveTo>
                <a:cubicBezTo>
                  <a:pt x="12010" y="141288"/>
                  <a:pt x="12010" y="141288"/>
                  <a:pt x="81400" y="141288"/>
                </a:cubicBezTo>
                <a:cubicBezTo>
                  <a:pt x="86738" y="141288"/>
                  <a:pt x="92075" y="146541"/>
                  <a:pt x="92075" y="153107"/>
                </a:cubicBezTo>
                <a:cubicBezTo>
                  <a:pt x="92075" y="153107"/>
                  <a:pt x="92075" y="153107"/>
                  <a:pt x="92075" y="273932"/>
                </a:cubicBezTo>
                <a:cubicBezTo>
                  <a:pt x="92075" y="280498"/>
                  <a:pt x="86738" y="285751"/>
                  <a:pt x="81400" y="285751"/>
                </a:cubicBezTo>
                <a:cubicBezTo>
                  <a:pt x="81400" y="285751"/>
                  <a:pt x="81400" y="285751"/>
                  <a:pt x="12010" y="285751"/>
                </a:cubicBezTo>
                <a:cubicBezTo>
                  <a:pt x="5337" y="285751"/>
                  <a:pt x="0" y="280498"/>
                  <a:pt x="0" y="273932"/>
                </a:cubicBezTo>
                <a:cubicBezTo>
                  <a:pt x="0" y="273932"/>
                  <a:pt x="0" y="273932"/>
                  <a:pt x="0" y="153107"/>
                </a:cubicBezTo>
                <a:cubicBezTo>
                  <a:pt x="0" y="146541"/>
                  <a:pt x="5337" y="141288"/>
                  <a:pt x="12010" y="141288"/>
                </a:cubicBezTo>
                <a:close/>
                <a:moveTo>
                  <a:pt x="55002" y="82550"/>
                </a:moveTo>
                <a:cubicBezTo>
                  <a:pt x="55002" y="82550"/>
                  <a:pt x="55002" y="82550"/>
                  <a:pt x="175185" y="82550"/>
                </a:cubicBezTo>
                <a:cubicBezTo>
                  <a:pt x="185751" y="82550"/>
                  <a:pt x="193675" y="90467"/>
                  <a:pt x="193675" y="99703"/>
                </a:cubicBezTo>
                <a:cubicBezTo>
                  <a:pt x="193675" y="99703"/>
                  <a:pt x="193675" y="99703"/>
                  <a:pt x="193675" y="268597"/>
                </a:cubicBezTo>
                <a:cubicBezTo>
                  <a:pt x="193675" y="277833"/>
                  <a:pt x="185751" y="285750"/>
                  <a:pt x="175185" y="285750"/>
                </a:cubicBezTo>
                <a:cubicBezTo>
                  <a:pt x="175185" y="285750"/>
                  <a:pt x="175185" y="285750"/>
                  <a:pt x="107830" y="285750"/>
                </a:cubicBezTo>
                <a:cubicBezTo>
                  <a:pt x="109151" y="283111"/>
                  <a:pt x="109151" y="280472"/>
                  <a:pt x="109151" y="276514"/>
                </a:cubicBezTo>
                <a:cubicBezTo>
                  <a:pt x="109151" y="276514"/>
                  <a:pt x="109151" y="276514"/>
                  <a:pt x="109151" y="273875"/>
                </a:cubicBezTo>
                <a:cubicBezTo>
                  <a:pt x="110471" y="273875"/>
                  <a:pt x="113113" y="275194"/>
                  <a:pt x="115754" y="275194"/>
                </a:cubicBezTo>
                <a:cubicBezTo>
                  <a:pt x="121037" y="275194"/>
                  <a:pt x="124999" y="271236"/>
                  <a:pt x="124999" y="264639"/>
                </a:cubicBezTo>
                <a:cubicBezTo>
                  <a:pt x="124999" y="259361"/>
                  <a:pt x="121037" y="254083"/>
                  <a:pt x="115754" y="254083"/>
                </a:cubicBezTo>
                <a:cubicBezTo>
                  <a:pt x="113113" y="254083"/>
                  <a:pt x="110471" y="255402"/>
                  <a:pt x="109151" y="256722"/>
                </a:cubicBezTo>
                <a:cubicBezTo>
                  <a:pt x="109151" y="256722"/>
                  <a:pt x="109151" y="256722"/>
                  <a:pt x="109151" y="235610"/>
                </a:cubicBezTo>
                <a:cubicBezTo>
                  <a:pt x="109151" y="235610"/>
                  <a:pt x="109151" y="235610"/>
                  <a:pt x="168582" y="235610"/>
                </a:cubicBezTo>
                <a:cubicBezTo>
                  <a:pt x="168582" y="235610"/>
                  <a:pt x="168582" y="235610"/>
                  <a:pt x="168582" y="110259"/>
                </a:cubicBezTo>
                <a:cubicBezTo>
                  <a:pt x="168582" y="110259"/>
                  <a:pt x="168582" y="110259"/>
                  <a:pt x="61606" y="110259"/>
                </a:cubicBezTo>
                <a:cubicBezTo>
                  <a:pt x="61606" y="110259"/>
                  <a:pt x="61606" y="110259"/>
                  <a:pt x="61606" y="126093"/>
                </a:cubicBezTo>
                <a:cubicBezTo>
                  <a:pt x="61606" y="126093"/>
                  <a:pt x="61606" y="126093"/>
                  <a:pt x="36512" y="126093"/>
                </a:cubicBezTo>
                <a:cubicBezTo>
                  <a:pt x="36512" y="126093"/>
                  <a:pt x="36512" y="126093"/>
                  <a:pt x="36512" y="99703"/>
                </a:cubicBezTo>
                <a:cubicBezTo>
                  <a:pt x="36512" y="90467"/>
                  <a:pt x="45757" y="82550"/>
                  <a:pt x="55002" y="82550"/>
                </a:cubicBezTo>
                <a:close/>
                <a:moveTo>
                  <a:pt x="102729" y="0"/>
                </a:moveTo>
                <a:cubicBezTo>
                  <a:pt x="102729" y="0"/>
                  <a:pt x="102729" y="0"/>
                  <a:pt x="305260" y="0"/>
                </a:cubicBezTo>
                <a:cubicBezTo>
                  <a:pt x="323672" y="0"/>
                  <a:pt x="338138" y="15802"/>
                  <a:pt x="338138" y="34237"/>
                </a:cubicBezTo>
                <a:cubicBezTo>
                  <a:pt x="338138" y="34237"/>
                  <a:pt x="338138" y="34237"/>
                  <a:pt x="338138" y="188306"/>
                </a:cubicBezTo>
                <a:cubicBezTo>
                  <a:pt x="338138" y="206741"/>
                  <a:pt x="323672" y="221226"/>
                  <a:pt x="305260" y="221226"/>
                </a:cubicBezTo>
                <a:cubicBezTo>
                  <a:pt x="305260" y="221226"/>
                  <a:pt x="305260" y="221226"/>
                  <a:pt x="234242" y="221226"/>
                </a:cubicBezTo>
                <a:cubicBezTo>
                  <a:pt x="234242" y="221226"/>
                  <a:pt x="234242" y="221226"/>
                  <a:pt x="234242" y="243612"/>
                </a:cubicBezTo>
                <a:cubicBezTo>
                  <a:pt x="234242" y="243612"/>
                  <a:pt x="234242" y="243612"/>
                  <a:pt x="265806" y="243612"/>
                </a:cubicBezTo>
                <a:cubicBezTo>
                  <a:pt x="272381" y="243612"/>
                  <a:pt x="277642" y="250196"/>
                  <a:pt x="277642" y="256780"/>
                </a:cubicBezTo>
                <a:cubicBezTo>
                  <a:pt x="277642" y="256780"/>
                  <a:pt x="277642" y="256780"/>
                  <a:pt x="277642" y="272582"/>
                </a:cubicBezTo>
                <a:cubicBezTo>
                  <a:pt x="277642" y="280483"/>
                  <a:pt x="272381" y="285750"/>
                  <a:pt x="265806" y="285750"/>
                </a:cubicBezTo>
                <a:cubicBezTo>
                  <a:pt x="265806" y="285750"/>
                  <a:pt x="265806" y="285750"/>
                  <a:pt x="205309" y="285750"/>
                </a:cubicBezTo>
                <a:cubicBezTo>
                  <a:pt x="207940" y="280483"/>
                  <a:pt x="209255" y="275216"/>
                  <a:pt x="210570" y="269948"/>
                </a:cubicBezTo>
                <a:cubicBezTo>
                  <a:pt x="210570" y="268632"/>
                  <a:pt x="210570" y="213325"/>
                  <a:pt x="210570" y="213325"/>
                </a:cubicBezTo>
                <a:cubicBezTo>
                  <a:pt x="210570" y="213325"/>
                  <a:pt x="210570" y="213325"/>
                  <a:pt x="210570" y="172504"/>
                </a:cubicBezTo>
                <a:cubicBezTo>
                  <a:pt x="210570" y="172504"/>
                  <a:pt x="210570" y="172504"/>
                  <a:pt x="296054" y="172504"/>
                </a:cubicBezTo>
                <a:cubicBezTo>
                  <a:pt x="303945" y="172504"/>
                  <a:pt x="309205" y="165920"/>
                  <a:pt x="309205" y="159335"/>
                </a:cubicBezTo>
                <a:cubicBezTo>
                  <a:pt x="309205" y="159335"/>
                  <a:pt x="309205" y="159335"/>
                  <a:pt x="309205" y="39504"/>
                </a:cubicBezTo>
                <a:cubicBezTo>
                  <a:pt x="309205" y="32920"/>
                  <a:pt x="303945" y="27653"/>
                  <a:pt x="296054" y="27653"/>
                </a:cubicBezTo>
                <a:cubicBezTo>
                  <a:pt x="296054" y="27653"/>
                  <a:pt x="296054" y="27653"/>
                  <a:pt x="110620" y="27653"/>
                </a:cubicBezTo>
                <a:cubicBezTo>
                  <a:pt x="104044" y="27653"/>
                  <a:pt x="98783" y="32920"/>
                  <a:pt x="98783" y="39504"/>
                </a:cubicBezTo>
                <a:cubicBezTo>
                  <a:pt x="98783" y="39504"/>
                  <a:pt x="98783" y="39504"/>
                  <a:pt x="98783" y="65841"/>
                </a:cubicBezTo>
                <a:cubicBezTo>
                  <a:pt x="98783" y="65841"/>
                  <a:pt x="98783" y="65841"/>
                  <a:pt x="69850" y="65841"/>
                </a:cubicBezTo>
                <a:cubicBezTo>
                  <a:pt x="69850" y="65841"/>
                  <a:pt x="69850" y="65841"/>
                  <a:pt x="69850" y="34237"/>
                </a:cubicBezTo>
                <a:cubicBezTo>
                  <a:pt x="69850" y="15802"/>
                  <a:pt x="84317" y="0"/>
                  <a:pt x="102729" y="0"/>
                </a:cubicBezTo>
                <a:close/>
              </a:path>
            </a:pathLst>
          </a:custGeom>
          <a:solidFill>
            <a:schemeClr val="accent2"/>
          </a:solidFill>
          <a:ln>
            <a:noFill/>
          </a:ln>
        </p:spPr>
        <p:txBody>
          <a:bodyPr anchor="ctr"/>
          <a:lstStyle/>
          <a:p>
            <a:pPr algn="ctr">
              <a:lnSpc>
                <a:spcPct val="120000"/>
              </a:lnSpc>
            </a:pPr>
            <a:endParaRPr sz="2400" dirty="0">
              <a:latin typeface="微软雅黑" panose="020B0503020204020204" pitchFamily="34" charset="-122"/>
              <a:ea typeface="微软雅黑" panose="020B0503020204020204" pitchFamily="34" charset="-122"/>
            </a:endParaRPr>
          </a:p>
        </p:txBody>
      </p:sp>
      <p:sp>
        <p:nvSpPr>
          <p:cNvPr id="34" name="流程图: 手动输入 33"/>
          <p:cNvSpPr/>
          <p:nvPr>
            <p:custDataLst>
              <p:tags r:id="rId18"/>
            </p:custDataLst>
          </p:nvPr>
        </p:nvSpPr>
        <p:spPr>
          <a:xfrm>
            <a:off x="7962064" y="2022439"/>
            <a:ext cx="1838960" cy="2256508"/>
          </a:xfrm>
          <a:prstGeom prst="flowChartManualInput">
            <a:avLst/>
          </a:prstGeom>
          <a:solidFill>
            <a:schemeClr val="accent5"/>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20000"/>
              </a:lnSpc>
            </a:pPr>
            <a:endParaRPr sz="2400" dirty="0">
              <a:latin typeface="微软雅黑" panose="020B0503020204020204" pitchFamily="34" charset="-122"/>
              <a:ea typeface="微软雅黑" panose="020B0503020204020204" pitchFamily="34" charset="-122"/>
            </a:endParaRPr>
          </a:p>
        </p:txBody>
      </p:sp>
      <p:sp>
        <p:nvSpPr>
          <p:cNvPr id="35" name="流程图: 手动输入 34"/>
          <p:cNvSpPr/>
          <p:nvPr>
            <p:custDataLst>
              <p:tags r:id="rId19"/>
            </p:custDataLst>
          </p:nvPr>
        </p:nvSpPr>
        <p:spPr>
          <a:xfrm>
            <a:off x="7982384" y="2191349"/>
            <a:ext cx="1838960" cy="2256508"/>
          </a:xfrm>
          <a:prstGeom prst="flowChartManualInput">
            <a:avLst/>
          </a:prstGeom>
          <a:solidFill>
            <a:schemeClr val="bg1">
              <a:lumMod val="95000"/>
            </a:schemeClr>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20000"/>
              </a:lnSpc>
            </a:pPr>
            <a:endParaRPr sz="2400" dirty="0">
              <a:latin typeface="微软雅黑" panose="020B0503020204020204" pitchFamily="34" charset="-122"/>
              <a:ea typeface="微软雅黑" panose="020B0503020204020204" pitchFamily="34" charset="-122"/>
            </a:endParaRPr>
          </a:p>
        </p:txBody>
      </p:sp>
      <p:sp>
        <p:nvSpPr>
          <p:cNvPr id="36" name="流程图: 手动输入 35"/>
          <p:cNvSpPr/>
          <p:nvPr>
            <p:custDataLst>
              <p:tags r:id="rId20"/>
            </p:custDataLst>
          </p:nvPr>
        </p:nvSpPr>
        <p:spPr>
          <a:xfrm flipH="1">
            <a:off x="9801024" y="2022439"/>
            <a:ext cx="1838960" cy="2256508"/>
          </a:xfrm>
          <a:prstGeom prst="flowChartManualInput">
            <a:avLst/>
          </a:prstGeom>
          <a:solidFill>
            <a:schemeClr val="accent6"/>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20000"/>
              </a:lnSpc>
            </a:pPr>
            <a:endParaRPr sz="2400" dirty="0">
              <a:latin typeface="微软雅黑" panose="020B0503020204020204" pitchFamily="34" charset="-122"/>
              <a:ea typeface="微软雅黑" panose="020B0503020204020204" pitchFamily="34" charset="-122"/>
            </a:endParaRPr>
          </a:p>
        </p:txBody>
      </p:sp>
      <p:sp>
        <p:nvSpPr>
          <p:cNvPr id="39" name="流程图: 手动输入 38"/>
          <p:cNvSpPr/>
          <p:nvPr>
            <p:custDataLst>
              <p:tags r:id="rId21"/>
            </p:custDataLst>
          </p:nvPr>
        </p:nvSpPr>
        <p:spPr>
          <a:xfrm flipH="1">
            <a:off x="9801024" y="2191349"/>
            <a:ext cx="1838960" cy="2256508"/>
          </a:xfrm>
          <a:prstGeom prst="flowChartManualInput">
            <a:avLst/>
          </a:prstGeom>
          <a:solidFill>
            <a:schemeClr val="bg1">
              <a:lumMod val="85000"/>
            </a:schemeClr>
          </a:solidFill>
          <a:ln w="76200" cap="rnd">
            <a:solidFill>
              <a:schemeClr val="bg1"/>
            </a:solidFill>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20000"/>
              </a:lnSpc>
            </a:pPr>
            <a:endParaRPr sz="2400" dirty="0">
              <a:solidFill>
                <a:schemeClr val="accent6">
                  <a:lumMod val="40000"/>
                  <a:lumOff val="60000"/>
                </a:schemeClr>
              </a:solidFill>
              <a:latin typeface="微软雅黑" panose="020B0503020204020204" pitchFamily="34" charset="-122"/>
              <a:ea typeface="微软雅黑" panose="020B0503020204020204" pitchFamily="34" charset="-122"/>
            </a:endParaRPr>
          </a:p>
        </p:txBody>
      </p:sp>
      <p:sp>
        <p:nvSpPr>
          <p:cNvPr id="41" name="矩形 40"/>
          <p:cNvSpPr/>
          <p:nvPr>
            <p:custDataLst>
              <p:tags r:id="rId22"/>
            </p:custDataLst>
          </p:nvPr>
        </p:nvSpPr>
        <p:spPr>
          <a:xfrm>
            <a:off x="7982384" y="3527658"/>
            <a:ext cx="1919605" cy="519512"/>
          </a:xfrm>
          <a:prstGeom prst="rect">
            <a:avLst/>
          </a:prstGeom>
        </p:spPr>
        <p:txBody>
          <a:bodyPr wrap="square" lIns="90000" tIns="46800" rIns="90000" bIns="0" anchor="b" anchorCtr="0">
            <a:noAutofit/>
          </a:bodyPr>
          <a:lstStyle/>
          <a:p>
            <a:pPr lvl="0" algn="ctr" defTabSz="913765">
              <a:lnSpc>
                <a:spcPct val="120000"/>
              </a:lnSpc>
            </a:pPr>
            <a:r>
              <a:rPr lang="zh-CN" altLang="en-US" sz="2400" b="1" spc="300" dirty="0" smtClean="0">
                <a:solidFill>
                  <a:srgbClr val="FCCC3D"/>
                </a:solidFill>
                <a:latin typeface="微软雅黑" panose="020B0503020204020204" pitchFamily="34" charset="-122"/>
                <a:ea typeface="微软雅黑" panose="020B0503020204020204" pitchFamily="34" charset="-122"/>
                <a:cs typeface="+mj-cs"/>
              </a:rPr>
              <a:t>价值相对性</a:t>
            </a:r>
            <a:endParaRPr lang="zh-CN" altLang="en-US" sz="2400" b="1" spc="300" dirty="0">
              <a:solidFill>
                <a:srgbClr val="FCCC3D"/>
              </a:solidFill>
              <a:latin typeface="微软雅黑" panose="020B0503020204020204" pitchFamily="34" charset="-122"/>
              <a:ea typeface="微软雅黑" panose="020B0503020204020204" pitchFamily="34" charset="-122"/>
              <a:cs typeface="+mj-cs"/>
            </a:endParaRPr>
          </a:p>
        </p:txBody>
      </p:sp>
      <p:sp>
        <p:nvSpPr>
          <p:cNvPr id="43" name="矩形 42"/>
          <p:cNvSpPr/>
          <p:nvPr>
            <p:custDataLst>
              <p:tags r:id="rId23"/>
            </p:custDataLst>
          </p:nvPr>
        </p:nvSpPr>
        <p:spPr>
          <a:xfrm>
            <a:off x="9884844" y="3527660"/>
            <a:ext cx="1671955" cy="519512"/>
          </a:xfrm>
          <a:prstGeom prst="rect">
            <a:avLst/>
          </a:prstGeom>
        </p:spPr>
        <p:txBody>
          <a:bodyPr wrap="square" lIns="90000" tIns="46800" rIns="90000" bIns="0" anchor="b" anchorCtr="0">
            <a:noAutofit/>
          </a:bodyPr>
          <a:lstStyle/>
          <a:p>
            <a:pPr lvl="0" defTabSz="913765">
              <a:lnSpc>
                <a:spcPct val="120000"/>
              </a:lnSpc>
            </a:pPr>
            <a:r>
              <a:rPr lang="zh-CN" altLang="en-US" sz="2400" b="1" spc="300" dirty="0">
                <a:solidFill>
                  <a:srgbClr val="4D78C5"/>
                </a:solidFill>
                <a:latin typeface="微软雅黑" panose="020B0503020204020204" pitchFamily="34" charset="-122"/>
                <a:ea typeface="微软雅黑" panose="020B0503020204020204" pitchFamily="34" charset="-122"/>
                <a:cs typeface="+mj-cs"/>
              </a:rPr>
              <a:t>时效性</a:t>
            </a:r>
            <a:endParaRPr lang="zh-CN" altLang="en-US" sz="2400" b="1" spc="300" dirty="0">
              <a:solidFill>
                <a:srgbClr val="4D78C5"/>
              </a:solidFill>
              <a:latin typeface="微软雅黑" panose="020B0503020204020204" pitchFamily="34" charset="-122"/>
              <a:ea typeface="微软雅黑" panose="020B0503020204020204" pitchFamily="34" charset="-122"/>
              <a:cs typeface="+mj-cs"/>
            </a:endParaRPr>
          </a:p>
        </p:txBody>
      </p:sp>
      <p:sp>
        <p:nvSpPr>
          <p:cNvPr id="50" name="任意多边形 15"/>
          <p:cNvSpPr/>
          <p:nvPr>
            <p:custDataLst>
              <p:tags r:id="rId24"/>
            </p:custDataLst>
          </p:nvPr>
        </p:nvSpPr>
        <p:spPr bwMode="auto">
          <a:xfrm>
            <a:off x="10023274" y="2864360"/>
            <a:ext cx="440055" cy="463992"/>
          </a:xfrm>
          <a:custGeom>
            <a:avLst/>
            <a:gdLst>
              <a:gd name="connsiteX0" fmla="*/ 46038 w 338138"/>
              <a:gd name="connsiteY0" fmla="*/ 261938 h 285751"/>
              <a:gd name="connsiteX1" fmla="*/ 38100 w 338138"/>
              <a:gd name="connsiteY1" fmla="*/ 270670 h 285751"/>
              <a:gd name="connsiteX2" fmla="*/ 46038 w 338138"/>
              <a:gd name="connsiteY2" fmla="*/ 279402 h 285751"/>
              <a:gd name="connsiteX3" fmla="*/ 53976 w 338138"/>
              <a:gd name="connsiteY3" fmla="*/ 270670 h 285751"/>
              <a:gd name="connsiteX4" fmla="*/ 46038 w 338138"/>
              <a:gd name="connsiteY4" fmla="*/ 261938 h 285751"/>
              <a:gd name="connsiteX5" fmla="*/ 288131 w 338138"/>
              <a:gd name="connsiteY5" fmla="*/ 184150 h 285751"/>
              <a:gd name="connsiteX6" fmla="*/ 277812 w 338138"/>
              <a:gd name="connsiteY6" fmla="*/ 194469 h 285751"/>
              <a:gd name="connsiteX7" fmla="*/ 288131 w 338138"/>
              <a:gd name="connsiteY7" fmla="*/ 204788 h 285751"/>
              <a:gd name="connsiteX8" fmla="*/ 298450 w 338138"/>
              <a:gd name="connsiteY8" fmla="*/ 194469 h 285751"/>
              <a:gd name="connsiteX9" fmla="*/ 288131 w 338138"/>
              <a:gd name="connsiteY9" fmla="*/ 184150 h 285751"/>
              <a:gd name="connsiteX10" fmla="*/ 19050 w 338138"/>
              <a:gd name="connsiteY10" fmla="*/ 165100 h 285751"/>
              <a:gd name="connsiteX11" fmla="*/ 19050 w 338138"/>
              <a:gd name="connsiteY11" fmla="*/ 242888 h 285751"/>
              <a:gd name="connsiteX12" fmla="*/ 73025 w 338138"/>
              <a:gd name="connsiteY12" fmla="*/ 242888 h 285751"/>
              <a:gd name="connsiteX13" fmla="*/ 73025 w 338138"/>
              <a:gd name="connsiteY13" fmla="*/ 165100 h 285751"/>
              <a:gd name="connsiteX14" fmla="*/ 12010 w 338138"/>
              <a:gd name="connsiteY14" fmla="*/ 141288 h 285751"/>
              <a:gd name="connsiteX15" fmla="*/ 81400 w 338138"/>
              <a:gd name="connsiteY15" fmla="*/ 141288 h 285751"/>
              <a:gd name="connsiteX16" fmla="*/ 92075 w 338138"/>
              <a:gd name="connsiteY16" fmla="*/ 153107 h 285751"/>
              <a:gd name="connsiteX17" fmla="*/ 92075 w 338138"/>
              <a:gd name="connsiteY17" fmla="*/ 273932 h 285751"/>
              <a:gd name="connsiteX18" fmla="*/ 81400 w 338138"/>
              <a:gd name="connsiteY18" fmla="*/ 285751 h 285751"/>
              <a:gd name="connsiteX19" fmla="*/ 12010 w 338138"/>
              <a:gd name="connsiteY19" fmla="*/ 285751 h 285751"/>
              <a:gd name="connsiteX20" fmla="*/ 0 w 338138"/>
              <a:gd name="connsiteY20" fmla="*/ 273932 h 285751"/>
              <a:gd name="connsiteX21" fmla="*/ 0 w 338138"/>
              <a:gd name="connsiteY21" fmla="*/ 153107 h 285751"/>
              <a:gd name="connsiteX22" fmla="*/ 12010 w 338138"/>
              <a:gd name="connsiteY22" fmla="*/ 141288 h 285751"/>
              <a:gd name="connsiteX23" fmla="*/ 55002 w 338138"/>
              <a:gd name="connsiteY23" fmla="*/ 82550 h 285751"/>
              <a:gd name="connsiteX24" fmla="*/ 175185 w 338138"/>
              <a:gd name="connsiteY24" fmla="*/ 82550 h 285751"/>
              <a:gd name="connsiteX25" fmla="*/ 193675 w 338138"/>
              <a:gd name="connsiteY25" fmla="*/ 99703 h 285751"/>
              <a:gd name="connsiteX26" fmla="*/ 193675 w 338138"/>
              <a:gd name="connsiteY26" fmla="*/ 268597 h 285751"/>
              <a:gd name="connsiteX27" fmla="*/ 175185 w 338138"/>
              <a:gd name="connsiteY27" fmla="*/ 285750 h 285751"/>
              <a:gd name="connsiteX28" fmla="*/ 107830 w 338138"/>
              <a:gd name="connsiteY28" fmla="*/ 285750 h 285751"/>
              <a:gd name="connsiteX29" fmla="*/ 109151 w 338138"/>
              <a:gd name="connsiteY29" fmla="*/ 276514 h 285751"/>
              <a:gd name="connsiteX30" fmla="*/ 109151 w 338138"/>
              <a:gd name="connsiteY30" fmla="*/ 273875 h 285751"/>
              <a:gd name="connsiteX31" fmla="*/ 115754 w 338138"/>
              <a:gd name="connsiteY31" fmla="*/ 275194 h 285751"/>
              <a:gd name="connsiteX32" fmla="*/ 124999 w 338138"/>
              <a:gd name="connsiteY32" fmla="*/ 264639 h 285751"/>
              <a:gd name="connsiteX33" fmla="*/ 115754 w 338138"/>
              <a:gd name="connsiteY33" fmla="*/ 254083 h 285751"/>
              <a:gd name="connsiteX34" fmla="*/ 109151 w 338138"/>
              <a:gd name="connsiteY34" fmla="*/ 256722 h 285751"/>
              <a:gd name="connsiteX35" fmla="*/ 109151 w 338138"/>
              <a:gd name="connsiteY35" fmla="*/ 235610 h 285751"/>
              <a:gd name="connsiteX36" fmla="*/ 168582 w 338138"/>
              <a:gd name="connsiteY36" fmla="*/ 235610 h 285751"/>
              <a:gd name="connsiteX37" fmla="*/ 168582 w 338138"/>
              <a:gd name="connsiteY37" fmla="*/ 110259 h 285751"/>
              <a:gd name="connsiteX38" fmla="*/ 61606 w 338138"/>
              <a:gd name="connsiteY38" fmla="*/ 110259 h 285751"/>
              <a:gd name="connsiteX39" fmla="*/ 61606 w 338138"/>
              <a:gd name="connsiteY39" fmla="*/ 126093 h 285751"/>
              <a:gd name="connsiteX40" fmla="*/ 36512 w 338138"/>
              <a:gd name="connsiteY40" fmla="*/ 126093 h 285751"/>
              <a:gd name="connsiteX41" fmla="*/ 36512 w 338138"/>
              <a:gd name="connsiteY41" fmla="*/ 99703 h 285751"/>
              <a:gd name="connsiteX42" fmla="*/ 55002 w 338138"/>
              <a:gd name="connsiteY42" fmla="*/ 82550 h 285751"/>
              <a:gd name="connsiteX43" fmla="*/ 102729 w 338138"/>
              <a:gd name="connsiteY43" fmla="*/ 0 h 285751"/>
              <a:gd name="connsiteX44" fmla="*/ 305260 w 338138"/>
              <a:gd name="connsiteY44" fmla="*/ 0 h 285751"/>
              <a:gd name="connsiteX45" fmla="*/ 338138 w 338138"/>
              <a:gd name="connsiteY45" fmla="*/ 34237 h 285751"/>
              <a:gd name="connsiteX46" fmla="*/ 338138 w 338138"/>
              <a:gd name="connsiteY46" fmla="*/ 188306 h 285751"/>
              <a:gd name="connsiteX47" fmla="*/ 305260 w 338138"/>
              <a:gd name="connsiteY47" fmla="*/ 221226 h 285751"/>
              <a:gd name="connsiteX48" fmla="*/ 234242 w 338138"/>
              <a:gd name="connsiteY48" fmla="*/ 221226 h 285751"/>
              <a:gd name="connsiteX49" fmla="*/ 234242 w 338138"/>
              <a:gd name="connsiteY49" fmla="*/ 243612 h 285751"/>
              <a:gd name="connsiteX50" fmla="*/ 265806 w 338138"/>
              <a:gd name="connsiteY50" fmla="*/ 243612 h 285751"/>
              <a:gd name="connsiteX51" fmla="*/ 277642 w 338138"/>
              <a:gd name="connsiteY51" fmla="*/ 256780 h 285751"/>
              <a:gd name="connsiteX52" fmla="*/ 277642 w 338138"/>
              <a:gd name="connsiteY52" fmla="*/ 272582 h 285751"/>
              <a:gd name="connsiteX53" fmla="*/ 265806 w 338138"/>
              <a:gd name="connsiteY53" fmla="*/ 285750 h 285751"/>
              <a:gd name="connsiteX54" fmla="*/ 205309 w 338138"/>
              <a:gd name="connsiteY54" fmla="*/ 285750 h 285751"/>
              <a:gd name="connsiteX55" fmla="*/ 210570 w 338138"/>
              <a:gd name="connsiteY55" fmla="*/ 269948 h 285751"/>
              <a:gd name="connsiteX56" fmla="*/ 210570 w 338138"/>
              <a:gd name="connsiteY56" fmla="*/ 213325 h 285751"/>
              <a:gd name="connsiteX57" fmla="*/ 210570 w 338138"/>
              <a:gd name="connsiteY57" fmla="*/ 172504 h 285751"/>
              <a:gd name="connsiteX58" fmla="*/ 296054 w 338138"/>
              <a:gd name="connsiteY58" fmla="*/ 172504 h 285751"/>
              <a:gd name="connsiteX59" fmla="*/ 309205 w 338138"/>
              <a:gd name="connsiteY59" fmla="*/ 159335 h 285751"/>
              <a:gd name="connsiteX60" fmla="*/ 309205 w 338138"/>
              <a:gd name="connsiteY60" fmla="*/ 39504 h 285751"/>
              <a:gd name="connsiteX61" fmla="*/ 296054 w 338138"/>
              <a:gd name="connsiteY61" fmla="*/ 27653 h 285751"/>
              <a:gd name="connsiteX62" fmla="*/ 110620 w 338138"/>
              <a:gd name="connsiteY62" fmla="*/ 27653 h 285751"/>
              <a:gd name="connsiteX63" fmla="*/ 98783 w 338138"/>
              <a:gd name="connsiteY63" fmla="*/ 39504 h 285751"/>
              <a:gd name="connsiteX64" fmla="*/ 98783 w 338138"/>
              <a:gd name="connsiteY64" fmla="*/ 65841 h 285751"/>
              <a:gd name="connsiteX65" fmla="*/ 69850 w 338138"/>
              <a:gd name="connsiteY65" fmla="*/ 65841 h 285751"/>
              <a:gd name="connsiteX66" fmla="*/ 69850 w 338138"/>
              <a:gd name="connsiteY66" fmla="*/ 34237 h 285751"/>
              <a:gd name="connsiteX67" fmla="*/ 102729 w 338138"/>
              <a:gd name="connsiteY67" fmla="*/ 0 h 285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338138" h="285751">
                <a:moveTo>
                  <a:pt x="46038" y="261938"/>
                </a:moveTo>
                <a:cubicBezTo>
                  <a:pt x="41654" y="261938"/>
                  <a:pt x="38100" y="265847"/>
                  <a:pt x="38100" y="270670"/>
                </a:cubicBezTo>
                <a:cubicBezTo>
                  <a:pt x="38100" y="275493"/>
                  <a:pt x="41654" y="279402"/>
                  <a:pt x="46038" y="279402"/>
                </a:cubicBezTo>
                <a:cubicBezTo>
                  <a:pt x="50422" y="279402"/>
                  <a:pt x="53976" y="275493"/>
                  <a:pt x="53976" y="270670"/>
                </a:cubicBezTo>
                <a:cubicBezTo>
                  <a:pt x="53976" y="265847"/>
                  <a:pt x="50422" y="261938"/>
                  <a:pt x="46038" y="261938"/>
                </a:cubicBezTo>
                <a:close/>
                <a:moveTo>
                  <a:pt x="288131" y="184150"/>
                </a:moveTo>
                <a:cubicBezTo>
                  <a:pt x="282432" y="184150"/>
                  <a:pt x="277812" y="188770"/>
                  <a:pt x="277812" y="194469"/>
                </a:cubicBezTo>
                <a:cubicBezTo>
                  <a:pt x="277812" y="200168"/>
                  <a:pt x="282432" y="204788"/>
                  <a:pt x="288131" y="204788"/>
                </a:cubicBezTo>
                <a:cubicBezTo>
                  <a:pt x="293830" y="204788"/>
                  <a:pt x="298450" y="200168"/>
                  <a:pt x="298450" y="194469"/>
                </a:cubicBezTo>
                <a:cubicBezTo>
                  <a:pt x="298450" y="188770"/>
                  <a:pt x="293830" y="184150"/>
                  <a:pt x="288131" y="184150"/>
                </a:cubicBezTo>
                <a:close/>
                <a:moveTo>
                  <a:pt x="19050" y="165100"/>
                </a:moveTo>
                <a:lnTo>
                  <a:pt x="19050" y="242888"/>
                </a:lnTo>
                <a:lnTo>
                  <a:pt x="73025" y="242888"/>
                </a:lnTo>
                <a:lnTo>
                  <a:pt x="73025" y="165100"/>
                </a:lnTo>
                <a:close/>
                <a:moveTo>
                  <a:pt x="12010" y="141288"/>
                </a:moveTo>
                <a:cubicBezTo>
                  <a:pt x="12010" y="141288"/>
                  <a:pt x="12010" y="141288"/>
                  <a:pt x="81400" y="141288"/>
                </a:cubicBezTo>
                <a:cubicBezTo>
                  <a:pt x="86738" y="141288"/>
                  <a:pt x="92075" y="146541"/>
                  <a:pt x="92075" y="153107"/>
                </a:cubicBezTo>
                <a:cubicBezTo>
                  <a:pt x="92075" y="153107"/>
                  <a:pt x="92075" y="153107"/>
                  <a:pt x="92075" y="273932"/>
                </a:cubicBezTo>
                <a:cubicBezTo>
                  <a:pt x="92075" y="280498"/>
                  <a:pt x="86738" y="285751"/>
                  <a:pt x="81400" y="285751"/>
                </a:cubicBezTo>
                <a:cubicBezTo>
                  <a:pt x="81400" y="285751"/>
                  <a:pt x="81400" y="285751"/>
                  <a:pt x="12010" y="285751"/>
                </a:cubicBezTo>
                <a:cubicBezTo>
                  <a:pt x="5337" y="285751"/>
                  <a:pt x="0" y="280498"/>
                  <a:pt x="0" y="273932"/>
                </a:cubicBezTo>
                <a:cubicBezTo>
                  <a:pt x="0" y="273932"/>
                  <a:pt x="0" y="273932"/>
                  <a:pt x="0" y="153107"/>
                </a:cubicBezTo>
                <a:cubicBezTo>
                  <a:pt x="0" y="146541"/>
                  <a:pt x="5337" y="141288"/>
                  <a:pt x="12010" y="141288"/>
                </a:cubicBezTo>
                <a:close/>
                <a:moveTo>
                  <a:pt x="55002" y="82550"/>
                </a:moveTo>
                <a:cubicBezTo>
                  <a:pt x="55002" y="82550"/>
                  <a:pt x="55002" y="82550"/>
                  <a:pt x="175185" y="82550"/>
                </a:cubicBezTo>
                <a:cubicBezTo>
                  <a:pt x="185751" y="82550"/>
                  <a:pt x="193675" y="90467"/>
                  <a:pt x="193675" y="99703"/>
                </a:cubicBezTo>
                <a:cubicBezTo>
                  <a:pt x="193675" y="99703"/>
                  <a:pt x="193675" y="99703"/>
                  <a:pt x="193675" y="268597"/>
                </a:cubicBezTo>
                <a:cubicBezTo>
                  <a:pt x="193675" y="277833"/>
                  <a:pt x="185751" y="285750"/>
                  <a:pt x="175185" y="285750"/>
                </a:cubicBezTo>
                <a:cubicBezTo>
                  <a:pt x="175185" y="285750"/>
                  <a:pt x="175185" y="285750"/>
                  <a:pt x="107830" y="285750"/>
                </a:cubicBezTo>
                <a:cubicBezTo>
                  <a:pt x="109151" y="283111"/>
                  <a:pt x="109151" y="280472"/>
                  <a:pt x="109151" y="276514"/>
                </a:cubicBezTo>
                <a:cubicBezTo>
                  <a:pt x="109151" y="276514"/>
                  <a:pt x="109151" y="276514"/>
                  <a:pt x="109151" y="273875"/>
                </a:cubicBezTo>
                <a:cubicBezTo>
                  <a:pt x="110471" y="273875"/>
                  <a:pt x="113113" y="275194"/>
                  <a:pt x="115754" y="275194"/>
                </a:cubicBezTo>
                <a:cubicBezTo>
                  <a:pt x="121037" y="275194"/>
                  <a:pt x="124999" y="271236"/>
                  <a:pt x="124999" y="264639"/>
                </a:cubicBezTo>
                <a:cubicBezTo>
                  <a:pt x="124999" y="259361"/>
                  <a:pt x="121037" y="254083"/>
                  <a:pt x="115754" y="254083"/>
                </a:cubicBezTo>
                <a:cubicBezTo>
                  <a:pt x="113113" y="254083"/>
                  <a:pt x="110471" y="255402"/>
                  <a:pt x="109151" y="256722"/>
                </a:cubicBezTo>
                <a:cubicBezTo>
                  <a:pt x="109151" y="256722"/>
                  <a:pt x="109151" y="256722"/>
                  <a:pt x="109151" y="235610"/>
                </a:cubicBezTo>
                <a:cubicBezTo>
                  <a:pt x="109151" y="235610"/>
                  <a:pt x="109151" y="235610"/>
                  <a:pt x="168582" y="235610"/>
                </a:cubicBezTo>
                <a:cubicBezTo>
                  <a:pt x="168582" y="235610"/>
                  <a:pt x="168582" y="235610"/>
                  <a:pt x="168582" y="110259"/>
                </a:cubicBezTo>
                <a:cubicBezTo>
                  <a:pt x="168582" y="110259"/>
                  <a:pt x="168582" y="110259"/>
                  <a:pt x="61606" y="110259"/>
                </a:cubicBezTo>
                <a:cubicBezTo>
                  <a:pt x="61606" y="110259"/>
                  <a:pt x="61606" y="110259"/>
                  <a:pt x="61606" y="126093"/>
                </a:cubicBezTo>
                <a:cubicBezTo>
                  <a:pt x="61606" y="126093"/>
                  <a:pt x="61606" y="126093"/>
                  <a:pt x="36512" y="126093"/>
                </a:cubicBezTo>
                <a:cubicBezTo>
                  <a:pt x="36512" y="126093"/>
                  <a:pt x="36512" y="126093"/>
                  <a:pt x="36512" y="99703"/>
                </a:cubicBezTo>
                <a:cubicBezTo>
                  <a:pt x="36512" y="90467"/>
                  <a:pt x="45757" y="82550"/>
                  <a:pt x="55002" y="82550"/>
                </a:cubicBezTo>
                <a:close/>
                <a:moveTo>
                  <a:pt x="102729" y="0"/>
                </a:moveTo>
                <a:cubicBezTo>
                  <a:pt x="102729" y="0"/>
                  <a:pt x="102729" y="0"/>
                  <a:pt x="305260" y="0"/>
                </a:cubicBezTo>
                <a:cubicBezTo>
                  <a:pt x="323672" y="0"/>
                  <a:pt x="338138" y="15802"/>
                  <a:pt x="338138" y="34237"/>
                </a:cubicBezTo>
                <a:cubicBezTo>
                  <a:pt x="338138" y="34237"/>
                  <a:pt x="338138" y="34237"/>
                  <a:pt x="338138" y="188306"/>
                </a:cubicBezTo>
                <a:cubicBezTo>
                  <a:pt x="338138" y="206741"/>
                  <a:pt x="323672" y="221226"/>
                  <a:pt x="305260" y="221226"/>
                </a:cubicBezTo>
                <a:cubicBezTo>
                  <a:pt x="305260" y="221226"/>
                  <a:pt x="305260" y="221226"/>
                  <a:pt x="234242" y="221226"/>
                </a:cubicBezTo>
                <a:cubicBezTo>
                  <a:pt x="234242" y="221226"/>
                  <a:pt x="234242" y="221226"/>
                  <a:pt x="234242" y="243612"/>
                </a:cubicBezTo>
                <a:cubicBezTo>
                  <a:pt x="234242" y="243612"/>
                  <a:pt x="234242" y="243612"/>
                  <a:pt x="265806" y="243612"/>
                </a:cubicBezTo>
                <a:cubicBezTo>
                  <a:pt x="272381" y="243612"/>
                  <a:pt x="277642" y="250196"/>
                  <a:pt x="277642" y="256780"/>
                </a:cubicBezTo>
                <a:cubicBezTo>
                  <a:pt x="277642" y="256780"/>
                  <a:pt x="277642" y="256780"/>
                  <a:pt x="277642" y="272582"/>
                </a:cubicBezTo>
                <a:cubicBezTo>
                  <a:pt x="277642" y="280483"/>
                  <a:pt x="272381" y="285750"/>
                  <a:pt x="265806" y="285750"/>
                </a:cubicBezTo>
                <a:cubicBezTo>
                  <a:pt x="265806" y="285750"/>
                  <a:pt x="265806" y="285750"/>
                  <a:pt x="205309" y="285750"/>
                </a:cubicBezTo>
                <a:cubicBezTo>
                  <a:pt x="207940" y="280483"/>
                  <a:pt x="209255" y="275216"/>
                  <a:pt x="210570" y="269948"/>
                </a:cubicBezTo>
                <a:cubicBezTo>
                  <a:pt x="210570" y="268632"/>
                  <a:pt x="210570" y="213325"/>
                  <a:pt x="210570" y="213325"/>
                </a:cubicBezTo>
                <a:cubicBezTo>
                  <a:pt x="210570" y="213325"/>
                  <a:pt x="210570" y="213325"/>
                  <a:pt x="210570" y="172504"/>
                </a:cubicBezTo>
                <a:cubicBezTo>
                  <a:pt x="210570" y="172504"/>
                  <a:pt x="210570" y="172504"/>
                  <a:pt x="296054" y="172504"/>
                </a:cubicBezTo>
                <a:cubicBezTo>
                  <a:pt x="303945" y="172504"/>
                  <a:pt x="309205" y="165920"/>
                  <a:pt x="309205" y="159335"/>
                </a:cubicBezTo>
                <a:cubicBezTo>
                  <a:pt x="309205" y="159335"/>
                  <a:pt x="309205" y="159335"/>
                  <a:pt x="309205" y="39504"/>
                </a:cubicBezTo>
                <a:cubicBezTo>
                  <a:pt x="309205" y="32920"/>
                  <a:pt x="303945" y="27653"/>
                  <a:pt x="296054" y="27653"/>
                </a:cubicBezTo>
                <a:cubicBezTo>
                  <a:pt x="296054" y="27653"/>
                  <a:pt x="296054" y="27653"/>
                  <a:pt x="110620" y="27653"/>
                </a:cubicBezTo>
                <a:cubicBezTo>
                  <a:pt x="104044" y="27653"/>
                  <a:pt x="98783" y="32920"/>
                  <a:pt x="98783" y="39504"/>
                </a:cubicBezTo>
                <a:cubicBezTo>
                  <a:pt x="98783" y="39504"/>
                  <a:pt x="98783" y="39504"/>
                  <a:pt x="98783" y="65841"/>
                </a:cubicBezTo>
                <a:cubicBezTo>
                  <a:pt x="98783" y="65841"/>
                  <a:pt x="98783" y="65841"/>
                  <a:pt x="69850" y="65841"/>
                </a:cubicBezTo>
                <a:cubicBezTo>
                  <a:pt x="69850" y="65841"/>
                  <a:pt x="69850" y="65841"/>
                  <a:pt x="69850" y="34237"/>
                </a:cubicBezTo>
                <a:cubicBezTo>
                  <a:pt x="69850" y="15802"/>
                  <a:pt x="84317" y="0"/>
                  <a:pt x="102729" y="0"/>
                </a:cubicBezTo>
                <a:close/>
              </a:path>
            </a:pathLst>
          </a:custGeom>
          <a:solidFill>
            <a:schemeClr val="accent5"/>
          </a:solidFill>
          <a:ln>
            <a:noFill/>
          </a:ln>
        </p:spPr>
        <p:txBody>
          <a:bodyPr anchor="ctr"/>
          <a:lstStyle/>
          <a:p>
            <a:pPr algn="ctr">
              <a:lnSpc>
                <a:spcPct val="120000"/>
              </a:lnSpc>
            </a:pPr>
            <a:endParaRPr sz="2400" dirty="0">
              <a:latin typeface="微软雅黑" panose="020B0503020204020204" pitchFamily="34" charset="-122"/>
              <a:ea typeface="微软雅黑" panose="020B0503020204020204" pitchFamily="34" charset="-122"/>
            </a:endParaRPr>
          </a:p>
        </p:txBody>
      </p:sp>
      <p:sp>
        <p:nvSpPr>
          <p:cNvPr id="56" name="任意多边形 17"/>
          <p:cNvSpPr/>
          <p:nvPr>
            <p:custDataLst>
              <p:tags r:id="rId25"/>
            </p:custDataLst>
          </p:nvPr>
        </p:nvSpPr>
        <p:spPr bwMode="auto">
          <a:xfrm>
            <a:off x="9151419" y="2849793"/>
            <a:ext cx="487680" cy="514753"/>
          </a:xfrm>
          <a:custGeom>
            <a:avLst/>
            <a:gdLst>
              <a:gd name="connsiteX0" fmla="*/ 46038 w 338138"/>
              <a:gd name="connsiteY0" fmla="*/ 261938 h 285751"/>
              <a:gd name="connsiteX1" fmla="*/ 38100 w 338138"/>
              <a:gd name="connsiteY1" fmla="*/ 270670 h 285751"/>
              <a:gd name="connsiteX2" fmla="*/ 46038 w 338138"/>
              <a:gd name="connsiteY2" fmla="*/ 279402 h 285751"/>
              <a:gd name="connsiteX3" fmla="*/ 53976 w 338138"/>
              <a:gd name="connsiteY3" fmla="*/ 270670 h 285751"/>
              <a:gd name="connsiteX4" fmla="*/ 46038 w 338138"/>
              <a:gd name="connsiteY4" fmla="*/ 261938 h 285751"/>
              <a:gd name="connsiteX5" fmla="*/ 288131 w 338138"/>
              <a:gd name="connsiteY5" fmla="*/ 184150 h 285751"/>
              <a:gd name="connsiteX6" fmla="*/ 277812 w 338138"/>
              <a:gd name="connsiteY6" fmla="*/ 194469 h 285751"/>
              <a:gd name="connsiteX7" fmla="*/ 288131 w 338138"/>
              <a:gd name="connsiteY7" fmla="*/ 204788 h 285751"/>
              <a:gd name="connsiteX8" fmla="*/ 298450 w 338138"/>
              <a:gd name="connsiteY8" fmla="*/ 194469 h 285751"/>
              <a:gd name="connsiteX9" fmla="*/ 288131 w 338138"/>
              <a:gd name="connsiteY9" fmla="*/ 184150 h 285751"/>
              <a:gd name="connsiteX10" fmla="*/ 19050 w 338138"/>
              <a:gd name="connsiteY10" fmla="*/ 165100 h 285751"/>
              <a:gd name="connsiteX11" fmla="*/ 19050 w 338138"/>
              <a:gd name="connsiteY11" fmla="*/ 242888 h 285751"/>
              <a:gd name="connsiteX12" fmla="*/ 73025 w 338138"/>
              <a:gd name="connsiteY12" fmla="*/ 242888 h 285751"/>
              <a:gd name="connsiteX13" fmla="*/ 73025 w 338138"/>
              <a:gd name="connsiteY13" fmla="*/ 165100 h 285751"/>
              <a:gd name="connsiteX14" fmla="*/ 12010 w 338138"/>
              <a:gd name="connsiteY14" fmla="*/ 141288 h 285751"/>
              <a:gd name="connsiteX15" fmla="*/ 81400 w 338138"/>
              <a:gd name="connsiteY15" fmla="*/ 141288 h 285751"/>
              <a:gd name="connsiteX16" fmla="*/ 92075 w 338138"/>
              <a:gd name="connsiteY16" fmla="*/ 153107 h 285751"/>
              <a:gd name="connsiteX17" fmla="*/ 92075 w 338138"/>
              <a:gd name="connsiteY17" fmla="*/ 273932 h 285751"/>
              <a:gd name="connsiteX18" fmla="*/ 81400 w 338138"/>
              <a:gd name="connsiteY18" fmla="*/ 285751 h 285751"/>
              <a:gd name="connsiteX19" fmla="*/ 12010 w 338138"/>
              <a:gd name="connsiteY19" fmla="*/ 285751 h 285751"/>
              <a:gd name="connsiteX20" fmla="*/ 0 w 338138"/>
              <a:gd name="connsiteY20" fmla="*/ 273932 h 285751"/>
              <a:gd name="connsiteX21" fmla="*/ 0 w 338138"/>
              <a:gd name="connsiteY21" fmla="*/ 153107 h 285751"/>
              <a:gd name="connsiteX22" fmla="*/ 12010 w 338138"/>
              <a:gd name="connsiteY22" fmla="*/ 141288 h 285751"/>
              <a:gd name="connsiteX23" fmla="*/ 55002 w 338138"/>
              <a:gd name="connsiteY23" fmla="*/ 82550 h 285751"/>
              <a:gd name="connsiteX24" fmla="*/ 175185 w 338138"/>
              <a:gd name="connsiteY24" fmla="*/ 82550 h 285751"/>
              <a:gd name="connsiteX25" fmla="*/ 193675 w 338138"/>
              <a:gd name="connsiteY25" fmla="*/ 99703 h 285751"/>
              <a:gd name="connsiteX26" fmla="*/ 193675 w 338138"/>
              <a:gd name="connsiteY26" fmla="*/ 268597 h 285751"/>
              <a:gd name="connsiteX27" fmla="*/ 175185 w 338138"/>
              <a:gd name="connsiteY27" fmla="*/ 285750 h 285751"/>
              <a:gd name="connsiteX28" fmla="*/ 107830 w 338138"/>
              <a:gd name="connsiteY28" fmla="*/ 285750 h 285751"/>
              <a:gd name="connsiteX29" fmla="*/ 109151 w 338138"/>
              <a:gd name="connsiteY29" fmla="*/ 276514 h 285751"/>
              <a:gd name="connsiteX30" fmla="*/ 109151 w 338138"/>
              <a:gd name="connsiteY30" fmla="*/ 273875 h 285751"/>
              <a:gd name="connsiteX31" fmla="*/ 115754 w 338138"/>
              <a:gd name="connsiteY31" fmla="*/ 275194 h 285751"/>
              <a:gd name="connsiteX32" fmla="*/ 124999 w 338138"/>
              <a:gd name="connsiteY32" fmla="*/ 264639 h 285751"/>
              <a:gd name="connsiteX33" fmla="*/ 115754 w 338138"/>
              <a:gd name="connsiteY33" fmla="*/ 254083 h 285751"/>
              <a:gd name="connsiteX34" fmla="*/ 109151 w 338138"/>
              <a:gd name="connsiteY34" fmla="*/ 256722 h 285751"/>
              <a:gd name="connsiteX35" fmla="*/ 109151 w 338138"/>
              <a:gd name="connsiteY35" fmla="*/ 235610 h 285751"/>
              <a:gd name="connsiteX36" fmla="*/ 168582 w 338138"/>
              <a:gd name="connsiteY36" fmla="*/ 235610 h 285751"/>
              <a:gd name="connsiteX37" fmla="*/ 168582 w 338138"/>
              <a:gd name="connsiteY37" fmla="*/ 110259 h 285751"/>
              <a:gd name="connsiteX38" fmla="*/ 61606 w 338138"/>
              <a:gd name="connsiteY38" fmla="*/ 110259 h 285751"/>
              <a:gd name="connsiteX39" fmla="*/ 61606 w 338138"/>
              <a:gd name="connsiteY39" fmla="*/ 126093 h 285751"/>
              <a:gd name="connsiteX40" fmla="*/ 36512 w 338138"/>
              <a:gd name="connsiteY40" fmla="*/ 126093 h 285751"/>
              <a:gd name="connsiteX41" fmla="*/ 36512 w 338138"/>
              <a:gd name="connsiteY41" fmla="*/ 99703 h 285751"/>
              <a:gd name="connsiteX42" fmla="*/ 55002 w 338138"/>
              <a:gd name="connsiteY42" fmla="*/ 82550 h 285751"/>
              <a:gd name="connsiteX43" fmla="*/ 102729 w 338138"/>
              <a:gd name="connsiteY43" fmla="*/ 0 h 285751"/>
              <a:gd name="connsiteX44" fmla="*/ 305260 w 338138"/>
              <a:gd name="connsiteY44" fmla="*/ 0 h 285751"/>
              <a:gd name="connsiteX45" fmla="*/ 338138 w 338138"/>
              <a:gd name="connsiteY45" fmla="*/ 34237 h 285751"/>
              <a:gd name="connsiteX46" fmla="*/ 338138 w 338138"/>
              <a:gd name="connsiteY46" fmla="*/ 188306 h 285751"/>
              <a:gd name="connsiteX47" fmla="*/ 305260 w 338138"/>
              <a:gd name="connsiteY47" fmla="*/ 221226 h 285751"/>
              <a:gd name="connsiteX48" fmla="*/ 234242 w 338138"/>
              <a:gd name="connsiteY48" fmla="*/ 221226 h 285751"/>
              <a:gd name="connsiteX49" fmla="*/ 234242 w 338138"/>
              <a:gd name="connsiteY49" fmla="*/ 243612 h 285751"/>
              <a:gd name="connsiteX50" fmla="*/ 265806 w 338138"/>
              <a:gd name="connsiteY50" fmla="*/ 243612 h 285751"/>
              <a:gd name="connsiteX51" fmla="*/ 277642 w 338138"/>
              <a:gd name="connsiteY51" fmla="*/ 256780 h 285751"/>
              <a:gd name="connsiteX52" fmla="*/ 277642 w 338138"/>
              <a:gd name="connsiteY52" fmla="*/ 272582 h 285751"/>
              <a:gd name="connsiteX53" fmla="*/ 265806 w 338138"/>
              <a:gd name="connsiteY53" fmla="*/ 285750 h 285751"/>
              <a:gd name="connsiteX54" fmla="*/ 205309 w 338138"/>
              <a:gd name="connsiteY54" fmla="*/ 285750 h 285751"/>
              <a:gd name="connsiteX55" fmla="*/ 210570 w 338138"/>
              <a:gd name="connsiteY55" fmla="*/ 269948 h 285751"/>
              <a:gd name="connsiteX56" fmla="*/ 210570 w 338138"/>
              <a:gd name="connsiteY56" fmla="*/ 213325 h 285751"/>
              <a:gd name="connsiteX57" fmla="*/ 210570 w 338138"/>
              <a:gd name="connsiteY57" fmla="*/ 172504 h 285751"/>
              <a:gd name="connsiteX58" fmla="*/ 296054 w 338138"/>
              <a:gd name="connsiteY58" fmla="*/ 172504 h 285751"/>
              <a:gd name="connsiteX59" fmla="*/ 309205 w 338138"/>
              <a:gd name="connsiteY59" fmla="*/ 159335 h 285751"/>
              <a:gd name="connsiteX60" fmla="*/ 309205 w 338138"/>
              <a:gd name="connsiteY60" fmla="*/ 39504 h 285751"/>
              <a:gd name="connsiteX61" fmla="*/ 296054 w 338138"/>
              <a:gd name="connsiteY61" fmla="*/ 27653 h 285751"/>
              <a:gd name="connsiteX62" fmla="*/ 110620 w 338138"/>
              <a:gd name="connsiteY62" fmla="*/ 27653 h 285751"/>
              <a:gd name="connsiteX63" fmla="*/ 98783 w 338138"/>
              <a:gd name="connsiteY63" fmla="*/ 39504 h 285751"/>
              <a:gd name="connsiteX64" fmla="*/ 98783 w 338138"/>
              <a:gd name="connsiteY64" fmla="*/ 65841 h 285751"/>
              <a:gd name="connsiteX65" fmla="*/ 69850 w 338138"/>
              <a:gd name="connsiteY65" fmla="*/ 65841 h 285751"/>
              <a:gd name="connsiteX66" fmla="*/ 69850 w 338138"/>
              <a:gd name="connsiteY66" fmla="*/ 34237 h 285751"/>
              <a:gd name="connsiteX67" fmla="*/ 102729 w 338138"/>
              <a:gd name="connsiteY67" fmla="*/ 0 h 285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338138" h="285751">
                <a:moveTo>
                  <a:pt x="46038" y="261938"/>
                </a:moveTo>
                <a:cubicBezTo>
                  <a:pt x="41654" y="261938"/>
                  <a:pt x="38100" y="265847"/>
                  <a:pt x="38100" y="270670"/>
                </a:cubicBezTo>
                <a:cubicBezTo>
                  <a:pt x="38100" y="275493"/>
                  <a:pt x="41654" y="279402"/>
                  <a:pt x="46038" y="279402"/>
                </a:cubicBezTo>
                <a:cubicBezTo>
                  <a:pt x="50422" y="279402"/>
                  <a:pt x="53976" y="275493"/>
                  <a:pt x="53976" y="270670"/>
                </a:cubicBezTo>
                <a:cubicBezTo>
                  <a:pt x="53976" y="265847"/>
                  <a:pt x="50422" y="261938"/>
                  <a:pt x="46038" y="261938"/>
                </a:cubicBezTo>
                <a:close/>
                <a:moveTo>
                  <a:pt x="288131" y="184150"/>
                </a:moveTo>
                <a:cubicBezTo>
                  <a:pt x="282432" y="184150"/>
                  <a:pt x="277812" y="188770"/>
                  <a:pt x="277812" y="194469"/>
                </a:cubicBezTo>
                <a:cubicBezTo>
                  <a:pt x="277812" y="200168"/>
                  <a:pt x="282432" y="204788"/>
                  <a:pt x="288131" y="204788"/>
                </a:cubicBezTo>
                <a:cubicBezTo>
                  <a:pt x="293830" y="204788"/>
                  <a:pt x="298450" y="200168"/>
                  <a:pt x="298450" y="194469"/>
                </a:cubicBezTo>
                <a:cubicBezTo>
                  <a:pt x="298450" y="188770"/>
                  <a:pt x="293830" y="184150"/>
                  <a:pt x="288131" y="184150"/>
                </a:cubicBezTo>
                <a:close/>
                <a:moveTo>
                  <a:pt x="19050" y="165100"/>
                </a:moveTo>
                <a:lnTo>
                  <a:pt x="19050" y="242888"/>
                </a:lnTo>
                <a:lnTo>
                  <a:pt x="73025" y="242888"/>
                </a:lnTo>
                <a:lnTo>
                  <a:pt x="73025" y="165100"/>
                </a:lnTo>
                <a:close/>
                <a:moveTo>
                  <a:pt x="12010" y="141288"/>
                </a:moveTo>
                <a:cubicBezTo>
                  <a:pt x="12010" y="141288"/>
                  <a:pt x="12010" y="141288"/>
                  <a:pt x="81400" y="141288"/>
                </a:cubicBezTo>
                <a:cubicBezTo>
                  <a:pt x="86738" y="141288"/>
                  <a:pt x="92075" y="146541"/>
                  <a:pt x="92075" y="153107"/>
                </a:cubicBezTo>
                <a:cubicBezTo>
                  <a:pt x="92075" y="153107"/>
                  <a:pt x="92075" y="153107"/>
                  <a:pt x="92075" y="273932"/>
                </a:cubicBezTo>
                <a:cubicBezTo>
                  <a:pt x="92075" y="280498"/>
                  <a:pt x="86738" y="285751"/>
                  <a:pt x="81400" y="285751"/>
                </a:cubicBezTo>
                <a:cubicBezTo>
                  <a:pt x="81400" y="285751"/>
                  <a:pt x="81400" y="285751"/>
                  <a:pt x="12010" y="285751"/>
                </a:cubicBezTo>
                <a:cubicBezTo>
                  <a:pt x="5337" y="285751"/>
                  <a:pt x="0" y="280498"/>
                  <a:pt x="0" y="273932"/>
                </a:cubicBezTo>
                <a:cubicBezTo>
                  <a:pt x="0" y="273932"/>
                  <a:pt x="0" y="273932"/>
                  <a:pt x="0" y="153107"/>
                </a:cubicBezTo>
                <a:cubicBezTo>
                  <a:pt x="0" y="146541"/>
                  <a:pt x="5337" y="141288"/>
                  <a:pt x="12010" y="141288"/>
                </a:cubicBezTo>
                <a:close/>
                <a:moveTo>
                  <a:pt x="55002" y="82550"/>
                </a:moveTo>
                <a:cubicBezTo>
                  <a:pt x="55002" y="82550"/>
                  <a:pt x="55002" y="82550"/>
                  <a:pt x="175185" y="82550"/>
                </a:cubicBezTo>
                <a:cubicBezTo>
                  <a:pt x="185751" y="82550"/>
                  <a:pt x="193675" y="90467"/>
                  <a:pt x="193675" y="99703"/>
                </a:cubicBezTo>
                <a:cubicBezTo>
                  <a:pt x="193675" y="99703"/>
                  <a:pt x="193675" y="99703"/>
                  <a:pt x="193675" y="268597"/>
                </a:cubicBezTo>
                <a:cubicBezTo>
                  <a:pt x="193675" y="277833"/>
                  <a:pt x="185751" y="285750"/>
                  <a:pt x="175185" y="285750"/>
                </a:cubicBezTo>
                <a:cubicBezTo>
                  <a:pt x="175185" y="285750"/>
                  <a:pt x="175185" y="285750"/>
                  <a:pt x="107830" y="285750"/>
                </a:cubicBezTo>
                <a:cubicBezTo>
                  <a:pt x="109151" y="283111"/>
                  <a:pt x="109151" y="280472"/>
                  <a:pt x="109151" y="276514"/>
                </a:cubicBezTo>
                <a:cubicBezTo>
                  <a:pt x="109151" y="276514"/>
                  <a:pt x="109151" y="276514"/>
                  <a:pt x="109151" y="273875"/>
                </a:cubicBezTo>
                <a:cubicBezTo>
                  <a:pt x="110471" y="273875"/>
                  <a:pt x="113113" y="275194"/>
                  <a:pt x="115754" y="275194"/>
                </a:cubicBezTo>
                <a:cubicBezTo>
                  <a:pt x="121037" y="275194"/>
                  <a:pt x="124999" y="271236"/>
                  <a:pt x="124999" y="264639"/>
                </a:cubicBezTo>
                <a:cubicBezTo>
                  <a:pt x="124999" y="259361"/>
                  <a:pt x="121037" y="254083"/>
                  <a:pt x="115754" y="254083"/>
                </a:cubicBezTo>
                <a:cubicBezTo>
                  <a:pt x="113113" y="254083"/>
                  <a:pt x="110471" y="255402"/>
                  <a:pt x="109151" y="256722"/>
                </a:cubicBezTo>
                <a:cubicBezTo>
                  <a:pt x="109151" y="256722"/>
                  <a:pt x="109151" y="256722"/>
                  <a:pt x="109151" y="235610"/>
                </a:cubicBezTo>
                <a:cubicBezTo>
                  <a:pt x="109151" y="235610"/>
                  <a:pt x="109151" y="235610"/>
                  <a:pt x="168582" y="235610"/>
                </a:cubicBezTo>
                <a:cubicBezTo>
                  <a:pt x="168582" y="235610"/>
                  <a:pt x="168582" y="235610"/>
                  <a:pt x="168582" y="110259"/>
                </a:cubicBezTo>
                <a:cubicBezTo>
                  <a:pt x="168582" y="110259"/>
                  <a:pt x="168582" y="110259"/>
                  <a:pt x="61606" y="110259"/>
                </a:cubicBezTo>
                <a:cubicBezTo>
                  <a:pt x="61606" y="110259"/>
                  <a:pt x="61606" y="110259"/>
                  <a:pt x="61606" y="126093"/>
                </a:cubicBezTo>
                <a:cubicBezTo>
                  <a:pt x="61606" y="126093"/>
                  <a:pt x="61606" y="126093"/>
                  <a:pt x="36512" y="126093"/>
                </a:cubicBezTo>
                <a:cubicBezTo>
                  <a:pt x="36512" y="126093"/>
                  <a:pt x="36512" y="126093"/>
                  <a:pt x="36512" y="99703"/>
                </a:cubicBezTo>
                <a:cubicBezTo>
                  <a:pt x="36512" y="90467"/>
                  <a:pt x="45757" y="82550"/>
                  <a:pt x="55002" y="82550"/>
                </a:cubicBezTo>
                <a:close/>
                <a:moveTo>
                  <a:pt x="102729" y="0"/>
                </a:moveTo>
                <a:cubicBezTo>
                  <a:pt x="102729" y="0"/>
                  <a:pt x="102729" y="0"/>
                  <a:pt x="305260" y="0"/>
                </a:cubicBezTo>
                <a:cubicBezTo>
                  <a:pt x="323672" y="0"/>
                  <a:pt x="338138" y="15802"/>
                  <a:pt x="338138" y="34237"/>
                </a:cubicBezTo>
                <a:cubicBezTo>
                  <a:pt x="338138" y="34237"/>
                  <a:pt x="338138" y="34237"/>
                  <a:pt x="338138" y="188306"/>
                </a:cubicBezTo>
                <a:cubicBezTo>
                  <a:pt x="338138" y="206741"/>
                  <a:pt x="323672" y="221226"/>
                  <a:pt x="305260" y="221226"/>
                </a:cubicBezTo>
                <a:cubicBezTo>
                  <a:pt x="305260" y="221226"/>
                  <a:pt x="305260" y="221226"/>
                  <a:pt x="234242" y="221226"/>
                </a:cubicBezTo>
                <a:cubicBezTo>
                  <a:pt x="234242" y="221226"/>
                  <a:pt x="234242" y="221226"/>
                  <a:pt x="234242" y="243612"/>
                </a:cubicBezTo>
                <a:cubicBezTo>
                  <a:pt x="234242" y="243612"/>
                  <a:pt x="234242" y="243612"/>
                  <a:pt x="265806" y="243612"/>
                </a:cubicBezTo>
                <a:cubicBezTo>
                  <a:pt x="272381" y="243612"/>
                  <a:pt x="277642" y="250196"/>
                  <a:pt x="277642" y="256780"/>
                </a:cubicBezTo>
                <a:cubicBezTo>
                  <a:pt x="277642" y="256780"/>
                  <a:pt x="277642" y="256780"/>
                  <a:pt x="277642" y="272582"/>
                </a:cubicBezTo>
                <a:cubicBezTo>
                  <a:pt x="277642" y="280483"/>
                  <a:pt x="272381" y="285750"/>
                  <a:pt x="265806" y="285750"/>
                </a:cubicBezTo>
                <a:cubicBezTo>
                  <a:pt x="265806" y="285750"/>
                  <a:pt x="265806" y="285750"/>
                  <a:pt x="205309" y="285750"/>
                </a:cubicBezTo>
                <a:cubicBezTo>
                  <a:pt x="207940" y="280483"/>
                  <a:pt x="209255" y="275216"/>
                  <a:pt x="210570" y="269948"/>
                </a:cubicBezTo>
                <a:cubicBezTo>
                  <a:pt x="210570" y="268632"/>
                  <a:pt x="210570" y="213325"/>
                  <a:pt x="210570" y="213325"/>
                </a:cubicBezTo>
                <a:cubicBezTo>
                  <a:pt x="210570" y="213325"/>
                  <a:pt x="210570" y="213325"/>
                  <a:pt x="210570" y="172504"/>
                </a:cubicBezTo>
                <a:cubicBezTo>
                  <a:pt x="210570" y="172504"/>
                  <a:pt x="210570" y="172504"/>
                  <a:pt x="296054" y="172504"/>
                </a:cubicBezTo>
                <a:cubicBezTo>
                  <a:pt x="303945" y="172504"/>
                  <a:pt x="309205" y="165920"/>
                  <a:pt x="309205" y="159335"/>
                </a:cubicBezTo>
                <a:cubicBezTo>
                  <a:pt x="309205" y="159335"/>
                  <a:pt x="309205" y="159335"/>
                  <a:pt x="309205" y="39504"/>
                </a:cubicBezTo>
                <a:cubicBezTo>
                  <a:pt x="309205" y="32920"/>
                  <a:pt x="303945" y="27653"/>
                  <a:pt x="296054" y="27653"/>
                </a:cubicBezTo>
                <a:cubicBezTo>
                  <a:pt x="296054" y="27653"/>
                  <a:pt x="296054" y="27653"/>
                  <a:pt x="110620" y="27653"/>
                </a:cubicBezTo>
                <a:cubicBezTo>
                  <a:pt x="104044" y="27653"/>
                  <a:pt x="98783" y="32920"/>
                  <a:pt x="98783" y="39504"/>
                </a:cubicBezTo>
                <a:cubicBezTo>
                  <a:pt x="98783" y="39504"/>
                  <a:pt x="98783" y="39504"/>
                  <a:pt x="98783" y="65841"/>
                </a:cubicBezTo>
                <a:cubicBezTo>
                  <a:pt x="98783" y="65841"/>
                  <a:pt x="98783" y="65841"/>
                  <a:pt x="69850" y="65841"/>
                </a:cubicBezTo>
                <a:cubicBezTo>
                  <a:pt x="69850" y="65841"/>
                  <a:pt x="69850" y="65841"/>
                  <a:pt x="69850" y="34237"/>
                </a:cubicBezTo>
                <a:cubicBezTo>
                  <a:pt x="69850" y="15802"/>
                  <a:pt x="84317" y="0"/>
                  <a:pt x="102729" y="0"/>
                </a:cubicBezTo>
                <a:close/>
              </a:path>
            </a:pathLst>
          </a:custGeom>
          <a:solidFill>
            <a:schemeClr val="accent4"/>
          </a:solidFill>
          <a:ln>
            <a:noFill/>
          </a:ln>
        </p:spPr>
        <p:txBody>
          <a:bodyPr anchor="ctr"/>
          <a:lstStyle/>
          <a:p>
            <a:pPr algn="ctr">
              <a:lnSpc>
                <a:spcPct val="120000"/>
              </a:lnSpc>
            </a:pPr>
            <a:endParaRPr sz="2400" dirty="0">
              <a:latin typeface="微软雅黑" panose="020B0503020204020204" pitchFamily="34" charset="-122"/>
              <a:ea typeface="微软雅黑" panose="020B0503020204020204" pitchFamily="34" charset="-122"/>
            </a:endParaRPr>
          </a:p>
        </p:txBody>
      </p:sp>
    </p:spTree>
    <p:custDataLst>
      <p:tags r:id="rId26"/>
    </p:custDataLst>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矩形 84"/>
          <p:cNvSpPr/>
          <p:nvPr>
            <p:custDataLst>
              <p:tags r:id="rId1"/>
            </p:custDataLst>
          </p:nvPr>
        </p:nvSpPr>
        <p:spPr bwMode="auto">
          <a:xfrm>
            <a:off x="4492625" y="1897731"/>
            <a:ext cx="2929743" cy="4152782"/>
          </a:xfrm>
          <a:prstGeom prst="rect">
            <a:avLst/>
          </a:prstGeom>
          <a:solidFill>
            <a:schemeClr val="tx2">
              <a:lumMod val="20000"/>
              <a:lumOff val="80000"/>
            </a:schemeClr>
          </a:solidFill>
          <a:ln w="57150">
            <a:solidFill>
              <a:schemeClr val="bg1"/>
            </a:solidFill>
            <a:round/>
          </a:ln>
          <a:effectLst/>
        </p:spPr>
        <p:txBody>
          <a:bodyPr vert="horz" wrap="square" lIns="91440" tIns="0" rIns="91440" bIns="1260000" anchor="b" anchorCtr="1" compatLnSpc="1">
            <a:normAutofit/>
          </a:bodyPr>
          <a:lstStyle/>
          <a:p>
            <a:pPr algn="ctr">
              <a:lnSpc>
                <a:spcPct val="120000"/>
              </a:lnSpc>
            </a:pPr>
            <a:endParaRPr lang="zh-CN" altLang="en-US" sz="120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86" name="任意多边形 6"/>
          <p:cNvSpPr/>
          <p:nvPr>
            <p:custDataLst>
              <p:tags r:id="rId2"/>
            </p:custDataLst>
          </p:nvPr>
        </p:nvSpPr>
        <p:spPr bwMode="auto">
          <a:xfrm>
            <a:off x="7419956" y="814606"/>
            <a:ext cx="261735" cy="1519752"/>
          </a:xfrm>
          <a:custGeom>
            <a:avLst/>
            <a:gdLst/>
            <a:ahLst/>
            <a:cxnLst>
              <a:cxn ang="0">
                <a:pos x="54" y="575"/>
              </a:cxn>
              <a:cxn ang="0">
                <a:pos x="54" y="0"/>
              </a:cxn>
              <a:cxn ang="0">
                <a:pos x="0" y="10"/>
              </a:cxn>
              <a:cxn ang="0">
                <a:pos x="0" y="627"/>
              </a:cxn>
              <a:cxn ang="0">
                <a:pos x="54" y="617"/>
              </a:cxn>
              <a:cxn ang="0">
                <a:pos x="54" y="617"/>
              </a:cxn>
              <a:cxn ang="0">
                <a:pos x="80" y="586"/>
              </a:cxn>
              <a:cxn ang="0">
                <a:pos x="54" y="575"/>
              </a:cxn>
            </a:cxnLst>
            <a:rect l="0" t="0" r="r" b="b"/>
            <a:pathLst>
              <a:path w="81" h="627">
                <a:moveTo>
                  <a:pt x="54" y="575"/>
                </a:moveTo>
                <a:cubicBezTo>
                  <a:pt x="54" y="0"/>
                  <a:pt x="54" y="0"/>
                  <a:pt x="54" y="0"/>
                </a:cubicBezTo>
                <a:cubicBezTo>
                  <a:pt x="0" y="10"/>
                  <a:pt x="0" y="10"/>
                  <a:pt x="0" y="10"/>
                </a:cubicBezTo>
                <a:cubicBezTo>
                  <a:pt x="0" y="627"/>
                  <a:pt x="0" y="627"/>
                  <a:pt x="0" y="627"/>
                </a:cubicBezTo>
                <a:cubicBezTo>
                  <a:pt x="54" y="617"/>
                  <a:pt x="54" y="617"/>
                  <a:pt x="54" y="617"/>
                </a:cubicBezTo>
                <a:cubicBezTo>
                  <a:pt x="54" y="617"/>
                  <a:pt x="54" y="617"/>
                  <a:pt x="54" y="617"/>
                </a:cubicBezTo>
                <a:cubicBezTo>
                  <a:pt x="54" y="617"/>
                  <a:pt x="81" y="612"/>
                  <a:pt x="80" y="586"/>
                </a:cubicBezTo>
                <a:cubicBezTo>
                  <a:pt x="79" y="567"/>
                  <a:pt x="54" y="575"/>
                  <a:pt x="54" y="575"/>
                </a:cubicBezTo>
                <a:close/>
              </a:path>
            </a:pathLst>
          </a:custGeom>
          <a:solidFill>
            <a:schemeClr val="accent4">
              <a:lumMod val="75000"/>
            </a:schemeClr>
          </a:solidFill>
          <a:ln w="9525">
            <a:noFill/>
            <a:round/>
          </a:ln>
        </p:spPr>
        <p:txBody>
          <a:bodyPr anchor="ctr"/>
          <a:lstStyle/>
          <a:p>
            <a:pPr algn="ctr">
              <a:lnSpc>
                <a:spcPct val="120000"/>
              </a:lnSpc>
            </a:pPr>
            <a:endParaRPr sz="1800" dirty="0">
              <a:latin typeface="微软雅黑" panose="020B0503020204020204" pitchFamily="34" charset="-122"/>
              <a:ea typeface="微软雅黑" panose="020B0503020204020204" pitchFamily="34" charset="-122"/>
            </a:endParaRPr>
          </a:p>
        </p:txBody>
      </p:sp>
      <p:sp>
        <p:nvSpPr>
          <p:cNvPr id="87" name="任意多边形 7"/>
          <p:cNvSpPr/>
          <p:nvPr>
            <p:custDataLst>
              <p:tags r:id="rId3"/>
            </p:custDataLst>
          </p:nvPr>
        </p:nvSpPr>
        <p:spPr bwMode="auto">
          <a:xfrm>
            <a:off x="4495037" y="692785"/>
            <a:ext cx="3184241" cy="1968440"/>
          </a:xfrm>
          <a:custGeom>
            <a:avLst/>
            <a:gdLst/>
            <a:ahLst/>
            <a:cxnLst>
              <a:cxn ang="0">
                <a:pos x="954" y="8"/>
              </a:cxn>
              <a:cxn ang="0">
                <a:pos x="954" y="8"/>
              </a:cxn>
              <a:cxn ang="0">
                <a:pos x="0" y="196"/>
              </a:cxn>
              <a:cxn ang="0">
                <a:pos x="0" y="813"/>
              </a:cxn>
              <a:cxn ang="0">
                <a:pos x="954" y="625"/>
              </a:cxn>
              <a:cxn ang="0">
                <a:pos x="980" y="636"/>
              </a:cxn>
              <a:cxn ang="0">
                <a:pos x="980" y="19"/>
              </a:cxn>
              <a:cxn ang="0">
                <a:pos x="954" y="8"/>
              </a:cxn>
            </a:cxnLst>
            <a:rect l="0" t="0" r="r" b="b"/>
            <a:pathLst>
              <a:path w="980" h="813">
                <a:moveTo>
                  <a:pt x="954" y="8"/>
                </a:moveTo>
                <a:cubicBezTo>
                  <a:pt x="954" y="8"/>
                  <a:pt x="954" y="8"/>
                  <a:pt x="954" y="8"/>
                </a:cubicBezTo>
                <a:cubicBezTo>
                  <a:pt x="0" y="196"/>
                  <a:pt x="0" y="196"/>
                  <a:pt x="0" y="196"/>
                </a:cubicBezTo>
                <a:cubicBezTo>
                  <a:pt x="0" y="813"/>
                  <a:pt x="0" y="813"/>
                  <a:pt x="0" y="813"/>
                </a:cubicBezTo>
                <a:cubicBezTo>
                  <a:pt x="954" y="625"/>
                  <a:pt x="954" y="625"/>
                  <a:pt x="954" y="625"/>
                </a:cubicBezTo>
                <a:cubicBezTo>
                  <a:pt x="954" y="625"/>
                  <a:pt x="979" y="617"/>
                  <a:pt x="980" y="636"/>
                </a:cubicBezTo>
                <a:cubicBezTo>
                  <a:pt x="980" y="19"/>
                  <a:pt x="980" y="19"/>
                  <a:pt x="980" y="19"/>
                </a:cubicBezTo>
                <a:cubicBezTo>
                  <a:pt x="979" y="0"/>
                  <a:pt x="954" y="8"/>
                  <a:pt x="954" y="8"/>
                </a:cubicBezTo>
                <a:close/>
              </a:path>
            </a:pathLst>
          </a:custGeom>
          <a:solidFill>
            <a:schemeClr val="accent4"/>
          </a:solidFill>
          <a:ln w="9525">
            <a:noFill/>
            <a:round/>
          </a:ln>
        </p:spPr>
        <p:txBody>
          <a:bodyPr anchor="ctr"/>
          <a:lstStyle/>
          <a:p>
            <a:pPr algn="ctr">
              <a:lnSpc>
                <a:spcPct val="120000"/>
              </a:lnSpc>
            </a:pPr>
            <a:endParaRPr sz="1800" dirty="0">
              <a:latin typeface="微软雅黑" panose="020B0503020204020204" pitchFamily="34" charset="-122"/>
              <a:ea typeface="微软雅黑" panose="020B0503020204020204" pitchFamily="34" charset="-122"/>
            </a:endParaRPr>
          </a:p>
        </p:txBody>
      </p:sp>
      <p:sp>
        <p:nvSpPr>
          <p:cNvPr id="88" name="任意多边形 8"/>
          <p:cNvSpPr/>
          <p:nvPr>
            <p:custDataLst>
              <p:tags r:id="rId4"/>
            </p:custDataLst>
          </p:nvPr>
        </p:nvSpPr>
        <p:spPr bwMode="auto">
          <a:xfrm>
            <a:off x="7419956" y="4734601"/>
            <a:ext cx="261735" cy="317218"/>
          </a:xfrm>
          <a:custGeom>
            <a:avLst/>
            <a:gdLst/>
            <a:ahLst/>
            <a:cxnLst>
              <a:cxn ang="0">
                <a:pos x="54" y="79"/>
              </a:cxn>
              <a:cxn ang="0">
                <a:pos x="54" y="0"/>
              </a:cxn>
              <a:cxn ang="0">
                <a:pos x="0" y="10"/>
              </a:cxn>
              <a:cxn ang="0">
                <a:pos x="0" y="131"/>
              </a:cxn>
              <a:cxn ang="0">
                <a:pos x="54" y="121"/>
              </a:cxn>
              <a:cxn ang="0">
                <a:pos x="54" y="121"/>
              </a:cxn>
              <a:cxn ang="0">
                <a:pos x="80" y="90"/>
              </a:cxn>
              <a:cxn ang="0">
                <a:pos x="54" y="79"/>
              </a:cxn>
            </a:cxnLst>
            <a:rect l="0" t="0" r="r" b="b"/>
            <a:pathLst>
              <a:path w="81" h="131">
                <a:moveTo>
                  <a:pt x="54" y="79"/>
                </a:moveTo>
                <a:cubicBezTo>
                  <a:pt x="54" y="0"/>
                  <a:pt x="54" y="0"/>
                  <a:pt x="54" y="0"/>
                </a:cubicBezTo>
                <a:cubicBezTo>
                  <a:pt x="0" y="10"/>
                  <a:pt x="0" y="10"/>
                  <a:pt x="0" y="10"/>
                </a:cubicBezTo>
                <a:cubicBezTo>
                  <a:pt x="0" y="131"/>
                  <a:pt x="0" y="131"/>
                  <a:pt x="0" y="131"/>
                </a:cubicBezTo>
                <a:cubicBezTo>
                  <a:pt x="54" y="121"/>
                  <a:pt x="54" y="121"/>
                  <a:pt x="54" y="121"/>
                </a:cubicBezTo>
                <a:cubicBezTo>
                  <a:pt x="54" y="121"/>
                  <a:pt x="54" y="121"/>
                  <a:pt x="54" y="121"/>
                </a:cubicBezTo>
                <a:cubicBezTo>
                  <a:pt x="54" y="121"/>
                  <a:pt x="81" y="116"/>
                  <a:pt x="80" y="90"/>
                </a:cubicBezTo>
                <a:cubicBezTo>
                  <a:pt x="79" y="71"/>
                  <a:pt x="54" y="79"/>
                  <a:pt x="54" y="79"/>
                </a:cubicBezTo>
                <a:close/>
              </a:path>
            </a:pathLst>
          </a:custGeom>
          <a:solidFill>
            <a:schemeClr val="accent4">
              <a:lumMod val="75000"/>
            </a:schemeClr>
          </a:solidFill>
          <a:ln w="9525">
            <a:noFill/>
            <a:round/>
          </a:ln>
        </p:spPr>
        <p:txBody>
          <a:bodyPr anchor="ctr"/>
          <a:lstStyle/>
          <a:p>
            <a:pPr algn="ctr">
              <a:lnSpc>
                <a:spcPct val="120000"/>
              </a:lnSpc>
            </a:pPr>
            <a:endParaRPr sz="1800" dirty="0">
              <a:latin typeface="微软雅黑" panose="020B0503020204020204" pitchFamily="34" charset="-122"/>
              <a:ea typeface="微软雅黑" panose="020B0503020204020204" pitchFamily="34" charset="-122"/>
            </a:endParaRPr>
          </a:p>
        </p:txBody>
      </p:sp>
      <p:sp>
        <p:nvSpPr>
          <p:cNvPr id="89" name="任意多边形 9"/>
          <p:cNvSpPr/>
          <p:nvPr>
            <p:custDataLst>
              <p:tags r:id="rId5"/>
            </p:custDataLst>
          </p:nvPr>
        </p:nvSpPr>
        <p:spPr bwMode="auto">
          <a:xfrm>
            <a:off x="4495037" y="4612779"/>
            <a:ext cx="3184241" cy="768319"/>
          </a:xfrm>
          <a:custGeom>
            <a:avLst/>
            <a:gdLst/>
            <a:ahLst/>
            <a:cxnLst>
              <a:cxn ang="0">
                <a:pos x="954" y="8"/>
              </a:cxn>
              <a:cxn ang="0">
                <a:pos x="954" y="8"/>
              </a:cxn>
              <a:cxn ang="0">
                <a:pos x="0" y="196"/>
              </a:cxn>
              <a:cxn ang="0">
                <a:pos x="0" y="317"/>
              </a:cxn>
              <a:cxn ang="0">
                <a:pos x="954" y="129"/>
              </a:cxn>
              <a:cxn ang="0">
                <a:pos x="980" y="140"/>
              </a:cxn>
              <a:cxn ang="0">
                <a:pos x="980" y="19"/>
              </a:cxn>
              <a:cxn ang="0">
                <a:pos x="954" y="8"/>
              </a:cxn>
            </a:cxnLst>
            <a:rect l="0" t="0" r="r" b="b"/>
            <a:pathLst>
              <a:path w="980" h="317">
                <a:moveTo>
                  <a:pt x="954" y="8"/>
                </a:moveTo>
                <a:cubicBezTo>
                  <a:pt x="954" y="8"/>
                  <a:pt x="954" y="8"/>
                  <a:pt x="954" y="8"/>
                </a:cubicBezTo>
                <a:cubicBezTo>
                  <a:pt x="0" y="196"/>
                  <a:pt x="0" y="196"/>
                  <a:pt x="0" y="196"/>
                </a:cubicBezTo>
                <a:cubicBezTo>
                  <a:pt x="0" y="317"/>
                  <a:pt x="0" y="317"/>
                  <a:pt x="0" y="317"/>
                </a:cubicBezTo>
                <a:cubicBezTo>
                  <a:pt x="954" y="129"/>
                  <a:pt x="954" y="129"/>
                  <a:pt x="954" y="129"/>
                </a:cubicBezTo>
                <a:cubicBezTo>
                  <a:pt x="954" y="129"/>
                  <a:pt x="979" y="121"/>
                  <a:pt x="980" y="140"/>
                </a:cubicBezTo>
                <a:cubicBezTo>
                  <a:pt x="980" y="19"/>
                  <a:pt x="980" y="19"/>
                  <a:pt x="980" y="19"/>
                </a:cubicBezTo>
                <a:cubicBezTo>
                  <a:pt x="979" y="0"/>
                  <a:pt x="954" y="8"/>
                  <a:pt x="954" y="8"/>
                </a:cubicBezTo>
                <a:close/>
              </a:path>
            </a:pathLst>
          </a:custGeom>
          <a:solidFill>
            <a:schemeClr val="accent4"/>
          </a:solidFill>
          <a:ln w="9525">
            <a:noFill/>
            <a:round/>
          </a:ln>
        </p:spPr>
        <p:txBody>
          <a:bodyPr anchor="ctr"/>
          <a:lstStyle/>
          <a:p>
            <a:pPr algn="ctr">
              <a:lnSpc>
                <a:spcPct val="120000"/>
              </a:lnSpc>
            </a:pPr>
            <a:endParaRPr sz="1800" dirty="0">
              <a:latin typeface="微软雅黑" panose="020B0503020204020204" pitchFamily="34" charset="-122"/>
              <a:ea typeface="微软雅黑" panose="020B0503020204020204" pitchFamily="34" charset="-122"/>
            </a:endParaRPr>
          </a:p>
        </p:txBody>
      </p:sp>
      <p:sp>
        <p:nvSpPr>
          <p:cNvPr id="90" name="任意多边形 10"/>
          <p:cNvSpPr/>
          <p:nvPr>
            <p:custDataLst>
              <p:tags r:id="rId6"/>
            </p:custDataLst>
          </p:nvPr>
        </p:nvSpPr>
        <p:spPr bwMode="auto">
          <a:xfrm>
            <a:off x="7419956" y="5150723"/>
            <a:ext cx="261735" cy="317218"/>
          </a:xfrm>
          <a:custGeom>
            <a:avLst/>
            <a:gdLst/>
            <a:ahLst/>
            <a:cxnLst>
              <a:cxn ang="0">
                <a:pos x="54" y="79"/>
              </a:cxn>
              <a:cxn ang="0">
                <a:pos x="54" y="0"/>
              </a:cxn>
              <a:cxn ang="0">
                <a:pos x="0" y="10"/>
              </a:cxn>
              <a:cxn ang="0">
                <a:pos x="0" y="131"/>
              </a:cxn>
              <a:cxn ang="0">
                <a:pos x="54" y="121"/>
              </a:cxn>
              <a:cxn ang="0">
                <a:pos x="54" y="121"/>
              </a:cxn>
              <a:cxn ang="0">
                <a:pos x="80" y="90"/>
              </a:cxn>
              <a:cxn ang="0">
                <a:pos x="54" y="79"/>
              </a:cxn>
            </a:cxnLst>
            <a:rect l="0" t="0" r="r" b="b"/>
            <a:pathLst>
              <a:path w="81" h="131">
                <a:moveTo>
                  <a:pt x="54" y="79"/>
                </a:moveTo>
                <a:cubicBezTo>
                  <a:pt x="54" y="0"/>
                  <a:pt x="54" y="0"/>
                  <a:pt x="54" y="0"/>
                </a:cubicBezTo>
                <a:cubicBezTo>
                  <a:pt x="0" y="10"/>
                  <a:pt x="0" y="10"/>
                  <a:pt x="0" y="10"/>
                </a:cubicBezTo>
                <a:cubicBezTo>
                  <a:pt x="0" y="131"/>
                  <a:pt x="0" y="131"/>
                  <a:pt x="0" y="131"/>
                </a:cubicBezTo>
                <a:cubicBezTo>
                  <a:pt x="54" y="121"/>
                  <a:pt x="54" y="121"/>
                  <a:pt x="54" y="121"/>
                </a:cubicBezTo>
                <a:cubicBezTo>
                  <a:pt x="54" y="121"/>
                  <a:pt x="54" y="121"/>
                  <a:pt x="54" y="121"/>
                </a:cubicBezTo>
                <a:cubicBezTo>
                  <a:pt x="54" y="121"/>
                  <a:pt x="81" y="116"/>
                  <a:pt x="80" y="90"/>
                </a:cubicBezTo>
                <a:cubicBezTo>
                  <a:pt x="79" y="71"/>
                  <a:pt x="54" y="79"/>
                  <a:pt x="54" y="79"/>
                </a:cubicBezTo>
                <a:close/>
              </a:path>
            </a:pathLst>
          </a:custGeom>
          <a:solidFill>
            <a:schemeClr val="accent4">
              <a:lumMod val="75000"/>
            </a:schemeClr>
          </a:solidFill>
          <a:ln w="9525">
            <a:noFill/>
            <a:round/>
          </a:ln>
        </p:spPr>
        <p:txBody>
          <a:bodyPr anchor="ctr"/>
          <a:lstStyle/>
          <a:p>
            <a:pPr algn="ctr">
              <a:lnSpc>
                <a:spcPct val="120000"/>
              </a:lnSpc>
            </a:pPr>
            <a:endParaRPr sz="1800" dirty="0">
              <a:latin typeface="微软雅黑" panose="020B0503020204020204" pitchFamily="34" charset="-122"/>
              <a:ea typeface="微软雅黑" panose="020B0503020204020204" pitchFamily="34" charset="-122"/>
            </a:endParaRPr>
          </a:p>
        </p:txBody>
      </p:sp>
      <p:sp>
        <p:nvSpPr>
          <p:cNvPr id="91" name="任意多边形 11"/>
          <p:cNvSpPr/>
          <p:nvPr>
            <p:custDataLst>
              <p:tags r:id="rId7"/>
            </p:custDataLst>
          </p:nvPr>
        </p:nvSpPr>
        <p:spPr bwMode="auto">
          <a:xfrm>
            <a:off x="4495037" y="5028902"/>
            <a:ext cx="3184241" cy="768319"/>
          </a:xfrm>
          <a:custGeom>
            <a:avLst/>
            <a:gdLst/>
            <a:ahLst/>
            <a:cxnLst>
              <a:cxn ang="0">
                <a:pos x="954" y="8"/>
              </a:cxn>
              <a:cxn ang="0">
                <a:pos x="954" y="8"/>
              </a:cxn>
              <a:cxn ang="0">
                <a:pos x="0" y="196"/>
              </a:cxn>
              <a:cxn ang="0">
                <a:pos x="0" y="317"/>
              </a:cxn>
              <a:cxn ang="0">
                <a:pos x="954" y="129"/>
              </a:cxn>
              <a:cxn ang="0">
                <a:pos x="980" y="140"/>
              </a:cxn>
              <a:cxn ang="0">
                <a:pos x="980" y="19"/>
              </a:cxn>
              <a:cxn ang="0">
                <a:pos x="954" y="8"/>
              </a:cxn>
            </a:cxnLst>
            <a:rect l="0" t="0" r="r" b="b"/>
            <a:pathLst>
              <a:path w="980" h="317">
                <a:moveTo>
                  <a:pt x="954" y="8"/>
                </a:moveTo>
                <a:cubicBezTo>
                  <a:pt x="954" y="8"/>
                  <a:pt x="954" y="8"/>
                  <a:pt x="954" y="8"/>
                </a:cubicBezTo>
                <a:cubicBezTo>
                  <a:pt x="0" y="196"/>
                  <a:pt x="0" y="196"/>
                  <a:pt x="0" y="196"/>
                </a:cubicBezTo>
                <a:cubicBezTo>
                  <a:pt x="0" y="317"/>
                  <a:pt x="0" y="317"/>
                  <a:pt x="0" y="317"/>
                </a:cubicBezTo>
                <a:cubicBezTo>
                  <a:pt x="954" y="129"/>
                  <a:pt x="954" y="129"/>
                  <a:pt x="954" y="129"/>
                </a:cubicBezTo>
                <a:cubicBezTo>
                  <a:pt x="954" y="129"/>
                  <a:pt x="979" y="121"/>
                  <a:pt x="980" y="140"/>
                </a:cubicBezTo>
                <a:cubicBezTo>
                  <a:pt x="980" y="19"/>
                  <a:pt x="980" y="19"/>
                  <a:pt x="980" y="19"/>
                </a:cubicBezTo>
                <a:cubicBezTo>
                  <a:pt x="979" y="0"/>
                  <a:pt x="954" y="8"/>
                  <a:pt x="954" y="8"/>
                </a:cubicBezTo>
                <a:close/>
              </a:path>
            </a:pathLst>
          </a:custGeom>
          <a:solidFill>
            <a:schemeClr val="accent4"/>
          </a:solidFill>
          <a:ln w="9525">
            <a:noFill/>
            <a:round/>
          </a:ln>
        </p:spPr>
        <p:txBody>
          <a:bodyPr anchor="ctr"/>
          <a:lstStyle/>
          <a:p>
            <a:pPr algn="ctr">
              <a:lnSpc>
                <a:spcPct val="120000"/>
              </a:lnSpc>
            </a:pPr>
            <a:endParaRPr sz="1800" dirty="0">
              <a:latin typeface="微软雅黑" panose="020B0503020204020204" pitchFamily="34" charset="-122"/>
              <a:ea typeface="微软雅黑" panose="020B0503020204020204" pitchFamily="34" charset="-122"/>
            </a:endParaRPr>
          </a:p>
        </p:txBody>
      </p:sp>
      <p:sp>
        <p:nvSpPr>
          <p:cNvPr id="92" name="椭圆 91"/>
          <p:cNvSpPr/>
          <p:nvPr>
            <p:custDataLst>
              <p:tags r:id="rId8"/>
            </p:custDataLst>
          </p:nvPr>
        </p:nvSpPr>
        <p:spPr bwMode="auto">
          <a:xfrm>
            <a:off x="5562482" y="1215049"/>
            <a:ext cx="1048146" cy="974571"/>
          </a:xfrm>
          <a:prstGeom prst="ellipse">
            <a:avLst/>
          </a:prstGeom>
          <a:solidFill>
            <a:schemeClr val="bg1"/>
          </a:solidFill>
          <a:ln w="19050">
            <a:solidFill>
              <a:schemeClr val="accent3">
                <a:lumMod val="75000"/>
              </a:schemeClr>
            </a:solidFill>
            <a:round/>
          </a:ln>
        </p:spPr>
        <p:txBody>
          <a:bodyPr anchor="ctr"/>
          <a:lstStyle/>
          <a:p>
            <a:pPr algn="ctr">
              <a:lnSpc>
                <a:spcPct val="120000"/>
              </a:lnSpc>
            </a:pPr>
            <a:endParaRPr sz="1800" dirty="0">
              <a:latin typeface="微软雅黑" panose="020B0503020204020204" pitchFamily="34" charset="-122"/>
              <a:ea typeface="微软雅黑" panose="020B0503020204020204" pitchFamily="34" charset="-122"/>
            </a:endParaRPr>
          </a:p>
        </p:txBody>
      </p:sp>
      <p:sp>
        <p:nvSpPr>
          <p:cNvPr id="93" name="任意多边形 13"/>
          <p:cNvSpPr/>
          <p:nvPr>
            <p:custDataLst>
              <p:tags r:id="rId9"/>
            </p:custDataLst>
          </p:nvPr>
        </p:nvSpPr>
        <p:spPr bwMode="auto">
          <a:xfrm>
            <a:off x="5808537" y="1423713"/>
            <a:ext cx="556036" cy="563273"/>
          </a:xfrm>
          <a:custGeom>
            <a:avLst/>
            <a:gdLst>
              <a:gd name="connsiteX0" fmla="*/ 127959 w 398592"/>
              <a:gd name="connsiteY0" fmla="*/ 191264 h 403698"/>
              <a:gd name="connsiteX1" fmla="*/ 146193 w 398592"/>
              <a:gd name="connsiteY1" fmla="*/ 202511 h 403698"/>
              <a:gd name="connsiteX2" fmla="*/ 152271 w 398592"/>
              <a:gd name="connsiteY2" fmla="*/ 213757 h 403698"/>
              <a:gd name="connsiteX3" fmla="*/ 146193 w 398592"/>
              <a:gd name="connsiteY3" fmla="*/ 241873 h 403698"/>
              <a:gd name="connsiteX4" fmla="*/ 146193 w 398592"/>
              <a:gd name="connsiteY4" fmla="*/ 247497 h 403698"/>
              <a:gd name="connsiteX5" fmla="*/ 91491 w 398592"/>
              <a:gd name="connsiteY5" fmla="*/ 298106 h 403698"/>
              <a:gd name="connsiteX6" fmla="*/ 73256 w 398592"/>
              <a:gd name="connsiteY6" fmla="*/ 298106 h 403698"/>
              <a:gd name="connsiteX7" fmla="*/ 73256 w 398592"/>
              <a:gd name="connsiteY7" fmla="*/ 281236 h 403698"/>
              <a:gd name="connsiteX8" fmla="*/ 115803 w 398592"/>
              <a:gd name="connsiteY8" fmla="*/ 230627 h 403698"/>
              <a:gd name="connsiteX9" fmla="*/ 127959 w 398592"/>
              <a:gd name="connsiteY9" fmla="*/ 191264 h 403698"/>
              <a:gd name="connsiteX10" fmla="*/ 314042 w 398592"/>
              <a:gd name="connsiteY10" fmla="*/ 164190 h 403698"/>
              <a:gd name="connsiteX11" fmla="*/ 386514 w 398592"/>
              <a:gd name="connsiteY11" fmla="*/ 164190 h 403698"/>
              <a:gd name="connsiteX12" fmla="*/ 398592 w 398592"/>
              <a:gd name="connsiteY12" fmla="*/ 164190 h 403698"/>
              <a:gd name="connsiteX13" fmla="*/ 398592 w 398592"/>
              <a:gd name="connsiteY13" fmla="*/ 175330 h 403698"/>
              <a:gd name="connsiteX14" fmla="*/ 398592 w 398592"/>
              <a:gd name="connsiteY14" fmla="*/ 236600 h 403698"/>
              <a:gd name="connsiteX15" fmla="*/ 386514 w 398592"/>
              <a:gd name="connsiteY15" fmla="*/ 247739 h 403698"/>
              <a:gd name="connsiteX16" fmla="*/ 374435 w 398592"/>
              <a:gd name="connsiteY16" fmla="*/ 236600 h 403698"/>
              <a:gd name="connsiteX17" fmla="*/ 374435 w 398592"/>
              <a:gd name="connsiteY17" fmla="*/ 203180 h 403698"/>
              <a:gd name="connsiteX18" fmla="*/ 368396 w 398592"/>
              <a:gd name="connsiteY18" fmla="*/ 203180 h 403698"/>
              <a:gd name="connsiteX19" fmla="*/ 205336 w 398592"/>
              <a:gd name="connsiteY19" fmla="*/ 353569 h 403698"/>
              <a:gd name="connsiteX20" fmla="*/ 193257 w 398592"/>
              <a:gd name="connsiteY20" fmla="*/ 359139 h 403698"/>
              <a:gd name="connsiteX21" fmla="*/ 187218 w 398592"/>
              <a:gd name="connsiteY21" fmla="*/ 353569 h 403698"/>
              <a:gd name="connsiteX22" fmla="*/ 144943 w 398592"/>
              <a:gd name="connsiteY22" fmla="*/ 314579 h 403698"/>
              <a:gd name="connsiteX23" fmla="*/ 138904 w 398592"/>
              <a:gd name="connsiteY23" fmla="*/ 314579 h 403698"/>
              <a:gd name="connsiteX24" fmla="*/ 36236 w 398592"/>
              <a:gd name="connsiteY24" fmla="*/ 403698 h 403698"/>
              <a:gd name="connsiteX25" fmla="*/ 0 w 398592"/>
              <a:gd name="connsiteY25" fmla="*/ 403698 h 403698"/>
              <a:gd name="connsiteX26" fmla="*/ 132864 w 398592"/>
              <a:gd name="connsiteY26" fmla="*/ 286729 h 403698"/>
              <a:gd name="connsiteX27" fmla="*/ 138904 w 398592"/>
              <a:gd name="connsiteY27" fmla="*/ 286729 h 403698"/>
              <a:gd name="connsiteX28" fmla="*/ 150982 w 398592"/>
              <a:gd name="connsiteY28" fmla="*/ 286729 h 403698"/>
              <a:gd name="connsiteX29" fmla="*/ 193257 w 398592"/>
              <a:gd name="connsiteY29" fmla="*/ 325719 h 403698"/>
              <a:gd name="connsiteX30" fmla="*/ 193257 w 398592"/>
              <a:gd name="connsiteY30" fmla="*/ 331289 h 403698"/>
              <a:gd name="connsiteX31" fmla="*/ 199296 w 398592"/>
              <a:gd name="connsiteY31" fmla="*/ 325719 h 403698"/>
              <a:gd name="connsiteX32" fmla="*/ 344239 w 398592"/>
              <a:gd name="connsiteY32" fmla="*/ 192040 h 403698"/>
              <a:gd name="connsiteX33" fmla="*/ 344239 w 398592"/>
              <a:gd name="connsiteY33" fmla="*/ 186470 h 403698"/>
              <a:gd name="connsiteX34" fmla="*/ 320082 w 398592"/>
              <a:gd name="connsiteY34" fmla="*/ 186470 h 403698"/>
              <a:gd name="connsiteX35" fmla="*/ 314042 w 398592"/>
              <a:gd name="connsiteY35" fmla="*/ 186470 h 403698"/>
              <a:gd name="connsiteX36" fmla="*/ 308003 w 398592"/>
              <a:gd name="connsiteY36" fmla="*/ 175330 h 403698"/>
              <a:gd name="connsiteX37" fmla="*/ 314042 w 398592"/>
              <a:gd name="connsiteY37" fmla="*/ 164190 h 403698"/>
              <a:gd name="connsiteX38" fmla="*/ 259584 w 398592"/>
              <a:gd name="connsiteY38" fmla="*/ 74634 h 403698"/>
              <a:gd name="connsiteX39" fmla="*/ 277671 w 398592"/>
              <a:gd name="connsiteY39" fmla="*/ 80101 h 403698"/>
              <a:gd name="connsiteX40" fmla="*/ 271642 w 398592"/>
              <a:gd name="connsiteY40" fmla="*/ 96502 h 403698"/>
              <a:gd name="connsiteX41" fmla="*/ 235469 w 398592"/>
              <a:gd name="connsiteY41" fmla="*/ 118370 h 403698"/>
              <a:gd name="connsiteX42" fmla="*/ 223411 w 398592"/>
              <a:gd name="connsiteY42" fmla="*/ 118370 h 403698"/>
              <a:gd name="connsiteX43" fmla="*/ 199295 w 398592"/>
              <a:gd name="connsiteY43" fmla="*/ 112903 h 403698"/>
              <a:gd name="connsiteX44" fmla="*/ 205324 w 398592"/>
              <a:gd name="connsiteY44" fmla="*/ 101969 h 403698"/>
              <a:gd name="connsiteX45" fmla="*/ 199295 w 398592"/>
              <a:gd name="connsiteY45" fmla="*/ 91035 h 403698"/>
              <a:gd name="connsiteX46" fmla="*/ 223411 w 398592"/>
              <a:gd name="connsiteY46" fmla="*/ 96502 h 403698"/>
              <a:gd name="connsiteX47" fmla="*/ 259584 w 398592"/>
              <a:gd name="connsiteY47" fmla="*/ 74634 h 403698"/>
              <a:gd name="connsiteX48" fmla="*/ 109187 w 398592"/>
              <a:gd name="connsiteY48" fmla="*/ 68387 h 403698"/>
              <a:gd name="connsiteX49" fmla="*/ 151823 w 398592"/>
              <a:gd name="connsiteY49" fmla="*/ 68387 h 403698"/>
              <a:gd name="connsiteX50" fmla="*/ 164005 w 398592"/>
              <a:gd name="connsiteY50" fmla="*/ 68387 h 403698"/>
              <a:gd name="connsiteX51" fmla="*/ 176186 w 398592"/>
              <a:gd name="connsiteY51" fmla="*/ 113373 h 403698"/>
              <a:gd name="connsiteX52" fmla="*/ 182277 w 398592"/>
              <a:gd name="connsiteY52" fmla="*/ 85257 h 403698"/>
              <a:gd name="connsiteX53" fmla="*/ 176186 w 398592"/>
              <a:gd name="connsiteY53" fmla="*/ 79633 h 403698"/>
              <a:gd name="connsiteX54" fmla="*/ 182277 w 398592"/>
              <a:gd name="connsiteY54" fmla="*/ 74010 h 403698"/>
              <a:gd name="connsiteX55" fmla="*/ 188368 w 398592"/>
              <a:gd name="connsiteY55" fmla="*/ 79633 h 403698"/>
              <a:gd name="connsiteX56" fmla="*/ 188368 w 398592"/>
              <a:gd name="connsiteY56" fmla="*/ 85257 h 403698"/>
              <a:gd name="connsiteX57" fmla="*/ 182277 w 398592"/>
              <a:gd name="connsiteY57" fmla="*/ 113373 h 403698"/>
              <a:gd name="connsiteX58" fmla="*/ 194459 w 398592"/>
              <a:gd name="connsiteY58" fmla="*/ 85257 h 403698"/>
              <a:gd name="connsiteX59" fmla="*/ 194459 w 398592"/>
              <a:gd name="connsiteY59" fmla="*/ 96503 h 403698"/>
              <a:gd name="connsiteX60" fmla="*/ 176186 w 398592"/>
              <a:gd name="connsiteY60" fmla="*/ 175229 h 403698"/>
              <a:gd name="connsiteX61" fmla="*/ 206640 w 398592"/>
              <a:gd name="connsiteY61" fmla="*/ 208968 h 403698"/>
              <a:gd name="connsiteX62" fmla="*/ 206640 w 398592"/>
              <a:gd name="connsiteY62" fmla="*/ 225838 h 403698"/>
              <a:gd name="connsiteX63" fmla="*/ 200550 w 398592"/>
              <a:gd name="connsiteY63" fmla="*/ 282071 h 403698"/>
              <a:gd name="connsiteX64" fmla="*/ 182277 w 398592"/>
              <a:gd name="connsiteY64" fmla="*/ 293317 h 403698"/>
              <a:gd name="connsiteX65" fmla="*/ 170095 w 398592"/>
              <a:gd name="connsiteY65" fmla="*/ 276447 h 403698"/>
              <a:gd name="connsiteX66" fmla="*/ 176186 w 398592"/>
              <a:gd name="connsiteY66" fmla="*/ 225838 h 403698"/>
              <a:gd name="connsiteX67" fmla="*/ 145732 w 398592"/>
              <a:gd name="connsiteY67" fmla="*/ 192099 h 403698"/>
              <a:gd name="connsiteX68" fmla="*/ 121369 w 398592"/>
              <a:gd name="connsiteY68" fmla="*/ 169606 h 403698"/>
              <a:gd name="connsiteX69" fmla="*/ 115278 w 398592"/>
              <a:gd name="connsiteY69" fmla="*/ 163982 h 403698"/>
              <a:gd name="connsiteX70" fmla="*/ 133550 w 398592"/>
              <a:gd name="connsiteY70" fmla="*/ 96503 h 403698"/>
              <a:gd name="connsiteX71" fmla="*/ 145732 w 398592"/>
              <a:gd name="connsiteY71" fmla="*/ 96503 h 403698"/>
              <a:gd name="connsiteX72" fmla="*/ 115278 w 398592"/>
              <a:gd name="connsiteY72" fmla="*/ 90880 h 403698"/>
              <a:gd name="connsiteX73" fmla="*/ 78733 w 398592"/>
              <a:gd name="connsiteY73" fmla="*/ 118996 h 403698"/>
              <a:gd name="connsiteX74" fmla="*/ 60460 w 398592"/>
              <a:gd name="connsiteY74" fmla="*/ 118996 h 403698"/>
              <a:gd name="connsiteX75" fmla="*/ 60460 w 398592"/>
              <a:gd name="connsiteY75" fmla="*/ 102126 h 403698"/>
              <a:gd name="connsiteX76" fmla="*/ 109187 w 398592"/>
              <a:gd name="connsiteY76" fmla="*/ 68387 h 403698"/>
              <a:gd name="connsiteX77" fmla="*/ 175120 w 398592"/>
              <a:gd name="connsiteY77" fmla="*/ 749 h 403698"/>
              <a:gd name="connsiteX78" fmla="*/ 187852 w 398592"/>
              <a:gd name="connsiteY78" fmla="*/ 1099 h 403698"/>
              <a:gd name="connsiteX79" fmla="*/ 212733 w 398592"/>
              <a:gd name="connsiteY79" fmla="*/ 29135 h 403698"/>
              <a:gd name="connsiteX80" fmla="*/ 187852 w 398592"/>
              <a:gd name="connsiteY80" fmla="*/ 62778 h 403698"/>
              <a:gd name="connsiteX81" fmla="*/ 156750 w 398592"/>
              <a:gd name="connsiteY81" fmla="*/ 29135 h 403698"/>
              <a:gd name="connsiteX82" fmla="*/ 175120 w 398592"/>
              <a:gd name="connsiteY82" fmla="*/ 749 h 4036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398592" h="403698">
                <a:moveTo>
                  <a:pt x="127959" y="191264"/>
                </a:moveTo>
                <a:cubicBezTo>
                  <a:pt x="134037" y="196887"/>
                  <a:pt x="140115" y="196887"/>
                  <a:pt x="146193" y="202511"/>
                </a:cubicBezTo>
                <a:cubicBezTo>
                  <a:pt x="146193" y="202511"/>
                  <a:pt x="152271" y="208134"/>
                  <a:pt x="152271" y="213757"/>
                </a:cubicBezTo>
                <a:cubicBezTo>
                  <a:pt x="152271" y="213757"/>
                  <a:pt x="152271" y="213757"/>
                  <a:pt x="146193" y="241873"/>
                </a:cubicBezTo>
                <a:cubicBezTo>
                  <a:pt x="146193" y="241873"/>
                  <a:pt x="146193" y="247497"/>
                  <a:pt x="146193" y="247497"/>
                </a:cubicBezTo>
                <a:cubicBezTo>
                  <a:pt x="146193" y="247497"/>
                  <a:pt x="146193" y="247497"/>
                  <a:pt x="91491" y="298106"/>
                </a:cubicBezTo>
                <a:cubicBezTo>
                  <a:pt x="85412" y="303729"/>
                  <a:pt x="79334" y="303729"/>
                  <a:pt x="73256" y="298106"/>
                </a:cubicBezTo>
                <a:cubicBezTo>
                  <a:pt x="67178" y="292483"/>
                  <a:pt x="67178" y="286859"/>
                  <a:pt x="73256" y="281236"/>
                </a:cubicBezTo>
                <a:cubicBezTo>
                  <a:pt x="73256" y="281236"/>
                  <a:pt x="73256" y="281236"/>
                  <a:pt x="115803" y="230627"/>
                </a:cubicBezTo>
                <a:cubicBezTo>
                  <a:pt x="115803" y="230627"/>
                  <a:pt x="115803" y="230627"/>
                  <a:pt x="127959" y="191264"/>
                </a:cubicBezTo>
                <a:close/>
                <a:moveTo>
                  <a:pt x="314042" y="164190"/>
                </a:moveTo>
                <a:cubicBezTo>
                  <a:pt x="314042" y="164190"/>
                  <a:pt x="314042" y="164190"/>
                  <a:pt x="386514" y="164190"/>
                </a:cubicBezTo>
                <a:cubicBezTo>
                  <a:pt x="392553" y="164190"/>
                  <a:pt x="392553" y="164190"/>
                  <a:pt x="398592" y="164190"/>
                </a:cubicBezTo>
                <a:cubicBezTo>
                  <a:pt x="398592" y="169760"/>
                  <a:pt x="398592" y="169760"/>
                  <a:pt x="398592" y="175330"/>
                </a:cubicBezTo>
                <a:lnTo>
                  <a:pt x="398592" y="236600"/>
                </a:lnTo>
                <a:cubicBezTo>
                  <a:pt x="398592" y="242169"/>
                  <a:pt x="392553" y="247739"/>
                  <a:pt x="386514" y="247739"/>
                </a:cubicBezTo>
                <a:cubicBezTo>
                  <a:pt x="380474" y="247739"/>
                  <a:pt x="374435" y="242169"/>
                  <a:pt x="374435" y="236600"/>
                </a:cubicBezTo>
                <a:cubicBezTo>
                  <a:pt x="374435" y="236600"/>
                  <a:pt x="374435" y="236600"/>
                  <a:pt x="374435" y="203180"/>
                </a:cubicBezTo>
                <a:cubicBezTo>
                  <a:pt x="374435" y="203180"/>
                  <a:pt x="374435" y="203180"/>
                  <a:pt x="368396" y="203180"/>
                </a:cubicBezTo>
                <a:cubicBezTo>
                  <a:pt x="368396" y="203180"/>
                  <a:pt x="368396" y="203180"/>
                  <a:pt x="205336" y="353569"/>
                </a:cubicBezTo>
                <a:cubicBezTo>
                  <a:pt x="199296" y="359139"/>
                  <a:pt x="199296" y="359139"/>
                  <a:pt x="193257" y="359139"/>
                </a:cubicBezTo>
                <a:cubicBezTo>
                  <a:pt x="193257" y="359139"/>
                  <a:pt x="187218" y="359139"/>
                  <a:pt x="187218" y="353569"/>
                </a:cubicBezTo>
                <a:cubicBezTo>
                  <a:pt x="187218" y="353569"/>
                  <a:pt x="187218" y="353569"/>
                  <a:pt x="144943" y="314579"/>
                </a:cubicBezTo>
                <a:cubicBezTo>
                  <a:pt x="144943" y="314579"/>
                  <a:pt x="144943" y="314579"/>
                  <a:pt x="138904" y="314579"/>
                </a:cubicBezTo>
                <a:cubicBezTo>
                  <a:pt x="138904" y="314579"/>
                  <a:pt x="138904" y="314579"/>
                  <a:pt x="36236" y="403698"/>
                </a:cubicBezTo>
                <a:cubicBezTo>
                  <a:pt x="36236" y="403698"/>
                  <a:pt x="36236" y="403698"/>
                  <a:pt x="0" y="403698"/>
                </a:cubicBezTo>
                <a:cubicBezTo>
                  <a:pt x="0" y="403698"/>
                  <a:pt x="0" y="403698"/>
                  <a:pt x="132864" y="286729"/>
                </a:cubicBezTo>
                <a:cubicBezTo>
                  <a:pt x="132864" y="286729"/>
                  <a:pt x="138904" y="286729"/>
                  <a:pt x="138904" y="286729"/>
                </a:cubicBezTo>
                <a:cubicBezTo>
                  <a:pt x="144943" y="286729"/>
                  <a:pt x="144943" y="286729"/>
                  <a:pt x="150982" y="286729"/>
                </a:cubicBezTo>
                <a:cubicBezTo>
                  <a:pt x="150982" y="286729"/>
                  <a:pt x="150982" y="286729"/>
                  <a:pt x="193257" y="325719"/>
                </a:cubicBezTo>
                <a:cubicBezTo>
                  <a:pt x="193257" y="325719"/>
                  <a:pt x="193257" y="325719"/>
                  <a:pt x="193257" y="331289"/>
                </a:cubicBezTo>
                <a:cubicBezTo>
                  <a:pt x="193257" y="331289"/>
                  <a:pt x="193257" y="331289"/>
                  <a:pt x="199296" y="325719"/>
                </a:cubicBezTo>
                <a:cubicBezTo>
                  <a:pt x="199296" y="325719"/>
                  <a:pt x="199296" y="325719"/>
                  <a:pt x="344239" y="192040"/>
                </a:cubicBezTo>
                <a:cubicBezTo>
                  <a:pt x="344239" y="192040"/>
                  <a:pt x="344239" y="192040"/>
                  <a:pt x="344239" y="186470"/>
                </a:cubicBezTo>
                <a:cubicBezTo>
                  <a:pt x="344239" y="186470"/>
                  <a:pt x="344239" y="186470"/>
                  <a:pt x="320082" y="186470"/>
                </a:cubicBezTo>
                <a:cubicBezTo>
                  <a:pt x="320082" y="186470"/>
                  <a:pt x="320082" y="186470"/>
                  <a:pt x="314042" y="186470"/>
                </a:cubicBezTo>
                <a:cubicBezTo>
                  <a:pt x="308003" y="180900"/>
                  <a:pt x="308003" y="180900"/>
                  <a:pt x="308003" y="175330"/>
                </a:cubicBezTo>
                <a:cubicBezTo>
                  <a:pt x="308003" y="169760"/>
                  <a:pt x="308003" y="164190"/>
                  <a:pt x="314042" y="164190"/>
                </a:cubicBezTo>
                <a:close/>
                <a:moveTo>
                  <a:pt x="259584" y="74634"/>
                </a:moveTo>
                <a:cubicBezTo>
                  <a:pt x="265613" y="74634"/>
                  <a:pt x="271642" y="74634"/>
                  <a:pt x="277671" y="80101"/>
                </a:cubicBezTo>
                <a:cubicBezTo>
                  <a:pt x="277671" y="85568"/>
                  <a:pt x="277671" y="91035"/>
                  <a:pt x="271642" y="96502"/>
                </a:cubicBezTo>
                <a:cubicBezTo>
                  <a:pt x="271642" y="96502"/>
                  <a:pt x="271642" y="96502"/>
                  <a:pt x="235469" y="118370"/>
                </a:cubicBezTo>
                <a:cubicBezTo>
                  <a:pt x="229440" y="118370"/>
                  <a:pt x="229440" y="118370"/>
                  <a:pt x="223411" y="118370"/>
                </a:cubicBezTo>
                <a:cubicBezTo>
                  <a:pt x="223411" y="118370"/>
                  <a:pt x="223411" y="118370"/>
                  <a:pt x="199295" y="112903"/>
                </a:cubicBezTo>
                <a:cubicBezTo>
                  <a:pt x="199295" y="112903"/>
                  <a:pt x="199295" y="107436"/>
                  <a:pt x="205324" y="101969"/>
                </a:cubicBezTo>
                <a:cubicBezTo>
                  <a:pt x="205324" y="96502"/>
                  <a:pt x="199295" y="91035"/>
                  <a:pt x="199295" y="91035"/>
                </a:cubicBezTo>
                <a:cubicBezTo>
                  <a:pt x="199295" y="91035"/>
                  <a:pt x="199295" y="91035"/>
                  <a:pt x="223411" y="96502"/>
                </a:cubicBezTo>
                <a:cubicBezTo>
                  <a:pt x="223411" y="96502"/>
                  <a:pt x="223411" y="96502"/>
                  <a:pt x="259584" y="74634"/>
                </a:cubicBezTo>
                <a:close/>
                <a:moveTo>
                  <a:pt x="109187" y="68387"/>
                </a:moveTo>
                <a:cubicBezTo>
                  <a:pt x="127459" y="68387"/>
                  <a:pt x="145732" y="68387"/>
                  <a:pt x="151823" y="68387"/>
                </a:cubicBezTo>
                <a:cubicBezTo>
                  <a:pt x="151823" y="68387"/>
                  <a:pt x="164005" y="68387"/>
                  <a:pt x="164005" y="68387"/>
                </a:cubicBezTo>
                <a:cubicBezTo>
                  <a:pt x="170095" y="68387"/>
                  <a:pt x="176186" y="79633"/>
                  <a:pt x="176186" y="113373"/>
                </a:cubicBezTo>
                <a:cubicBezTo>
                  <a:pt x="176186" y="102126"/>
                  <a:pt x="182277" y="85257"/>
                  <a:pt x="182277" y="85257"/>
                </a:cubicBezTo>
                <a:cubicBezTo>
                  <a:pt x="176186" y="85257"/>
                  <a:pt x="176186" y="79633"/>
                  <a:pt x="176186" y="79633"/>
                </a:cubicBezTo>
                <a:cubicBezTo>
                  <a:pt x="176186" y="79633"/>
                  <a:pt x="176186" y="79633"/>
                  <a:pt x="182277" y="74010"/>
                </a:cubicBezTo>
                <a:cubicBezTo>
                  <a:pt x="182277" y="74010"/>
                  <a:pt x="182277" y="74010"/>
                  <a:pt x="188368" y="79633"/>
                </a:cubicBezTo>
                <a:cubicBezTo>
                  <a:pt x="188368" y="79633"/>
                  <a:pt x="188368" y="85257"/>
                  <a:pt x="188368" y="85257"/>
                </a:cubicBezTo>
                <a:cubicBezTo>
                  <a:pt x="188368" y="90880"/>
                  <a:pt x="182277" y="113373"/>
                  <a:pt x="182277" y="113373"/>
                </a:cubicBezTo>
                <a:cubicBezTo>
                  <a:pt x="182277" y="113373"/>
                  <a:pt x="194459" y="102126"/>
                  <a:pt x="194459" y="85257"/>
                </a:cubicBezTo>
                <a:lnTo>
                  <a:pt x="194459" y="96503"/>
                </a:lnTo>
                <a:cubicBezTo>
                  <a:pt x="200550" y="102126"/>
                  <a:pt x="182277" y="130243"/>
                  <a:pt x="176186" y="175229"/>
                </a:cubicBezTo>
                <a:cubicBezTo>
                  <a:pt x="176186" y="175229"/>
                  <a:pt x="206640" y="208968"/>
                  <a:pt x="206640" y="208968"/>
                </a:cubicBezTo>
                <a:cubicBezTo>
                  <a:pt x="206640" y="214592"/>
                  <a:pt x="212731" y="214592"/>
                  <a:pt x="206640" y="225838"/>
                </a:cubicBezTo>
                <a:cubicBezTo>
                  <a:pt x="206640" y="225838"/>
                  <a:pt x="206640" y="225838"/>
                  <a:pt x="200550" y="282071"/>
                </a:cubicBezTo>
                <a:cubicBezTo>
                  <a:pt x="200550" y="287694"/>
                  <a:pt x="188368" y="293317"/>
                  <a:pt x="182277" y="293317"/>
                </a:cubicBezTo>
                <a:cubicBezTo>
                  <a:pt x="176186" y="293317"/>
                  <a:pt x="170095" y="287694"/>
                  <a:pt x="170095" y="276447"/>
                </a:cubicBezTo>
                <a:cubicBezTo>
                  <a:pt x="170095" y="276447"/>
                  <a:pt x="170095" y="276447"/>
                  <a:pt x="176186" y="225838"/>
                </a:cubicBezTo>
                <a:cubicBezTo>
                  <a:pt x="176186" y="225838"/>
                  <a:pt x="151823" y="197722"/>
                  <a:pt x="145732" y="192099"/>
                </a:cubicBezTo>
                <a:cubicBezTo>
                  <a:pt x="127459" y="186475"/>
                  <a:pt x="121369" y="175229"/>
                  <a:pt x="121369" y="169606"/>
                </a:cubicBezTo>
                <a:cubicBezTo>
                  <a:pt x="121369" y="169606"/>
                  <a:pt x="121369" y="169606"/>
                  <a:pt x="115278" y="163982"/>
                </a:cubicBezTo>
                <a:cubicBezTo>
                  <a:pt x="121369" y="147112"/>
                  <a:pt x="133550" y="113373"/>
                  <a:pt x="133550" y="96503"/>
                </a:cubicBezTo>
                <a:cubicBezTo>
                  <a:pt x="133550" y="96503"/>
                  <a:pt x="133550" y="96503"/>
                  <a:pt x="145732" y="96503"/>
                </a:cubicBezTo>
                <a:cubicBezTo>
                  <a:pt x="145732" y="96503"/>
                  <a:pt x="145732" y="96503"/>
                  <a:pt x="115278" y="90880"/>
                </a:cubicBezTo>
                <a:cubicBezTo>
                  <a:pt x="115278" y="90880"/>
                  <a:pt x="115278" y="90880"/>
                  <a:pt x="78733" y="118996"/>
                </a:cubicBezTo>
                <a:cubicBezTo>
                  <a:pt x="72642" y="124619"/>
                  <a:pt x="66551" y="124619"/>
                  <a:pt x="60460" y="118996"/>
                </a:cubicBezTo>
                <a:cubicBezTo>
                  <a:pt x="60460" y="113373"/>
                  <a:pt x="60460" y="107750"/>
                  <a:pt x="60460" y="102126"/>
                </a:cubicBezTo>
                <a:cubicBezTo>
                  <a:pt x="60460" y="102126"/>
                  <a:pt x="60460" y="102126"/>
                  <a:pt x="109187" y="68387"/>
                </a:cubicBezTo>
                <a:close/>
                <a:moveTo>
                  <a:pt x="175120" y="749"/>
                </a:moveTo>
                <a:cubicBezTo>
                  <a:pt x="178910" y="-303"/>
                  <a:pt x="183187" y="-303"/>
                  <a:pt x="187852" y="1099"/>
                </a:cubicBezTo>
                <a:cubicBezTo>
                  <a:pt x="200293" y="1099"/>
                  <a:pt x="212733" y="12313"/>
                  <a:pt x="212733" y="29135"/>
                </a:cubicBezTo>
                <a:cubicBezTo>
                  <a:pt x="212733" y="40349"/>
                  <a:pt x="206513" y="62778"/>
                  <a:pt x="187852" y="62778"/>
                </a:cubicBezTo>
                <a:cubicBezTo>
                  <a:pt x="181632" y="68385"/>
                  <a:pt x="156750" y="51563"/>
                  <a:pt x="156750" y="29135"/>
                </a:cubicBezTo>
                <a:cubicBezTo>
                  <a:pt x="156750" y="16519"/>
                  <a:pt x="163748" y="3903"/>
                  <a:pt x="175120" y="749"/>
                </a:cubicBezTo>
                <a:close/>
              </a:path>
            </a:pathLst>
          </a:custGeom>
          <a:solidFill>
            <a:schemeClr val="accent4"/>
          </a:solidFill>
          <a:ln w="9525">
            <a:noFill/>
            <a:round/>
          </a:ln>
        </p:spPr>
        <p:txBody>
          <a:bodyPr anchor="ctr"/>
          <a:lstStyle/>
          <a:p>
            <a:pPr algn="ctr">
              <a:lnSpc>
                <a:spcPct val="120000"/>
              </a:lnSpc>
            </a:pPr>
            <a:endParaRPr sz="1800" dirty="0">
              <a:latin typeface="微软雅黑" panose="020B0503020204020204" pitchFamily="34" charset="-122"/>
              <a:ea typeface="微软雅黑" panose="020B0503020204020204" pitchFamily="34" charset="-122"/>
            </a:endParaRPr>
          </a:p>
        </p:txBody>
      </p:sp>
      <p:sp>
        <p:nvSpPr>
          <p:cNvPr id="94" name="文本框 93"/>
          <p:cNvSpPr txBox="1"/>
          <p:nvPr>
            <p:custDataLst>
              <p:tags r:id="rId10"/>
            </p:custDataLst>
          </p:nvPr>
        </p:nvSpPr>
        <p:spPr bwMode="auto">
          <a:xfrm>
            <a:off x="4578985" y="2661285"/>
            <a:ext cx="2844165" cy="1951355"/>
          </a:xfrm>
          <a:prstGeom prst="rect">
            <a:avLst/>
          </a:prstGeom>
          <a:noFill/>
        </p:spPr>
        <p:txBody>
          <a:bodyPr wrap="square" lIns="90000" tIns="46800" rIns="90000" bIns="0" anchor="ctr" anchorCtr="1">
            <a:noAutofit/>
          </a:bodyPr>
          <a:lstStyle/>
          <a:p>
            <a:pPr latinLnBrk="0">
              <a:lnSpc>
                <a:spcPct val="120000"/>
              </a:lnSpc>
            </a:pPr>
            <a:r>
              <a:rPr lang="zh-CN" altLang="en-US" sz="3200" spc="300" dirty="0">
                <a:solidFill>
                  <a:schemeClr val="tx1"/>
                </a:solidFill>
                <a:effectLst/>
                <a:latin typeface="微软雅黑" panose="020B0503020204020204" pitchFamily="34" charset="-122"/>
                <a:ea typeface="微软雅黑" panose="020B0503020204020204" pitchFamily="34" charset="-122"/>
                <a:cs typeface="+mj-cs"/>
              </a:rPr>
              <a:t>数据信息知识三者之间的关系</a:t>
            </a:r>
            <a:endParaRPr lang="zh-CN" altLang="en-US" sz="3200" spc="300" dirty="0">
              <a:solidFill>
                <a:schemeClr val="tx1"/>
              </a:solidFill>
              <a:effectLst/>
              <a:latin typeface="微软雅黑" panose="020B0503020204020204" pitchFamily="34" charset="-122"/>
              <a:ea typeface="微软雅黑" panose="020B0503020204020204" pitchFamily="34" charset="-122"/>
              <a:cs typeface="+mj-cs"/>
            </a:endParaRPr>
          </a:p>
        </p:txBody>
      </p:sp>
    </p:spTree>
    <p:custDataLst>
      <p:tags r:id="rId11"/>
    </p:custDataLst>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custDataLst>
              <p:tags r:id="rId1"/>
            </p:custDataLst>
          </p:nvPr>
        </p:nvSpPr>
        <p:spPr>
          <a:xfrm>
            <a:off x="4232832" y="3279731"/>
            <a:ext cx="1311730" cy="556281"/>
          </a:xfrm>
          <a:prstGeom prst="rect">
            <a:avLst/>
          </a:prstGeom>
        </p:spPr>
        <p:txBody>
          <a:bodyPr wrap="none" lIns="72000" tIns="46800" rIns="72000" bIns="0">
            <a:noAutofit/>
          </a:bodyPr>
          <a:lstStyle/>
          <a:p>
            <a:pPr lvl="0" defTabSz="913765">
              <a:lnSpc>
                <a:spcPct val="120000"/>
              </a:lnSpc>
            </a:pPr>
            <a:r>
              <a:rPr lang="zh-CN" altLang="en-US" sz="2800" b="1" spc="300">
                <a:solidFill>
                  <a:srgbClr val="7030A0"/>
                </a:solidFill>
                <a:latin typeface="微软雅黑" panose="020B0503020204020204" pitchFamily="34" charset="-122"/>
                <a:ea typeface="微软雅黑" panose="020B0503020204020204" pitchFamily="34" charset="-122"/>
                <a:cs typeface="+mj-cs"/>
                <a:sym typeface="+mn-lt"/>
              </a:rPr>
              <a:t>信息</a:t>
            </a:r>
            <a:endParaRPr lang="zh-CN" altLang="en-US" sz="2800" b="1" spc="300">
              <a:solidFill>
                <a:srgbClr val="7030A0"/>
              </a:solidFill>
              <a:latin typeface="微软雅黑" panose="020B0503020204020204" pitchFamily="34" charset="-122"/>
              <a:ea typeface="微软雅黑" panose="020B0503020204020204" pitchFamily="34" charset="-122"/>
              <a:cs typeface="+mj-cs"/>
              <a:sym typeface="+mn-lt"/>
            </a:endParaRPr>
          </a:p>
        </p:txBody>
      </p:sp>
      <p:sp>
        <p:nvSpPr>
          <p:cNvPr id="9" name="矩形 8"/>
          <p:cNvSpPr/>
          <p:nvPr>
            <p:custDataLst>
              <p:tags r:id="rId2"/>
            </p:custDataLst>
          </p:nvPr>
        </p:nvSpPr>
        <p:spPr>
          <a:xfrm>
            <a:off x="882202" y="3564846"/>
            <a:ext cx="1311730" cy="556281"/>
          </a:xfrm>
          <a:prstGeom prst="rect">
            <a:avLst/>
          </a:prstGeom>
        </p:spPr>
        <p:txBody>
          <a:bodyPr wrap="none" lIns="72000" tIns="46800" rIns="72000" bIns="0">
            <a:noAutofit/>
          </a:bodyPr>
          <a:lstStyle/>
          <a:p>
            <a:pPr lvl="0" algn="r" defTabSz="913765">
              <a:lnSpc>
                <a:spcPct val="120000"/>
              </a:lnSpc>
            </a:pPr>
            <a:r>
              <a:rPr lang="zh-CN" altLang="en-US" sz="2800" b="1" spc="300">
                <a:solidFill>
                  <a:schemeClr val="accent2"/>
                </a:solidFill>
                <a:latin typeface="微软雅黑" panose="020B0503020204020204" pitchFamily="34" charset="-122"/>
                <a:ea typeface="微软雅黑" panose="020B0503020204020204" pitchFamily="34" charset="-122"/>
                <a:cs typeface="+mj-cs"/>
                <a:sym typeface="+mn-lt"/>
              </a:rPr>
              <a:t>数据</a:t>
            </a:r>
            <a:endParaRPr lang="zh-CN" altLang="en-US" sz="2800" b="1" spc="300">
              <a:solidFill>
                <a:schemeClr val="accent2"/>
              </a:solidFill>
              <a:latin typeface="微软雅黑" panose="020B0503020204020204" pitchFamily="34" charset="-122"/>
              <a:ea typeface="微软雅黑" panose="020B0503020204020204" pitchFamily="34" charset="-122"/>
              <a:cs typeface="+mj-cs"/>
              <a:sym typeface="+mn-lt"/>
            </a:endParaRPr>
          </a:p>
        </p:txBody>
      </p:sp>
      <p:sp>
        <p:nvSpPr>
          <p:cNvPr id="23" name="矩形 22"/>
          <p:cNvSpPr/>
          <p:nvPr>
            <p:custDataLst>
              <p:tags r:id="rId3"/>
            </p:custDataLst>
          </p:nvPr>
        </p:nvSpPr>
        <p:spPr>
          <a:xfrm>
            <a:off x="4966183" y="1706762"/>
            <a:ext cx="1311730" cy="517229"/>
          </a:xfrm>
          <a:prstGeom prst="rect">
            <a:avLst/>
          </a:prstGeom>
        </p:spPr>
        <p:txBody>
          <a:bodyPr wrap="none" lIns="72000" tIns="46800" rIns="72000" bIns="0">
            <a:noAutofit/>
          </a:bodyPr>
          <a:lstStyle/>
          <a:p>
            <a:pPr lvl="0" defTabSz="913765">
              <a:lnSpc>
                <a:spcPct val="120000"/>
              </a:lnSpc>
            </a:pPr>
            <a:r>
              <a:rPr lang="zh-CN" altLang="en-US" sz="2800" b="1" spc="300">
                <a:solidFill>
                  <a:schemeClr val="accent1"/>
                </a:solidFill>
                <a:latin typeface="微软雅黑" panose="020B0503020204020204" pitchFamily="34" charset="-122"/>
                <a:ea typeface="微软雅黑" panose="020B0503020204020204" pitchFamily="34" charset="-122"/>
                <a:cs typeface="+mj-cs"/>
                <a:sym typeface="+mn-lt"/>
              </a:rPr>
              <a:t>知识</a:t>
            </a:r>
            <a:endParaRPr lang="zh-CN" altLang="en-US" sz="2800" b="1" spc="300">
              <a:solidFill>
                <a:schemeClr val="accent1"/>
              </a:solidFill>
              <a:latin typeface="微软雅黑" panose="020B0503020204020204" pitchFamily="34" charset="-122"/>
              <a:ea typeface="微软雅黑" panose="020B0503020204020204" pitchFamily="34" charset="-122"/>
              <a:cs typeface="+mj-cs"/>
              <a:sym typeface="+mn-lt"/>
            </a:endParaRPr>
          </a:p>
        </p:txBody>
      </p:sp>
      <p:grpSp>
        <p:nvGrpSpPr>
          <p:cNvPr id="4" name="组合 3"/>
          <p:cNvGrpSpPr/>
          <p:nvPr/>
        </p:nvGrpSpPr>
        <p:grpSpPr>
          <a:xfrm>
            <a:off x="2194112" y="1642225"/>
            <a:ext cx="2498090" cy="2821387"/>
            <a:chOff x="3876" y="4002"/>
            <a:chExt cx="4956" cy="3936"/>
          </a:xfrm>
        </p:grpSpPr>
        <p:sp>
          <p:nvSpPr>
            <p:cNvPr id="3" name="任意多边形 2"/>
            <p:cNvSpPr/>
            <p:nvPr>
              <p:custDataLst>
                <p:tags r:id="rId4"/>
              </p:custDataLst>
            </p:nvPr>
          </p:nvSpPr>
          <p:spPr>
            <a:xfrm>
              <a:off x="5055" y="4897"/>
              <a:ext cx="2730" cy="2563"/>
            </a:xfrm>
            <a:custGeom>
              <a:avLst/>
              <a:gdLst>
                <a:gd name="connsiteX0" fmla="*/ 867032 w 2536557"/>
                <a:gd name="connsiteY0" fmla="*/ 0 h 2381056"/>
                <a:gd name="connsiteX1" fmla="*/ 927916 w 2536557"/>
                <a:gd name="connsiteY1" fmla="*/ 3074 h 2381056"/>
                <a:gd name="connsiteX2" fmla="*/ 2488437 w 2536557"/>
                <a:gd name="connsiteY2" fmla="*/ 1156727 h 2381056"/>
                <a:gd name="connsiteX3" fmla="*/ 2536557 w 2536557"/>
                <a:gd name="connsiteY3" fmla="*/ 1288200 h 2381056"/>
                <a:gd name="connsiteX4" fmla="*/ 2524786 w 2536557"/>
                <a:gd name="connsiteY4" fmla="*/ 1365323 h 2381056"/>
                <a:gd name="connsiteX5" fmla="*/ 2115984 w 2536557"/>
                <a:gd name="connsiteY5" fmla="*/ 2193570 h 2381056"/>
                <a:gd name="connsiteX6" fmla="*/ 2014147 w 2536557"/>
                <a:gd name="connsiteY6" fmla="*/ 2301668 h 2381056"/>
                <a:gd name="connsiteX7" fmla="*/ 1855915 w 2536557"/>
                <a:gd name="connsiteY7" fmla="*/ 2342353 h 2381056"/>
                <a:gd name="connsiteX8" fmla="*/ 1471991 w 2536557"/>
                <a:gd name="connsiteY8" fmla="*/ 2381056 h 2381056"/>
                <a:gd name="connsiteX9" fmla="*/ 2001 w 2536557"/>
                <a:gd name="connsiteY9" fmla="*/ 1687813 h 2381056"/>
                <a:gd name="connsiteX10" fmla="*/ 0 w 2536557"/>
                <a:gd name="connsiteY10" fmla="*/ 1685137 h 2381056"/>
                <a:gd name="connsiteX11" fmla="*/ 21312 w 2536557"/>
                <a:gd name="connsiteY11" fmla="*/ 1708586 h 2381056"/>
                <a:gd name="connsiteX12" fmla="*/ 733141 w 2536557"/>
                <a:gd name="connsiteY12" fmla="*/ 2003435 h 2381056"/>
                <a:gd name="connsiteX13" fmla="*/ 1739820 w 2536557"/>
                <a:gd name="connsiteY13" fmla="*/ 996756 h 2381056"/>
                <a:gd name="connsiteX14" fmla="*/ 936022 w 2536557"/>
                <a:gd name="connsiteY14" fmla="*/ 10529 h 2381056"/>
                <a:gd name="connsiteX15" fmla="*/ 867032 w 2536557"/>
                <a:gd name="connsiteY15" fmla="*/ 0 h 2381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536557" h="2381056">
                  <a:moveTo>
                    <a:pt x="867032" y="0"/>
                  </a:moveTo>
                  <a:lnTo>
                    <a:pt x="927916" y="3074"/>
                  </a:lnTo>
                  <a:cubicBezTo>
                    <a:pt x="1632362" y="74615"/>
                    <a:pt x="2223342" y="529972"/>
                    <a:pt x="2488437" y="1156727"/>
                  </a:cubicBezTo>
                  <a:lnTo>
                    <a:pt x="2536557" y="1288200"/>
                  </a:lnTo>
                  <a:lnTo>
                    <a:pt x="2524786" y="1365323"/>
                  </a:lnTo>
                  <a:cubicBezTo>
                    <a:pt x="2460838" y="1677831"/>
                    <a:pt x="2317181" y="1961303"/>
                    <a:pt x="2115984" y="2193570"/>
                  </a:cubicBezTo>
                  <a:lnTo>
                    <a:pt x="2014147" y="2301668"/>
                  </a:lnTo>
                  <a:lnTo>
                    <a:pt x="1855915" y="2342353"/>
                  </a:lnTo>
                  <a:cubicBezTo>
                    <a:pt x="1731904" y="2367730"/>
                    <a:pt x="1603504" y="2381056"/>
                    <a:pt x="1471991" y="2381056"/>
                  </a:cubicBezTo>
                  <a:cubicBezTo>
                    <a:pt x="880184" y="2381056"/>
                    <a:pt x="351406" y="2111194"/>
                    <a:pt x="2001" y="1687813"/>
                  </a:cubicBezTo>
                  <a:lnTo>
                    <a:pt x="0" y="1685137"/>
                  </a:lnTo>
                  <a:lnTo>
                    <a:pt x="21312" y="1708586"/>
                  </a:lnTo>
                  <a:cubicBezTo>
                    <a:pt x="203485" y="1890759"/>
                    <a:pt x="455155" y="2003435"/>
                    <a:pt x="733141" y="2003435"/>
                  </a:cubicBezTo>
                  <a:cubicBezTo>
                    <a:pt x="1289115" y="2003435"/>
                    <a:pt x="1739820" y="1552730"/>
                    <a:pt x="1739820" y="996756"/>
                  </a:cubicBezTo>
                  <a:cubicBezTo>
                    <a:pt x="1739820" y="510280"/>
                    <a:pt x="1394749" y="104398"/>
                    <a:pt x="936022" y="10529"/>
                  </a:cubicBezTo>
                  <a:lnTo>
                    <a:pt x="867032" y="0"/>
                  </a:lnTo>
                  <a:close/>
                </a:path>
              </a:pathLst>
            </a:custGeom>
            <a:solidFill>
              <a:srgbClr val="7030A0"/>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20000"/>
                </a:lnSpc>
              </a:pPr>
              <a:endParaRPr sz="1800" dirty="0">
                <a:latin typeface="微软雅黑" panose="020B0503020204020204" pitchFamily="34" charset="-122"/>
                <a:ea typeface="微软雅黑" panose="020B0503020204020204" pitchFamily="34" charset="-122"/>
                <a:sym typeface="+mn-lt"/>
              </a:endParaRPr>
            </a:p>
          </p:txBody>
        </p:sp>
        <p:sp>
          <p:nvSpPr>
            <p:cNvPr id="5" name="任意多边形 4"/>
            <p:cNvSpPr/>
            <p:nvPr>
              <p:custDataLst>
                <p:tags r:id="rId5"/>
              </p:custDataLst>
            </p:nvPr>
          </p:nvSpPr>
          <p:spPr>
            <a:xfrm>
              <a:off x="3904" y="4897"/>
              <a:ext cx="3319" cy="3041"/>
            </a:xfrm>
            <a:custGeom>
              <a:avLst/>
              <a:gdLst>
                <a:gd name="connsiteX0" fmla="*/ 1669524 w 3084421"/>
                <a:gd name="connsiteY0" fmla="*/ 0 h 2825555"/>
                <a:gd name="connsiteX1" fmla="*/ 1600534 w 3084421"/>
                <a:gd name="connsiteY1" fmla="*/ 10529 h 2825555"/>
                <a:gd name="connsiteX2" fmla="*/ 796736 w 3084421"/>
                <a:gd name="connsiteY2" fmla="*/ 996756 h 2825555"/>
                <a:gd name="connsiteX3" fmla="*/ 875846 w 3084421"/>
                <a:gd name="connsiteY3" fmla="*/ 1388601 h 2825555"/>
                <a:gd name="connsiteX4" fmla="*/ 898510 w 3084421"/>
                <a:gd name="connsiteY4" fmla="*/ 1435648 h 2825555"/>
                <a:gd name="connsiteX5" fmla="*/ 898512 w 3084421"/>
                <a:gd name="connsiteY5" fmla="*/ 1435652 h 2825555"/>
                <a:gd name="connsiteX6" fmla="*/ 898516 w 3084421"/>
                <a:gd name="connsiteY6" fmla="*/ 1435660 h 2825555"/>
                <a:gd name="connsiteX7" fmla="*/ 962608 w 3084421"/>
                <a:gd name="connsiteY7" fmla="*/ 1541158 h 2825555"/>
                <a:gd name="connsiteX8" fmla="*/ 1070269 w 3084421"/>
                <a:gd name="connsiteY8" fmla="*/ 1685130 h 2825555"/>
                <a:gd name="connsiteX9" fmla="*/ 1070274 w 3084421"/>
                <a:gd name="connsiteY9" fmla="*/ 1685136 h 2825555"/>
                <a:gd name="connsiteX10" fmla="*/ 1072275 w 3084421"/>
                <a:gd name="connsiteY10" fmla="*/ 1687812 h 2825555"/>
                <a:gd name="connsiteX11" fmla="*/ 2542265 w 3084421"/>
                <a:gd name="connsiteY11" fmla="*/ 2381055 h 2825555"/>
                <a:gd name="connsiteX12" fmla="*/ 2926189 w 3084421"/>
                <a:gd name="connsiteY12" fmla="*/ 2342352 h 2825555"/>
                <a:gd name="connsiteX13" fmla="*/ 3084421 w 3084421"/>
                <a:gd name="connsiteY13" fmla="*/ 2301667 h 2825555"/>
                <a:gd name="connsiteX14" fmla="*/ 3080967 w 3084421"/>
                <a:gd name="connsiteY14" fmla="*/ 2305333 h 2825555"/>
                <a:gd name="connsiteX15" fmla="*/ 1803415 w 3084421"/>
                <a:gd name="connsiteY15" fmla="*/ 2825555 h 2825555"/>
                <a:gd name="connsiteX16" fmla="*/ 11770 w 3084421"/>
                <a:gd name="connsiteY16" fmla="*/ 1365322 h 2825555"/>
                <a:gd name="connsiteX17" fmla="*/ 0 w 3084421"/>
                <a:gd name="connsiteY17" fmla="*/ 1288199 h 2825555"/>
                <a:gd name="connsiteX18" fmla="*/ 48119 w 3084421"/>
                <a:gd name="connsiteY18" fmla="*/ 1156726 h 2825555"/>
                <a:gd name="connsiteX19" fmla="*/ 472633 w 3084421"/>
                <a:gd name="connsiteY19" fmla="*/ 535137 h 2825555"/>
                <a:gd name="connsiteX20" fmla="*/ 641582 w 3084421"/>
                <a:gd name="connsiteY20" fmla="*/ 390557 h 2825555"/>
                <a:gd name="connsiteX21" fmla="*/ 637265 w 3084421"/>
                <a:gd name="connsiteY21" fmla="*/ 476055 h 2825555"/>
                <a:gd name="connsiteX22" fmla="*/ 637265 w 3084421"/>
                <a:gd name="connsiteY22" fmla="*/ 476056 h 2825555"/>
                <a:gd name="connsiteX23" fmla="*/ 641582 w 3084421"/>
                <a:gd name="connsiteY23" fmla="*/ 390558 h 2825555"/>
                <a:gd name="connsiteX24" fmla="*/ 663624 w 3084421"/>
                <a:gd name="connsiteY24" fmla="*/ 371695 h 2825555"/>
                <a:gd name="connsiteX25" fmla="*/ 1608640 w 3084421"/>
                <a:gd name="connsiteY25" fmla="*/ 3074 h 2825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084421" h="2825555">
                  <a:moveTo>
                    <a:pt x="1669524" y="0"/>
                  </a:moveTo>
                  <a:lnTo>
                    <a:pt x="1600534" y="10529"/>
                  </a:lnTo>
                  <a:cubicBezTo>
                    <a:pt x="1141808" y="104398"/>
                    <a:pt x="796736" y="510280"/>
                    <a:pt x="796736" y="996756"/>
                  </a:cubicBezTo>
                  <a:cubicBezTo>
                    <a:pt x="796736" y="1135750"/>
                    <a:pt x="824905" y="1268164"/>
                    <a:pt x="875846" y="1388601"/>
                  </a:cubicBezTo>
                  <a:lnTo>
                    <a:pt x="898510" y="1435648"/>
                  </a:lnTo>
                  <a:lnTo>
                    <a:pt x="898512" y="1435652"/>
                  </a:lnTo>
                  <a:lnTo>
                    <a:pt x="898516" y="1435660"/>
                  </a:lnTo>
                  <a:lnTo>
                    <a:pt x="962608" y="1541158"/>
                  </a:lnTo>
                  <a:lnTo>
                    <a:pt x="1070269" y="1685130"/>
                  </a:lnTo>
                  <a:lnTo>
                    <a:pt x="1070274" y="1685136"/>
                  </a:lnTo>
                  <a:lnTo>
                    <a:pt x="1072275" y="1687812"/>
                  </a:lnTo>
                  <a:cubicBezTo>
                    <a:pt x="1421680" y="2111193"/>
                    <a:pt x="1950458" y="2381055"/>
                    <a:pt x="2542265" y="2381055"/>
                  </a:cubicBezTo>
                  <a:cubicBezTo>
                    <a:pt x="2673778" y="2381055"/>
                    <a:pt x="2802178" y="2367729"/>
                    <a:pt x="2926189" y="2342352"/>
                  </a:cubicBezTo>
                  <a:lnTo>
                    <a:pt x="3084421" y="2301667"/>
                  </a:lnTo>
                  <a:lnTo>
                    <a:pt x="3080967" y="2305333"/>
                  </a:lnTo>
                  <a:cubicBezTo>
                    <a:pt x="2751326" y="2627207"/>
                    <a:pt x="2300534" y="2825555"/>
                    <a:pt x="1803415" y="2825555"/>
                  </a:cubicBezTo>
                  <a:cubicBezTo>
                    <a:pt x="919649" y="2825555"/>
                    <a:pt x="182299" y="2198676"/>
                    <a:pt x="11770" y="1365322"/>
                  </a:cubicBezTo>
                  <a:lnTo>
                    <a:pt x="0" y="1288199"/>
                  </a:lnTo>
                  <a:lnTo>
                    <a:pt x="48119" y="1156726"/>
                  </a:lnTo>
                  <a:cubicBezTo>
                    <a:pt x="147530" y="921693"/>
                    <a:pt x="292768" y="710763"/>
                    <a:pt x="472633" y="535137"/>
                  </a:cubicBezTo>
                  <a:lnTo>
                    <a:pt x="641582" y="390557"/>
                  </a:lnTo>
                  <a:lnTo>
                    <a:pt x="637265" y="476055"/>
                  </a:lnTo>
                  <a:lnTo>
                    <a:pt x="637265" y="476056"/>
                  </a:lnTo>
                  <a:lnTo>
                    <a:pt x="641582" y="390558"/>
                  </a:lnTo>
                  <a:lnTo>
                    <a:pt x="663624" y="371695"/>
                  </a:lnTo>
                  <a:cubicBezTo>
                    <a:pt x="932561" y="170569"/>
                    <a:pt x="1256418" y="38845"/>
                    <a:pt x="1608640" y="3074"/>
                  </a:cubicBezTo>
                  <a:close/>
                </a:path>
              </a:pathLst>
            </a:custGeom>
            <a:solidFill>
              <a:schemeClr val="accent2"/>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20000"/>
                </a:lnSpc>
              </a:pPr>
              <a:endParaRPr sz="1800" dirty="0">
                <a:solidFill>
                  <a:schemeClr val="accent2"/>
                </a:solidFill>
                <a:latin typeface="微软雅黑" panose="020B0503020204020204" pitchFamily="34" charset="-122"/>
                <a:ea typeface="微软雅黑" panose="020B0503020204020204" pitchFamily="34" charset="-122"/>
                <a:sym typeface="+mn-lt"/>
              </a:endParaRPr>
            </a:p>
          </p:txBody>
        </p:sp>
        <p:sp>
          <p:nvSpPr>
            <p:cNvPr id="6" name="任意多边形 5"/>
            <p:cNvSpPr/>
            <p:nvPr>
              <p:custDataLst>
                <p:tags r:id="rId6"/>
              </p:custDataLst>
            </p:nvPr>
          </p:nvSpPr>
          <p:spPr>
            <a:xfrm>
              <a:off x="3876" y="4002"/>
              <a:ext cx="4956" cy="2282"/>
            </a:xfrm>
            <a:custGeom>
              <a:avLst/>
              <a:gdLst>
                <a:gd name="connsiteX0" fmla="*/ 1445492 w 4605339"/>
                <a:gd name="connsiteY0" fmla="*/ 40946 h 2120245"/>
                <a:gd name="connsiteX1" fmla="*/ 1445493 w 4605339"/>
                <a:gd name="connsiteY1" fmla="*/ 40946 h 2120245"/>
                <a:gd name="connsiteX2" fmla="*/ 1492769 w 4605339"/>
                <a:gd name="connsiteY2" fmla="*/ 53102 h 2120245"/>
                <a:gd name="connsiteX3" fmla="*/ 2505936 w 4605339"/>
                <a:gd name="connsiteY3" fmla="*/ 807354 h 2120245"/>
                <a:gd name="connsiteX4" fmla="*/ 2520935 w 4605339"/>
                <a:gd name="connsiteY4" fmla="*/ 832043 h 2120245"/>
                <a:gd name="connsiteX5" fmla="*/ 2520934 w 4605339"/>
                <a:gd name="connsiteY5" fmla="*/ 832043 h 2120245"/>
                <a:gd name="connsiteX6" fmla="*/ 2520934 w 4605339"/>
                <a:gd name="connsiteY6" fmla="*/ 832044 h 2120245"/>
                <a:gd name="connsiteX7" fmla="*/ 1962686 w 4605339"/>
                <a:gd name="connsiteY7" fmla="*/ 832044 h 2120245"/>
                <a:gd name="connsiteX8" fmla="*/ 1962692 w 4605339"/>
                <a:gd name="connsiteY8" fmla="*/ 832045 h 2120245"/>
                <a:gd name="connsiteX9" fmla="*/ 1962672 w 4605339"/>
                <a:gd name="connsiteY9" fmla="*/ 832044 h 2120245"/>
                <a:gd name="connsiteX10" fmla="*/ 1694930 w 4605339"/>
                <a:gd name="connsiteY10" fmla="*/ 832044 h 2120245"/>
                <a:gd name="connsiteX11" fmla="*/ 1694910 w 4605339"/>
                <a:gd name="connsiteY11" fmla="*/ 832045 h 2120245"/>
                <a:gd name="connsiteX12" fmla="*/ 1694916 w 4605339"/>
                <a:gd name="connsiteY12" fmla="*/ 832044 h 2120245"/>
                <a:gd name="connsiteX13" fmla="*/ 1694909 w 4605339"/>
                <a:gd name="connsiteY13" fmla="*/ 832045 h 2120245"/>
                <a:gd name="connsiteX14" fmla="*/ 1634025 w 4605339"/>
                <a:gd name="connsiteY14" fmla="*/ 835119 h 2120245"/>
                <a:gd name="connsiteX15" fmla="*/ 73504 w 4605339"/>
                <a:gd name="connsiteY15" fmla="*/ 1988772 h 2120245"/>
                <a:gd name="connsiteX16" fmla="*/ 25385 w 4605339"/>
                <a:gd name="connsiteY16" fmla="*/ 2120245 h 2120245"/>
                <a:gd name="connsiteX17" fmla="*/ 9442 w 4605339"/>
                <a:gd name="connsiteY17" fmla="*/ 2015785 h 2120245"/>
                <a:gd name="connsiteX18" fmla="*/ 0 w 4605339"/>
                <a:gd name="connsiteY18" fmla="*/ 1828801 h 2120245"/>
                <a:gd name="connsiteX19" fmla="*/ 1284971 w 4605339"/>
                <a:gd name="connsiteY19" fmla="*/ 82220 h 2120245"/>
                <a:gd name="connsiteX20" fmla="*/ 1445492 w 4605339"/>
                <a:gd name="connsiteY20" fmla="*/ 40946 h 2120245"/>
                <a:gd name="connsiteX21" fmla="*/ 1445492 w 4605339"/>
                <a:gd name="connsiteY21" fmla="*/ 40947 h 2120245"/>
                <a:gd name="connsiteX22" fmla="*/ 1445515 w 4605339"/>
                <a:gd name="connsiteY22" fmla="*/ 40953 h 2120245"/>
                <a:gd name="connsiteX23" fmla="*/ 1771651 w 4605339"/>
                <a:gd name="connsiteY23" fmla="*/ 0 h 2120245"/>
                <a:gd name="connsiteX24" fmla="*/ 1828801 w 4605339"/>
                <a:gd name="connsiteY24" fmla="*/ 0 h 2120245"/>
                <a:gd name="connsiteX25" fmla="*/ 3657601 w 4605339"/>
                <a:gd name="connsiteY25" fmla="*/ 0 h 2120245"/>
                <a:gd name="connsiteX26" fmla="*/ 4605339 w 4605339"/>
                <a:gd name="connsiteY26" fmla="*/ 0 h 2120245"/>
                <a:gd name="connsiteX27" fmla="*/ 4605339 w 4605339"/>
                <a:gd name="connsiteY27" fmla="*/ 45719 h 2120245"/>
                <a:gd name="connsiteX28" fmla="*/ 4605338 w 4605339"/>
                <a:gd name="connsiteY28" fmla="*/ 45719 h 2120245"/>
                <a:gd name="connsiteX29" fmla="*/ 4605338 w 4605339"/>
                <a:gd name="connsiteY29" fmla="*/ 832043 h 2120245"/>
                <a:gd name="connsiteX30" fmla="*/ 3657601 w 4605339"/>
                <a:gd name="connsiteY30" fmla="*/ 832043 h 2120245"/>
                <a:gd name="connsiteX31" fmla="*/ 3360909 w 4605339"/>
                <a:gd name="connsiteY31" fmla="*/ 832043 h 2120245"/>
                <a:gd name="connsiteX32" fmla="*/ 3360909 w 4605339"/>
                <a:gd name="connsiteY32" fmla="*/ 832042 h 2120245"/>
                <a:gd name="connsiteX33" fmla="*/ 2520935 w 4605339"/>
                <a:gd name="connsiteY33" fmla="*/ 832042 h 2120245"/>
                <a:gd name="connsiteX34" fmla="*/ 2505936 w 4605339"/>
                <a:gd name="connsiteY34" fmla="*/ 807353 h 2120245"/>
                <a:gd name="connsiteX35" fmla="*/ 1492769 w 4605339"/>
                <a:gd name="connsiteY35" fmla="*/ 53101 h 2120245"/>
                <a:gd name="connsiteX36" fmla="*/ 1445497 w 4605339"/>
                <a:gd name="connsiteY36" fmla="*/ 40946 h 2120245"/>
                <a:gd name="connsiteX37" fmla="*/ 1445493 w 4605339"/>
                <a:gd name="connsiteY37" fmla="*/ 40946 h 2120245"/>
                <a:gd name="connsiteX38" fmla="*/ 1445495 w 4605339"/>
                <a:gd name="connsiteY38" fmla="*/ 40945 h 2120245"/>
                <a:gd name="connsiteX39" fmla="*/ 1445497 w 4605339"/>
                <a:gd name="connsiteY39" fmla="*/ 40945 h 2120245"/>
                <a:gd name="connsiteX40" fmla="*/ 1460234 w 4605339"/>
                <a:gd name="connsiteY40" fmla="*/ 37156 h 2120245"/>
                <a:gd name="connsiteX41" fmla="*/ 1641817 w 4605339"/>
                <a:gd name="connsiteY41" fmla="*/ 9443 h 2120245"/>
                <a:gd name="connsiteX42" fmla="*/ 1771651 w 4605339"/>
                <a:gd name="connsiteY42" fmla="*/ 2887 h 2120245"/>
                <a:gd name="connsiteX43" fmla="*/ 1771651 w 4605339"/>
                <a:gd name="connsiteY43" fmla="*/ 2886 h 2120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4605339" h="2120245">
                  <a:moveTo>
                    <a:pt x="1445492" y="40946"/>
                  </a:moveTo>
                  <a:lnTo>
                    <a:pt x="1445493" y="40946"/>
                  </a:lnTo>
                  <a:lnTo>
                    <a:pt x="1492769" y="53102"/>
                  </a:lnTo>
                  <a:cubicBezTo>
                    <a:pt x="1910327" y="182977"/>
                    <a:pt x="2266297" y="452640"/>
                    <a:pt x="2505936" y="807354"/>
                  </a:cubicBezTo>
                  <a:lnTo>
                    <a:pt x="2520935" y="832043"/>
                  </a:lnTo>
                  <a:lnTo>
                    <a:pt x="2520934" y="832043"/>
                  </a:lnTo>
                  <a:lnTo>
                    <a:pt x="2520934" y="832044"/>
                  </a:lnTo>
                  <a:lnTo>
                    <a:pt x="1962686" y="832044"/>
                  </a:lnTo>
                  <a:lnTo>
                    <a:pt x="1962692" y="832045"/>
                  </a:lnTo>
                  <a:lnTo>
                    <a:pt x="1962672" y="832044"/>
                  </a:lnTo>
                  <a:lnTo>
                    <a:pt x="1694930" y="832044"/>
                  </a:lnTo>
                  <a:lnTo>
                    <a:pt x="1694910" y="832045"/>
                  </a:lnTo>
                  <a:lnTo>
                    <a:pt x="1694916" y="832044"/>
                  </a:lnTo>
                  <a:lnTo>
                    <a:pt x="1694909" y="832045"/>
                  </a:lnTo>
                  <a:lnTo>
                    <a:pt x="1634025" y="835119"/>
                  </a:lnTo>
                  <a:cubicBezTo>
                    <a:pt x="929580" y="906660"/>
                    <a:pt x="338600" y="1362017"/>
                    <a:pt x="73504" y="1988772"/>
                  </a:cubicBezTo>
                  <a:lnTo>
                    <a:pt x="25385" y="2120245"/>
                  </a:lnTo>
                  <a:lnTo>
                    <a:pt x="9442" y="2015785"/>
                  </a:lnTo>
                  <a:cubicBezTo>
                    <a:pt x="3199" y="1954306"/>
                    <a:pt x="0" y="1891927"/>
                    <a:pt x="0" y="1828801"/>
                  </a:cubicBezTo>
                  <a:cubicBezTo>
                    <a:pt x="0" y="1008162"/>
                    <a:pt x="540524" y="313767"/>
                    <a:pt x="1284971" y="82220"/>
                  </a:cubicBezTo>
                  <a:lnTo>
                    <a:pt x="1445492" y="40946"/>
                  </a:lnTo>
                  <a:lnTo>
                    <a:pt x="1445492" y="40947"/>
                  </a:lnTo>
                  <a:lnTo>
                    <a:pt x="1445515" y="40953"/>
                  </a:lnTo>
                  <a:close/>
                  <a:moveTo>
                    <a:pt x="1771651" y="0"/>
                  </a:moveTo>
                  <a:lnTo>
                    <a:pt x="1828801" y="0"/>
                  </a:lnTo>
                  <a:lnTo>
                    <a:pt x="3657601" y="0"/>
                  </a:lnTo>
                  <a:lnTo>
                    <a:pt x="4605339" y="0"/>
                  </a:lnTo>
                  <a:lnTo>
                    <a:pt x="4605339" y="45719"/>
                  </a:lnTo>
                  <a:lnTo>
                    <a:pt x="4605338" y="45719"/>
                  </a:lnTo>
                  <a:lnTo>
                    <a:pt x="4605338" y="832043"/>
                  </a:lnTo>
                  <a:lnTo>
                    <a:pt x="3657601" y="832043"/>
                  </a:lnTo>
                  <a:lnTo>
                    <a:pt x="3360909" y="832043"/>
                  </a:lnTo>
                  <a:lnTo>
                    <a:pt x="3360909" y="832042"/>
                  </a:lnTo>
                  <a:lnTo>
                    <a:pt x="2520935" y="832042"/>
                  </a:lnTo>
                  <a:lnTo>
                    <a:pt x="2505936" y="807353"/>
                  </a:lnTo>
                  <a:cubicBezTo>
                    <a:pt x="2266297" y="452639"/>
                    <a:pt x="1910327" y="182976"/>
                    <a:pt x="1492769" y="53101"/>
                  </a:cubicBezTo>
                  <a:lnTo>
                    <a:pt x="1445497" y="40946"/>
                  </a:lnTo>
                  <a:lnTo>
                    <a:pt x="1445493" y="40946"/>
                  </a:lnTo>
                  <a:lnTo>
                    <a:pt x="1445495" y="40945"/>
                  </a:lnTo>
                  <a:lnTo>
                    <a:pt x="1445497" y="40945"/>
                  </a:lnTo>
                  <a:lnTo>
                    <a:pt x="1460234" y="37156"/>
                  </a:lnTo>
                  <a:cubicBezTo>
                    <a:pt x="1519760" y="24976"/>
                    <a:pt x="1580338" y="15687"/>
                    <a:pt x="1641817" y="9443"/>
                  </a:cubicBezTo>
                  <a:lnTo>
                    <a:pt x="1771651" y="2887"/>
                  </a:lnTo>
                  <a:lnTo>
                    <a:pt x="1771651" y="2886"/>
                  </a:lnTo>
                  <a:close/>
                </a:path>
              </a:pathLst>
            </a:custGeom>
            <a:solidFill>
              <a:schemeClr val="accent1"/>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20000"/>
                </a:lnSpc>
              </a:pPr>
              <a:endParaRPr sz="1800" dirty="0">
                <a:latin typeface="微软雅黑" panose="020B0503020204020204" pitchFamily="34" charset="-122"/>
                <a:ea typeface="微软雅黑" panose="020B0503020204020204" pitchFamily="34" charset="-122"/>
                <a:sym typeface="+mn-lt"/>
              </a:endParaRPr>
            </a:p>
          </p:txBody>
        </p:sp>
        <p:sp>
          <p:nvSpPr>
            <p:cNvPr id="10" name="任意多边形 9"/>
            <p:cNvSpPr/>
            <p:nvPr>
              <p:custDataLst>
                <p:tags r:id="rId7"/>
              </p:custDataLst>
            </p:nvPr>
          </p:nvSpPr>
          <p:spPr bwMode="auto">
            <a:xfrm>
              <a:off x="7921" y="4014"/>
              <a:ext cx="797" cy="800"/>
            </a:xfrm>
            <a:custGeom>
              <a:avLst/>
              <a:gdLst>
                <a:gd name="T0" fmla="*/ 2594 w 5188"/>
                <a:gd name="T1" fmla="*/ 0 h 5188"/>
                <a:gd name="T2" fmla="*/ 2594 w 5188"/>
                <a:gd name="T3" fmla="*/ 0 h 5188"/>
                <a:gd name="T4" fmla="*/ 0 w 5188"/>
                <a:gd name="T5" fmla="*/ 2593 h 5188"/>
                <a:gd name="T6" fmla="*/ 2594 w 5188"/>
                <a:gd name="T7" fmla="*/ 5188 h 5188"/>
                <a:gd name="T8" fmla="*/ 5188 w 5188"/>
                <a:gd name="T9" fmla="*/ 2593 h 5188"/>
                <a:gd name="T10" fmla="*/ 2594 w 5188"/>
                <a:gd name="T11" fmla="*/ 0 h 5188"/>
              </a:gdLst>
              <a:ahLst/>
              <a:cxnLst>
                <a:cxn ang="0">
                  <a:pos x="T0" y="T1"/>
                </a:cxn>
                <a:cxn ang="0">
                  <a:pos x="T2" y="T3"/>
                </a:cxn>
                <a:cxn ang="0">
                  <a:pos x="T4" y="T5"/>
                </a:cxn>
                <a:cxn ang="0">
                  <a:pos x="T6" y="T7"/>
                </a:cxn>
                <a:cxn ang="0">
                  <a:pos x="T8" y="T9"/>
                </a:cxn>
                <a:cxn ang="0">
                  <a:pos x="T10" y="T11"/>
                </a:cxn>
              </a:cxnLst>
              <a:rect l="0" t="0" r="r" b="b"/>
              <a:pathLst>
                <a:path w="5188" h="5188">
                  <a:moveTo>
                    <a:pt x="2594" y="0"/>
                  </a:moveTo>
                  <a:lnTo>
                    <a:pt x="2594" y="0"/>
                  </a:lnTo>
                  <a:cubicBezTo>
                    <a:pt x="1161" y="0"/>
                    <a:pt x="0" y="1160"/>
                    <a:pt x="0" y="2593"/>
                  </a:cubicBezTo>
                  <a:cubicBezTo>
                    <a:pt x="0" y="4026"/>
                    <a:pt x="1161" y="5188"/>
                    <a:pt x="2594" y="5188"/>
                  </a:cubicBezTo>
                  <a:cubicBezTo>
                    <a:pt x="4027" y="5188"/>
                    <a:pt x="5188" y="4026"/>
                    <a:pt x="5188" y="2593"/>
                  </a:cubicBezTo>
                  <a:cubicBezTo>
                    <a:pt x="5188" y="1160"/>
                    <a:pt x="4027" y="0"/>
                    <a:pt x="2594" y="0"/>
                  </a:cubicBezTo>
                  <a:close/>
                </a:path>
              </a:pathLst>
            </a:custGeom>
            <a:solidFill>
              <a:schemeClr val="accent1"/>
            </a:solidFill>
            <a:ln w="19050">
              <a:noFill/>
              <a:prstDash val="solid"/>
              <a:round/>
            </a:ln>
          </p:spPr>
          <p:txBody>
            <a:bodyPr anchor="ctr"/>
            <a:lstStyle/>
            <a:p>
              <a:pPr algn="ctr">
                <a:lnSpc>
                  <a:spcPct val="120000"/>
                </a:lnSpc>
              </a:pPr>
              <a:endParaRPr sz="1800" dirty="0">
                <a:latin typeface="微软雅黑" panose="020B0503020204020204" pitchFamily="34" charset="-122"/>
                <a:ea typeface="微软雅黑" panose="020B0503020204020204" pitchFamily="34" charset="-122"/>
                <a:sym typeface="+mn-lt"/>
              </a:endParaRPr>
            </a:p>
          </p:txBody>
        </p:sp>
        <p:sp>
          <p:nvSpPr>
            <p:cNvPr id="19" name="任意多边形 18"/>
            <p:cNvSpPr/>
            <p:nvPr>
              <p:custDataLst>
                <p:tags r:id="rId8"/>
              </p:custDataLst>
            </p:nvPr>
          </p:nvSpPr>
          <p:spPr bwMode="auto">
            <a:xfrm>
              <a:off x="7803" y="4186"/>
              <a:ext cx="797" cy="593"/>
            </a:xfrm>
            <a:custGeom>
              <a:avLst/>
              <a:gdLst>
                <a:gd name="T0" fmla="*/ 159 w 159"/>
                <a:gd name="T1" fmla="*/ 50 h 286"/>
                <a:gd name="T2" fmla="*/ 114 w 159"/>
                <a:gd name="T3" fmla="*/ 50 h 286"/>
                <a:gd name="T4" fmla="*/ 114 w 159"/>
                <a:gd name="T5" fmla="*/ 50 h 286"/>
                <a:gd name="T6" fmla="*/ 111 w 159"/>
                <a:gd name="T7" fmla="*/ 51 h 286"/>
                <a:gd name="T8" fmla="*/ 107 w 159"/>
                <a:gd name="T9" fmla="*/ 54 h 286"/>
                <a:gd name="T10" fmla="*/ 103 w 159"/>
                <a:gd name="T11" fmla="*/ 60 h 286"/>
                <a:gd name="T12" fmla="*/ 102 w 159"/>
                <a:gd name="T13" fmla="*/ 66 h 286"/>
                <a:gd name="T14" fmla="*/ 102 w 159"/>
                <a:gd name="T15" fmla="*/ 99 h 286"/>
                <a:gd name="T16" fmla="*/ 159 w 159"/>
                <a:gd name="T17" fmla="*/ 99 h 286"/>
                <a:gd name="T18" fmla="*/ 159 w 159"/>
                <a:gd name="T19" fmla="*/ 146 h 286"/>
                <a:gd name="T20" fmla="*/ 102 w 159"/>
                <a:gd name="T21" fmla="*/ 146 h 286"/>
                <a:gd name="T22" fmla="*/ 102 w 159"/>
                <a:gd name="T23" fmla="*/ 286 h 286"/>
                <a:gd name="T24" fmla="*/ 50 w 159"/>
                <a:gd name="T25" fmla="*/ 286 h 286"/>
                <a:gd name="T26" fmla="*/ 50 w 159"/>
                <a:gd name="T27" fmla="*/ 146 h 286"/>
                <a:gd name="T28" fmla="*/ 0 w 159"/>
                <a:gd name="T29" fmla="*/ 146 h 286"/>
                <a:gd name="T30" fmla="*/ 0 w 159"/>
                <a:gd name="T31" fmla="*/ 99 h 286"/>
                <a:gd name="T32" fmla="*/ 50 w 159"/>
                <a:gd name="T33" fmla="*/ 99 h 286"/>
                <a:gd name="T34" fmla="*/ 50 w 159"/>
                <a:gd name="T35" fmla="*/ 71 h 286"/>
                <a:gd name="T36" fmla="*/ 50 w 159"/>
                <a:gd name="T37" fmla="*/ 71 h 286"/>
                <a:gd name="T38" fmla="*/ 50 w 159"/>
                <a:gd name="T39" fmla="*/ 64 h 286"/>
                <a:gd name="T40" fmla="*/ 51 w 159"/>
                <a:gd name="T41" fmla="*/ 57 h 286"/>
                <a:gd name="T42" fmla="*/ 52 w 159"/>
                <a:gd name="T43" fmla="*/ 50 h 286"/>
                <a:gd name="T44" fmla="*/ 54 w 159"/>
                <a:gd name="T45" fmla="*/ 43 h 286"/>
                <a:gd name="T46" fmla="*/ 57 w 159"/>
                <a:gd name="T47" fmla="*/ 37 h 286"/>
                <a:gd name="T48" fmla="*/ 60 w 159"/>
                <a:gd name="T49" fmla="*/ 31 h 286"/>
                <a:gd name="T50" fmla="*/ 63 w 159"/>
                <a:gd name="T51" fmla="*/ 26 h 286"/>
                <a:gd name="T52" fmla="*/ 67 w 159"/>
                <a:gd name="T53" fmla="*/ 21 h 286"/>
                <a:gd name="T54" fmla="*/ 72 w 159"/>
                <a:gd name="T55" fmla="*/ 16 h 286"/>
                <a:gd name="T56" fmla="*/ 78 w 159"/>
                <a:gd name="T57" fmla="*/ 12 h 286"/>
                <a:gd name="T58" fmla="*/ 83 w 159"/>
                <a:gd name="T59" fmla="*/ 8 h 286"/>
                <a:gd name="T60" fmla="*/ 88 w 159"/>
                <a:gd name="T61" fmla="*/ 5 h 286"/>
                <a:gd name="T62" fmla="*/ 94 w 159"/>
                <a:gd name="T63" fmla="*/ 3 h 286"/>
                <a:gd name="T64" fmla="*/ 100 w 159"/>
                <a:gd name="T65" fmla="*/ 1 h 286"/>
                <a:gd name="T66" fmla="*/ 108 w 159"/>
                <a:gd name="T67" fmla="*/ 0 h 286"/>
                <a:gd name="T68" fmla="*/ 114 w 159"/>
                <a:gd name="T69" fmla="*/ 0 h 286"/>
                <a:gd name="T70" fmla="*/ 159 w 159"/>
                <a:gd name="T71" fmla="*/ 0 h 286"/>
                <a:gd name="T72" fmla="*/ 159 w 159"/>
                <a:gd name="T73" fmla="*/ 50 h 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59" h="286">
                  <a:moveTo>
                    <a:pt x="159" y="50"/>
                  </a:moveTo>
                  <a:lnTo>
                    <a:pt x="114" y="50"/>
                  </a:lnTo>
                  <a:lnTo>
                    <a:pt x="114" y="50"/>
                  </a:lnTo>
                  <a:lnTo>
                    <a:pt x="111" y="51"/>
                  </a:lnTo>
                  <a:lnTo>
                    <a:pt x="107" y="54"/>
                  </a:lnTo>
                  <a:lnTo>
                    <a:pt x="103" y="60"/>
                  </a:lnTo>
                  <a:lnTo>
                    <a:pt x="102" y="66"/>
                  </a:lnTo>
                  <a:lnTo>
                    <a:pt x="102" y="99"/>
                  </a:lnTo>
                  <a:lnTo>
                    <a:pt x="159" y="99"/>
                  </a:lnTo>
                  <a:lnTo>
                    <a:pt x="159" y="146"/>
                  </a:lnTo>
                  <a:lnTo>
                    <a:pt x="102" y="146"/>
                  </a:lnTo>
                  <a:lnTo>
                    <a:pt x="102" y="286"/>
                  </a:lnTo>
                  <a:lnTo>
                    <a:pt x="50" y="286"/>
                  </a:lnTo>
                  <a:lnTo>
                    <a:pt x="50" y="146"/>
                  </a:lnTo>
                  <a:lnTo>
                    <a:pt x="0" y="146"/>
                  </a:lnTo>
                  <a:lnTo>
                    <a:pt x="0" y="99"/>
                  </a:lnTo>
                  <a:lnTo>
                    <a:pt x="50" y="99"/>
                  </a:lnTo>
                  <a:lnTo>
                    <a:pt x="50" y="71"/>
                  </a:lnTo>
                  <a:lnTo>
                    <a:pt x="50" y="71"/>
                  </a:lnTo>
                  <a:lnTo>
                    <a:pt x="50" y="64"/>
                  </a:lnTo>
                  <a:lnTo>
                    <a:pt x="51" y="57"/>
                  </a:lnTo>
                  <a:lnTo>
                    <a:pt x="52" y="50"/>
                  </a:lnTo>
                  <a:lnTo>
                    <a:pt x="54" y="43"/>
                  </a:lnTo>
                  <a:lnTo>
                    <a:pt x="57" y="37"/>
                  </a:lnTo>
                  <a:lnTo>
                    <a:pt x="60" y="31"/>
                  </a:lnTo>
                  <a:lnTo>
                    <a:pt x="63" y="26"/>
                  </a:lnTo>
                  <a:lnTo>
                    <a:pt x="67" y="21"/>
                  </a:lnTo>
                  <a:lnTo>
                    <a:pt x="72" y="16"/>
                  </a:lnTo>
                  <a:lnTo>
                    <a:pt x="78" y="12"/>
                  </a:lnTo>
                  <a:lnTo>
                    <a:pt x="83" y="8"/>
                  </a:lnTo>
                  <a:lnTo>
                    <a:pt x="88" y="5"/>
                  </a:lnTo>
                  <a:lnTo>
                    <a:pt x="94" y="3"/>
                  </a:lnTo>
                  <a:lnTo>
                    <a:pt x="100" y="1"/>
                  </a:lnTo>
                  <a:lnTo>
                    <a:pt x="108" y="0"/>
                  </a:lnTo>
                  <a:lnTo>
                    <a:pt x="114" y="0"/>
                  </a:lnTo>
                  <a:lnTo>
                    <a:pt x="159" y="0"/>
                  </a:lnTo>
                  <a:lnTo>
                    <a:pt x="159" y="50"/>
                  </a:lnTo>
                  <a:close/>
                </a:path>
              </a:pathLst>
            </a:custGeom>
            <a:solidFill>
              <a:srgbClr val="FFFFFF"/>
            </a:solidFill>
            <a:ln>
              <a:noFill/>
            </a:ln>
          </p:spPr>
          <p:txBody>
            <a:bodyPr anchor="ctr"/>
            <a:lstStyle/>
            <a:p>
              <a:pPr algn="ctr">
                <a:lnSpc>
                  <a:spcPct val="120000"/>
                </a:lnSpc>
              </a:pPr>
              <a:endParaRPr sz="1800" dirty="0">
                <a:latin typeface="微软雅黑" panose="020B0503020204020204" pitchFamily="34" charset="-122"/>
                <a:ea typeface="微软雅黑" panose="020B0503020204020204" pitchFamily="34" charset="-122"/>
                <a:sym typeface="+mn-lt"/>
              </a:endParaRPr>
            </a:p>
          </p:txBody>
        </p:sp>
        <p:sp>
          <p:nvSpPr>
            <p:cNvPr id="14" name="任意多边形 13"/>
            <p:cNvSpPr/>
            <p:nvPr>
              <p:custDataLst>
                <p:tags r:id="rId9"/>
              </p:custDataLst>
            </p:nvPr>
          </p:nvSpPr>
          <p:spPr bwMode="auto">
            <a:xfrm>
              <a:off x="6826" y="6274"/>
              <a:ext cx="797" cy="800"/>
            </a:xfrm>
            <a:custGeom>
              <a:avLst/>
              <a:gdLst>
                <a:gd name="T0" fmla="*/ 1545 w 3090"/>
                <a:gd name="T1" fmla="*/ 0 h 3090"/>
                <a:gd name="T2" fmla="*/ 1545 w 3090"/>
                <a:gd name="T3" fmla="*/ 0 h 3090"/>
                <a:gd name="T4" fmla="*/ 0 w 3090"/>
                <a:gd name="T5" fmla="*/ 1544 h 3090"/>
                <a:gd name="T6" fmla="*/ 1545 w 3090"/>
                <a:gd name="T7" fmla="*/ 3090 h 3090"/>
                <a:gd name="T8" fmla="*/ 3090 w 3090"/>
                <a:gd name="T9" fmla="*/ 1544 h 3090"/>
                <a:gd name="T10" fmla="*/ 1545 w 3090"/>
                <a:gd name="T11" fmla="*/ 0 h 3090"/>
              </a:gdLst>
              <a:ahLst/>
              <a:cxnLst>
                <a:cxn ang="0">
                  <a:pos x="T0" y="T1"/>
                </a:cxn>
                <a:cxn ang="0">
                  <a:pos x="T2" y="T3"/>
                </a:cxn>
                <a:cxn ang="0">
                  <a:pos x="T4" y="T5"/>
                </a:cxn>
                <a:cxn ang="0">
                  <a:pos x="T6" y="T7"/>
                </a:cxn>
                <a:cxn ang="0">
                  <a:pos x="T8" y="T9"/>
                </a:cxn>
                <a:cxn ang="0">
                  <a:pos x="T10" y="T11"/>
                </a:cxn>
              </a:cxnLst>
              <a:rect l="0" t="0" r="r" b="b"/>
              <a:pathLst>
                <a:path w="3090" h="3090">
                  <a:moveTo>
                    <a:pt x="1545" y="0"/>
                  </a:moveTo>
                  <a:lnTo>
                    <a:pt x="1545" y="0"/>
                  </a:lnTo>
                  <a:cubicBezTo>
                    <a:pt x="691" y="0"/>
                    <a:pt x="0" y="691"/>
                    <a:pt x="0" y="1544"/>
                  </a:cubicBezTo>
                  <a:cubicBezTo>
                    <a:pt x="0" y="2398"/>
                    <a:pt x="691" y="3090"/>
                    <a:pt x="1545" y="3090"/>
                  </a:cubicBezTo>
                  <a:cubicBezTo>
                    <a:pt x="2398" y="3090"/>
                    <a:pt x="3090" y="2398"/>
                    <a:pt x="3090" y="1544"/>
                  </a:cubicBezTo>
                  <a:cubicBezTo>
                    <a:pt x="3090" y="691"/>
                    <a:pt x="2398" y="0"/>
                    <a:pt x="1545" y="0"/>
                  </a:cubicBezTo>
                  <a:close/>
                </a:path>
              </a:pathLst>
            </a:custGeom>
            <a:solidFill>
              <a:srgbClr val="7030A0"/>
            </a:solidFill>
            <a:ln w="19050">
              <a:noFill/>
              <a:prstDash val="solid"/>
              <a:round/>
            </a:ln>
          </p:spPr>
          <p:txBody>
            <a:bodyPr anchor="ctr"/>
            <a:lstStyle/>
            <a:p>
              <a:pPr algn="ctr">
                <a:lnSpc>
                  <a:spcPct val="120000"/>
                </a:lnSpc>
              </a:pPr>
              <a:endParaRPr sz="1800" dirty="0">
                <a:latin typeface="微软雅黑" panose="020B0503020204020204" pitchFamily="34" charset="-122"/>
                <a:ea typeface="微软雅黑" panose="020B0503020204020204" pitchFamily="34" charset="-122"/>
                <a:sym typeface="+mn-lt"/>
              </a:endParaRPr>
            </a:p>
          </p:txBody>
        </p:sp>
        <p:sp>
          <p:nvSpPr>
            <p:cNvPr id="11" name="任意多边形 10"/>
            <p:cNvSpPr/>
            <p:nvPr>
              <p:custDataLst>
                <p:tags r:id="rId10"/>
              </p:custDataLst>
            </p:nvPr>
          </p:nvSpPr>
          <p:spPr bwMode="auto">
            <a:xfrm>
              <a:off x="6826" y="6417"/>
              <a:ext cx="599" cy="458"/>
            </a:xfrm>
            <a:custGeom>
              <a:avLst/>
              <a:gdLst>
                <a:gd name="T0" fmla="*/ 0 w 208"/>
                <a:gd name="T1" fmla="*/ 68 h 201"/>
                <a:gd name="T2" fmla="*/ 8 w 208"/>
                <a:gd name="T3" fmla="*/ 78 h 201"/>
                <a:gd name="T4" fmla="*/ 31 w 208"/>
                <a:gd name="T5" fmla="*/ 72 h 201"/>
                <a:gd name="T6" fmla="*/ 64 w 208"/>
                <a:gd name="T7" fmla="*/ 172 h 201"/>
                <a:gd name="T8" fmla="*/ 106 w 208"/>
                <a:gd name="T9" fmla="*/ 189 h 201"/>
                <a:gd name="T10" fmla="*/ 197 w 208"/>
                <a:gd name="T11" fmla="*/ 62 h 201"/>
                <a:gd name="T12" fmla="*/ 114 w 208"/>
                <a:gd name="T13" fmla="*/ 67 h 201"/>
                <a:gd name="T14" fmla="*/ 137 w 208"/>
                <a:gd name="T15" fmla="*/ 94 h 201"/>
                <a:gd name="T16" fmla="*/ 109 w 208"/>
                <a:gd name="T17" fmla="*/ 130 h 201"/>
                <a:gd name="T18" fmla="*/ 93 w 208"/>
                <a:gd name="T19" fmla="*/ 90 h 201"/>
                <a:gd name="T20" fmla="*/ 60 w 208"/>
                <a:gd name="T21" fmla="*/ 22 h 201"/>
                <a:gd name="T22" fmla="*/ 0 w 208"/>
                <a:gd name="T23" fmla="*/ 68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08" h="201">
                  <a:moveTo>
                    <a:pt x="0" y="68"/>
                  </a:moveTo>
                  <a:cubicBezTo>
                    <a:pt x="8" y="78"/>
                    <a:pt x="8" y="78"/>
                    <a:pt x="8" y="78"/>
                  </a:cubicBezTo>
                  <a:cubicBezTo>
                    <a:pt x="8" y="78"/>
                    <a:pt x="25" y="65"/>
                    <a:pt x="31" y="72"/>
                  </a:cubicBezTo>
                  <a:cubicBezTo>
                    <a:pt x="36" y="78"/>
                    <a:pt x="57" y="157"/>
                    <a:pt x="64" y="172"/>
                  </a:cubicBezTo>
                  <a:cubicBezTo>
                    <a:pt x="70" y="184"/>
                    <a:pt x="87" y="201"/>
                    <a:pt x="106" y="189"/>
                  </a:cubicBezTo>
                  <a:cubicBezTo>
                    <a:pt x="125" y="177"/>
                    <a:pt x="186" y="124"/>
                    <a:pt x="197" y="62"/>
                  </a:cubicBezTo>
                  <a:cubicBezTo>
                    <a:pt x="208" y="0"/>
                    <a:pt x="123" y="13"/>
                    <a:pt x="114" y="67"/>
                  </a:cubicBezTo>
                  <a:cubicBezTo>
                    <a:pt x="137" y="54"/>
                    <a:pt x="149" y="73"/>
                    <a:pt x="137" y="94"/>
                  </a:cubicBezTo>
                  <a:cubicBezTo>
                    <a:pt x="126" y="116"/>
                    <a:pt x="115" y="130"/>
                    <a:pt x="109" y="130"/>
                  </a:cubicBezTo>
                  <a:cubicBezTo>
                    <a:pt x="104" y="130"/>
                    <a:pt x="100" y="116"/>
                    <a:pt x="93" y="90"/>
                  </a:cubicBezTo>
                  <a:cubicBezTo>
                    <a:pt x="87" y="64"/>
                    <a:pt x="87" y="17"/>
                    <a:pt x="60" y="22"/>
                  </a:cubicBezTo>
                  <a:cubicBezTo>
                    <a:pt x="34" y="27"/>
                    <a:pt x="0" y="68"/>
                    <a:pt x="0" y="68"/>
                  </a:cubicBezTo>
                  <a:close/>
                </a:path>
              </a:pathLst>
            </a:custGeom>
            <a:solidFill>
              <a:srgbClr val="FFFFFF"/>
            </a:solidFill>
            <a:ln>
              <a:noFill/>
            </a:ln>
          </p:spPr>
          <p:txBody>
            <a:bodyPr anchor="ctr"/>
            <a:lstStyle/>
            <a:p>
              <a:pPr algn="ctr">
                <a:lnSpc>
                  <a:spcPct val="120000"/>
                </a:lnSpc>
              </a:pPr>
              <a:endParaRPr sz="1800" dirty="0">
                <a:latin typeface="微软雅黑" panose="020B0503020204020204" pitchFamily="34" charset="-122"/>
                <a:ea typeface="微软雅黑" panose="020B0503020204020204" pitchFamily="34" charset="-122"/>
                <a:sym typeface="+mn-lt"/>
              </a:endParaRPr>
            </a:p>
          </p:txBody>
        </p:sp>
        <p:sp>
          <p:nvSpPr>
            <p:cNvPr id="12" name="任意多边形 11"/>
            <p:cNvSpPr/>
            <p:nvPr>
              <p:custDataLst>
                <p:tags r:id="rId11"/>
              </p:custDataLst>
            </p:nvPr>
          </p:nvSpPr>
          <p:spPr bwMode="auto">
            <a:xfrm>
              <a:off x="4066" y="6272"/>
              <a:ext cx="800" cy="802"/>
            </a:xfrm>
            <a:custGeom>
              <a:avLst/>
              <a:gdLst>
                <a:gd name="T0" fmla="*/ 1726 w 3453"/>
                <a:gd name="T1" fmla="*/ 0 h 3453"/>
                <a:gd name="T2" fmla="*/ 1726 w 3453"/>
                <a:gd name="T3" fmla="*/ 0 h 3453"/>
                <a:gd name="T4" fmla="*/ 0 w 3453"/>
                <a:gd name="T5" fmla="*/ 1726 h 3453"/>
                <a:gd name="T6" fmla="*/ 1726 w 3453"/>
                <a:gd name="T7" fmla="*/ 3453 h 3453"/>
                <a:gd name="T8" fmla="*/ 3453 w 3453"/>
                <a:gd name="T9" fmla="*/ 1726 h 3453"/>
                <a:gd name="T10" fmla="*/ 1726 w 3453"/>
                <a:gd name="T11" fmla="*/ 0 h 3453"/>
              </a:gdLst>
              <a:ahLst/>
              <a:cxnLst>
                <a:cxn ang="0">
                  <a:pos x="T0" y="T1"/>
                </a:cxn>
                <a:cxn ang="0">
                  <a:pos x="T2" y="T3"/>
                </a:cxn>
                <a:cxn ang="0">
                  <a:pos x="T4" y="T5"/>
                </a:cxn>
                <a:cxn ang="0">
                  <a:pos x="T6" y="T7"/>
                </a:cxn>
                <a:cxn ang="0">
                  <a:pos x="T8" y="T9"/>
                </a:cxn>
                <a:cxn ang="0">
                  <a:pos x="T10" y="T11"/>
                </a:cxn>
              </a:cxnLst>
              <a:rect l="0" t="0" r="r" b="b"/>
              <a:pathLst>
                <a:path w="3453" h="3453">
                  <a:moveTo>
                    <a:pt x="1726" y="0"/>
                  </a:moveTo>
                  <a:lnTo>
                    <a:pt x="1726" y="0"/>
                  </a:lnTo>
                  <a:cubicBezTo>
                    <a:pt x="773" y="0"/>
                    <a:pt x="0" y="772"/>
                    <a:pt x="0" y="1726"/>
                  </a:cubicBezTo>
                  <a:cubicBezTo>
                    <a:pt x="0" y="2679"/>
                    <a:pt x="773" y="3453"/>
                    <a:pt x="1726" y="3453"/>
                  </a:cubicBezTo>
                  <a:cubicBezTo>
                    <a:pt x="2680" y="3453"/>
                    <a:pt x="3453" y="2679"/>
                    <a:pt x="3453" y="1726"/>
                  </a:cubicBezTo>
                  <a:cubicBezTo>
                    <a:pt x="3453" y="772"/>
                    <a:pt x="2680" y="0"/>
                    <a:pt x="1726" y="0"/>
                  </a:cubicBezTo>
                  <a:close/>
                </a:path>
              </a:pathLst>
            </a:custGeom>
            <a:solidFill>
              <a:schemeClr val="accent2"/>
            </a:solidFill>
            <a:ln w="19050">
              <a:noFill/>
              <a:prstDash val="solid"/>
              <a:round/>
            </a:ln>
          </p:spPr>
          <p:txBody>
            <a:bodyPr anchor="ctr"/>
            <a:lstStyle/>
            <a:p>
              <a:pPr algn="ctr">
                <a:lnSpc>
                  <a:spcPct val="120000"/>
                </a:lnSpc>
              </a:pPr>
              <a:endParaRPr sz="1800" dirty="0">
                <a:latin typeface="微软雅黑" panose="020B0503020204020204" pitchFamily="34" charset="-122"/>
                <a:ea typeface="微软雅黑" panose="020B0503020204020204" pitchFamily="34" charset="-122"/>
                <a:sym typeface="+mn-lt"/>
              </a:endParaRPr>
            </a:p>
          </p:txBody>
        </p:sp>
        <p:sp>
          <p:nvSpPr>
            <p:cNvPr id="13" name="任意多边形 12"/>
            <p:cNvSpPr/>
            <p:nvPr>
              <p:custDataLst>
                <p:tags r:id="rId12"/>
              </p:custDataLst>
            </p:nvPr>
          </p:nvSpPr>
          <p:spPr bwMode="auto">
            <a:xfrm>
              <a:off x="4066" y="6286"/>
              <a:ext cx="800" cy="564"/>
            </a:xfrm>
            <a:custGeom>
              <a:avLst/>
              <a:gdLst>
                <a:gd name="T0" fmla="*/ 164 w 204"/>
                <a:gd name="T1" fmla="*/ 0 h 204"/>
                <a:gd name="T2" fmla="*/ 39 w 204"/>
                <a:gd name="T3" fmla="*/ 0 h 204"/>
                <a:gd name="T4" fmla="*/ 0 w 204"/>
                <a:gd name="T5" fmla="*/ 39 h 204"/>
                <a:gd name="T6" fmla="*/ 0 w 204"/>
                <a:gd name="T7" fmla="*/ 81 h 204"/>
                <a:gd name="T8" fmla="*/ 0 w 204"/>
                <a:gd name="T9" fmla="*/ 164 h 204"/>
                <a:gd name="T10" fmla="*/ 39 w 204"/>
                <a:gd name="T11" fmla="*/ 204 h 204"/>
                <a:gd name="T12" fmla="*/ 164 w 204"/>
                <a:gd name="T13" fmla="*/ 204 h 204"/>
                <a:gd name="T14" fmla="*/ 204 w 204"/>
                <a:gd name="T15" fmla="*/ 164 h 204"/>
                <a:gd name="T16" fmla="*/ 204 w 204"/>
                <a:gd name="T17" fmla="*/ 81 h 204"/>
                <a:gd name="T18" fmla="*/ 204 w 204"/>
                <a:gd name="T19" fmla="*/ 39 h 204"/>
                <a:gd name="T20" fmla="*/ 164 w 204"/>
                <a:gd name="T21" fmla="*/ 0 h 204"/>
                <a:gd name="T22" fmla="*/ 176 w 204"/>
                <a:gd name="T23" fmla="*/ 23 h 204"/>
                <a:gd name="T24" fmla="*/ 180 w 204"/>
                <a:gd name="T25" fmla="*/ 23 h 204"/>
                <a:gd name="T26" fmla="*/ 180 w 204"/>
                <a:gd name="T27" fmla="*/ 28 h 204"/>
                <a:gd name="T28" fmla="*/ 180 w 204"/>
                <a:gd name="T29" fmla="*/ 58 h 204"/>
                <a:gd name="T30" fmla="*/ 146 w 204"/>
                <a:gd name="T31" fmla="*/ 58 h 204"/>
                <a:gd name="T32" fmla="*/ 146 w 204"/>
                <a:gd name="T33" fmla="*/ 24 h 204"/>
                <a:gd name="T34" fmla="*/ 176 w 204"/>
                <a:gd name="T35" fmla="*/ 23 h 204"/>
                <a:gd name="T36" fmla="*/ 73 w 204"/>
                <a:gd name="T37" fmla="*/ 81 h 204"/>
                <a:gd name="T38" fmla="*/ 102 w 204"/>
                <a:gd name="T39" fmla="*/ 66 h 204"/>
                <a:gd name="T40" fmla="*/ 131 w 204"/>
                <a:gd name="T41" fmla="*/ 81 h 204"/>
                <a:gd name="T42" fmla="*/ 138 w 204"/>
                <a:gd name="T43" fmla="*/ 102 h 204"/>
                <a:gd name="T44" fmla="*/ 102 w 204"/>
                <a:gd name="T45" fmla="*/ 138 h 204"/>
                <a:gd name="T46" fmla="*/ 66 w 204"/>
                <a:gd name="T47" fmla="*/ 102 h 204"/>
                <a:gd name="T48" fmla="*/ 73 w 204"/>
                <a:gd name="T49" fmla="*/ 81 h 204"/>
                <a:gd name="T50" fmla="*/ 184 w 204"/>
                <a:gd name="T51" fmla="*/ 164 h 204"/>
                <a:gd name="T52" fmla="*/ 164 w 204"/>
                <a:gd name="T53" fmla="*/ 184 h 204"/>
                <a:gd name="T54" fmla="*/ 39 w 204"/>
                <a:gd name="T55" fmla="*/ 184 h 204"/>
                <a:gd name="T56" fmla="*/ 20 w 204"/>
                <a:gd name="T57" fmla="*/ 164 h 204"/>
                <a:gd name="T58" fmla="*/ 20 w 204"/>
                <a:gd name="T59" fmla="*/ 81 h 204"/>
                <a:gd name="T60" fmla="*/ 50 w 204"/>
                <a:gd name="T61" fmla="*/ 81 h 204"/>
                <a:gd name="T62" fmla="*/ 46 w 204"/>
                <a:gd name="T63" fmla="*/ 102 h 204"/>
                <a:gd name="T64" fmla="*/ 102 w 204"/>
                <a:gd name="T65" fmla="*/ 158 h 204"/>
                <a:gd name="T66" fmla="*/ 157 w 204"/>
                <a:gd name="T67" fmla="*/ 102 h 204"/>
                <a:gd name="T68" fmla="*/ 153 w 204"/>
                <a:gd name="T69" fmla="*/ 81 h 204"/>
                <a:gd name="T70" fmla="*/ 184 w 204"/>
                <a:gd name="T71" fmla="*/ 81 h 204"/>
                <a:gd name="T72" fmla="*/ 184 w 204"/>
                <a:gd name="T73" fmla="*/ 164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04" h="204">
                  <a:moveTo>
                    <a:pt x="164" y="0"/>
                  </a:moveTo>
                  <a:cubicBezTo>
                    <a:pt x="39" y="0"/>
                    <a:pt x="39" y="0"/>
                    <a:pt x="39" y="0"/>
                  </a:cubicBezTo>
                  <a:cubicBezTo>
                    <a:pt x="17" y="0"/>
                    <a:pt x="0" y="18"/>
                    <a:pt x="0" y="39"/>
                  </a:cubicBezTo>
                  <a:cubicBezTo>
                    <a:pt x="0" y="81"/>
                    <a:pt x="0" y="81"/>
                    <a:pt x="0" y="81"/>
                  </a:cubicBezTo>
                  <a:cubicBezTo>
                    <a:pt x="0" y="164"/>
                    <a:pt x="0" y="164"/>
                    <a:pt x="0" y="164"/>
                  </a:cubicBezTo>
                  <a:cubicBezTo>
                    <a:pt x="0" y="186"/>
                    <a:pt x="17" y="204"/>
                    <a:pt x="39" y="204"/>
                  </a:cubicBezTo>
                  <a:cubicBezTo>
                    <a:pt x="164" y="204"/>
                    <a:pt x="164" y="204"/>
                    <a:pt x="164" y="204"/>
                  </a:cubicBezTo>
                  <a:cubicBezTo>
                    <a:pt x="186" y="204"/>
                    <a:pt x="204" y="186"/>
                    <a:pt x="204" y="164"/>
                  </a:cubicBezTo>
                  <a:cubicBezTo>
                    <a:pt x="204" y="81"/>
                    <a:pt x="204" y="81"/>
                    <a:pt x="204" y="81"/>
                  </a:cubicBezTo>
                  <a:cubicBezTo>
                    <a:pt x="204" y="39"/>
                    <a:pt x="204" y="39"/>
                    <a:pt x="204" y="39"/>
                  </a:cubicBezTo>
                  <a:cubicBezTo>
                    <a:pt x="204" y="18"/>
                    <a:pt x="186" y="0"/>
                    <a:pt x="164" y="0"/>
                  </a:cubicBezTo>
                  <a:close/>
                  <a:moveTo>
                    <a:pt x="176" y="23"/>
                  </a:moveTo>
                  <a:cubicBezTo>
                    <a:pt x="180" y="23"/>
                    <a:pt x="180" y="23"/>
                    <a:pt x="180" y="23"/>
                  </a:cubicBezTo>
                  <a:cubicBezTo>
                    <a:pt x="180" y="28"/>
                    <a:pt x="180" y="28"/>
                    <a:pt x="180" y="28"/>
                  </a:cubicBezTo>
                  <a:cubicBezTo>
                    <a:pt x="180" y="58"/>
                    <a:pt x="180" y="58"/>
                    <a:pt x="180" y="58"/>
                  </a:cubicBezTo>
                  <a:cubicBezTo>
                    <a:pt x="146" y="58"/>
                    <a:pt x="146" y="58"/>
                    <a:pt x="146" y="58"/>
                  </a:cubicBezTo>
                  <a:cubicBezTo>
                    <a:pt x="146" y="24"/>
                    <a:pt x="146" y="24"/>
                    <a:pt x="146" y="24"/>
                  </a:cubicBezTo>
                  <a:lnTo>
                    <a:pt x="176" y="23"/>
                  </a:lnTo>
                  <a:close/>
                  <a:moveTo>
                    <a:pt x="73" y="81"/>
                  </a:moveTo>
                  <a:cubicBezTo>
                    <a:pt x="79" y="72"/>
                    <a:pt x="90" y="66"/>
                    <a:pt x="102" y="66"/>
                  </a:cubicBezTo>
                  <a:cubicBezTo>
                    <a:pt x="114" y="66"/>
                    <a:pt x="124" y="72"/>
                    <a:pt x="131" y="81"/>
                  </a:cubicBezTo>
                  <a:cubicBezTo>
                    <a:pt x="135" y="87"/>
                    <a:pt x="138" y="94"/>
                    <a:pt x="138" y="102"/>
                  </a:cubicBezTo>
                  <a:cubicBezTo>
                    <a:pt x="138" y="122"/>
                    <a:pt x="121" y="138"/>
                    <a:pt x="102" y="138"/>
                  </a:cubicBezTo>
                  <a:cubicBezTo>
                    <a:pt x="82" y="138"/>
                    <a:pt x="66" y="122"/>
                    <a:pt x="66" y="102"/>
                  </a:cubicBezTo>
                  <a:cubicBezTo>
                    <a:pt x="66" y="94"/>
                    <a:pt x="68" y="87"/>
                    <a:pt x="73" y="81"/>
                  </a:cubicBezTo>
                  <a:close/>
                  <a:moveTo>
                    <a:pt x="184" y="164"/>
                  </a:moveTo>
                  <a:cubicBezTo>
                    <a:pt x="184" y="175"/>
                    <a:pt x="175" y="184"/>
                    <a:pt x="164" y="184"/>
                  </a:cubicBezTo>
                  <a:cubicBezTo>
                    <a:pt x="39" y="184"/>
                    <a:pt x="39" y="184"/>
                    <a:pt x="39" y="184"/>
                  </a:cubicBezTo>
                  <a:cubicBezTo>
                    <a:pt x="28" y="184"/>
                    <a:pt x="20" y="175"/>
                    <a:pt x="20" y="164"/>
                  </a:cubicBezTo>
                  <a:cubicBezTo>
                    <a:pt x="20" y="81"/>
                    <a:pt x="20" y="81"/>
                    <a:pt x="20" y="81"/>
                  </a:cubicBezTo>
                  <a:cubicBezTo>
                    <a:pt x="50" y="81"/>
                    <a:pt x="50" y="81"/>
                    <a:pt x="50" y="81"/>
                  </a:cubicBezTo>
                  <a:cubicBezTo>
                    <a:pt x="47" y="87"/>
                    <a:pt x="46" y="95"/>
                    <a:pt x="46" y="102"/>
                  </a:cubicBezTo>
                  <a:cubicBezTo>
                    <a:pt x="46" y="133"/>
                    <a:pt x="71" y="158"/>
                    <a:pt x="102" y="158"/>
                  </a:cubicBezTo>
                  <a:cubicBezTo>
                    <a:pt x="132" y="158"/>
                    <a:pt x="157" y="133"/>
                    <a:pt x="157" y="102"/>
                  </a:cubicBezTo>
                  <a:cubicBezTo>
                    <a:pt x="157" y="95"/>
                    <a:pt x="156" y="87"/>
                    <a:pt x="153" y="81"/>
                  </a:cubicBezTo>
                  <a:cubicBezTo>
                    <a:pt x="184" y="81"/>
                    <a:pt x="184" y="81"/>
                    <a:pt x="184" y="81"/>
                  </a:cubicBezTo>
                  <a:lnTo>
                    <a:pt x="184" y="164"/>
                  </a:lnTo>
                  <a:close/>
                </a:path>
              </a:pathLst>
            </a:custGeom>
            <a:solidFill>
              <a:srgbClr val="FFFFFF"/>
            </a:solidFill>
            <a:ln>
              <a:noFill/>
            </a:ln>
          </p:spPr>
          <p:txBody>
            <a:bodyPr anchor="ctr"/>
            <a:lstStyle/>
            <a:p>
              <a:pPr algn="ctr">
                <a:lnSpc>
                  <a:spcPct val="120000"/>
                </a:lnSpc>
              </a:pPr>
              <a:endParaRPr sz="1800" dirty="0">
                <a:latin typeface="微软雅黑" panose="020B0503020204020204" pitchFamily="34" charset="-122"/>
                <a:ea typeface="微软雅黑" panose="020B0503020204020204" pitchFamily="34" charset="-122"/>
                <a:sym typeface="+mn-lt"/>
              </a:endParaRPr>
            </a:p>
          </p:txBody>
        </p:sp>
      </p:grpSp>
      <p:sp>
        <p:nvSpPr>
          <p:cNvPr id="2" name="文本框 1"/>
          <p:cNvSpPr txBox="1"/>
          <p:nvPr>
            <p:custDataLst>
              <p:tags r:id="rId13"/>
            </p:custDataLst>
          </p:nvPr>
        </p:nvSpPr>
        <p:spPr>
          <a:xfrm>
            <a:off x="6376035" y="1360285"/>
            <a:ext cx="4941010" cy="3102610"/>
          </a:xfrm>
          <a:prstGeom prst="rect">
            <a:avLst/>
          </a:prstGeom>
          <a:noFill/>
        </p:spPr>
        <p:txBody>
          <a:bodyPr wrap="square" lIns="90000" tIns="0" rIns="90000" bIns="46800">
            <a:no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indent="720090">
              <a:lnSpc>
                <a:spcPct val="150000"/>
              </a:lnSpc>
            </a:pPr>
            <a:r>
              <a:rPr lang="zh-CN" altLang="en-US" sz="2400" spc="150" dirty="0">
                <a:solidFill>
                  <a:schemeClr val="tx1"/>
                </a:solidFill>
                <a:latin typeface="微软雅黑" panose="020B0503020204020204" pitchFamily="34" charset="-122"/>
                <a:ea typeface="微软雅黑" panose="020B0503020204020204" pitchFamily="34" charset="-122"/>
              </a:rPr>
              <a:t>从数据到信息，再到知识，是一个从</a:t>
            </a:r>
            <a:r>
              <a:rPr lang="zh-CN" altLang="en-US" sz="2400" b="1" spc="150" dirty="0">
                <a:solidFill>
                  <a:schemeClr val="tx1"/>
                </a:solidFill>
                <a:latin typeface="微软雅黑" panose="020B0503020204020204" pitchFamily="34" charset="-122"/>
                <a:ea typeface="微软雅黑" panose="020B0503020204020204" pitchFamily="34" charset="-122"/>
              </a:rPr>
              <a:t>低级到高级</a:t>
            </a:r>
            <a:r>
              <a:rPr lang="zh-CN" altLang="en-US" sz="2400" spc="150" dirty="0">
                <a:solidFill>
                  <a:schemeClr val="tx1"/>
                </a:solidFill>
                <a:latin typeface="微软雅黑" panose="020B0503020204020204" pitchFamily="34" charset="-122"/>
                <a:ea typeface="微软雅黑" panose="020B0503020204020204" pitchFamily="34" charset="-122"/>
              </a:rPr>
              <a:t>的认知过程。</a:t>
            </a:r>
            <a:r>
              <a:rPr lang="zh-CN" altLang="en-US" sz="2400" b="1" spc="150" dirty="0">
                <a:solidFill>
                  <a:schemeClr val="tx1"/>
                </a:solidFill>
                <a:latin typeface="微软雅黑" panose="020B0503020204020204" pitchFamily="34" charset="-122"/>
                <a:ea typeface="微软雅黑" panose="020B0503020204020204" pitchFamily="34" charset="-122"/>
              </a:rPr>
              <a:t>数据</a:t>
            </a:r>
            <a:r>
              <a:rPr lang="zh-CN" altLang="en-US" sz="2400" spc="150" dirty="0">
                <a:solidFill>
                  <a:schemeClr val="tx1"/>
                </a:solidFill>
                <a:latin typeface="微软雅黑" panose="020B0503020204020204" pitchFamily="34" charset="-122"/>
                <a:ea typeface="微软雅黑" panose="020B0503020204020204" pitchFamily="34" charset="-122"/>
              </a:rPr>
              <a:t>是信息和知识的来源。无论信息还是知识，都来自于数据，都是以数据为载体而存在的。</a:t>
            </a:r>
            <a:r>
              <a:rPr lang="zh-CN" altLang="en-US" sz="2400" b="1" spc="150" dirty="0">
                <a:solidFill>
                  <a:schemeClr val="tx1"/>
                </a:solidFill>
                <a:latin typeface="微软雅黑" panose="020B0503020204020204" pitchFamily="34" charset="-122"/>
                <a:ea typeface="微软雅黑" panose="020B0503020204020204" pitchFamily="34" charset="-122"/>
              </a:rPr>
              <a:t>信息</a:t>
            </a:r>
            <a:r>
              <a:rPr lang="zh-CN" altLang="en-US" sz="2400" spc="150" dirty="0">
                <a:solidFill>
                  <a:schemeClr val="tx1"/>
                </a:solidFill>
                <a:latin typeface="微软雅黑" panose="020B0503020204020204" pitchFamily="34" charset="-122"/>
                <a:ea typeface="微软雅黑" panose="020B0503020204020204" pitchFamily="34" charset="-122"/>
              </a:rPr>
              <a:t>是经过加工的数据。</a:t>
            </a:r>
            <a:r>
              <a:rPr lang="zh-CN" altLang="en-US" sz="2400" b="1" spc="150" dirty="0">
                <a:solidFill>
                  <a:schemeClr val="tx1"/>
                </a:solidFill>
                <a:latin typeface="微软雅黑" panose="020B0503020204020204" pitchFamily="34" charset="-122"/>
                <a:ea typeface="微软雅黑" panose="020B0503020204020204" pitchFamily="34" charset="-122"/>
              </a:rPr>
              <a:t>知识</a:t>
            </a:r>
            <a:r>
              <a:rPr lang="zh-CN" altLang="en-US" sz="2400" spc="150" dirty="0">
                <a:solidFill>
                  <a:schemeClr val="tx1"/>
                </a:solidFill>
                <a:latin typeface="微软雅黑" panose="020B0503020204020204" pitchFamily="34" charset="-122"/>
                <a:ea typeface="微软雅黑" panose="020B0503020204020204" pitchFamily="34" charset="-122"/>
              </a:rPr>
              <a:t>是经过人类归纳整理和反复验证后沉淀下来而呈现的规律。</a:t>
            </a:r>
            <a:endParaRPr lang="zh-CN" altLang="en-US" sz="2400" spc="150" dirty="0">
              <a:solidFill>
                <a:schemeClr val="tx1"/>
              </a:solidFill>
              <a:latin typeface="微软雅黑" panose="020B0503020204020204" pitchFamily="34" charset="-122"/>
              <a:ea typeface="微软雅黑" panose="020B0503020204020204" pitchFamily="34" charset="-122"/>
            </a:endParaRPr>
          </a:p>
        </p:txBody>
      </p:sp>
    </p:spTree>
    <p:custDataLst>
      <p:tags r:id="rId14"/>
    </p:custDataLst>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custDataLst>
              <p:tags r:id="rId1"/>
            </p:custDataLst>
          </p:nvPr>
        </p:nvSpPr>
        <p:spPr>
          <a:xfrm>
            <a:off x="1125538" y="1247775"/>
            <a:ext cx="5099050" cy="1125538"/>
          </a:xfrm>
          <a:prstGeom prst="rect">
            <a:avLst/>
          </a:prstGeom>
        </p:spPr>
        <p:txBody>
          <a:bodyPr lIns="101600" tIns="38100" rIns="76200" bIns="38100" anchor="ctr"/>
          <a:lstStyle>
            <a:lvl1pPr algn="l" defTabSz="914400" rtl="0" eaLnBrk="1" fontAlgn="auto" latinLnBrk="0" hangingPunct="1">
              <a:lnSpc>
                <a:spcPct val="100000"/>
              </a:lnSpc>
              <a:spcBef>
                <a:spcPct val="0"/>
              </a:spcBef>
              <a:buNone/>
              <a:defRPr sz="2400" b="1" u="none" strike="noStrike" kern="1200" cap="none" spc="200" normalizeH="0">
                <a:solidFill>
                  <a:srgbClr val="000000"/>
                </a:solidFill>
                <a:uFillTx/>
                <a:latin typeface="微软雅黑" panose="020B0503020204020204" pitchFamily="34" charset="-122"/>
                <a:ea typeface="微软雅黑" panose="020B0503020204020204" pitchFamily="34" charset="-122"/>
                <a:cs typeface="+mn-ea"/>
              </a:defRPr>
            </a:lvl1pPr>
          </a:lstStyle>
          <a:p>
            <a:pPr algn="ctr">
              <a:defRPr/>
            </a:pPr>
            <a:r>
              <a:rPr lang="zh-CN" altLang="en-US" sz="3200" spc="150" dirty="0">
                <a:solidFill>
                  <a:srgbClr val="0070C0"/>
                </a:solidFill>
                <a:sym typeface="+mn-ea"/>
              </a:rPr>
              <a:t>数据、信息与知识</a:t>
            </a:r>
            <a:endParaRPr lang="zh-CN" altLang="en-US" sz="3200" spc="300" dirty="0">
              <a:solidFill>
                <a:srgbClr val="0070C0"/>
              </a:solidFill>
            </a:endParaRPr>
          </a:p>
        </p:txBody>
      </p:sp>
      <p:sp>
        <p:nvSpPr>
          <p:cNvPr id="20" name="矩形 19"/>
          <p:cNvSpPr/>
          <p:nvPr>
            <p:custDataLst>
              <p:tags r:id="rId2"/>
            </p:custDataLst>
          </p:nvPr>
        </p:nvSpPr>
        <p:spPr>
          <a:xfrm>
            <a:off x="1246188" y="2636838"/>
            <a:ext cx="5097462" cy="2861310"/>
          </a:xfrm>
          <a:prstGeom prst="rect">
            <a:avLst/>
          </a:prstGeom>
        </p:spPr>
        <p:txBody>
          <a:bodyPr>
            <a:spAutoFit/>
          </a:bodyPr>
          <a:lstStyle/>
          <a:p>
            <a:pPr indent="720090" defTabSz="913765">
              <a:lnSpc>
                <a:spcPct val="150000"/>
              </a:lnSpc>
              <a:defRPr/>
            </a:pPr>
            <a:r>
              <a:rPr lang="zh-CN" altLang="en-US" sz="2400" spc="300" dirty="0">
                <a:latin typeface="微软雅黑" panose="020B0503020204020204" pitchFamily="34" charset="-122"/>
                <a:ea typeface="微软雅黑" panose="020B0503020204020204" pitchFamily="34" charset="-122"/>
                <a:cs typeface="+mj-cs"/>
              </a:rPr>
              <a:t>相应的知识又是加工数据、提炼信息的基础，能帮助人们理解信息。由此可见：数据、信息与知识之间不存在绝对的界限，三者有着千丝万缕的联系。</a:t>
            </a:r>
            <a:endParaRPr lang="zh-CN" altLang="en-US" sz="2400" spc="300" dirty="0">
              <a:latin typeface="微软雅黑" panose="020B0503020204020204" pitchFamily="34" charset="-122"/>
              <a:ea typeface="微软雅黑" panose="020B0503020204020204" pitchFamily="34" charset="-122"/>
              <a:cs typeface="+mj-cs"/>
            </a:endParaRPr>
          </a:p>
        </p:txBody>
      </p:sp>
      <p:cxnSp>
        <p:nvCxnSpPr>
          <p:cNvPr id="24" name="直接连接符 23"/>
          <p:cNvCxnSpPr/>
          <p:nvPr>
            <p:custDataLst>
              <p:tags r:id="rId3"/>
            </p:custDataLst>
          </p:nvPr>
        </p:nvCxnSpPr>
        <p:spPr>
          <a:xfrm>
            <a:off x="1660525" y="2320925"/>
            <a:ext cx="3922713" cy="17463"/>
          </a:xfrm>
          <a:prstGeom prst="line">
            <a:avLst/>
          </a:prstGeom>
          <a:ln w="38100">
            <a:solidFill>
              <a:srgbClr val="0070C0"/>
            </a:solidFill>
          </a:ln>
        </p:spPr>
        <p:style>
          <a:lnRef idx="1">
            <a:srgbClr val="1F74AD"/>
          </a:lnRef>
          <a:fillRef idx="0">
            <a:srgbClr val="1F74AD"/>
          </a:fillRef>
          <a:effectRef idx="0">
            <a:srgbClr val="1F74AD"/>
          </a:effectRef>
          <a:fontRef idx="minor">
            <a:srgbClr val="000000"/>
          </a:fontRef>
        </p:style>
      </p:cxnSp>
      <p:sp>
        <p:nvSpPr>
          <p:cNvPr id="32773" name="Freeform 134"/>
          <p:cNvSpPr/>
          <p:nvPr>
            <p:custDataLst>
              <p:tags r:id="rId4"/>
            </p:custDataLst>
          </p:nvPr>
        </p:nvSpPr>
        <p:spPr bwMode="auto">
          <a:xfrm>
            <a:off x="6980238" y="1247775"/>
            <a:ext cx="2635250" cy="3213100"/>
          </a:xfrm>
          <a:custGeom>
            <a:avLst/>
            <a:gdLst>
              <a:gd name="T0" fmla="*/ 2147483647 w 1217"/>
              <a:gd name="T1" fmla="*/ 2147483647 h 1474"/>
              <a:gd name="T2" fmla="*/ 2147483647 w 1217"/>
              <a:gd name="T3" fmla="*/ 2147483647 h 1474"/>
              <a:gd name="T4" fmla="*/ 2147483647 w 1217"/>
              <a:gd name="T5" fmla="*/ 2147483647 h 1474"/>
              <a:gd name="T6" fmla="*/ 2147483647 w 1217"/>
              <a:gd name="T7" fmla="*/ 2147483647 h 1474"/>
              <a:gd name="T8" fmla="*/ 2147483647 w 1217"/>
              <a:gd name="T9" fmla="*/ 2147483647 h 1474"/>
              <a:gd name="T10" fmla="*/ 2147483647 w 1217"/>
              <a:gd name="T11" fmla="*/ 2147483647 h 1474"/>
              <a:gd name="T12" fmla="*/ 2147483647 w 1217"/>
              <a:gd name="T13" fmla="*/ 2147483647 h 1474"/>
              <a:gd name="T14" fmla="*/ 2147483647 w 1217"/>
              <a:gd name="T15" fmla="*/ 2147483647 h 1474"/>
              <a:gd name="T16" fmla="*/ 2147483647 w 1217"/>
              <a:gd name="T17" fmla="*/ 2147483647 h 1474"/>
              <a:gd name="T18" fmla="*/ 2147483647 w 1217"/>
              <a:gd name="T19" fmla="*/ 2147483647 h 1474"/>
              <a:gd name="T20" fmla="*/ 2147483647 w 1217"/>
              <a:gd name="T21" fmla="*/ 2147483647 h 1474"/>
              <a:gd name="T22" fmla="*/ 2147483647 w 1217"/>
              <a:gd name="T23" fmla="*/ 2147483647 h 1474"/>
              <a:gd name="T24" fmla="*/ 2147483647 w 1217"/>
              <a:gd name="T25" fmla="*/ 2147483647 h 1474"/>
              <a:gd name="T26" fmla="*/ 2147483647 w 1217"/>
              <a:gd name="T27" fmla="*/ 2147483647 h 1474"/>
              <a:gd name="T28" fmla="*/ 2147483647 w 1217"/>
              <a:gd name="T29" fmla="*/ 2147483647 h 1474"/>
              <a:gd name="T30" fmla="*/ 2147483647 w 1217"/>
              <a:gd name="T31" fmla="*/ 2147483647 h 1474"/>
              <a:gd name="T32" fmla="*/ 2147483647 w 1217"/>
              <a:gd name="T33" fmla="*/ 2147483647 h 1474"/>
              <a:gd name="T34" fmla="*/ 2147483647 w 1217"/>
              <a:gd name="T35" fmla="*/ 2147483647 h 1474"/>
              <a:gd name="T36" fmla="*/ 2147483647 w 1217"/>
              <a:gd name="T37" fmla="*/ 2147483647 h 147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217"/>
              <a:gd name="T58" fmla="*/ 0 h 1474"/>
              <a:gd name="T59" fmla="*/ 1217 w 1217"/>
              <a:gd name="T60" fmla="*/ 1474 h 147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217" h="1474">
                <a:moveTo>
                  <a:pt x="1201" y="260"/>
                </a:moveTo>
                <a:cubicBezTo>
                  <a:pt x="1183" y="118"/>
                  <a:pt x="1063" y="3"/>
                  <a:pt x="912" y="1"/>
                </a:cubicBezTo>
                <a:cubicBezTo>
                  <a:pt x="835" y="0"/>
                  <a:pt x="763" y="23"/>
                  <a:pt x="691" y="47"/>
                </a:cubicBezTo>
                <a:cubicBezTo>
                  <a:pt x="632" y="66"/>
                  <a:pt x="576" y="92"/>
                  <a:pt x="521" y="123"/>
                </a:cubicBezTo>
                <a:cubicBezTo>
                  <a:pt x="461" y="156"/>
                  <a:pt x="406" y="197"/>
                  <a:pt x="354" y="242"/>
                </a:cubicBezTo>
                <a:cubicBezTo>
                  <a:pt x="324" y="267"/>
                  <a:pt x="296" y="295"/>
                  <a:pt x="271" y="324"/>
                </a:cubicBezTo>
                <a:cubicBezTo>
                  <a:pt x="245" y="354"/>
                  <a:pt x="220" y="383"/>
                  <a:pt x="198" y="414"/>
                </a:cubicBezTo>
                <a:cubicBezTo>
                  <a:pt x="138" y="496"/>
                  <a:pt x="91" y="585"/>
                  <a:pt x="59" y="681"/>
                </a:cubicBezTo>
                <a:cubicBezTo>
                  <a:pt x="38" y="742"/>
                  <a:pt x="22" y="803"/>
                  <a:pt x="13" y="867"/>
                </a:cubicBezTo>
                <a:cubicBezTo>
                  <a:pt x="2" y="957"/>
                  <a:pt x="0" y="1047"/>
                  <a:pt x="11" y="1137"/>
                </a:cubicBezTo>
                <a:cubicBezTo>
                  <a:pt x="25" y="1253"/>
                  <a:pt x="58" y="1364"/>
                  <a:pt x="109" y="1469"/>
                </a:cubicBezTo>
                <a:cubicBezTo>
                  <a:pt x="110" y="1471"/>
                  <a:pt x="110" y="1474"/>
                  <a:pt x="114" y="1473"/>
                </a:cubicBezTo>
                <a:cubicBezTo>
                  <a:pt x="121" y="1347"/>
                  <a:pt x="175" y="1247"/>
                  <a:pt x="283" y="1180"/>
                </a:cubicBezTo>
                <a:cubicBezTo>
                  <a:pt x="391" y="1113"/>
                  <a:pt x="506" y="1110"/>
                  <a:pt x="622" y="1159"/>
                </a:cubicBezTo>
                <a:cubicBezTo>
                  <a:pt x="623" y="1154"/>
                  <a:pt x="621" y="1150"/>
                  <a:pt x="619" y="1146"/>
                </a:cubicBezTo>
                <a:cubicBezTo>
                  <a:pt x="600" y="1082"/>
                  <a:pt x="594" y="1018"/>
                  <a:pt x="604" y="952"/>
                </a:cubicBezTo>
                <a:cubicBezTo>
                  <a:pt x="632" y="770"/>
                  <a:pt x="770" y="627"/>
                  <a:pt x="950" y="593"/>
                </a:cubicBezTo>
                <a:cubicBezTo>
                  <a:pt x="978" y="588"/>
                  <a:pt x="1006" y="581"/>
                  <a:pt x="1032" y="568"/>
                </a:cubicBezTo>
                <a:cubicBezTo>
                  <a:pt x="1151" y="511"/>
                  <a:pt x="1217" y="390"/>
                  <a:pt x="1201" y="260"/>
                </a:cubicBezTo>
                <a:close/>
              </a:path>
            </a:pathLst>
          </a:custGeom>
          <a:solidFill>
            <a:srgbClr val="1AA3AA"/>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2774" name="Freeform 135"/>
          <p:cNvSpPr/>
          <p:nvPr>
            <p:custDataLst>
              <p:tags r:id="rId5"/>
            </p:custDataLst>
          </p:nvPr>
        </p:nvSpPr>
        <p:spPr bwMode="auto">
          <a:xfrm>
            <a:off x="7245350" y="3757613"/>
            <a:ext cx="3783013" cy="1917700"/>
          </a:xfrm>
          <a:custGeom>
            <a:avLst/>
            <a:gdLst>
              <a:gd name="T0" fmla="*/ 2147483647 w 1750"/>
              <a:gd name="T1" fmla="*/ 2147483647 h 884"/>
              <a:gd name="T2" fmla="*/ 2147483647 w 1750"/>
              <a:gd name="T3" fmla="*/ 2147483647 h 884"/>
              <a:gd name="T4" fmla="*/ 2147483647 w 1750"/>
              <a:gd name="T5" fmla="*/ 2147483647 h 884"/>
              <a:gd name="T6" fmla="*/ 2147483647 w 1750"/>
              <a:gd name="T7" fmla="*/ 2147483647 h 884"/>
              <a:gd name="T8" fmla="*/ 2147483647 w 1750"/>
              <a:gd name="T9" fmla="*/ 2147483647 h 884"/>
              <a:gd name="T10" fmla="*/ 2147483647 w 1750"/>
              <a:gd name="T11" fmla="*/ 2147483647 h 884"/>
              <a:gd name="T12" fmla="*/ 2147483647 w 1750"/>
              <a:gd name="T13" fmla="*/ 2147483647 h 884"/>
              <a:gd name="T14" fmla="*/ 2147483647 w 1750"/>
              <a:gd name="T15" fmla="*/ 2147483647 h 884"/>
              <a:gd name="T16" fmla="*/ 2147483647 w 1750"/>
              <a:gd name="T17" fmla="*/ 2147483647 h 884"/>
              <a:gd name="T18" fmla="*/ 2147483647 w 1750"/>
              <a:gd name="T19" fmla="*/ 2147483647 h 884"/>
              <a:gd name="T20" fmla="*/ 2147483647 w 1750"/>
              <a:gd name="T21" fmla="*/ 2147483647 h 884"/>
              <a:gd name="T22" fmla="*/ 2147483647 w 1750"/>
              <a:gd name="T23" fmla="*/ 2147483647 h 884"/>
              <a:gd name="T24" fmla="*/ 2147483647 w 1750"/>
              <a:gd name="T25" fmla="*/ 2147483647 h 884"/>
              <a:gd name="T26" fmla="*/ 2147483647 w 1750"/>
              <a:gd name="T27" fmla="*/ 2147483647 h 884"/>
              <a:gd name="T28" fmla="*/ 2147483647 w 1750"/>
              <a:gd name="T29" fmla="*/ 2147483647 h 884"/>
              <a:gd name="T30" fmla="*/ 2147483647 w 1750"/>
              <a:gd name="T31" fmla="*/ 2147483647 h 884"/>
              <a:gd name="T32" fmla="*/ 2147483647 w 1750"/>
              <a:gd name="T33" fmla="*/ 2147483647 h 884"/>
              <a:gd name="T34" fmla="*/ 2147483647 w 1750"/>
              <a:gd name="T35" fmla="*/ 2147483647 h 884"/>
              <a:gd name="T36" fmla="*/ 2147483647 w 1750"/>
              <a:gd name="T37" fmla="*/ 2147483647 h 88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50"/>
              <a:gd name="T58" fmla="*/ 0 h 884"/>
              <a:gd name="T59" fmla="*/ 1750 w 1750"/>
              <a:gd name="T60" fmla="*/ 884 h 88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50" h="884">
                <a:moveTo>
                  <a:pt x="154" y="82"/>
                </a:moveTo>
                <a:cubicBezTo>
                  <a:pt x="39" y="169"/>
                  <a:pt x="0" y="330"/>
                  <a:pt x="74" y="462"/>
                </a:cubicBezTo>
                <a:cubicBezTo>
                  <a:pt x="112" y="529"/>
                  <a:pt x="168" y="580"/>
                  <a:pt x="224" y="630"/>
                </a:cubicBezTo>
                <a:cubicBezTo>
                  <a:pt x="271" y="672"/>
                  <a:pt x="321" y="707"/>
                  <a:pt x="375" y="739"/>
                </a:cubicBezTo>
                <a:cubicBezTo>
                  <a:pt x="434" y="775"/>
                  <a:pt x="497" y="802"/>
                  <a:pt x="562" y="825"/>
                </a:cubicBezTo>
                <a:cubicBezTo>
                  <a:pt x="599" y="837"/>
                  <a:pt x="636" y="848"/>
                  <a:pt x="675" y="856"/>
                </a:cubicBezTo>
                <a:cubicBezTo>
                  <a:pt x="713" y="863"/>
                  <a:pt x="751" y="870"/>
                  <a:pt x="789" y="874"/>
                </a:cubicBezTo>
                <a:cubicBezTo>
                  <a:pt x="890" y="884"/>
                  <a:pt x="990" y="880"/>
                  <a:pt x="1090" y="861"/>
                </a:cubicBezTo>
                <a:cubicBezTo>
                  <a:pt x="1153" y="848"/>
                  <a:pt x="1214" y="832"/>
                  <a:pt x="1274" y="807"/>
                </a:cubicBezTo>
                <a:cubicBezTo>
                  <a:pt x="1357" y="772"/>
                  <a:pt x="1436" y="729"/>
                  <a:pt x="1509" y="674"/>
                </a:cubicBezTo>
                <a:cubicBezTo>
                  <a:pt x="1602" y="604"/>
                  <a:pt x="1682" y="520"/>
                  <a:pt x="1747" y="423"/>
                </a:cubicBezTo>
                <a:cubicBezTo>
                  <a:pt x="1748" y="422"/>
                  <a:pt x="1751" y="420"/>
                  <a:pt x="1749" y="417"/>
                </a:cubicBezTo>
                <a:cubicBezTo>
                  <a:pt x="1635" y="474"/>
                  <a:pt x="1522" y="477"/>
                  <a:pt x="1410" y="417"/>
                </a:cubicBezTo>
                <a:cubicBezTo>
                  <a:pt x="1298" y="357"/>
                  <a:pt x="1238" y="259"/>
                  <a:pt x="1222" y="134"/>
                </a:cubicBezTo>
                <a:cubicBezTo>
                  <a:pt x="1217" y="135"/>
                  <a:pt x="1215" y="140"/>
                  <a:pt x="1212" y="143"/>
                </a:cubicBezTo>
                <a:cubicBezTo>
                  <a:pt x="1167" y="191"/>
                  <a:pt x="1114" y="229"/>
                  <a:pt x="1052" y="253"/>
                </a:cubicBezTo>
                <a:cubicBezTo>
                  <a:pt x="880" y="320"/>
                  <a:pt x="688" y="272"/>
                  <a:pt x="568" y="133"/>
                </a:cubicBezTo>
                <a:cubicBezTo>
                  <a:pt x="549" y="111"/>
                  <a:pt x="529" y="90"/>
                  <a:pt x="505" y="74"/>
                </a:cubicBezTo>
                <a:cubicBezTo>
                  <a:pt x="396" y="0"/>
                  <a:pt x="259" y="3"/>
                  <a:pt x="154" y="82"/>
                </a:cubicBezTo>
                <a:close/>
              </a:path>
            </a:pathLst>
          </a:custGeom>
          <a:solidFill>
            <a:srgbClr val="3498DB"/>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2775" name="Freeform 136"/>
          <p:cNvSpPr/>
          <p:nvPr>
            <p:custDataLst>
              <p:tags r:id="rId6"/>
            </p:custDataLst>
          </p:nvPr>
        </p:nvSpPr>
        <p:spPr bwMode="auto">
          <a:xfrm>
            <a:off x="9299575" y="1247775"/>
            <a:ext cx="2089150" cy="3502025"/>
          </a:xfrm>
          <a:custGeom>
            <a:avLst/>
            <a:gdLst>
              <a:gd name="T0" fmla="*/ 2147483647 w 966"/>
              <a:gd name="T1" fmla="*/ 2147483647 h 1607"/>
              <a:gd name="T2" fmla="*/ 2147483647 w 966"/>
              <a:gd name="T3" fmla="*/ 2147483647 h 1607"/>
              <a:gd name="T4" fmla="*/ 2147483647 w 966"/>
              <a:gd name="T5" fmla="*/ 2147483647 h 1607"/>
              <a:gd name="T6" fmla="*/ 2147483647 w 966"/>
              <a:gd name="T7" fmla="*/ 2147483647 h 1607"/>
              <a:gd name="T8" fmla="*/ 2147483647 w 966"/>
              <a:gd name="T9" fmla="*/ 2147483647 h 1607"/>
              <a:gd name="T10" fmla="*/ 2147483647 w 966"/>
              <a:gd name="T11" fmla="*/ 2147483647 h 1607"/>
              <a:gd name="T12" fmla="*/ 2147483647 w 966"/>
              <a:gd name="T13" fmla="*/ 2147483647 h 1607"/>
              <a:gd name="T14" fmla="*/ 2147483647 w 966"/>
              <a:gd name="T15" fmla="*/ 2147483647 h 1607"/>
              <a:gd name="T16" fmla="*/ 2147483647 w 966"/>
              <a:gd name="T17" fmla="*/ 2147483647 h 1607"/>
              <a:gd name="T18" fmla="*/ 2147483647 w 966"/>
              <a:gd name="T19" fmla="*/ 2147483647 h 1607"/>
              <a:gd name="T20" fmla="*/ 2147483647 w 966"/>
              <a:gd name="T21" fmla="*/ 2147483647 h 1607"/>
              <a:gd name="T22" fmla="*/ 0 w 966"/>
              <a:gd name="T23" fmla="*/ 2147483647 h 1607"/>
              <a:gd name="T24" fmla="*/ 2147483647 w 966"/>
              <a:gd name="T25" fmla="*/ 2147483647 h 1607"/>
              <a:gd name="T26" fmla="*/ 2147483647 w 966"/>
              <a:gd name="T27" fmla="*/ 2147483647 h 1607"/>
              <a:gd name="T28" fmla="*/ 2147483647 w 966"/>
              <a:gd name="T29" fmla="*/ 2147483647 h 1607"/>
              <a:gd name="T30" fmla="*/ 2147483647 w 966"/>
              <a:gd name="T31" fmla="*/ 2147483647 h 1607"/>
              <a:gd name="T32" fmla="*/ 2147483647 w 966"/>
              <a:gd name="T33" fmla="*/ 2147483647 h 1607"/>
              <a:gd name="T34" fmla="*/ 2147483647 w 966"/>
              <a:gd name="T35" fmla="*/ 2147483647 h 1607"/>
              <a:gd name="T36" fmla="*/ 2147483647 w 966"/>
              <a:gd name="T37" fmla="*/ 2147483647 h 160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966"/>
              <a:gd name="T58" fmla="*/ 0 h 1607"/>
              <a:gd name="T59" fmla="*/ 966 w 966"/>
              <a:gd name="T60" fmla="*/ 1607 h 160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966" h="1607">
                <a:moveTo>
                  <a:pt x="508" y="1552"/>
                </a:moveTo>
                <a:cubicBezTo>
                  <a:pt x="640" y="1607"/>
                  <a:pt x="799" y="1561"/>
                  <a:pt x="877" y="1431"/>
                </a:cubicBezTo>
                <a:cubicBezTo>
                  <a:pt x="916" y="1365"/>
                  <a:pt x="932" y="1290"/>
                  <a:pt x="947" y="1216"/>
                </a:cubicBezTo>
                <a:cubicBezTo>
                  <a:pt x="960" y="1156"/>
                  <a:pt x="965" y="1094"/>
                  <a:pt x="966" y="1032"/>
                </a:cubicBezTo>
                <a:cubicBezTo>
                  <a:pt x="967" y="963"/>
                  <a:pt x="960" y="894"/>
                  <a:pt x="947" y="827"/>
                </a:cubicBezTo>
                <a:cubicBezTo>
                  <a:pt x="939" y="789"/>
                  <a:pt x="930" y="751"/>
                  <a:pt x="917" y="714"/>
                </a:cubicBezTo>
                <a:cubicBezTo>
                  <a:pt x="904" y="677"/>
                  <a:pt x="891" y="641"/>
                  <a:pt x="876" y="605"/>
                </a:cubicBezTo>
                <a:cubicBezTo>
                  <a:pt x="834" y="513"/>
                  <a:pt x="781" y="428"/>
                  <a:pt x="714" y="352"/>
                </a:cubicBezTo>
                <a:cubicBezTo>
                  <a:pt x="672" y="304"/>
                  <a:pt x="627" y="259"/>
                  <a:pt x="575" y="219"/>
                </a:cubicBezTo>
                <a:cubicBezTo>
                  <a:pt x="503" y="165"/>
                  <a:pt x="427" y="118"/>
                  <a:pt x="343" y="82"/>
                </a:cubicBezTo>
                <a:cubicBezTo>
                  <a:pt x="235" y="36"/>
                  <a:pt x="123" y="9"/>
                  <a:pt x="7" y="1"/>
                </a:cubicBezTo>
                <a:cubicBezTo>
                  <a:pt x="5" y="1"/>
                  <a:pt x="1" y="0"/>
                  <a:pt x="0" y="3"/>
                </a:cubicBezTo>
                <a:cubicBezTo>
                  <a:pt x="106" y="73"/>
                  <a:pt x="166" y="170"/>
                  <a:pt x="170" y="297"/>
                </a:cubicBezTo>
                <a:cubicBezTo>
                  <a:pt x="174" y="424"/>
                  <a:pt x="119" y="524"/>
                  <a:pt x="18" y="601"/>
                </a:cubicBezTo>
                <a:cubicBezTo>
                  <a:pt x="22" y="605"/>
                  <a:pt x="27" y="604"/>
                  <a:pt x="31" y="605"/>
                </a:cubicBezTo>
                <a:cubicBezTo>
                  <a:pt x="96" y="620"/>
                  <a:pt x="155" y="647"/>
                  <a:pt x="207" y="689"/>
                </a:cubicBezTo>
                <a:cubicBezTo>
                  <a:pt x="350" y="804"/>
                  <a:pt x="405" y="994"/>
                  <a:pt x="344" y="1167"/>
                </a:cubicBezTo>
                <a:cubicBezTo>
                  <a:pt x="335" y="1195"/>
                  <a:pt x="327" y="1223"/>
                  <a:pt x="325" y="1252"/>
                </a:cubicBezTo>
                <a:cubicBezTo>
                  <a:pt x="315" y="1383"/>
                  <a:pt x="387" y="1500"/>
                  <a:pt x="508" y="1552"/>
                </a:cubicBezTo>
                <a:close/>
              </a:path>
            </a:pathLst>
          </a:custGeom>
          <a:solidFill>
            <a:srgbClr val="1F74AD"/>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2776" name="Текст 12"/>
          <p:cNvSpPr txBox="1">
            <a:spLocks noChangeArrowheads="1"/>
          </p:cNvSpPr>
          <p:nvPr>
            <p:custDataLst>
              <p:tags r:id="rId7"/>
            </p:custDataLst>
          </p:nvPr>
        </p:nvSpPr>
        <p:spPr bwMode="auto">
          <a:xfrm>
            <a:off x="8021638" y="4989513"/>
            <a:ext cx="18923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2438400" eaLnBrk="0" hangingPunct="0">
              <a:defRPr>
                <a:solidFill>
                  <a:schemeClr val="tx1"/>
                </a:solidFill>
                <a:latin typeface="Calibri" panose="020F0502020204030204" pitchFamily="34" charset="0"/>
                <a:ea typeface="宋体" panose="02010600030101010101" pitchFamily="2" charset="-122"/>
              </a:defRPr>
            </a:lvl1pPr>
            <a:lvl2pPr marL="742950" indent="-285750" defTabSz="2438400" eaLnBrk="0" hangingPunct="0">
              <a:defRPr>
                <a:solidFill>
                  <a:schemeClr val="tx1"/>
                </a:solidFill>
                <a:latin typeface="Calibri" panose="020F0502020204030204" pitchFamily="34" charset="0"/>
                <a:ea typeface="宋体" panose="02010600030101010101" pitchFamily="2" charset="-122"/>
              </a:defRPr>
            </a:lvl2pPr>
            <a:lvl3pPr marL="1143000" indent="-228600" defTabSz="2438400" eaLnBrk="0" hangingPunct="0">
              <a:defRPr>
                <a:solidFill>
                  <a:schemeClr val="tx1"/>
                </a:solidFill>
                <a:latin typeface="Calibri" panose="020F0502020204030204" pitchFamily="34" charset="0"/>
                <a:ea typeface="宋体" panose="02010600030101010101" pitchFamily="2" charset="-122"/>
              </a:defRPr>
            </a:lvl3pPr>
            <a:lvl4pPr marL="1600200" indent="-228600" defTabSz="2438400" eaLnBrk="0" hangingPunct="0">
              <a:defRPr>
                <a:solidFill>
                  <a:schemeClr val="tx1"/>
                </a:solidFill>
                <a:latin typeface="Calibri" panose="020F0502020204030204" pitchFamily="34" charset="0"/>
                <a:ea typeface="宋体" panose="02010600030101010101" pitchFamily="2" charset="-122"/>
              </a:defRPr>
            </a:lvl4pPr>
            <a:lvl5pPr marL="2057400" indent="-228600" defTabSz="2438400" eaLnBrk="0" hangingPunct="0">
              <a:defRPr>
                <a:solidFill>
                  <a:schemeClr val="tx1"/>
                </a:solidFill>
                <a:latin typeface="Calibri" panose="020F0502020204030204" pitchFamily="34" charset="0"/>
                <a:ea typeface="宋体" panose="02010600030101010101" pitchFamily="2" charset="-122"/>
              </a:defRPr>
            </a:lvl5pPr>
            <a:lvl6pPr marL="2514600" indent="-228600" defTabSz="24384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24384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24384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24384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lnSpc>
                <a:spcPct val="150000"/>
              </a:lnSpc>
              <a:spcBef>
                <a:spcPct val="20000"/>
              </a:spcBef>
              <a:buFont typeface="Arial" panose="020B0604020202020204" pitchFamily="34" charset="0"/>
              <a:buNone/>
            </a:pPr>
            <a:r>
              <a:rPr lang="zh-CN" altLang="en-US" sz="2800">
                <a:solidFill>
                  <a:srgbClr val="CCE8CF"/>
                </a:solidFill>
                <a:latin typeface="微软雅黑" panose="020B0503020204020204" pitchFamily="34" charset="-122"/>
                <a:ea typeface="微软雅黑" panose="020B0503020204020204" pitchFamily="34" charset="-122"/>
                <a:cs typeface="Roboto Light"/>
              </a:rPr>
              <a:t>信息</a:t>
            </a:r>
            <a:endParaRPr lang="zh-CN" altLang="en-US" sz="2800">
              <a:solidFill>
                <a:srgbClr val="CCE8CF"/>
              </a:solidFill>
              <a:latin typeface="微软雅黑" panose="020B0503020204020204" pitchFamily="34" charset="-122"/>
              <a:ea typeface="微软雅黑" panose="020B0503020204020204" pitchFamily="34" charset="-122"/>
              <a:cs typeface="Roboto Light"/>
            </a:endParaRPr>
          </a:p>
        </p:txBody>
      </p:sp>
      <p:sp>
        <p:nvSpPr>
          <p:cNvPr id="32777" name="Текст 12"/>
          <p:cNvSpPr txBox="1">
            <a:spLocks noChangeArrowheads="1"/>
          </p:cNvSpPr>
          <p:nvPr>
            <p:custDataLst>
              <p:tags r:id="rId8"/>
            </p:custDataLst>
          </p:nvPr>
        </p:nvSpPr>
        <p:spPr bwMode="auto">
          <a:xfrm>
            <a:off x="6813550" y="2684463"/>
            <a:ext cx="1893888"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2438400" eaLnBrk="0" hangingPunct="0">
              <a:defRPr>
                <a:solidFill>
                  <a:schemeClr val="tx1"/>
                </a:solidFill>
                <a:latin typeface="Calibri" panose="020F0502020204030204" pitchFamily="34" charset="0"/>
                <a:ea typeface="宋体" panose="02010600030101010101" pitchFamily="2" charset="-122"/>
              </a:defRPr>
            </a:lvl1pPr>
            <a:lvl2pPr marL="742950" indent="-285750" defTabSz="2438400" eaLnBrk="0" hangingPunct="0">
              <a:defRPr>
                <a:solidFill>
                  <a:schemeClr val="tx1"/>
                </a:solidFill>
                <a:latin typeface="Calibri" panose="020F0502020204030204" pitchFamily="34" charset="0"/>
                <a:ea typeface="宋体" panose="02010600030101010101" pitchFamily="2" charset="-122"/>
              </a:defRPr>
            </a:lvl2pPr>
            <a:lvl3pPr marL="1143000" indent="-228600" defTabSz="2438400" eaLnBrk="0" hangingPunct="0">
              <a:defRPr>
                <a:solidFill>
                  <a:schemeClr val="tx1"/>
                </a:solidFill>
                <a:latin typeface="Calibri" panose="020F0502020204030204" pitchFamily="34" charset="0"/>
                <a:ea typeface="宋体" panose="02010600030101010101" pitchFamily="2" charset="-122"/>
              </a:defRPr>
            </a:lvl3pPr>
            <a:lvl4pPr marL="1600200" indent="-228600" defTabSz="2438400" eaLnBrk="0" hangingPunct="0">
              <a:defRPr>
                <a:solidFill>
                  <a:schemeClr val="tx1"/>
                </a:solidFill>
                <a:latin typeface="Calibri" panose="020F0502020204030204" pitchFamily="34" charset="0"/>
                <a:ea typeface="宋体" panose="02010600030101010101" pitchFamily="2" charset="-122"/>
              </a:defRPr>
            </a:lvl4pPr>
            <a:lvl5pPr marL="2057400" indent="-228600" defTabSz="2438400" eaLnBrk="0" hangingPunct="0">
              <a:defRPr>
                <a:solidFill>
                  <a:schemeClr val="tx1"/>
                </a:solidFill>
                <a:latin typeface="Calibri" panose="020F0502020204030204" pitchFamily="34" charset="0"/>
                <a:ea typeface="宋体" panose="02010600030101010101" pitchFamily="2" charset="-122"/>
              </a:defRPr>
            </a:lvl5pPr>
            <a:lvl6pPr marL="2514600" indent="-228600" defTabSz="24384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24384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24384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24384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lnSpc>
                <a:spcPct val="150000"/>
              </a:lnSpc>
              <a:spcBef>
                <a:spcPct val="20000"/>
              </a:spcBef>
              <a:buFont typeface="Arial" panose="020B0604020202020204" pitchFamily="34" charset="0"/>
              <a:buNone/>
            </a:pPr>
            <a:r>
              <a:rPr lang="zh-CN" altLang="en-US" sz="2800">
                <a:solidFill>
                  <a:srgbClr val="CCE8CF"/>
                </a:solidFill>
                <a:latin typeface="微软雅黑" panose="020B0503020204020204" pitchFamily="34" charset="-122"/>
                <a:ea typeface="微软雅黑" panose="020B0503020204020204" pitchFamily="34" charset="-122"/>
                <a:cs typeface="Roboto Light"/>
              </a:rPr>
              <a:t>数据</a:t>
            </a:r>
            <a:endParaRPr lang="zh-CN" altLang="en-US" sz="2800">
              <a:solidFill>
                <a:srgbClr val="CCE8CF"/>
              </a:solidFill>
              <a:latin typeface="微软雅黑" panose="020B0503020204020204" pitchFamily="34" charset="-122"/>
              <a:ea typeface="微软雅黑" panose="020B0503020204020204" pitchFamily="34" charset="-122"/>
              <a:cs typeface="Roboto Light"/>
            </a:endParaRPr>
          </a:p>
        </p:txBody>
      </p:sp>
      <p:sp>
        <p:nvSpPr>
          <p:cNvPr id="32778" name="Текст 12"/>
          <p:cNvSpPr txBox="1">
            <a:spLocks noChangeArrowheads="1"/>
          </p:cNvSpPr>
          <p:nvPr>
            <p:custDataLst>
              <p:tags r:id="rId9"/>
            </p:custDataLst>
          </p:nvPr>
        </p:nvSpPr>
        <p:spPr bwMode="auto">
          <a:xfrm>
            <a:off x="9772650" y="3011488"/>
            <a:ext cx="1903413" cy="550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2438400" eaLnBrk="0" hangingPunct="0">
              <a:defRPr>
                <a:solidFill>
                  <a:schemeClr val="tx1"/>
                </a:solidFill>
                <a:latin typeface="Calibri" panose="020F0502020204030204" pitchFamily="34" charset="0"/>
                <a:ea typeface="宋体" panose="02010600030101010101" pitchFamily="2" charset="-122"/>
              </a:defRPr>
            </a:lvl1pPr>
            <a:lvl2pPr marL="742950" indent="-285750" defTabSz="2438400" eaLnBrk="0" hangingPunct="0">
              <a:defRPr>
                <a:solidFill>
                  <a:schemeClr val="tx1"/>
                </a:solidFill>
                <a:latin typeface="Calibri" panose="020F0502020204030204" pitchFamily="34" charset="0"/>
                <a:ea typeface="宋体" panose="02010600030101010101" pitchFamily="2" charset="-122"/>
              </a:defRPr>
            </a:lvl2pPr>
            <a:lvl3pPr marL="1143000" indent="-228600" defTabSz="2438400" eaLnBrk="0" hangingPunct="0">
              <a:defRPr>
                <a:solidFill>
                  <a:schemeClr val="tx1"/>
                </a:solidFill>
                <a:latin typeface="Calibri" panose="020F0502020204030204" pitchFamily="34" charset="0"/>
                <a:ea typeface="宋体" panose="02010600030101010101" pitchFamily="2" charset="-122"/>
              </a:defRPr>
            </a:lvl3pPr>
            <a:lvl4pPr marL="1600200" indent="-228600" defTabSz="2438400" eaLnBrk="0" hangingPunct="0">
              <a:defRPr>
                <a:solidFill>
                  <a:schemeClr val="tx1"/>
                </a:solidFill>
                <a:latin typeface="Calibri" panose="020F0502020204030204" pitchFamily="34" charset="0"/>
                <a:ea typeface="宋体" panose="02010600030101010101" pitchFamily="2" charset="-122"/>
              </a:defRPr>
            </a:lvl4pPr>
            <a:lvl5pPr marL="2057400" indent="-228600" defTabSz="2438400" eaLnBrk="0" hangingPunct="0">
              <a:defRPr>
                <a:solidFill>
                  <a:schemeClr val="tx1"/>
                </a:solidFill>
                <a:latin typeface="Calibri" panose="020F0502020204030204" pitchFamily="34" charset="0"/>
                <a:ea typeface="宋体" panose="02010600030101010101" pitchFamily="2" charset="-122"/>
              </a:defRPr>
            </a:lvl5pPr>
            <a:lvl6pPr marL="2514600" indent="-228600" defTabSz="24384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24384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24384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24384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lnSpc>
                <a:spcPct val="150000"/>
              </a:lnSpc>
              <a:spcBef>
                <a:spcPct val="20000"/>
              </a:spcBef>
              <a:buFont typeface="Arial" panose="020B0604020202020204" pitchFamily="34" charset="0"/>
              <a:buNone/>
            </a:pPr>
            <a:r>
              <a:rPr lang="zh-CN" altLang="en-US" sz="2800">
                <a:solidFill>
                  <a:srgbClr val="CCE8CF"/>
                </a:solidFill>
                <a:latin typeface="微软雅黑" panose="020B0503020204020204" pitchFamily="34" charset="-122"/>
                <a:ea typeface="微软雅黑" panose="020B0503020204020204" pitchFamily="34" charset="-122"/>
                <a:cs typeface="Roboto Light"/>
              </a:rPr>
              <a:t>知识</a:t>
            </a:r>
            <a:endParaRPr lang="zh-CN" altLang="en-US" sz="2800">
              <a:solidFill>
                <a:srgbClr val="CCE8CF"/>
              </a:solidFill>
              <a:latin typeface="微软雅黑" panose="020B0503020204020204" pitchFamily="34" charset="-122"/>
              <a:ea typeface="微软雅黑" panose="020B0503020204020204" pitchFamily="34" charset="-122"/>
              <a:cs typeface="Roboto Light"/>
            </a:endParaRPr>
          </a:p>
        </p:txBody>
      </p:sp>
      <p:sp>
        <p:nvSpPr>
          <p:cNvPr id="66" name="Freeform 286"/>
          <p:cNvSpPr>
            <a:spLocks noEditPoints="1"/>
          </p:cNvSpPr>
          <p:nvPr>
            <p:custDataLst>
              <p:tags r:id="rId10"/>
            </p:custDataLst>
          </p:nvPr>
        </p:nvSpPr>
        <p:spPr bwMode="auto">
          <a:xfrm>
            <a:off x="10420350" y="2371725"/>
            <a:ext cx="527050" cy="528638"/>
          </a:xfrm>
          <a:custGeom>
            <a:avLst/>
            <a:gdLst>
              <a:gd name="T0" fmla="*/ 11438 w 16419"/>
              <a:gd name="T1" fmla="*/ 11992 h 16036"/>
              <a:gd name="T2" fmla="*/ 12051 w 16419"/>
              <a:gd name="T3" fmla="*/ 9611 h 16036"/>
              <a:gd name="T4" fmla="*/ 15080 w 16419"/>
              <a:gd name="T5" fmla="*/ 9931 h 16036"/>
              <a:gd name="T6" fmla="*/ 13248 w 16419"/>
              <a:gd name="T7" fmla="*/ 12967 h 16036"/>
              <a:gd name="T8" fmla="*/ 4590 w 16419"/>
              <a:gd name="T9" fmla="*/ 10655 h 16036"/>
              <a:gd name="T10" fmla="*/ 4429 w 16419"/>
              <a:gd name="T11" fmla="*/ 12231 h 16036"/>
              <a:gd name="T12" fmla="*/ 2147 w 16419"/>
              <a:gd name="T13" fmla="*/ 11712 h 16036"/>
              <a:gd name="T14" fmla="*/ 1073 w 16419"/>
              <a:gd name="T15" fmla="*/ 8277 h 16036"/>
              <a:gd name="T16" fmla="*/ 4139 w 16419"/>
              <a:gd name="T17" fmla="*/ 4183 h 16036"/>
              <a:gd name="T18" fmla="*/ 4533 w 16419"/>
              <a:gd name="T19" fmla="*/ 5582 h 16036"/>
              <a:gd name="T20" fmla="*/ 1073 w 16419"/>
              <a:gd name="T21" fmla="*/ 7759 h 16036"/>
              <a:gd name="T22" fmla="*/ 1997 w 16419"/>
              <a:gd name="T23" fmla="*/ 4578 h 16036"/>
              <a:gd name="T24" fmla="*/ 9313 w 16419"/>
              <a:gd name="T25" fmla="*/ 5095 h 16036"/>
              <a:gd name="T26" fmla="*/ 11066 w 16419"/>
              <a:gd name="T27" fmla="*/ 4695 h 16036"/>
              <a:gd name="T28" fmla="*/ 11565 w 16419"/>
              <a:gd name="T29" fmla="*/ 6759 h 16036"/>
              <a:gd name="T30" fmla="*/ 10152 w 16419"/>
              <a:gd name="T31" fmla="*/ 11598 h 16036"/>
              <a:gd name="T32" fmla="*/ 8474 w 16419"/>
              <a:gd name="T33" fmla="*/ 11394 h 16036"/>
              <a:gd name="T34" fmla="*/ 11313 w 16419"/>
              <a:gd name="T35" fmla="*/ 10543 h 16036"/>
              <a:gd name="T36" fmla="*/ 12142 w 16419"/>
              <a:gd name="T37" fmla="*/ 12889 h 16036"/>
              <a:gd name="T38" fmla="*/ 11354 w 16419"/>
              <a:gd name="T39" fmla="*/ 14282 h 16036"/>
              <a:gd name="T40" fmla="*/ 9710 w 16419"/>
              <a:gd name="T41" fmla="*/ 14564 h 16036"/>
              <a:gd name="T42" fmla="*/ 10935 w 16419"/>
              <a:gd name="T43" fmla="*/ 12871 h 16036"/>
              <a:gd name="T44" fmla="*/ 9524 w 16419"/>
              <a:gd name="T45" fmla="*/ 12005 h 16036"/>
              <a:gd name="T46" fmla="*/ 10393 w 16419"/>
              <a:gd name="T47" fmla="*/ 12757 h 16036"/>
              <a:gd name="T48" fmla="*/ 8904 w 16419"/>
              <a:gd name="T49" fmla="*/ 14636 h 16036"/>
              <a:gd name="T50" fmla="*/ 5284 w 16419"/>
              <a:gd name="T51" fmla="*/ 14382 h 16036"/>
              <a:gd name="T52" fmla="*/ 4071 w 16419"/>
              <a:gd name="T53" fmla="*/ 13005 h 16036"/>
              <a:gd name="T54" fmla="*/ 5783 w 16419"/>
              <a:gd name="T55" fmla="*/ 13367 h 16036"/>
              <a:gd name="T56" fmla="*/ 7945 w 16419"/>
              <a:gd name="T57" fmla="*/ 8277 h 16036"/>
              <a:gd name="T58" fmla="*/ 6342 w 16419"/>
              <a:gd name="T59" fmla="*/ 11582 h 16036"/>
              <a:gd name="T60" fmla="*/ 5136 w 16419"/>
              <a:gd name="T61" fmla="*/ 10650 h 16036"/>
              <a:gd name="T62" fmla="*/ 7945 w 16419"/>
              <a:gd name="T63" fmla="*/ 8277 h 16036"/>
              <a:gd name="T64" fmla="*/ 7024 w 16419"/>
              <a:gd name="T65" fmla="*/ 5084 h 16036"/>
              <a:gd name="T66" fmla="*/ 4843 w 16419"/>
              <a:gd name="T67" fmla="*/ 6857 h 16036"/>
              <a:gd name="T68" fmla="*/ 5321 w 16419"/>
              <a:gd name="T69" fmla="*/ 4784 h 16036"/>
              <a:gd name="T70" fmla="*/ 3667 w 16419"/>
              <a:gd name="T71" fmla="*/ 3305 h 16036"/>
              <a:gd name="T72" fmla="*/ 5215 w 16419"/>
              <a:gd name="T73" fmla="*/ 1684 h 16036"/>
              <a:gd name="T74" fmla="*/ 6448 w 16419"/>
              <a:gd name="T75" fmla="*/ 1771 h 16036"/>
              <a:gd name="T76" fmla="*/ 5148 w 16419"/>
              <a:gd name="T77" fmla="*/ 3833 h 16036"/>
              <a:gd name="T78" fmla="*/ 6569 w 16419"/>
              <a:gd name="T79" fmla="*/ 4486 h 16036"/>
              <a:gd name="T80" fmla="*/ 6014 w 16419"/>
              <a:gd name="T81" fmla="*/ 3301 h 16036"/>
              <a:gd name="T82" fmla="*/ 7732 w 16419"/>
              <a:gd name="T83" fmla="*/ 1205 h 16036"/>
              <a:gd name="T84" fmla="*/ 11565 w 16419"/>
              <a:gd name="T85" fmla="*/ 1859 h 16036"/>
              <a:gd name="T86" fmla="*/ 12421 w 16419"/>
              <a:gd name="T87" fmla="*/ 3513 h 16036"/>
              <a:gd name="T88" fmla="*/ 11123 w 16419"/>
              <a:gd name="T89" fmla="*/ 3527 h 16036"/>
              <a:gd name="T90" fmla="*/ 9758 w 16419"/>
              <a:gd name="T91" fmla="*/ 1525 h 16036"/>
              <a:gd name="T92" fmla="*/ 9852 w 16419"/>
              <a:gd name="T93" fmla="*/ 2463 h 16036"/>
              <a:gd name="T94" fmla="*/ 10437 w 16419"/>
              <a:gd name="T95" fmla="*/ 4348 h 16036"/>
              <a:gd name="T96" fmla="*/ 8786 w 16419"/>
              <a:gd name="T97" fmla="*/ 4626 h 16036"/>
              <a:gd name="T98" fmla="*/ 6848 w 16419"/>
              <a:gd name="T99" fmla="*/ 13930 h 16036"/>
              <a:gd name="T100" fmla="*/ 6020 w 16419"/>
              <a:gd name="T101" fmla="*/ 12187 h 16036"/>
              <a:gd name="T102" fmla="*/ 7521 w 16419"/>
              <a:gd name="T103" fmla="*/ 11934 h 16036"/>
              <a:gd name="T104" fmla="*/ 12063 w 16419"/>
              <a:gd name="T105" fmla="*/ 6494 h 16036"/>
              <a:gd name="T106" fmla="*/ 11695 w 16419"/>
              <a:gd name="T107" fmla="*/ 4461 h 16036"/>
              <a:gd name="T108" fmla="*/ 13078 w 16419"/>
              <a:gd name="T109" fmla="*/ 3710 h 16036"/>
              <a:gd name="T110" fmla="*/ 14700 w 16419"/>
              <a:gd name="T111" fmla="*/ 5106 h 16036"/>
              <a:gd name="T112" fmla="*/ 6960 w 16419"/>
              <a:gd name="T113" fmla="*/ 92 h 16036"/>
              <a:gd name="T114" fmla="*/ 498 w 16419"/>
              <a:gd name="T115" fmla="*/ 5261 h 16036"/>
              <a:gd name="T116" fmla="*/ 2132 w 16419"/>
              <a:gd name="T117" fmla="*/ 13409 h 16036"/>
              <a:gd name="T118" fmla="*/ 10261 w 16419"/>
              <a:gd name="T119" fmla="*/ 15783 h 16036"/>
              <a:gd name="T120" fmla="*/ 16160 w 16419"/>
              <a:gd name="T121" fmla="*/ 10021 h 16036"/>
              <a:gd name="T122" fmla="*/ 13729 w 16419"/>
              <a:gd name="T123" fmla="*/ 2083 h 160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6419" h="16036">
                <a:moveTo>
                  <a:pt x="13248" y="12967"/>
                </a:moveTo>
                <a:lnTo>
                  <a:pt x="13139" y="12892"/>
                </a:lnTo>
                <a:lnTo>
                  <a:pt x="13030" y="12819"/>
                </a:lnTo>
                <a:lnTo>
                  <a:pt x="12919" y="12748"/>
                </a:lnTo>
                <a:lnTo>
                  <a:pt x="12807" y="12676"/>
                </a:lnTo>
                <a:lnTo>
                  <a:pt x="12693" y="12608"/>
                </a:lnTo>
                <a:lnTo>
                  <a:pt x="12579" y="12541"/>
                </a:lnTo>
                <a:lnTo>
                  <a:pt x="12463" y="12476"/>
                </a:lnTo>
                <a:lnTo>
                  <a:pt x="12347" y="12413"/>
                </a:lnTo>
                <a:lnTo>
                  <a:pt x="12229" y="12351"/>
                </a:lnTo>
                <a:lnTo>
                  <a:pt x="12110" y="12291"/>
                </a:lnTo>
                <a:lnTo>
                  <a:pt x="12051" y="12261"/>
                </a:lnTo>
                <a:lnTo>
                  <a:pt x="11990" y="12231"/>
                </a:lnTo>
                <a:lnTo>
                  <a:pt x="11930" y="12203"/>
                </a:lnTo>
                <a:lnTo>
                  <a:pt x="11869" y="12175"/>
                </a:lnTo>
                <a:lnTo>
                  <a:pt x="11808" y="12147"/>
                </a:lnTo>
                <a:lnTo>
                  <a:pt x="11747" y="12120"/>
                </a:lnTo>
                <a:lnTo>
                  <a:pt x="11686" y="12094"/>
                </a:lnTo>
                <a:lnTo>
                  <a:pt x="11625" y="12068"/>
                </a:lnTo>
                <a:lnTo>
                  <a:pt x="11562" y="12042"/>
                </a:lnTo>
                <a:lnTo>
                  <a:pt x="11499" y="12017"/>
                </a:lnTo>
                <a:lnTo>
                  <a:pt x="11438" y="11992"/>
                </a:lnTo>
                <a:lnTo>
                  <a:pt x="11374" y="11968"/>
                </a:lnTo>
                <a:lnTo>
                  <a:pt x="11419" y="11863"/>
                </a:lnTo>
                <a:lnTo>
                  <a:pt x="11463" y="11756"/>
                </a:lnTo>
                <a:lnTo>
                  <a:pt x="11505" y="11649"/>
                </a:lnTo>
                <a:lnTo>
                  <a:pt x="11546" y="11541"/>
                </a:lnTo>
                <a:lnTo>
                  <a:pt x="11585" y="11433"/>
                </a:lnTo>
                <a:lnTo>
                  <a:pt x="11624" y="11323"/>
                </a:lnTo>
                <a:lnTo>
                  <a:pt x="11661" y="11214"/>
                </a:lnTo>
                <a:lnTo>
                  <a:pt x="11696" y="11104"/>
                </a:lnTo>
                <a:lnTo>
                  <a:pt x="11731" y="10993"/>
                </a:lnTo>
                <a:lnTo>
                  <a:pt x="11765" y="10880"/>
                </a:lnTo>
                <a:lnTo>
                  <a:pt x="11798" y="10768"/>
                </a:lnTo>
                <a:lnTo>
                  <a:pt x="11829" y="10655"/>
                </a:lnTo>
                <a:lnTo>
                  <a:pt x="11859" y="10542"/>
                </a:lnTo>
                <a:lnTo>
                  <a:pt x="11887" y="10427"/>
                </a:lnTo>
                <a:lnTo>
                  <a:pt x="11914" y="10312"/>
                </a:lnTo>
                <a:lnTo>
                  <a:pt x="11941" y="10197"/>
                </a:lnTo>
                <a:lnTo>
                  <a:pt x="11965" y="10081"/>
                </a:lnTo>
                <a:lnTo>
                  <a:pt x="11988" y="9964"/>
                </a:lnTo>
                <a:lnTo>
                  <a:pt x="12010" y="9847"/>
                </a:lnTo>
                <a:lnTo>
                  <a:pt x="12031" y="9729"/>
                </a:lnTo>
                <a:lnTo>
                  <a:pt x="12051" y="9611"/>
                </a:lnTo>
                <a:lnTo>
                  <a:pt x="12068" y="9492"/>
                </a:lnTo>
                <a:lnTo>
                  <a:pt x="12084" y="9373"/>
                </a:lnTo>
                <a:lnTo>
                  <a:pt x="12100" y="9253"/>
                </a:lnTo>
                <a:lnTo>
                  <a:pt x="12113" y="9133"/>
                </a:lnTo>
                <a:lnTo>
                  <a:pt x="12126" y="9011"/>
                </a:lnTo>
                <a:lnTo>
                  <a:pt x="12137" y="8890"/>
                </a:lnTo>
                <a:lnTo>
                  <a:pt x="12147" y="8769"/>
                </a:lnTo>
                <a:lnTo>
                  <a:pt x="12155" y="8646"/>
                </a:lnTo>
                <a:lnTo>
                  <a:pt x="12161" y="8523"/>
                </a:lnTo>
                <a:lnTo>
                  <a:pt x="12166" y="8400"/>
                </a:lnTo>
                <a:lnTo>
                  <a:pt x="12171" y="8277"/>
                </a:lnTo>
                <a:lnTo>
                  <a:pt x="15347" y="8277"/>
                </a:lnTo>
                <a:lnTo>
                  <a:pt x="15337" y="8448"/>
                </a:lnTo>
                <a:lnTo>
                  <a:pt x="15325" y="8617"/>
                </a:lnTo>
                <a:lnTo>
                  <a:pt x="15309" y="8786"/>
                </a:lnTo>
                <a:lnTo>
                  <a:pt x="15287" y="8954"/>
                </a:lnTo>
                <a:lnTo>
                  <a:pt x="15262" y="9119"/>
                </a:lnTo>
                <a:lnTo>
                  <a:pt x="15234" y="9285"/>
                </a:lnTo>
                <a:lnTo>
                  <a:pt x="15201" y="9449"/>
                </a:lnTo>
                <a:lnTo>
                  <a:pt x="15164" y="9612"/>
                </a:lnTo>
                <a:lnTo>
                  <a:pt x="15124" y="9772"/>
                </a:lnTo>
                <a:lnTo>
                  <a:pt x="15080" y="9931"/>
                </a:lnTo>
                <a:lnTo>
                  <a:pt x="15032" y="10090"/>
                </a:lnTo>
                <a:lnTo>
                  <a:pt x="14980" y="10246"/>
                </a:lnTo>
                <a:lnTo>
                  <a:pt x="14925" y="10400"/>
                </a:lnTo>
                <a:lnTo>
                  <a:pt x="14866" y="10554"/>
                </a:lnTo>
                <a:lnTo>
                  <a:pt x="14804" y="10705"/>
                </a:lnTo>
                <a:lnTo>
                  <a:pt x="14738" y="10854"/>
                </a:lnTo>
                <a:lnTo>
                  <a:pt x="14668" y="11002"/>
                </a:lnTo>
                <a:lnTo>
                  <a:pt x="14596" y="11148"/>
                </a:lnTo>
                <a:lnTo>
                  <a:pt x="14521" y="11292"/>
                </a:lnTo>
                <a:lnTo>
                  <a:pt x="14441" y="11434"/>
                </a:lnTo>
                <a:lnTo>
                  <a:pt x="14358" y="11574"/>
                </a:lnTo>
                <a:lnTo>
                  <a:pt x="14272" y="11712"/>
                </a:lnTo>
                <a:lnTo>
                  <a:pt x="14183" y="11848"/>
                </a:lnTo>
                <a:lnTo>
                  <a:pt x="14092" y="11981"/>
                </a:lnTo>
                <a:lnTo>
                  <a:pt x="13996" y="12113"/>
                </a:lnTo>
                <a:lnTo>
                  <a:pt x="13898" y="12241"/>
                </a:lnTo>
                <a:lnTo>
                  <a:pt x="13797" y="12369"/>
                </a:lnTo>
                <a:lnTo>
                  <a:pt x="13693" y="12493"/>
                </a:lnTo>
                <a:lnTo>
                  <a:pt x="13586" y="12615"/>
                </a:lnTo>
                <a:lnTo>
                  <a:pt x="13476" y="12735"/>
                </a:lnTo>
                <a:lnTo>
                  <a:pt x="13364" y="12852"/>
                </a:lnTo>
                <a:lnTo>
                  <a:pt x="13248" y="12967"/>
                </a:lnTo>
                <a:close/>
                <a:moveTo>
                  <a:pt x="1073" y="8277"/>
                </a:moveTo>
                <a:lnTo>
                  <a:pt x="4248" y="8277"/>
                </a:lnTo>
                <a:lnTo>
                  <a:pt x="4253" y="8400"/>
                </a:lnTo>
                <a:lnTo>
                  <a:pt x="4258" y="8523"/>
                </a:lnTo>
                <a:lnTo>
                  <a:pt x="4265" y="8646"/>
                </a:lnTo>
                <a:lnTo>
                  <a:pt x="4273" y="8769"/>
                </a:lnTo>
                <a:lnTo>
                  <a:pt x="4282" y="8890"/>
                </a:lnTo>
                <a:lnTo>
                  <a:pt x="4294" y="9011"/>
                </a:lnTo>
                <a:lnTo>
                  <a:pt x="4306" y="9133"/>
                </a:lnTo>
                <a:lnTo>
                  <a:pt x="4319" y="9253"/>
                </a:lnTo>
                <a:lnTo>
                  <a:pt x="4335" y="9373"/>
                </a:lnTo>
                <a:lnTo>
                  <a:pt x="4351" y="9492"/>
                </a:lnTo>
                <a:lnTo>
                  <a:pt x="4370" y="9611"/>
                </a:lnTo>
                <a:lnTo>
                  <a:pt x="4388" y="9729"/>
                </a:lnTo>
                <a:lnTo>
                  <a:pt x="4410" y="9847"/>
                </a:lnTo>
                <a:lnTo>
                  <a:pt x="4431" y="9964"/>
                </a:lnTo>
                <a:lnTo>
                  <a:pt x="4455" y="10081"/>
                </a:lnTo>
                <a:lnTo>
                  <a:pt x="4479" y="10197"/>
                </a:lnTo>
                <a:lnTo>
                  <a:pt x="4505" y="10312"/>
                </a:lnTo>
                <a:lnTo>
                  <a:pt x="4533" y="10427"/>
                </a:lnTo>
                <a:lnTo>
                  <a:pt x="4560" y="10542"/>
                </a:lnTo>
                <a:lnTo>
                  <a:pt x="4590" y="10655"/>
                </a:lnTo>
                <a:lnTo>
                  <a:pt x="4622" y="10768"/>
                </a:lnTo>
                <a:lnTo>
                  <a:pt x="4654" y="10880"/>
                </a:lnTo>
                <a:lnTo>
                  <a:pt x="4688" y="10993"/>
                </a:lnTo>
                <a:lnTo>
                  <a:pt x="4723" y="11104"/>
                </a:lnTo>
                <a:lnTo>
                  <a:pt x="4758" y="11214"/>
                </a:lnTo>
                <a:lnTo>
                  <a:pt x="4795" y="11323"/>
                </a:lnTo>
                <a:lnTo>
                  <a:pt x="4834" y="11433"/>
                </a:lnTo>
                <a:lnTo>
                  <a:pt x="4874" y="11541"/>
                </a:lnTo>
                <a:lnTo>
                  <a:pt x="4915" y="11649"/>
                </a:lnTo>
                <a:lnTo>
                  <a:pt x="4958" y="11756"/>
                </a:lnTo>
                <a:lnTo>
                  <a:pt x="5001" y="11863"/>
                </a:lnTo>
                <a:lnTo>
                  <a:pt x="5045" y="11968"/>
                </a:lnTo>
                <a:lnTo>
                  <a:pt x="4982" y="11992"/>
                </a:lnTo>
                <a:lnTo>
                  <a:pt x="4920" y="12017"/>
                </a:lnTo>
                <a:lnTo>
                  <a:pt x="4857" y="12042"/>
                </a:lnTo>
                <a:lnTo>
                  <a:pt x="4795" y="12068"/>
                </a:lnTo>
                <a:lnTo>
                  <a:pt x="4734" y="12094"/>
                </a:lnTo>
                <a:lnTo>
                  <a:pt x="4672" y="12120"/>
                </a:lnTo>
                <a:lnTo>
                  <a:pt x="4611" y="12147"/>
                </a:lnTo>
                <a:lnTo>
                  <a:pt x="4550" y="12175"/>
                </a:lnTo>
                <a:lnTo>
                  <a:pt x="4490" y="12203"/>
                </a:lnTo>
                <a:lnTo>
                  <a:pt x="4429" y="12231"/>
                </a:lnTo>
                <a:lnTo>
                  <a:pt x="4370" y="12261"/>
                </a:lnTo>
                <a:lnTo>
                  <a:pt x="4309" y="12291"/>
                </a:lnTo>
                <a:lnTo>
                  <a:pt x="4191" y="12351"/>
                </a:lnTo>
                <a:lnTo>
                  <a:pt x="4073" y="12413"/>
                </a:lnTo>
                <a:lnTo>
                  <a:pt x="3956" y="12476"/>
                </a:lnTo>
                <a:lnTo>
                  <a:pt x="3841" y="12541"/>
                </a:lnTo>
                <a:lnTo>
                  <a:pt x="3726" y="12608"/>
                </a:lnTo>
                <a:lnTo>
                  <a:pt x="3613" y="12676"/>
                </a:lnTo>
                <a:lnTo>
                  <a:pt x="3501" y="12748"/>
                </a:lnTo>
                <a:lnTo>
                  <a:pt x="3389" y="12819"/>
                </a:lnTo>
                <a:lnTo>
                  <a:pt x="3280" y="12892"/>
                </a:lnTo>
                <a:lnTo>
                  <a:pt x="3171" y="12967"/>
                </a:lnTo>
                <a:lnTo>
                  <a:pt x="3056" y="12852"/>
                </a:lnTo>
                <a:lnTo>
                  <a:pt x="2943" y="12735"/>
                </a:lnTo>
                <a:lnTo>
                  <a:pt x="2833" y="12615"/>
                </a:lnTo>
                <a:lnTo>
                  <a:pt x="2727" y="12493"/>
                </a:lnTo>
                <a:lnTo>
                  <a:pt x="2623" y="12369"/>
                </a:lnTo>
                <a:lnTo>
                  <a:pt x="2521" y="12241"/>
                </a:lnTo>
                <a:lnTo>
                  <a:pt x="2423" y="12113"/>
                </a:lnTo>
                <a:lnTo>
                  <a:pt x="2328" y="11981"/>
                </a:lnTo>
                <a:lnTo>
                  <a:pt x="2236" y="11848"/>
                </a:lnTo>
                <a:lnTo>
                  <a:pt x="2147" y="11712"/>
                </a:lnTo>
                <a:lnTo>
                  <a:pt x="2062" y="11574"/>
                </a:lnTo>
                <a:lnTo>
                  <a:pt x="1978" y="11434"/>
                </a:lnTo>
                <a:lnTo>
                  <a:pt x="1899" y="11292"/>
                </a:lnTo>
                <a:lnTo>
                  <a:pt x="1824" y="11148"/>
                </a:lnTo>
                <a:lnTo>
                  <a:pt x="1751" y="11002"/>
                </a:lnTo>
                <a:lnTo>
                  <a:pt x="1682" y="10854"/>
                </a:lnTo>
                <a:lnTo>
                  <a:pt x="1615" y="10705"/>
                </a:lnTo>
                <a:lnTo>
                  <a:pt x="1554" y="10554"/>
                </a:lnTo>
                <a:lnTo>
                  <a:pt x="1494" y="10400"/>
                </a:lnTo>
                <a:lnTo>
                  <a:pt x="1440" y="10246"/>
                </a:lnTo>
                <a:lnTo>
                  <a:pt x="1387" y="10090"/>
                </a:lnTo>
                <a:lnTo>
                  <a:pt x="1340" y="9931"/>
                </a:lnTo>
                <a:lnTo>
                  <a:pt x="1296" y="9772"/>
                </a:lnTo>
                <a:lnTo>
                  <a:pt x="1255" y="9612"/>
                </a:lnTo>
                <a:lnTo>
                  <a:pt x="1219" y="9449"/>
                </a:lnTo>
                <a:lnTo>
                  <a:pt x="1186" y="9285"/>
                </a:lnTo>
                <a:lnTo>
                  <a:pt x="1158" y="9119"/>
                </a:lnTo>
                <a:lnTo>
                  <a:pt x="1132" y="8954"/>
                </a:lnTo>
                <a:lnTo>
                  <a:pt x="1111" y="8786"/>
                </a:lnTo>
                <a:lnTo>
                  <a:pt x="1095" y="8617"/>
                </a:lnTo>
                <a:lnTo>
                  <a:pt x="1082" y="8448"/>
                </a:lnTo>
                <a:lnTo>
                  <a:pt x="1073" y="8277"/>
                </a:lnTo>
                <a:close/>
                <a:moveTo>
                  <a:pt x="2878" y="3381"/>
                </a:moveTo>
                <a:lnTo>
                  <a:pt x="2935" y="3423"/>
                </a:lnTo>
                <a:lnTo>
                  <a:pt x="2992" y="3466"/>
                </a:lnTo>
                <a:lnTo>
                  <a:pt x="3050" y="3507"/>
                </a:lnTo>
                <a:lnTo>
                  <a:pt x="3107" y="3549"/>
                </a:lnTo>
                <a:lnTo>
                  <a:pt x="3165" y="3590"/>
                </a:lnTo>
                <a:lnTo>
                  <a:pt x="3223" y="3630"/>
                </a:lnTo>
                <a:lnTo>
                  <a:pt x="3282" y="3670"/>
                </a:lnTo>
                <a:lnTo>
                  <a:pt x="3341" y="3710"/>
                </a:lnTo>
                <a:lnTo>
                  <a:pt x="3401" y="3749"/>
                </a:lnTo>
                <a:lnTo>
                  <a:pt x="3460" y="3789"/>
                </a:lnTo>
                <a:lnTo>
                  <a:pt x="3521" y="3827"/>
                </a:lnTo>
                <a:lnTo>
                  <a:pt x="3581" y="3865"/>
                </a:lnTo>
                <a:lnTo>
                  <a:pt x="3642" y="3902"/>
                </a:lnTo>
                <a:lnTo>
                  <a:pt x="3702" y="3939"/>
                </a:lnTo>
                <a:lnTo>
                  <a:pt x="3764" y="3975"/>
                </a:lnTo>
                <a:lnTo>
                  <a:pt x="3826" y="4011"/>
                </a:lnTo>
                <a:lnTo>
                  <a:pt x="3887" y="4046"/>
                </a:lnTo>
                <a:lnTo>
                  <a:pt x="3950" y="4081"/>
                </a:lnTo>
                <a:lnTo>
                  <a:pt x="4012" y="4116"/>
                </a:lnTo>
                <a:lnTo>
                  <a:pt x="4076" y="4150"/>
                </a:lnTo>
                <a:lnTo>
                  <a:pt x="4139" y="4183"/>
                </a:lnTo>
                <a:lnTo>
                  <a:pt x="4202" y="4216"/>
                </a:lnTo>
                <a:lnTo>
                  <a:pt x="4267" y="4249"/>
                </a:lnTo>
                <a:lnTo>
                  <a:pt x="4331" y="4281"/>
                </a:lnTo>
                <a:lnTo>
                  <a:pt x="4395" y="4312"/>
                </a:lnTo>
                <a:lnTo>
                  <a:pt x="4461" y="4343"/>
                </a:lnTo>
                <a:lnTo>
                  <a:pt x="4525" y="4374"/>
                </a:lnTo>
                <a:lnTo>
                  <a:pt x="4591" y="4403"/>
                </a:lnTo>
                <a:lnTo>
                  <a:pt x="4657" y="4432"/>
                </a:lnTo>
                <a:lnTo>
                  <a:pt x="4724" y="4461"/>
                </a:lnTo>
                <a:lnTo>
                  <a:pt x="4789" y="4489"/>
                </a:lnTo>
                <a:lnTo>
                  <a:pt x="4856" y="4517"/>
                </a:lnTo>
                <a:lnTo>
                  <a:pt x="4822" y="4611"/>
                </a:lnTo>
                <a:lnTo>
                  <a:pt x="4789" y="4706"/>
                </a:lnTo>
                <a:lnTo>
                  <a:pt x="4756" y="4801"/>
                </a:lnTo>
                <a:lnTo>
                  <a:pt x="4726" y="4897"/>
                </a:lnTo>
                <a:lnTo>
                  <a:pt x="4695" y="4993"/>
                </a:lnTo>
                <a:lnTo>
                  <a:pt x="4665" y="5090"/>
                </a:lnTo>
                <a:lnTo>
                  <a:pt x="4637" y="5188"/>
                </a:lnTo>
                <a:lnTo>
                  <a:pt x="4610" y="5285"/>
                </a:lnTo>
                <a:lnTo>
                  <a:pt x="4583" y="5383"/>
                </a:lnTo>
                <a:lnTo>
                  <a:pt x="4557" y="5482"/>
                </a:lnTo>
                <a:lnTo>
                  <a:pt x="4533" y="5582"/>
                </a:lnTo>
                <a:lnTo>
                  <a:pt x="4509" y="5681"/>
                </a:lnTo>
                <a:lnTo>
                  <a:pt x="4486" y="5781"/>
                </a:lnTo>
                <a:lnTo>
                  <a:pt x="4465" y="5881"/>
                </a:lnTo>
                <a:lnTo>
                  <a:pt x="4444" y="5982"/>
                </a:lnTo>
                <a:lnTo>
                  <a:pt x="4425" y="6084"/>
                </a:lnTo>
                <a:lnTo>
                  <a:pt x="4406" y="6186"/>
                </a:lnTo>
                <a:lnTo>
                  <a:pt x="4388" y="6288"/>
                </a:lnTo>
                <a:lnTo>
                  <a:pt x="4372" y="6391"/>
                </a:lnTo>
                <a:lnTo>
                  <a:pt x="4356" y="6494"/>
                </a:lnTo>
                <a:lnTo>
                  <a:pt x="4342" y="6598"/>
                </a:lnTo>
                <a:lnTo>
                  <a:pt x="4328" y="6701"/>
                </a:lnTo>
                <a:lnTo>
                  <a:pt x="4315" y="6805"/>
                </a:lnTo>
                <a:lnTo>
                  <a:pt x="4304" y="6911"/>
                </a:lnTo>
                <a:lnTo>
                  <a:pt x="4294" y="7015"/>
                </a:lnTo>
                <a:lnTo>
                  <a:pt x="4284" y="7120"/>
                </a:lnTo>
                <a:lnTo>
                  <a:pt x="4275" y="7226"/>
                </a:lnTo>
                <a:lnTo>
                  <a:pt x="4268" y="7332"/>
                </a:lnTo>
                <a:lnTo>
                  <a:pt x="4262" y="7439"/>
                </a:lnTo>
                <a:lnTo>
                  <a:pt x="4257" y="7545"/>
                </a:lnTo>
                <a:lnTo>
                  <a:pt x="4253" y="7652"/>
                </a:lnTo>
                <a:lnTo>
                  <a:pt x="4248" y="7759"/>
                </a:lnTo>
                <a:lnTo>
                  <a:pt x="1073" y="7759"/>
                </a:lnTo>
                <a:lnTo>
                  <a:pt x="1081" y="7602"/>
                </a:lnTo>
                <a:lnTo>
                  <a:pt x="1092" y="7446"/>
                </a:lnTo>
                <a:lnTo>
                  <a:pt x="1107" y="7291"/>
                </a:lnTo>
                <a:lnTo>
                  <a:pt x="1125" y="7137"/>
                </a:lnTo>
                <a:lnTo>
                  <a:pt x="1146" y="6984"/>
                </a:lnTo>
                <a:lnTo>
                  <a:pt x="1171" y="6832"/>
                </a:lnTo>
                <a:lnTo>
                  <a:pt x="1200" y="6681"/>
                </a:lnTo>
                <a:lnTo>
                  <a:pt x="1231" y="6532"/>
                </a:lnTo>
                <a:lnTo>
                  <a:pt x="1265" y="6383"/>
                </a:lnTo>
                <a:lnTo>
                  <a:pt x="1304" y="6236"/>
                </a:lnTo>
                <a:lnTo>
                  <a:pt x="1345" y="6090"/>
                </a:lnTo>
                <a:lnTo>
                  <a:pt x="1389" y="5945"/>
                </a:lnTo>
                <a:lnTo>
                  <a:pt x="1437" y="5802"/>
                </a:lnTo>
                <a:lnTo>
                  <a:pt x="1487" y="5660"/>
                </a:lnTo>
                <a:lnTo>
                  <a:pt x="1540" y="5519"/>
                </a:lnTo>
                <a:lnTo>
                  <a:pt x="1597" y="5380"/>
                </a:lnTo>
                <a:lnTo>
                  <a:pt x="1656" y="5243"/>
                </a:lnTo>
                <a:lnTo>
                  <a:pt x="1719" y="5106"/>
                </a:lnTo>
                <a:lnTo>
                  <a:pt x="1785" y="4972"/>
                </a:lnTo>
                <a:lnTo>
                  <a:pt x="1852" y="4839"/>
                </a:lnTo>
                <a:lnTo>
                  <a:pt x="1923" y="4708"/>
                </a:lnTo>
                <a:lnTo>
                  <a:pt x="1997" y="4578"/>
                </a:lnTo>
                <a:lnTo>
                  <a:pt x="2074" y="4450"/>
                </a:lnTo>
                <a:lnTo>
                  <a:pt x="2153" y="4324"/>
                </a:lnTo>
                <a:lnTo>
                  <a:pt x="2234" y="4199"/>
                </a:lnTo>
                <a:lnTo>
                  <a:pt x="2319" y="4076"/>
                </a:lnTo>
                <a:lnTo>
                  <a:pt x="2405" y="3956"/>
                </a:lnTo>
                <a:lnTo>
                  <a:pt x="2496" y="3837"/>
                </a:lnTo>
                <a:lnTo>
                  <a:pt x="2587" y="3719"/>
                </a:lnTo>
                <a:lnTo>
                  <a:pt x="2681" y="3605"/>
                </a:lnTo>
                <a:lnTo>
                  <a:pt x="2779" y="3492"/>
                </a:lnTo>
                <a:lnTo>
                  <a:pt x="2878" y="3381"/>
                </a:lnTo>
                <a:close/>
                <a:moveTo>
                  <a:pt x="8474" y="7759"/>
                </a:moveTo>
                <a:lnTo>
                  <a:pt x="8474" y="5160"/>
                </a:lnTo>
                <a:lnTo>
                  <a:pt x="8559" y="5157"/>
                </a:lnTo>
                <a:lnTo>
                  <a:pt x="8644" y="5153"/>
                </a:lnTo>
                <a:lnTo>
                  <a:pt x="8728" y="5149"/>
                </a:lnTo>
                <a:lnTo>
                  <a:pt x="8812" y="5143"/>
                </a:lnTo>
                <a:lnTo>
                  <a:pt x="8896" y="5137"/>
                </a:lnTo>
                <a:lnTo>
                  <a:pt x="8980" y="5131"/>
                </a:lnTo>
                <a:lnTo>
                  <a:pt x="9063" y="5122"/>
                </a:lnTo>
                <a:lnTo>
                  <a:pt x="9146" y="5114"/>
                </a:lnTo>
                <a:lnTo>
                  <a:pt x="9230" y="5105"/>
                </a:lnTo>
                <a:lnTo>
                  <a:pt x="9313" y="5095"/>
                </a:lnTo>
                <a:lnTo>
                  <a:pt x="9395" y="5084"/>
                </a:lnTo>
                <a:lnTo>
                  <a:pt x="9477" y="5073"/>
                </a:lnTo>
                <a:lnTo>
                  <a:pt x="9559" y="5061"/>
                </a:lnTo>
                <a:lnTo>
                  <a:pt x="9641" y="5048"/>
                </a:lnTo>
                <a:lnTo>
                  <a:pt x="9723" y="5035"/>
                </a:lnTo>
                <a:lnTo>
                  <a:pt x="9804" y="5020"/>
                </a:lnTo>
                <a:lnTo>
                  <a:pt x="9885" y="5005"/>
                </a:lnTo>
                <a:lnTo>
                  <a:pt x="9965" y="4990"/>
                </a:lnTo>
                <a:lnTo>
                  <a:pt x="10046" y="4973"/>
                </a:lnTo>
                <a:lnTo>
                  <a:pt x="10126" y="4956"/>
                </a:lnTo>
                <a:lnTo>
                  <a:pt x="10206" y="4938"/>
                </a:lnTo>
                <a:lnTo>
                  <a:pt x="10287" y="4920"/>
                </a:lnTo>
                <a:lnTo>
                  <a:pt x="10366" y="4900"/>
                </a:lnTo>
                <a:lnTo>
                  <a:pt x="10445" y="4880"/>
                </a:lnTo>
                <a:lnTo>
                  <a:pt x="10524" y="4860"/>
                </a:lnTo>
                <a:lnTo>
                  <a:pt x="10602" y="4838"/>
                </a:lnTo>
                <a:lnTo>
                  <a:pt x="10681" y="4816"/>
                </a:lnTo>
                <a:lnTo>
                  <a:pt x="10759" y="4793"/>
                </a:lnTo>
                <a:lnTo>
                  <a:pt x="10836" y="4770"/>
                </a:lnTo>
                <a:lnTo>
                  <a:pt x="10914" y="4746"/>
                </a:lnTo>
                <a:lnTo>
                  <a:pt x="10990" y="4721"/>
                </a:lnTo>
                <a:lnTo>
                  <a:pt x="11066" y="4695"/>
                </a:lnTo>
                <a:lnTo>
                  <a:pt x="11099" y="4784"/>
                </a:lnTo>
                <a:lnTo>
                  <a:pt x="11130" y="4873"/>
                </a:lnTo>
                <a:lnTo>
                  <a:pt x="11161" y="4963"/>
                </a:lnTo>
                <a:lnTo>
                  <a:pt x="11191" y="5053"/>
                </a:lnTo>
                <a:lnTo>
                  <a:pt x="11219" y="5145"/>
                </a:lnTo>
                <a:lnTo>
                  <a:pt x="11247" y="5236"/>
                </a:lnTo>
                <a:lnTo>
                  <a:pt x="11274" y="5328"/>
                </a:lnTo>
                <a:lnTo>
                  <a:pt x="11299" y="5420"/>
                </a:lnTo>
                <a:lnTo>
                  <a:pt x="11325" y="5513"/>
                </a:lnTo>
                <a:lnTo>
                  <a:pt x="11349" y="5607"/>
                </a:lnTo>
                <a:lnTo>
                  <a:pt x="11372" y="5701"/>
                </a:lnTo>
                <a:lnTo>
                  <a:pt x="11395" y="5795"/>
                </a:lnTo>
                <a:lnTo>
                  <a:pt x="11415" y="5889"/>
                </a:lnTo>
                <a:lnTo>
                  <a:pt x="11436" y="5984"/>
                </a:lnTo>
                <a:lnTo>
                  <a:pt x="11455" y="6080"/>
                </a:lnTo>
                <a:lnTo>
                  <a:pt x="11474" y="6176"/>
                </a:lnTo>
                <a:lnTo>
                  <a:pt x="11491" y="6272"/>
                </a:lnTo>
                <a:lnTo>
                  <a:pt x="11509" y="6368"/>
                </a:lnTo>
                <a:lnTo>
                  <a:pt x="11524" y="6466"/>
                </a:lnTo>
                <a:lnTo>
                  <a:pt x="11538" y="6563"/>
                </a:lnTo>
                <a:lnTo>
                  <a:pt x="11553" y="6661"/>
                </a:lnTo>
                <a:lnTo>
                  <a:pt x="11565" y="6759"/>
                </a:lnTo>
                <a:lnTo>
                  <a:pt x="11577" y="6857"/>
                </a:lnTo>
                <a:lnTo>
                  <a:pt x="11589" y="6957"/>
                </a:lnTo>
                <a:lnTo>
                  <a:pt x="11598" y="7056"/>
                </a:lnTo>
                <a:lnTo>
                  <a:pt x="11607" y="7155"/>
                </a:lnTo>
                <a:lnTo>
                  <a:pt x="11615" y="7255"/>
                </a:lnTo>
                <a:lnTo>
                  <a:pt x="11623" y="7356"/>
                </a:lnTo>
                <a:lnTo>
                  <a:pt x="11629" y="7456"/>
                </a:lnTo>
                <a:lnTo>
                  <a:pt x="11634" y="7557"/>
                </a:lnTo>
                <a:lnTo>
                  <a:pt x="11638" y="7658"/>
                </a:lnTo>
                <a:lnTo>
                  <a:pt x="11641" y="7759"/>
                </a:lnTo>
                <a:lnTo>
                  <a:pt x="8474" y="7759"/>
                </a:lnTo>
                <a:close/>
                <a:moveTo>
                  <a:pt x="10879" y="11791"/>
                </a:moveTo>
                <a:lnTo>
                  <a:pt x="10807" y="11768"/>
                </a:lnTo>
                <a:lnTo>
                  <a:pt x="10735" y="11747"/>
                </a:lnTo>
                <a:lnTo>
                  <a:pt x="10663" y="11726"/>
                </a:lnTo>
                <a:lnTo>
                  <a:pt x="10590" y="11706"/>
                </a:lnTo>
                <a:lnTo>
                  <a:pt x="10518" y="11686"/>
                </a:lnTo>
                <a:lnTo>
                  <a:pt x="10446" y="11667"/>
                </a:lnTo>
                <a:lnTo>
                  <a:pt x="10373" y="11649"/>
                </a:lnTo>
                <a:lnTo>
                  <a:pt x="10299" y="11631"/>
                </a:lnTo>
                <a:lnTo>
                  <a:pt x="10226" y="11614"/>
                </a:lnTo>
                <a:lnTo>
                  <a:pt x="10152" y="11598"/>
                </a:lnTo>
                <a:lnTo>
                  <a:pt x="10078" y="11582"/>
                </a:lnTo>
                <a:lnTo>
                  <a:pt x="10003" y="11566"/>
                </a:lnTo>
                <a:lnTo>
                  <a:pt x="9929" y="11552"/>
                </a:lnTo>
                <a:lnTo>
                  <a:pt x="9854" y="11538"/>
                </a:lnTo>
                <a:lnTo>
                  <a:pt x="9780" y="11525"/>
                </a:lnTo>
                <a:lnTo>
                  <a:pt x="9704" y="11512"/>
                </a:lnTo>
                <a:lnTo>
                  <a:pt x="9629" y="11500"/>
                </a:lnTo>
                <a:lnTo>
                  <a:pt x="9553" y="11488"/>
                </a:lnTo>
                <a:lnTo>
                  <a:pt x="9477" y="11477"/>
                </a:lnTo>
                <a:lnTo>
                  <a:pt x="9401" y="11467"/>
                </a:lnTo>
                <a:lnTo>
                  <a:pt x="9325" y="11458"/>
                </a:lnTo>
                <a:lnTo>
                  <a:pt x="9249" y="11449"/>
                </a:lnTo>
                <a:lnTo>
                  <a:pt x="9172" y="11440"/>
                </a:lnTo>
                <a:lnTo>
                  <a:pt x="9095" y="11433"/>
                </a:lnTo>
                <a:lnTo>
                  <a:pt x="9018" y="11425"/>
                </a:lnTo>
                <a:lnTo>
                  <a:pt x="8941" y="11419"/>
                </a:lnTo>
                <a:lnTo>
                  <a:pt x="8864" y="11413"/>
                </a:lnTo>
                <a:lnTo>
                  <a:pt x="8786" y="11408"/>
                </a:lnTo>
                <a:lnTo>
                  <a:pt x="8708" y="11404"/>
                </a:lnTo>
                <a:lnTo>
                  <a:pt x="8630" y="11400"/>
                </a:lnTo>
                <a:lnTo>
                  <a:pt x="8552" y="11396"/>
                </a:lnTo>
                <a:lnTo>
                  <a:pt x="8474" y="11394"/>
                </a:lnTo>
                <a:lnTo>
                  <a:pt x="8474" y="8277"/>
                </a:lnTo>
                <a:lnTo>
                  <a:pt x="11641" y="8277"/>
                </a:lnTo>
                <a:lnTo>
                  <a:pt x="11637" y="8394"/>
                </a:lnTo>
                <a:lnTo>
                  <a:pt x="11632" y="8512"/>
                </a:lnTo>
                <a:lnTo>
                  <a:pt x="11626" y="8628"/>
                </a:lnTo>
                <a:lnTo>
                  <a:pt x="11617" y="8746"/>
                </a:lnTo>
                <a:lnTo>
                  <a:pt x="11608" y="8862"/>
                </a:lnTo>
                <a:lnTo>
                  <a:pt x="11598" y="8977"/>
                </a:lnTo>
                <a:lnTo>
                  <a:pt x="11586" y="9092"/>
                </a:lnTo>
                <a:lnTo>
                  <a:pt x="11572" y="9207"/>
                </a:lnTo>
                <a:lnTo>
                  <a:pt x="11558" y="9321"/>
                </a:lnTo>
                <a:lnTo>
                  <a:pt x="11542" y="9435"/>
                </a:lnTo>
                <a:lnTo>
                  <a:pt x="11525" y="9548"/>
                </a:lnTo>
                <a:lnTo>
                  <a:pt x="11506" y="9661"/>
                </a:lnTo>
                <a:lnTo>
                  <a:pt x="11486" y="9773"/>
                </a:lnTo>
                <a:lnTo>
                  <a:pt x="11466" y="9884"/>
                </a:lnTo>
                <a:lnTo>
                  <a:pt x="11443" y="9995"/>
                </a:lnTo>
                <a:lnTo>
                  <a:pt x="11419" y="10106"/>
                </a:lnTo>
                <a:lnTo>
                  <a:pt x="11395" y="10216"/>
                </a:lnTo>
                <a:lnTo>
                  <a:pt x="11368" y="10325"/>
                </a:lnTo>
                <a:lnTo>
                  <a:pt x="11341" y="10434"/>
                </a:lnTo>
                <a:lnTo>
                  <a:pt x="11313" y="10543"/>
                </a:lnTo>
                <a:lnTo>
                  <a:pt x="11283" y="10650"/>
                </a:lnTo>
                <a:lnTo>
                  <a:pt x="11252" y="10757"/>
                </a:lnTo>
                <a:lnTo>
                  <a:pt x="11220" y="10863"/>
                </a:lnTo>
                <a:lnTo>
                  <a:pt x="11186" y="10969"/>
                </a:lnTo>
                <a:lnTo>
                  <a:pt x="11152" y="11074"/>
                </a:lnTo>
                <a:lnTo>
                  <a:pt x="11117" y="11178"/>
                </a:lnTo>
                <a:lnTo>
                  <a:pt x="11080" y="11282"/>
                </a:lnTo>
                <a:lnTo>
                  <a:pt x="11042" y="11386"/>
                </a:lnTo>
                <a:lnTo>
                  <a:pt x="11003" y="11488"/>
                </a:lnTo>
                <a:lnTo>
                  <a:pt x="10962" y="11590"/>
                </a:lnTo>
                <a:lnTo>
                  <a:pt x="10921" y="11690"/>
                </a:lnTo>
                <a:lnTo>
                  <a:pt x="10879" y="11791"/>
                </a:lnTo>
                <a:close/>
                <a:moveTo>
                  <a:pt x="11162" y="12440"/>
                </a:moveTo>
                <a:lnTo>
                  <a:pt x="11275" y="12484"/>
                </a:lnTo>
                <a:lnTo>
                  <a:pt x="11387" y="12529"/>
                </a:lnTo>
                <a:lnTo>
                  <a:pt x="11497" y="12575"/>
                </a:lnTo>
                <a:lnTo>
                  <a:pt x="11606" y="12624"/>
                </a:lnTo>
                <a:lnTo>
                  <a:pt x="11715" y="12674"/>
                </a:lnTo>
                <a:lnTo>
                  <a:pt x="11824" y="12726"/>
                </a:lnTo>
                <a:lnTo>
                  <a:pt x="11930" y="12779"/>
                </a:lnTo>
                <a:lnTo>
                  <a:pt x="12036" y="12833"/>
                </a:lnTo>
                <a:lnTo>
                  <a:pt x="12142" y="12889"/>
                </a:lnTo>
                <a:lnTo>
                  <a:pt x="12245" y="12946"/>
                </a:lnTo>
                <a:lnTo>
                  <a:pt x="12349" y="13005"/>
                </a:lnTo>
                <a:lnTo>
                  <a:pt x="12451" y="13065"/>
                </a:lnTo>
                <a:lnTo>
                  <a:pt x="12552" y="13127"/>
                </a:lnTo>
                <a:lnTo>
                  <a:pt x="12653" y="13191"/>
                </a:lnTo>
                <a:lnTo>
                  <a:pt x="12751" y="13255"/>
                </a:lnTo>
                <a:lnTo>
                  <a:pt x="12850" y="13320"/>
                </a:lnTo>
                <a:lnTo>
                  <a:pt x="12759" y="13395"/>
                </a:lnTo>
                <a:lnTo>
                  <a:pt x="12666" y="13469"/>
                </a:lnTo>
                <a:lnTo>
                  <a:pt x="12573" y="13540"/>
                </a:lnTo>
                <a:lnTo>
                  <a:pt x="12477" y="13612"/>
                </a:lnTo>
                <a:lnTo>
                  <a:pt x="12381" y="13681"/>
                </a:lnTo>
                <a:lnTo>
                  <a:pt x="12283" y="13748"/>
                </a:lnTo>
                <a:lnTo>
                  <a:pt x="12185" y="13814"/>
                </a:lnTo>
                <a:lnTo>
                  <a:pt x="12084" y="13878"/>
                </a:lnTo>
                <a:lnTo>
                  <a:pt x="11984" y="13940"/>
                </a:lnTo>
                <a:lnTo>
                  <a:pt x="11881" y="14001"/>
                </a:lnTo>
                <a:lnTo>
                  <a:pt x="11779" y="14062"/>
                </a:lnTo>
                <a:lnTo>
                  <a:pt x="11674" y="14119"/>
                </a:lnTo>
                <a:lnTo>
                  <a:pt x="11568" y="14175"/>
                </a:lnTo>
                <a:lnTo>
                  <a:pt x="11461" y="14229"/>
                </a:lnTo>
                <a:lnTo>
                  <a:pt x="11354" y="14282"/>
                </a:lnTo>
                <a:lnTo>
                  <a:pt x="11245" y="14333"/>
                </a:lnTo>
                <a:lnTo>
                  <a:pt x="11136" y="14382"/>
                </a:lnTo>
                <a:lnTo>
                  <a:pt x="11025" y="14429"/>
                </a:lnTo>
                <a:lnTo>
                  <a:pt x="10914" y="14475"/>
                </a:lnTo>
                <a:lnTo>
                  <a:pt x="10802" y="14519"/>
                </a:lnTo>
                <a:lnTo>
                  <a:pt x="10688" y="14561"/>
                </a:lnTo>
                <a:lnTo>
                  <a:pt x="10573" y="14601"/>
                </a:lnTo>
                <a:lnTo>
                  <a:pt x="10458" y="14639"/>
                </a:lnTo>
                <a:lnTo>
                  <a:pt x="10342" y="14676"/>
                </a:lnTo>
                <a:lnTo>
                  <a:pt x="10225" y="14710"/>
                </a:lnTo>
                <a:lnTo>
                  <a:pt x="10107" y="14743"/>
                </a:lnTo>
                <a:lnTo>
                  <a:pt x="9989" y="14774"/>
                </a:lnTo>
                <a:lnTo>
                  <a:pt x="9869" y="14802"/>
                </a:lnTo>
                <a:lnTo>
                  <a:pt x="9749" y="14829"/>
                </a:lnTo>
                <a:lnTo>
                  <a:pt x="9628" y="14854"/>
                </a:lnTo>
                <a:lnTo>
                  <a:pt x="9507" y="14877"/>
                </a:lnTo>
                <a:lnTo>
                  <a:pt x="9383" y="14898"/>
                </a:lnTo>
                <a:lnTo>
                  <a:pt x="9450" y="14833"/>
                </a:lnTo>
                <a:lnTo>
                  <a:pt x="9516" y="14767"/>
                </a:lnTo>
                <a:lnTo>
                  <a:pt x="9582" y="14700"/>
                </a:lnTo>
                <a:lnTo>
                  <a:pt x="9645" y="14633"/>
                </a:lnTo>
                <a:lnTo>
                  <a:pt x="9710" y="14564"/>
                </a:lnTo>
                <a:lnTo>
                  <a:pt x="9772" y="14495"/>
                </a:lnTo>
                <a:lnTo>
                  <a:pt x="9835" y="14424"/>
                </a:lnTo>
                <a:lnTo>
                  <a:pt x="9897" y="14354"/>
                </a:lnTo>
                <a:lnTo>
                  <a:pt x="9958" y="14282"/>
                </a:lnTo>
                <a:lnTo>
                  <a:pt x="10019" y="14210"/>
                </a:lnTo>
                <a:lnTo>
                  <a:pt x="10078" y="14137"/>
                </a:lnTo>
                <a:lnTo>
                  <a:pt x="10138" y="14064"/>
                </a:lnTo>
                <a:lnTo>
                  <a:pt x="10195" y="13988"/>
                </a:lnTo>
                <a:lnTo>
                  <a:pt x="10254" y="13913"/>
                </a:lnTo>
                <a:lnTo>
                  <a:pt x="10310" y="13837"/>
                </a:lnTo>
                <a:lnTo>
                  <a:pt x="10367" y="13761"/>
                </a:lnTo>
                <a:lnTo>
                  <a:pt x="10422" y="13684"/>
                </a:lnTo>
                <a:lnTo>
                  <a:pt x="10476" y="13606"/>
                </a:lnTo>
                <a:lnTo>
                  <a:pt x="10531" y="13526"/>
                </a:lnTo>
                <a:lnTo>
                  <a:pt x="10584" y="13447"/>
                </a:lnTo>
                <a:lnTo>
                  <a:pt x="10636" y="13367"/>
                </a:lnTo>
                <a:lnTo>
                  <a:pt x="10688" y="13286"/>
                </a:lnTo>
                <a:lnTo>
                  <a:pt x="10739" y="13204"/>
                </a:lnTo>
                <a:lnTo>
                  <a:pt x="10789" y="13121"/>
                </a:lnTo>
                <a:lnTo>
                  <a:pt x="10839" y="13039"/>
                </a:lnTo>
                <a:lnTo>
                  <a:pt x="10888" y="12955"/>
                </a:lnTo>
                <a:lnTo>
                  <a:pt x="10935" y="12871"/>
                </a:lnTo>
                <a:lnTo>
                  <a:pt x="10982" y="12786"/>
                </a:lnTo>
                <a:lnTo>
                  <a:pt x="11028" y="12701"/>
                </a:lnTo>
                <a:lnTo>
                  <a:pt x="11074" y="12614"/>
                </a:lnTo>
                <a:lnTo>
                  <a:pt x="11119" y="12528"/>
                </a:lnTo>
                <a:lnTo>
                  <a:pt x="11162" y="12440"/>
                </a:lnTo>
                <a:close/>
                <a:moveTo>
                  <a:pt x="8474" y="14988"/>
                </a:moveTo>
                <a:lnTo>
                  <a:pt x="8474" y="11911"/>
                </a:lnTo>
                <a:lnTo>
                  <a:pt x="8545" y="11913"/>
                </a:lnTo>
                <a:lnTo>
                  <a:pt x="8616" y="11916"/>
                </a:lnTo>
                <a:lnTo>
                  <a:pt x="8687" y="11920"/>
                </a:lnTo>
                <a:lnTo>
                  <a:pt x="8757" y="11924"/>
                </a:lnTo>
                <a:lnTo>
                  <a:pt x="8828" y="11929"/>
                </a:lnTo>
                <a:lnTo>
                  <a:pt x="8899" y="11934"/>
                </a:lnTo>
                <a:lnTo>
                  <a:pt x="8969" y="11940"/>
                </a:lnTo>
                <a:lnTo>
                  <a:pt x="9039" y="11946"/>
                </a:lnTo>
                <a:lnTo>
                  <a:pt x="9108" y="11953"/>
                </a:lnTo>
                <a:lnTo>
                  <a:pt x="9178" y="11960"/>
                </a:lnTo>
                <a:lnTo>
                  <a:pt x="9248" y="11968"/>
                </a:lnTo>
                <a:lnTo>
                  <a:pt x="9317" y="11976"/>
                </a:lnTo>
                <a:lnTo>
                  <a:pt x="9387" y="11986"/>
                </a:lnTo>
                <a:lnTo>
                  <a:pt x="9455" y="11995"/>
                </a:lnTo>
                <a:lnTo>
                  <a:pt x="9524" y="12005"/>
                </a:lnTo>
                <a:lnTo>
                  <a:pt x="9593" y="12016"/>
                </a:lnTo>
                <a:lnTo>
                  <a:pt x="9661" y="12027"/>
                </a:lnTo>
                <a:lnTo>
                  <a:pt x="9729" y="12039"/>
                </a:lnTo>
                <a:lnTo>
                  <a:pt x="9797" y="12051"/>
                </a:lnTo>
                <a:lnTo>
                  <a:pt x="9865" y="12064"/>
                </a:lnTo>
                <a:lnTo>
                  <a:pt x="9932" y="12077"/>
                </a:lnTo>
                <a:lnTo>
                  <a:pt x="10000" y="12091"/>
                </a:lnTo>
                <a:lnTo>
                  <a:pt x="10067" y="12106"/>
                </a:lnTo>
                <a:lnTo>
                  <a:pt x="10134" y="12121"/>
                </a:lnTo>
                <a:lnTo>
                  <a:pt x="10200" y="12136"/>
                </a:lnTo>
                <a:lnTo>
                  <a:pt x="10267" y="12153"/>
                </a:lnTo>
                <a:lnTo>
                  <a:pt x="10334" y="12169"/>
                </a:lnTo>
                <a:lnTo>
                  <a:pt x="10399" y="12187"/>
                </a:lnTo>
                <a:lnTo>
                  <a:pt x="10465" y="12204"/>
                </a:lnTo>
                <a:lnTo>
                  <a:pt x="10531" y="12223"/>
                </a:lnTo>
                <a:lnTo>
                  <a:pt x="10596" y="12242"/>
                </a:lnTo>
                <a:lnTo>
                  <a:pt x="10661" y="12262"/>
                </a:lnTo>
                <a:lnTo>
                  <a:pt x="10610" y="12363"/>
                </a:lnTo>
                <a:lnTo>
                  <a:pt x="10557" y="12462"/>
                </a:lnTo>
                <a:lnTo>
                  <a:pt x="10504" y="12561"/>
                </a:lnTo>
                <a:lnTo>
                  <a:pt x="10450" y="12659"/>
                </a:lnTo>
                <a:lnTo>
                  <a:pt x="10393" y="12757"/>
                </a:lnTo>
                <a:lnTo>
                  <a:pt x="10337" y="12853"/>
                </a:lnTo>
                <a:lnTo>
                  <a:pt x="10279" y="12948"/>
                </a:lnTo>
                <a:lnTo>
                  <a:pt x="10220" y="13042"/>
                </a:lnTo>
                <a:lnTo>
                  <a:pt x="10159" y="13135"/>
                </a:lnTo>
                <a:lnTo>
                  <a:pt x="10099" y="13228"/>
                </a:lnTo>
                <a:lnTo>
                  <a:pt x="10036" y="13319"/>
                </a:lnTo>
                <a:lnTo>
                  <a:pt x="9972" y="13410"/>
                </a:lnTo>
                <a:lnTo>
                  <a:pt x="9909" y="13499"/>
                </a:lnTo>
                <a:lnTo>
                  <a:pt x="9843" y="13588"/>
                </a:lnTo>
                <a:lnTo>
                  <a:pt x="9776" y="13675"/>
                </a:lnTo>
                <a:lnTo>
                  <a:pt x="9710" y="13761"/>
                </a:lnTo>
                <a:lnTo>
                  <a:pt x="9641" y="13846"/>
                </a:lnTo>
                <a:lnTo>
                  <a:pt x="9571" y="13930"/>
                </a:lnTo>
                <a:lnTo>
                  <a:pt x="9501" y="14012"/>
                </a:lnTo>
                <a:lnTo>
                  <a:pt x="9430" y="14095"/>
                </a:lnTo>
                <a:lnTo>
                  <a:pt x="9358" y="14175"/>
                </a:lnTo>
                <a:lnTo>
                  <a:pt x="9284" y="14255"/>
                </a:lnTo>
                <a:lnTo>
                  <a:pt x="9210" y="14333"/>
                </a:lnTo>
                <a:lnTo>
                  <a:pt x="9135" y="14410"/>
                </a:lnTo>
                <a:lnTo>
                  <a:pt x="9059" y="14487"/>
                </a:lnTo>
                <a:lnTo>
                  <a:pt x="8982" y="14562"/>
                </a:lnTo>
                <a:lnTo>
                  <a:pt x="8904" y="14636"/>
                </a:lnTo>
                <a:lnTo>
                  <a:pt x="8825" y="14708"/>
                </a:lnTo>
                <a:lnTo>
                  <a:pt x="8746" y="14779"/>
                </a:lnTo>
                <a:lnTo>
                  <a:pt x="8666" y="14850"/>
                </a:lnTo>
                <a:lnTo>
                  <a:pt x="8584" y="14918"/>
                </a:lnTo>
                <a:lnTo>
                  <a:pt x="8502" y="14987"/>
                </a:lnTo>
                <a:lnTo>
                  <a:pt x="8474" y="14988"/>
                </a:lnTo>
                <a:close/>
                <a:moveTo>
                  <a:pt x="7036" y="14898"/>
                </a:moveTo>
                <a:lnTo>
                  <a:pt x="6913" y="14877"/>
                </a:lnTo>
                <a:lnTo>
                  <a:pt x="6791" y="14854"/>
                </a:lnTo>
                <a:lnTo>
                  <a:pt x="6670" y="14829"/>
                </a:lnTo>
                <a:lnTo>
                  <a:pt x="6550" y="14802"/>
                </a:lnTo>
                <a:lnTo>
                  <a:pt x="6431" y="14774"/>
                </a:lnTo>
                <a:lnTo>
                  <a:pt x="6312" y="14743"/>
                </a:lnTo>
                <a:lnTo>
                  <a:pt x="6194" y="14710"/>
                </a:lnTo>
                <a:lnTo>
                  <a:pt x="6077" y="14676"/>
                </a:lnTo>
                <a:lnTo>
                  <a:pt x="5961" y="14639"/>
                </a:lnTo>
                <a:lnTo>
                  <a:pt x="5846" y="14601"/>
                </a:lnTo>
                <a:lnTo>
                  <a:pt x="5731" y="14561"/>
                </a:lnTo>
                <a:lnTo>
                  <a:pt x="5618" y="14519"/>
                </a:lnTo>
                <a:lnTo>
                  <a:pt x="5505" y="14475"/>
                </a:lnTo>
                <a:lnTo>
                  <a:pt x="5395" y="14429"/>
                </a:lnTo>
                <a:lnTo>
                  <a:pt x="5284" y="14382"/>
                </a:lnTo>
                <a:lnTo>
                  <a:pt x="5174" y="14333"/>
                </a:lnTo>
                <a:lnTo>
                  <a:pt x="5065" y="14282"/>
                </a:lnTo>
                <a:lnTo>
                  <a:pt x="4958" y="14229"/>
                </a:lnTo>
                <a:lnTo>
                  <a:pt x="4851" y="14175"/>
                </a:lnTo>
                <a:lnTo>
                  <a:pt x="4746" y="14119"/>
                </a:lnTo>
                <a:lnTo>
                  <a:pt x="4641" y="14062"/>
                </a:lnTo>
                <a:lnTo>
                  <a:pt x="4538" y="14001"/>
                </a:lnTo>
                <a:lnTo>
                  <a:pt x="4436" y="13940"/>
                </a:lnTo>
                <a:lnTo>
                  <a:pt x="4335" y="13878"/>
                </a:lnTo>
                <a:lnTo>
                  <a:pt x="4235" y="13814"/>
                </a:lnTo>
                <a:lnTo>
                  <a:pt x="4137" y="13748"/>
                </a:lnTo>
                <a:lnTo>
                  <a:pt x="4038" y="13681"/>
                </a:lnTo>
                <a:lnTo>
                  <a:pt x="3943" y="13612"/>
                </a:lnTo>
                <a:lnTo>
                  <a:pt x="3847" y="13540"/>
                </a:lnTo>
                <a:lnTo>
                  <a:pt x="3753" y="13469"/>
                </a:lnTo>
                <a:lnTo>
                  <a:pt x="3660" y="13395"/>
                </a:lnTo>
                <a:lnTo>
                  <a:pt x="3569" y="13320"/>
                </a:lnTo>
                <a:lnTo>
                  <a:pt x="3668" y="13255"/>
                </a:lnTo>
                <a:lnTo>
                  <a:pt x="3767" y="13191"/>
                </a:lnTo>
                <a:lnTo>
                  <a:pt x="3867" y="13127"/>
                </a:lnTo>
                <a:lnTo>
                  <a:pt x="3968" y="13065"/>
                </a:lnTo>
                <a:lnTo>
                  <a:pt x="4071" y="13005"/>
                </a:lnTo>
                <a:lnTo>
                  <a:pt x="4174" y="12946"/>
                </a:lnTo>
                <a:lnTo>
                  <a:pt x="4278" y="12889"/>
                </a:lnTo>
                <a:lnTo>
                  <a:pt x="4383" y="12833"/>
                </a:lnTo>
                <a:lnTo>
                  <a:pt x="4489" y="12779"/>
                </a:lnTo>
                <a:lnTo>
                  <a:pt x="4596" y="12726"/>
                </a:lnTo>
                <a:lnTo>
                  <a:pt x="4704" y="12674"/>
                </a:lnTo>
                <a:lnTo>
                  <a:pt x="4813" y="12624"/>
                </a:lnTo>
                <a:lnTo>
                  <a:pt x="4923" y="12575"/>
                </a:lnTo>
                <a:lnTo>
                  <a:pt x="5033" y="12529"/>
                </a:lnTo>
                <a:lnTo>
                  <a:pt x="5144" y="12484"/>
                </a:lnTo>
                <a:lnTo>
                  <a:pt x="5257" y="12440"/>
                </a:lnTo>
                <a:lnTo>
                  <a:pt x="5301" y="12528"/>
                </a:lnTo>
                <a:lnTo>
                  <a:pt x="5345" y="12614"/>
                </a:lnTo>
                <a:lnTo>
                  <a:pt x="5391" y="12701"/>
                </a:lnTo>
                <a:lnTo>
                  <a:pt x="5437" y="12786"/>
                </a:lnTo>
                <a:lnTo>
                  <a:pt x="5484" y="12871"/>
                </a:lnTo>
                <a:lnTo>
                  <a:pt x="5532" y="12955"/>
                </a:lnTo>
                <a:lnTo>
                  <a:pt x="5580" y="13039"/>
                </a:lnTo>
                <a:lnTo>
                  <a:pt x="5630" y="13121"/>
                </a:lnTo>
                <a:lnTo>
                  <a:pt x="5680" y="13204"/>
                </a:lnTo>
                <a:lnTo>
                  <a:pt x="5731" y="13286"/>
                </a:lnTo>
                <a:lnTo>
                  <a:pt x="5783" y="13367"/>
                </a:lnTo>
                <a:lnTo>
                  <a:pt x="5835" y="13447"/>
                </a:lnTo>
                <a:lnTo>
                  <a:pt x="5888" y="13526"/>
                </a:lnTo>
                <a:lnTo>
                  <a:pt x="5943" y="13606"/>
                </a:lnTo>
                <a:lnTo>
                  <a:pt x="5997" y="13684"/>
                </a:lnTo>
                <a:lnTo>
                  <a:pt x="6052" y="13761"/>
                </a:lnTo>
                <a:lnTo>
                  <a:pt x="6109" y="13837"/>
                </a:lnTo>
                <a:lnTo>
                  <a:pt x="6166" y="13913"/>
                </a:lnTo>
                <a:lnTo>
                  <a:pt x="6224" y="13988"/>
                </a:lnTo>
                <a:lnTo>
                  <a:pt x="6282" y="14064"/>
                </a:lnTo>
                <a:lnTo>
                  <a:pt x="6341" y="14137"/>
                </a:lnTo>
                <a:lnTo>
                  <a:pt x="6400" y="14210"/>
                </a:lnTo>
                <a:lnTo>
                  <a:pt x="6461" y="14282"/>
                </a:lnTo>
                <a:lnTo>
                  <a:pt x="6522" y="14354"/>
                </a:lnTo>
                <a:lnTo>
                  <a:pt x="6584" y="14424"/>
                </a:lnTo>
                <a:lnTo>
                  <a:pt x="6647" y="14495"/>
                </a:lnTo>
                <a:lnTo>
                  <a:pt x="6710" y="14564"/>
                </a:lnTo>
                <a:lnTo>
                  <a:pt x="6774" y="14633"/>
                </a:lnTo>
                <a:lnTo>
                  <a:pt x="6839" y="14700"/>
                </a:lnTo>
                <a:lnTo>
                  <a:pt x="6903" y="14767"/>
                </a:lnTo>
                <a:lnTo>
                  <a:pt x="6969" y="14833"/>
                </a:lnTo>
                <a:lnTo>
                  <a:pt x="7036" y="14898"/>
                </a:lnTo>
                <a:close/>
                <a:moveTo>
                  <a:pt x="7945" y="8277"/>
                </a:moveTo>
                <a:lnTo>
                  <a:pt x="7945" y="11394"/>
                </a:lnTo>
                <a:lnTo>
                  <a:pt x="7867" y="11396"/>
                </a:lnTo>
                <a:lnTo>
                  <a:pt x="7789" y="11400"/>
                </a:lnTo>
                <a:lnTo>
                  <a:pt x="7711" y="11404"/>
                </a:lnTo>
                <a:lnTo>
                  <a:pt x="7633" y="11408"/>
                </a:lnTo>
                <a:lnTo>
                  <a:pt x="7555" y="11413"/>
                </a:lnTo>
                <a:lnTo>
                  <a:pt x="7478" y="11419"/>
                </a:lnTo>
                <a:lnTo>
                  <a:pt x="7401" y="11425"/>
                </a:lnTo>
                <a:lnTo>
                  <a:pt x="7324" y="11433"/>
                </a:lnTo>
                <a:lnTo>
                  <a:pt x="7247" y="11440"/>
                </a:lnTo>
                <a:lnTo>
                  <a:pt x="7170" y="11449"/>
                </a:lnTo>
                <a:lnTo>
                  <a:pt x="7094" y="11458"/>
                </a:lnTo>
                <a:lnTo>
                  <a:pt x="7018" y="11467"/>
                </a:lnTo>
                <a:lnTo>
                  <a:pt x="6942" y="11477"/>
                </a:lnTo>
                <a:lnTo>
                  <a:pt x="6866" y="11488"/>
                </a:lnTo>
                <a:lnTo>
                  <a:pt x="6790" y="11500"/>
                </a:lnTo>
                <a:lnTo>
                  <a:pt x="6715" y="11512"/>
                </a:lnTo>
                <a:lnTo>
                  <a:pt x="6640" y="11525"/>
                </a:lnTo>
                <a:lnTo>
                  <a:pt x="6565" y="11538"/>
                </a:lnTo>
                <a:lnTo>
                  <a:pt x="6491" y="11552"/>
                </a:lnTo>
                <a:lnTo>
                  <a:pt x="6416" y="11566"/>
                </a:lnTo>
                <a:lnTo>
                  <a:pt x="6342" y="11582"/>
                </a:lnTo>
                <a:lnTo>
                  <a:pt x="6268" y="11598"/>
                </a:lnTo>
                <a:lnTo>
                  <a:pt x="6194" y="11614"/>
                </a:lnTo>
                <a:lnTo>
                  <a:pt x="6120" y="11631"/>
                </a:lnTo>
                <a:lnTo>
                  <a:pt x="6047" y="11649"/>
                </a:lnTo>
                <a:lnTo>
                  <a:pt x="5973" y="11667"/>
                </a:lnTo>
                <a:lnTo>
                  <a:pt x="5901" y="11686"/>
                </a:lnTo>
                <a:lnTo>
                  <a:pt x="5829" y="11706"/>
                </a:lnTo>
                <a:lnTo>
                  <a:pt x="5756" y="11726"/>
                </a:lnTo>
                <a:lnTo>
                  <a:pt x="5684" y="11747"/>
                </a:lnTo>
                <a:lnTo>
                  <a:pt x="5612" y="11768"/>
                </a:lnTo>
                <a:lnTo>
                  <a:pt x="5540" y="11791"/>
                </a:lnTo>
                <a:lnTo>
                  <a:pt x="5498" y="11690"/>
                </a:lnTo>
                <a:lnTo>
                  <a:pt x="5457" y="11590"/>
                </a:lnTo>
                <a:lnTo>
                  <a:pt x="5417" y="11488"/>
                </a:lnTo>
                <a:lnTo>
                  <a:pt x="5377" y="11386"/>
                </a:lnTo>
                <a:lnTo>
                  <a:pt x="5339" y="11282"/>
                </a:lnTo>
                <a:lnTo>
                  <a:pt x="5303" y="11178"/>
                </a:lnTo>
                <a:lnTo>
                  <a:pt x="5267" y="11074"/>
                </a:lnTo>
                <a:lnTo>
                  <a:pt x="5233" y="10969"/>
                </a:lnTo>
                <a:lnTo>
                  <a:pt x="5200" y="10863"/>
                </a:lnTo>
                <a:lnTo>
                  <a:pt x="5167" y="10757"/>
                </a:lnTo>
                <a:lnTo>
                  <a:pt x="5136" y="10650"/>
                </a:lnTo>
                <a:lnTo>
                  <a:pt x="5106" y="10543"/>
                </a:lnTo>
                <a:lnTo>
                  <a:pt x="5079" y="10434"/>
                </a:lnTo>
                <a:lnTo>
                  <a:pt x="5051" y="10325"/>
                </a:lnTo>
                <a:lnTo>
                  <a:pt x="5025" y="10216"/>
                </a:lnTo>
                <a:lnTo>
                  <a:pt x="5000" y="10106"/>
                </a:lnTo>
                <a:lnTo>
                  <a:pt x="4976" y="9995"/>
                </a:lnTo>
                <a:lnTo>
                  <a:pt x="4954" y="9884"/>
                </a:lnTo>
                <a:lnTo>
                  <a:pt x="4933" y="9773"/>
                </a:lnTo>
                <a:lnTo>
                  <a:pt x="4913" y="9661"/>
                </a:lnTo>
                <a:lnTo>
                  <a:pt x="4895" y="9548"/>
                </a:lnTo>
                <a:lnTo>
                  <a:pt x="4877" y="9435"/>
                </a:lnTo>
                <a:lnTo>
                  <a:pt x="4861" y="9321"/>
                </a:lnTo>
                <a:lnTo>
                  <a:pt x="4847" y="9207"/>
                </a:lnTo>
                <a:lnTo>
                  <a:pt x="4833" y="9092"/>
                </a:lnTo>
                <a:lnTo>
                  <a:pt x="4822" y="8977"/>
                </a:lnTo>
                <a:lnTo>
                  <a:pt x="4811" y="8862"/>
                </a:lnTo>
                <a:lnTo>
                  <a:pt x="4802" y="8746"/>
                </a:lnTo>
                <a:lnTo>
                  <a:pt x="4794" y="8628"/>
                </a:lnTo>
                <a:lnTo>
                  <a:pt x="4787" y="8512"/>
                </a:lnTo>
                <a:lnTo>
                  <a:pt x="4782" y="8394"/>
                </a:lnTo>
                <a:lnTo>
                  <a:pt x="4779" y="8277"/>
                </a:lnTo>
                <a:lnTo>
                  <a:pt x="7945" y="8277"/>
                </a:lnTo>
                <a:close/>
                <a:moveTo>
                  <a:pt x="5353" y="4695"/>
                </a:moveTo>
                <a:lnTo>
                  <a:pt x="5430" y="4721"/>
                </a:lnTo>
                <a:lnTo>
                  <a:pt x="5507" y="4746"/>
                </a:lnTo>
                <a:lnTo>
                  <a:pt x="5583" y="4770"/>
                </a:lnTo>
                <a:lnTo>
                  <a:pt x="5661" y="4793"/>
                </a:lnTo>
                <a:lnTo>
                  <a:pt x="5739" y="4816"/>
                </a:lnTo>
                <a:lnTo>
                  <a:pt x="5817" y="4838"/>
                </a:lnTo>
                <a:lnTo>
                  <a:pt x="5896" y="4860"/>
                </a:lnTo>
                <a:lnTo>
                  <a:pt x="5974" y="4880"/>
                </a:lnTo>
                <a:lnTo>
                  <a:pt x="6053" y="4900"/>
                </a:lnTo>
                <a:lnTo>
                  <a:pt x="6134" y="4920"/>
                </a:lnTo>
                <a:lnTo>
                  <a:pt x="6213" y="4938"/>
                </a:lnTo>
                <a:lnTo>
                  <a:pt x="6293" y="4956"/>
                </a:lnTo>
                <a:lnTo>
                  <a:pt x="6373" y="4973"/>
                </a:lnTo>
                <a:lnTo>
                  <a:pt x="6454" y="4990"/>
                </a:lnTo>
                <a:lnTo>
                  <a:pt x="6535" y="5005"/>
                </a:lnTo>
                <a:lnTo>
                  <a:pt x="6615" y="5020"/>
                </a:lnTo>
                <a:lnTo>
                  <a:pt x="6697" y="5035"/>
                </a:lnTo>
                <a:lnTo>
                  <a:pt x="6778" y="5048"/>
                </a:lnTo>
                <a:lnTo>
                  <a:pt x="6860" y="5061"/>
                </a:lnTo>
                <a:lnTo>
                  <a:pt x="6942" y="5073"/>
                </a:lnTo>
                <a:lnTo>
                  <a:pt x="7024" y="5084"/>
                </a:lnTo>
                <a:lnTo>
                  <a:pt x="7106" y="5095"/>
                </a:lnTo>
                <a:lnTo>
                  <a:pt x="7189" y="5105"/>
                </a:lnTo>
                <a:lnTo>
                  <a:pt x="7273" y="5114"/>
                </a:lnTo>
                <a:lnTo>
                  <a:pt x="7356" y="5122"/>
                </a:lnTo>
                <a:lnTo>
                  <a:pt x="7439" y="5131"/>
                </a:lnTo>
                <a:lnTo>
                  <a:pt x="7523" y="5137"/>
                </a:lnTo>
                <a:lnTo>
                  <a:pt x="7607" y="5143"/>
                </a:lnTo>
                <a:lnTo>
                  <a:pt x="7691" y="5149"/>
                </a:lnTo>
                <a:lnTo>
                  <a:pt x="7775" y="5153"/>
                </a:lnTo>
                <a:lnTo>
                  <a:pt x="7860" y="5157"/>
                </a:lnTo>
                <a:lnTo>
                  <a:pt x="7945" y="5160"/>
                </a:lnTo>
                <a:lnTo>
                  <a:pt x="7945" y="7759"/>
                </a:lnTo>
                <a:lnTo>
                  <a:pt x="4779" y="7759"/>
                </a:lnTo>
                <a:lnTo>
                  <a:pt x="4782" y="7658"/>
                </a:lnTo>
                <a:lnTo>
                  <a:pt x="4786" y="7557"/>
                </a:lnTo>
                <a:lnTo>
                  <a:pt x="4791" y="7456"/>
                </a:lnTo>
                <a:lnTo>
                  <a:pt x="4797" y="7356"/>
                </a:lnTo>
                <a:lnTo>
                  <a:pt x="4805" y="7255"/>
                </a:lnTo>
                <a:lnTo>
                  <a:pt x="4812" y="7155"/>
                </a:lnTo>
                <a:lnTo>
                  <a:pt x="4821" y="7056"/>
                </a:lnTo>
                <a:lnTo>
                  <a:pt x="4831" y="6957"/>
                </a:lnTo>
                <a:lnTo>
                  <a:pt x="4843" y="6857"/>
                </a:lnTo>
                <a:lnTo>
                  <a:pt x="4854" y="6759"/>
                </a:lnTo>
                <a:lnTo>
                  <a:pt x="4867" y="6661"/>
                </a:lnTo>
                <a:lnTo>
                  <a:pt x="4881" y="6563"/>
                </a:lnTo>
                <a:lnTo>
                  <a:pt x="4896" y="6466"/>
                </a:lnTo>
                <a:lnTo>
                  <a:pt x="4911" y="6368"/>
                </a:lnTo>
                <a:lnTo>
                  <a:pt x="4928" y="6272"/>
                </a:lnTo>
                <a:lnTo>
                  <a:pt x="4945" y="6176"/>
                </a:lnTo>
                <a:lnTo>
                  <a:pt x="4964" y="6080"/>
                </a:lnTo>
                <a:lnTo>
                  <a:pt x="4983" y="5984"/>
                </a:lnTo>
                <a:lnTo>
                  <a:pt x="5004" y="5889"/>
                </a:lnTo>
                <a:lnTo>
                  <a:pt x="5025" y="5795"/>
                </a:lnTo>
                <a:lnTo>
                  <a:pt x="5048" y="5701"/>
                </a:lnTo>
                <a:lnTo>
                  <a:pt x="5070" y="5607"/>
                </a:lnTo>
                <a:lnTo>
                  <a:pt x="5095" y="5513"/>
                </a:lnTo>
                <a:lnTo>
                  <a:pt x="5120" y="5420"/>
                </a:lnTo>
                <a:lnTo>
                  <a:pt x="5145" y="5328"/>
                </a:lnTo>
                <a:lnTo>
                  <a:pt x="5172" y="5236"/>
                </a:lnTo>
                <a:lnTo>
                  <a:pt x="5201" y="5145"/>
                </a:lnTo>
                <a:lnTo>
                  <a:pt x="5228" y="5053"/>
                </a:lnTo>
                <a:lnTo>
                  <a:pt x="5258" y="4963"/>
                </a:lnTo>
                <a:lnTo>
                  <a:pt x="5289" y="4873"/>
                </a:lnTo>
                <a:lnTo>
                  <a:pt x="5321" y="4784"/>
                </a:lnTo>
                <a:lnTo>
                  <a:pt x="5353" y="4695"/>
                </a:lnTo>
                <a:close/>
                <a:moveTo>
                  <a:pt x="5056" y="4040"/>
                </a:moveTo>
                <a:lnTo>
                  <a:pt x="4994" y="4015"/>
                </a:lnTo>
                <a:lnTo>
                  <a:pt x="4934" y="3989"/>
                </a:lnTo>
                <a:lnTo>
                  <a:pt x="4873" y="3963"/>
                </a:lnTo>
                <a:lnTo>
                  <a:pt x="4813" y="3936"/>
                </a:lnTo>
                <a:lnTo>
                  <a:pt x="4753" y="3909"/>
                </a:lnTo>
                <a:lnTo>
                  <a:pt x="4693" y="3882"/>
                </a:lnTo>
                <a:lnTo>
                  <a:pt x="4633" y="3854"/>
                </a:lnTo>
                <a:lnTo>
                  <a:pt x="4575" y="3825"/>
                </a:lnTo>
                <a:lnTo>
                  <a:pt x="4515" y="3796"/>
                </a:lnTo>
                <a:lnTo>
                  <a:pt x="4457" y="3766"/>
                </a:lnTo>
                <a:lnTo>
                  <a:pt x="4398" y="3736"/>
                </a:lnTo>
                <a:lnTo>
                  <a:pt x="4341" y="3705"/>
                </a:lnTo>
                <a:lnTo>
                  <a:pt x="4282" y="3674"/>
                </a:lnTo>
                <a:lnTo>
                  <a:pt x="4225" y="3643"/>
                </a:lnTo>
                <a:lnTo>
                  <a:pt x="4168" y="3611"/>
                </a:lnTo>
                <a:lnTo>
                  <a:pt x="4111" y="3579"/>
                </a:lnTo>
                <a:lnTo>
                  <a:pt x="3998" y="3513"/>
                </a:lnTo>
                <a:lnTo>
                  <a:pt x="3886" y="3446"/>
                </a:lnTo>
                <a:lnTo>
                  <a:pt x="3776" y="3377"/>
                </a:lnTo>
                <a:lnTo>
                  <a:pt x="3667" y="3305"/>
                </a:lnTo>
                <a:lnTo>
                  <a:pt x="3559" y="3233"/>
                </a:lnTo>
                <a:lnTo>
                  <a:pt x="3451" y="3159"/>
                </a:lnTo>
                <a:lnTo>
                  <a:pt x="3345" y="3084"/>
                </a:lnTo>
                <a:lnTo>
                  <a:pt x="3241" y="3007"/>
                </a:lnTo>
                <a:lnTo>
                  <a:pt x="3337" y="2917"/>
                </a:lnTo>
                <a:lnTo>
                  <a:pt x="3436" y="2829"/>
                </a:lnTo>
                <a:lnTo>
                  <a:pt x="3535" y="2743"/>
                </a:lnTo>
                <a:lnTo>
                  <a:pt x="3637" y="2659"/>
                </a:lnTo>
                <a:lnTo>
                  <a:pt x="3740" y="2576"/>
                </a:lnTo>
                <a:lnTo>
                  <a:pt x="3845" y="2496"/>
                </a:lnTo>
                <a:lnTo>
                  <a:pt x="3951" y="2417"/>
                </a:lnTo>
                <a:lnTo>
                  <a:pt x="4059" y="2340"/>
                </a:lnTo>
                <a:lnTo>
                  <a:pt x="4168" y="2266"/>
                </a:lnTo>
                <a:lnTo>
                  <a:pt x="4279" y="2193"/>
                </a:lnTo>
                <a:lnTo>
                  <a:pt x="4391" y="2122"/>
                </a:lnTo>
                <a:lnTo>
                  <a:pt x="4505" y="2054"/>
                </a:lnTo>
                <a:lnTo>
                  <a:pt x="4620" y="1986"/>
                </a:lnTo>
                <a:lnTo>
                  <a:pt x="4736" y="1921"/>
                </a:lnTo>
                <a:lnTo>
                  <a:pt x="4854" y="1859"/>
                </a:lnTo>
                <a:lnTo>
                  <a:pt x="4973" y="1799"/>
                </a:lnTo>
                <a:lnTo>
                  <a:pt x="5093" y="1740"/>
                </a:lnTo>
                <a:lnTo>
                  <a:pt x="5215" y="1684"/>
                </a:lnTo>
                <a:lnTo>
                  <a:pt x="5338" y="1630"/>
                </a:lnTo>
                <a:lnTo>
                  <a:pt x="5461" y="1579"/>
                </a:lnTo>
                <a:lnTo>
                  <a:pt x="5587" y="1528"/>
                </a:lnTo>
                <a:lnTo>
                  <a:pt x="5714" y="1481"/>
                </a:lnTo>
                <a:lnTo>
                  <a:pt x="5841" y="1436"/>
                </a:lnTo>
                <a:lnTo>
                  <a:pt x="5969" y="1393"/>
                </a:lnTo>
                <a:lnTo>
                  <a:pt x="6100" y="1353"/>
                </a:lnTo>
                <a:lnTo>
                  <a:pt x="6230" y="1315"/>
                </a:lnTo>
                <a:lnTo>
                  <a:pt x="6362" y="1279"/>
                </a:lnTo>
                <a:lnTo>
                  <a:pt x="6495" y="1246"/>
                </a:lnTo>
                <a:lnTo>
                  <a:pt x="6628" y="1215"/>
                </a:lnTo>
                <a:lnTo>
                  <a:pt x="6764" y="1187"/>
                </a:lnTo>
                <a:lnTo>
                  <a:pt x="6899" y="1161"/>
                </a:lnTo>
                <a:lnTo>
                  <a:pt x="7036" y="1137"/>
                </a:lnTo>
                <a:lnTo>
                  <a:pt x="6960" y="1213"/>
                </a:lnTo>
                <a:lnTo>
                  <a:pt x="6884" y="1289"/>
                </a:lnTo>
                <a:lnTo>
                  <a:pt x="6809" y="1367"/>
                </a:lnTo>
                <a:lnTo>
                  <a:pt x="6735" y="1446"/>
                </a:lnTo>
                <a:lnTo>
                  <a:pt x="6662" y="1525"/>
                </a:lnTo>
                <a:lnTo>
                  <a:pt x="6589" y="1607"/>
                </a:lnTo>
                <a:lnTo>
                  <a:pt x="6518" y="1689"/>
                </a:lnTo>
                <a:lnTo>
                  <a:pt x="6448" y="1771"/>
                </a:lnTo>
                <a:lnTo>
                  <a:pt x="6379" y="1855"/>
                </a:lnTo>
                <a:lnTo>
                  <a:pt x="6310" y="1940"/>
                </a:lnTo>
                <a:lnTo>
                  <a:pt x="6242" y="2027"/>
                </a:lnTo>
                <a:lnTo>
                  <a:pt x="6176" y="2113"/>
                </a:lnTo>
                <a:lnTo>
                  <a:pt x="6110" y="2201"/>
                </a:lnTo>
                <a:lnTo>
                  <a:pt x="6045" y="2290"/>
                </a:lnTo>
                <a:lnTo>
                  <a:pt x="5982" y="2379"/>
                </a:lnTo>
                <a:lnTo>
                  <a:pt x="5919" y="2471"/>
                </a:lnTo>
                <a:lnTo>
                  <a:pt x="5857" y="2562"/>
                </a:lnTo>
                <a:lnTo>
                  <a:pt x="5797" y="2654"/>
                </a:lnTo>
                <a:lnTo>
                  <a:pt x="5736" y="2748"/>
                </a:lnTo>
                <a:lnTo>
                  <a:pt x="5678" y="2842"/>
                </a:lnTo>
                <a:lnTo>
                  <a:pt x="5620" y="2938"/>
                </a:lnTo>
                <a:lnTo>
                  <a:pt x="5564" y="3034"/>
                </a:lnTo>
                <a:lnTo>
                  <a:pt x="5508" y="3130"/>
                </a:lnTo>
                <a:lnTo>
                  <a:pt x="5453" y="3228"/>
                </a:lnTo>
                <a:lnTo>
                  <a:pt x="5400" y="3326"/>
                </a:lnTo>
                <a:lnTo>
                  <a:pt x="5347" y="3427"/>
                </a:lnTo>
                <a:lnTo>
                  <a:pt x="5296" y="3527"/>
                </a:lnTo>
                <a:lnTo>
                  <a:pt x="5246" y="3628"/>
                </a:lnTo>
                <a:lnTo>
                  <a:pt x="5197" y="3729"/>
                </a:lnTo>
                <a:lnTo>
                  <a:pt x="5148" y="3833"/>
                </a:lnTo>
                <a:lnTo>
                  <a:pt x="5102" y="3936"/>
                </a:lnTo>
                <a:lnTo>
                  <a:pt x="5056" y="4040"/>
                </a:lnTo>
                <a:close/>
                <a:moveTo>
                  <a:pt x="7945" y="1047"/>
                </a:moveTo>
                <a:lnTo>
                  <a:pt x="7945" y="4642"/>
                </a:lnTo>
                <a:lnTo>
                  <a:pt x="7867" y="4639"/>
                </a:lnTo>
                <a:lnTo>
                  <a:pt x="7789" y="4635"/>
                </a:lnTo>
                <a:lnTo>
                  <a:pt x="7711" y="4631"/>
                </a:lnTo>
                <a:lnTo>
                  <a:pt x="7633" y="4626"/>
                </a:lnTo>
                <a:lnTo>
                  <a:pt x="7556" y="4621"/>
                </a:lnTo>
                <a:lnTo>
                  <a:pt x="7478" y="4614"/>
                </a:lnTo>
                <a:lnTo>
                  <a:pt x="7401" y="4607"/>
                </a:lnTo>
                <a:lnTo>
                  <a:pt x="7325" y="4600"/>
                </a:lnTo>
                <a:lnTo>
                  <a:pt x="7248" y="4591"/>
                </a:lnTo>
                <a:lnTo>
                  <a:pt x="7172" y="4582"/>
                </a:lnTo>
                <a:lnTo>
                  <a:pt x="7095" y="4573"/>
                </a:lnTo>
                <a:lnTo>
                  <a:pt x="7020" y="4562"/>
                </a:lnTo>
                <a:lnTo>
                  <a:pt x="6944" y="4551"/>
                </a:lnTo>
                <a:lnTo>
                  <a:pt x="6868" y="4540"/>
                </a:lnTo>
                <a:lnTo>
                  <a:pt x="6793" y="4527"/>
                </a:lnTo>
                <a:lnTo>
                  <a:pt x="6718" y="4514"/>
                </a:lnTo>
                <a:lnTo>
                  <a:pt x="6644" y="4501"/>
                </a:lnTo>
                <a:lnTo>
                  <a:pt x="6569" y="4486"/>
                </a:lnTo>
                <a:lnTo>
                  <a:pt x="6495" y="4471"/>
                </a:lnTo>
                <a:lnTo>
                  <a:pt x="6421" y="4456"/>
                </a:lnTo>
                <a:lnTo>
                  <a:pt x="6347" y="4439"/>
                </a:lnTo>
                <a:lnTo>
                  <a:pt x="6273" y="4423"/>
                </a:lnTo>
                <a:lnTo>
                  <a:pt x="6200" y="4405"/>
                </a:lnTo>
                <a:lnTo>
                  <a:pt x="6127" y="4387"/>
                </a:lnTo>
                <a:lnTo>
                  <a:pt x="6055" y="4368"/>
                </a:lnTo>
                <a:lnTo>
                  <a:pt x="5982" y="4348"/>
                </a:lnTo>
                <a:lnTo>
                  <a:pt x="5910" y="4328"/>
                </a:lnTo>
                <a:lnTo>
                  <a:pt x="5838" y="4308"/>
                </a:lnTo>
                <a:lnTo>
                  <a:pt x="5766" y="4286"/>
                </a:lnTo>
                <a:lnTo>
                  <a:pt x="5694" y="4264"/>
                </a:lnTo>
                <a:lnTo>
                  <a:pt x="5624" y="4242"/>
                </a:lnTo>
                <a:lnTo>
                  <a:pt x="5553" y="4217"/>
                </a:lnTo>
                <a:lnTo>
                  <a:pt x="5605" y="4099"/>
                </a:lnTo>
                <a:lnTo>
                  <a:pt x="5658" y="3982"/>
                </a:lnTo>
                <a:lnTo>
                  <a:pt x="5714" y="3866"/>
                </a:lnTo>
                <a:lnTo>
                  <a:pt x="5771" y="3750"/>
                </a:lnTo>
                <a:lnTo>
                  <a:pt x="5830" y="3637"/>
                </a:lnTo>
                <a:lnTo>
                  <a:pt x="5889" y="3524"/>
                </a:lnTo>
                <a:lnTo>
                  <a:pt x="5951" y="3412"/>
                </a:lnTo>
                <a:lnTo>
                  <a:pt x="6014" y="3301"/>
                </a:lnTo>
                <a:lnTo>
                  <a:pt x="6078" y="3192"/>
                </a:lnTo>
                <a:lnTo>
                  <a:pt x="6144" y="3084"/>
                </a:lnTo>
                <a:lnTo>
                  <a:pt x="6212" y="2978"/>
                </a:lnTo>
                <a:lnTo>
                  <a:pt x="6279" y="2871"/>
                </a:lnTo>
                <a:lnTo>
                  <a:pt x="6349" y="2767"/>
                </a:lnTo>
                <a:lnTo>
                  <a:pt x="6421" y="2664"/>
                </a:lnTo>
                <a:lnTo>
                  <a:pt x="6494" y="2563"/>
                </a:lnTo>
                <a:lnTo>
                  <a:pt x="6568" y="2463"/>
                </a:lnTo>
                <a:lnTo>
                  <a:pt x="6643" y="2363"/>
                </a:lnTo>
                <a:lnTo>
                  <a:pt x="6718" y="2265"/>
                </a:lnTo>
                <a:lnTo>
                  <a:pt x="6796" y="2169"/>
                </a:lnTo>
                <a:lnTo>
                  <a:pt x="6875" y="2074"/>
                </a:lnTo>
                <a:lnTo>
                  <a:pt x="6955" y="1980"/>
                </a:lnTo>
                <a:lnTo>
                  <a:pt x="7038" y="1888"/>
                </a:lnTo>
                <a:lnTo>
                  <a:pt x="7121" y="1798"/>
                </a:lnTo>
                <a:lnTo>
                  <a:pt x="7204" y="1709"/>
                </a:lnTo>
                <a:lnTo>
                  <a:pt x="7289" y="1621"/>
                </a:lnTo>
                <a:lnTo>
                  <a:pt x="7375" y="1534"/>
                </a:lnTo>
                <a:lnTo>
                  <a:pt x="7463" y="1449"/>
                </a:lnTo>
                <a:lnTo>
                  <a:pt x="7552" y="1366"/>
                </a:lnTo>
                <a:lnTo>
                  <a:pt x="7642" y="1285"/>
                </a:lnTo>
                <a:lnTo>
                  <a:pt x="7732" y="1205"/>
                </a:lnTo>
                <a:lnTo>
                  <a:pt x="7825" y="1126"/>
                </a:lnTo>
                <a:lnTo>
                  <a:pt x="7918" y="1049"/>
                </a:lnTo>
                <a:lnTo>
                  <a:pt x="7931" y="1048"/>
                </a:lnTo>
                <a:lnTo>
                  <a:pt x="7945" y="1047"/>
                </a:lnTo>
                <a:close/>
                <a:moveTo>
                  <a:pt x="9383" y="1137"/>
                </a:moveTo>
                <a:lnTo>
                  <a:pt x="9520" y="1161"/>
                </a:lnTo>
                <a:lnTo>
                  <a:pt x="9656" y="1187"/>
                </a:lnTo>
                <a:lnTo>
                  <a:pt x="9791" y="1215"/>
                </a:lnTo>
                <a:lnTo>
                  <a:pt x="9924" y="1246"/>
                </a:lnTo>
                <a:lnTo>
                  <a:pt x="10058" y="1279"/>
                </a:lnTo>
                <a:lnTo>
                  <a:pt x="10189" y="1315"/>
                </a:lnTo>
                <a:lnTo>
                  <a:pt x="10320" y="1353"/>
                </a:lnTo>
                <a:lnTo>
                  <a:pt x="10450" y="1393"/>
                </a:lnTo>
                <a:lnTo>
                  <a:pt x="10578" y="1436"/>
                </a:lnTo>
                <a:lnTo>
                  <a:pt x="10706" y="1481"/>
                </a:lnTo>
                <a:lnTo>
                  <a:pt x="10832" y="1528"/>
                </a:lnTo>
                <a:lnTo>
                  <a:pt x="10958" y="1579"/>
                </a:lnTo>
                <a:lnTo>
                  <a:pt x="11082" y="1630"/>
                </a:lnTo>
                <a:lnTo>
                  <a:pt x="11205" y="1684"/>
                </a:lnTo>
                <a:lnTo>
                  <a:pt x="11326" y="1740"/>
                </a:lnTo>
                <a:lnTo>
                  <a:pt x="11446" y="1799"/>
                </a:lnTo>
                <a:lnTo>
                  <a:pt x="11565" y="1859"/>
                </a:lnTo>
                <a:lnTo>
                  <a:pt x="11683" y="1921"/>
                </a:lnTo>
                <a:lnTo>
                  <a:pt x="11799" y="1986"/>
                </a:lnTo>
                <a:lnTo>
                  <a:pt x="11914" y="2054"/>
                </a:lnTo>
                <a:lnTo>
                  <a:pt x="12028" y="2122"/>
                </a:lnTo>
                <a:lnTo>
                  <a:pt x="12140" y="2193"/>
                </a:lnTo>
                <a:lnTo>
                  <a:pt x="12251" y="2266"/>
                </a:lnTo>
                <a:lnTo>
                  <a:pt x="12360" y="2340"/>
                </a:lnTo>
                <a:lnTo>
                  <a:pt x="12468" y="2417"/>
                </a:lnTo>
                <a:lnTo>
                  <a:pt x="12574" y="2496"/>
                </a:lnTo>
                <a:lnTo>
                  <a:pt x="12679" y="2576"/>
                </a:lnTo>
                <a:lnTo>
                  <a:pt x="12782" y="2659"/>
                </a:lnTo>
                <a:lnTo>
                  <a:pt x="12884" y="2743"/>
                </a:lnTo>
                <a:lnTo>
                  <a:pt x="12983" y="2829"/>
                </a:lnTo>
                <a:lnTo>
                  <a:pt x="13082" y="2917"/>
                </a:lnTo>
                <a:lnTo>
                  <a:pt x="13178" y="3007"/>
                </a:lnTo>
                <a:lnTo>
                  <a:pt x="13074" y="3084"/>
                </a:lnTo>
                <a:lnTo>
                  <a:pt x="12968" y="3159"/>
                </a:lnTo>
                <a:lnTo>
                  <a:pt x="12861" y="3233"/>
                </a:lnTo>
                <a:lnTo>
                  <a:pt x="12752" y="3305"/>
                </a:lnTo>
                <a:lnTo>
                  <a:pt x="12644" y="3377"/>
                </a:lnTo>
                <a:lnTo>
                  <a:pt x="12533" y="3446"/>
                </a:lnTo>
                <a:lnTo>
                  <a:pt x="12421" y="3513"/>
                </a:lnTo>
                <a:lnTo>
                  <a:pt x="12308" y="3579"/>
                </a:lnTo>
                <a:lnTo>
                  <a:pt x="12252" y="3611"/>
                </a:lnTo>
                <a:lnTo>
                  <a:pt x="12194" y="3643"/>
                </a:lnTo>
                <a:lnTo>
                  <a:pt x="12137" y="3674"/>
                </a:lnTo>
                <a:lnTo>
                  <a:pt x="12078" y="3705"/>
                </a:lnTo>
                <a:lnTo>
                  <a:pt x="12021" y="3736"/>
                </a:lnTo>
                <a:lnTo>
                  <a:pt x="11962" y="3766"/>
                </a:lnTo>
                <a:lnTo>
                  <a:pt x="11904" y="3796"/>
                </a:lnTo>
                <a:lnTo>
                  <a:pt x="11844" y="3825"/>
                </a:lnTo>
                <a:lnTo>
                  <a:pt x="11786" y="3854"/>
                </a:lnTo>
                <a:lnTo>
                  <a:pt x="11726" y="3882"/>
                </a:lnTo>
                <a:lnTo>
                  <a:pt x="11667" y="3909"/>
                </a:lnTo>
                <a:lnTo>
                  <a:pt x="11606" y="3936"/>
                </a:lnTo>
                <a:lnTo>
                  <a:pt x="11546" y="3963"/>
                </a:lnTo>
                <a:lnTo>
                  <a:pt x="11485" y="3989"/>
                </a:lnTo>
                <a:lnTo>
                  <a:pt x="11425" y="4015"/>
                </a:lnTo>
                <a:lnTo>
                  <a:pt x="11363" y="4040"/>
                </a:lnTo>
                <a:lnTo>
                  <a:pt x="11317" y="3936"/>
                </a:lnTo>
                <a:lnTo>
                  <a:pt x="11271" y="3833"/>
                </a:lnTo>
                <a:lnTo>
                  <a:pt x="11222" y="3729"/>
                </a:lnTo>
                <a:lnTo>
                  <a:pt x="11173" y="3628"/>
                </a:lnTo>
                <a:lnTo>
                  <a:pt x="11123" y="3527"/>
                </a:lnTo>
                <a:lnTo>
                  <a:pt x="11072" y="3427"/>
                </a:lnTo>
                <a:lnTo>
                  <a:pt x="11019" y="3326"/>
                </a:lnTo>
                <a:lnTo>
                  <a:pt x="10966" y="3228"/>
                </a:lnTo>
                <a:lnTo>
                  <a:pt x="10911" y="3130"/>
                </a:lnTo>
                <a:lnTo>
                  <a:pt x="10855" y="3034"/>
                </a:lnTo>
                <a:lnTo>
                  <a:pt x="10799" y="2938"/>
                </a:lnTo>
                <a:lnTo>
                  <a:pt x="10741" y="2842"/>
                </a:lnTo>
                <a:lnTo>
                  <a:pt x="10683" y="2748"/>
                </a:lnTo>
                <a:lnTo>
                  <a:pt x="10623" y="2654"/>
                </a:lnTo>
                <a:lnTo>
                  <a:pt x="10562" y="2562"/>
                </a:lnTo>
                <a:lnTo>
                  <a:pt x="10500" y="2471"/>
                </a:lnTo>
                <a:lnTo>
                  <a:pt x="10437" y="2379"/>
                </a:lnTo>
                <a:lnTo>
                  <a:pt x="10374" y="2290"/>
                </a:lnTo>
                <a:lnTo>
                  <a:pt x="10309" y="2201"/>
                </a:lnTo>
                <a:lnTo>
                  <a:pt x="10243" y="2113"/>
                </a:lnTo>
                <a:lnTo>
                  <a:pt x="10177" y="2027"/>
                </a:lnTo>
                <a:lnTo>
                  <a:pt x="10109" y="1940"/>
                </a:lnTo>
                <a:lnTo>
                  <a:pt x="10041" y="1855"/>
                </a:lnTo>
                <a:lnTo>
                  <a:pt x="9971" y="1771"/>
                </a:lnTo>
                <a:lnTo>
                  <a:pt x="9901" y="1689"/>
                </a:lnTo>
                <a:lnTo>
                  <a:pt x="9830" y="1607"/>
                </a:lnTo>
                <a:lnTo>
                  <a:pt x="9758" y="1525"/>
                </a:lnTo>
                <a:lnTo>
                  <a:pt x="9685" y="1446"/>
                </a:lnTo>
                <a:lnTo>
                  <a:pt x="9610" y="1367"/>
                </a:lnTo>
                <a:lnTo>
                  <a:pt x="9536" y="1289"/>
                </a:lnTo>
                <a:lnTo>
                  <a:pt x="9460" y="1213"/>
                </a:lnTo>
                <a:lnTo>
                  <a:pt x="9383" y="1137"/>
                </a:lnTo>
                <a:close/>
                <a:moveTo>
                  <a:pt x="8502" y="1049"/>
                </a:moveTo>
                <a:lnTo>
                  <a:pt x="8595" y="1126"/>
                </a:lnTo>
                <a:lnTo>
                  <a:pt x="8687" y="1205"/>
                </a:lnTo>
                <a:lnTo>
                  <a:pt x="8778" y="1285"/>
                </a:lnTo>
                <a:lnTo>
                  <a:pt x="8867" y="1366"/>
                </a:lnTo>
                <a:lnTo>
                  <a:pt x="8957" y="1449"/>
                </a:lnTo>
                <a:lnTo>
                  <a:pt x="9044" y="1534"/>
                </a:lnTo>
                <a:lnTo>
                  <a:pt x="9130" y="1621"/>
                </a:lnTo>
                <a:lnTo>
                  <a:pt x="9215" y="1709"/>
                </a:lnTo>
                <a:lnTo>
                  <a:pt x="9299" y="1798"/>
                </a:lnTo>
                <a:lnTo>
                  <a:pt x="9382" y="1888"/>
                </a:lnTo>
                <a:lnTo>
                  <a:pt x="9464" y="1980"/>
                </a:lnTo>
                <a:lnTo>
                  <a:pt x="9544" y="2074"/>
                </a:lnTo>
                <a:lnTo>
                  <a:pt x="9623" y="2169"/>
                </a:lnTo>
                <a:lnTo>
                  <a:pt x="9701" y="2265"/>
                </a:lnTo>
                <a:lnTo>
                  <a:pt x="9778" y="2363"/>
                </a:lnTo>
                <a:lnTo>
                  <a:pt x="9852" y="2463"/>
                </a:lnTo>
                <a:lnTo>
                  <a:pt x="9926" y="2563"/>
                </a:lnTo>
                <a:lnTo>
                  <a:pt x="9999" y="2664"/>
                </a:lnTo>
                <a:lnTo>
                  <a:pt x="10070" y="2767"/>
                </a:lnTo>
                <a:lnTo>
                  <a:pt x="10140" y="2871"/>
                </a:lnTo>
                <a:lnTo>
                  <a:pt x="10209" y="2978"/>
                </a:lnTo>
                <a:lnTo>
                  <a:pt x="10275" y="3084"/>
                </a:lnTo>
                <a:lnTo>
                  <a:pt x="10341" y="3192"/>
                </a:lnTo>
                <a:lnTo>
                  <a:pt x="10406" y="3301"/>
                </a:lnTo>
                <a:lnTo>
                  <a:pt x="10468" y="3412"/>
                </a:lnTo>
                <a:lnTo>
                  <a:pt x="10530" y="3524"/>
                </a:lnTo>
                <a:lnTo>
                  <a:pt x="10589" y="3637"/>
                </a:lnTo>
                <a:lnTo>
                  <a:pt x="10648" y="3750"/>
                </a:lnTo>
                <a:lnTo>
                  <a:pt x="10705" y="3866"/>
                </a:lnTo>
                <a:lnTo>
                  <a:pt x="10761" y="3982"/>
                </a:lnTo>
                <a:lnTo>
                  <a:pt x="10815" y="4099"/>
                </a:lnTo>
                <a:lnTo>
                  <a:pt x="10867" y="4217"/>
                </a:lnTo>
                <a:lnTo>
                  <a:pt x="10797" y="4242"/>
                </a:lnTo>
                <a:lnTo>
                  <a:pt x="10725" y="4264"/>
                </a:lnTo>
                <a:lnTo>
                  <a:pt x="10654" y="4286"/>
                </a:lnTo>
                <a:lnTo>
                  <a:pt x="10582" y="4308"/>
                </a:lnTo>
                <a:lnTo>
                  <a:pt x="10510" y="4328"/>
                </a:lnTo>
                <a:lnTo>
                  <a:pt x="10437" y="4348"/>
                </a:lnTo>
                <a:lnTo>
                  <a:pt x="10366" y="4368"/>
                </a:lnTo>
                <a:lnTo>
                  <a:pt x="10293" y="4387"/>
                </a:lnTo>
                <a:lnTo>
                  <a:pt x="10219" y="4405"/>
                </a:lnTo>
                <a:lnTo>
                  <a:pt x="10146" y="4423"/>
                </a:lnTo>
                <a:lnTo>
                  <a:pt x="10072" y="4439"/>
                </a:lnTo>
                <a:lnTo>
                  <a:pt x="9998" y="4456"/>
                </a:lnTo>
                <a:lnTo>
                  <a:pt x="9924" y="4471"/>
                </a:lnTo>
                <a:lnTo>
                  <a:pt x="9850" y="4486"/>
                </a:lnTo>
                <a:lnTo>
                  <a:pt x="9775" y="4501"/>
                </a:lnTo>
                <a:lnTo>
                  <a:pt x="9701" y="4514"/>
                </a:lnTo>
                <a:lnTo>
                  <a:pt x="9626" y="4527"/>
                </a:lnTo>
                <a:lnTo>
                  <a:pt x="9551" y="4540"/>
                </a:lnTo>
                <a:lnTo>
                  <a:pt x="9475" y="4551"/>
                </a:lnTo>
                <a:lnTo>
                  <a:pt x="9400" y="4562"/>
                </a:lnTo>
                <a:lnTo>
                  <a:pt x="9324" y="4573"/>
                </a:lnTo>
                <a:lnTo>
                  <a:pt x="9247" y="4582"/>
                </a:lnTo>
                <a:lnTo>
                  <a:pt x="9171" y="4591"/>
                </a:lnTo>
                <a:lnTo>
                  <a:pt x="9094" y="4600"/>
                </a:lnTo>
                <a:lnTo>
                  <a:pt x="9018" y="4607"/>
                </a:lnTo>
                <a:lnTo>
                  <a:pt x="8940" y="4614"/>
                </a:lnTo>
                <a:lnTo>
                  <a:pt x="8863" y="4621"/>
                </a:lnTo>
                <a:lnTo>
                  <a:pt x="8786" y="4626"/>
                </a:lnTo>
                <a:lnTo>
                  <a:pt x="8708" y="4631"/>
                </a:lnTo>
                <a:lnTo>
                  <a:pt x="8630" y="4635"/>
                </a:lnTo>
                <a:lnTo>
                  <a:pt x="8552" y="4639"/>
                </a:lnTo>
                <a:lnTo>
                  <a:pt x="8474" y="4642"/>
                </a:lnTo>
                <a:lnTo>
                  <a:pt x="8474" y="1047"/>
                </a:lnTo>
                <a:lnTo>
                  <a:pt x="8489" y="1048"/>
                </a:lnTo>
                <a:lnTo>
                  <a:pt x="8502" y="1049"/>
                </a:lnTo>
                <a:close/>
                <a:moveTo>
                  <a:pt x="7917" y="14987"/>
                </a:moveTo>
                <a:lnTo>
                  <a:pt x="7835" y="14918"/>
                </a:lnTo>
                <a:lnTo>
                  <a:pt x="7754" y="14850"/>
                </a:lnTo>
                <a:lnTo>
                  <a:pt x="7673" y="14779"/>
                </a:lnTo>
                <a:lnTo>
                  <a:pt x="7594" y="14708"/>
                </a:lnTo>
                <a:lnTo>
                  <a:pt x="7515" y="14636"/>
                </a:lnTo>
                <a:lnTo>
                  <a:pt x="7437" y="14562"/>
                </a:lnTo>
                <a:lnTo>
                  <a:pt x="7360" y="14487"/>
                </a:lnTo>
                <a:lnTo>
                  <a:pt x="7284" y="14410"/>
                </a:lnTo>
                <a:lnTo>
                  <a:pt x="7209" y="14333"/>
                </a:lnTo>
                <a:lnTo>
                  <a:pt x="7135" y="14255"/>
                </a:lnTo>
                <a:lnTo>
                  <a:pt x="7061" y="14175"/>
                </a:lnTo>
                <a:lnTo>
                  <a:pt x="6989" y="14095"/>
                </a:lnTo>
                <a:lnTo>
                  <a:pt x="6919" y="14012"/>
                </a:lnTo>
                <a:lnTo>
                  <a:pt x="6848" y="13930"/>
                </a:lnTo>
                <a:lnTo>
                  <a:pt x="6778" y="13846"/>
                </a:lnTo>
                <a:lnTo>
                  <a:pt x="6710" y="13761"/>
                </a:lnTo>
                <a:lnTo>
                  <a:pt x="6643" y="13675"/>
                </a:lnTo>
                <a:lnTo>
                  <a:pt x="6576" y="13588"/>
                </a:lnTo>
                <a:lnTo>
                  <a:pt x="6511" y="13499"/>
                </a:lnTo>
                <a:lnTo>
                  <a:pt x="6447" y="13410"/>
                </a:lnTo>
                <a:lnTo>
                  <a:pt x="6383" y="13319"/>
                </a:lnTo>
                <a:lnTo>
                  <a:pt x="6321" y="13228"/>
                </a:lnTo>
                <a:lnTo>
                  <a:pt x="6260" y="13135"/>
                </a:lnTo>
                <a:lnTo>
                  <a:pt x="6199" y="13042"/>
                </a:lnTo>
                <a:lnTo>
                  <a:pt x="6141" y="12948"/>
                </a:lnTo>
                <a:lnTo>
                  <a:pt x="6082" y="12853"/>
                </a:lnTo>
                <a:lnTo>
                  <a:pt x="6026" y="12757"/>
                </a:lnTo>
                <a:lnTo>
                  <a:pt x="5969" y="12659"/>
                </a:lnTo>
                <a:lnTo>
                  <a:pt x="5915" y="12561"/>
                </a:lnTo>
                <a:lnTo>
                  <a:pt x="5862" y="12462"/>
                </a:lnTo>
                <a:lnTo>
                  <a:pt x="5809" y="12363"/>
                </a:lnTo>
                <a:lnTo>
                  <a:pt x="5758" y="12262"/>
                </a:lnTo>
                <a:lnTo>
                  <a:pt x="5823" y="12242"/>
                </a:lnTo>
                <a:lnTo>
                  <a:pt x="5888" y="12223"/>
                </a:lnTo>
                <a:lnTo>
                  <a:pt x="5954" y="12204"/>
                </a:lnTo>
                <a:lnTo>
                  <a:pt x="6020" y="12187"/>
                </a:lnTo>
                <a:lnTo>
                  <a:pt x="6086" y="12169"/>
                </a:lnTo>
                <a:lnTo>
                  <a:pt x="6152" y="12153"/>
                </a:lnTo>
                <a:lnTo>
                  <a:pt x="6219" y="12136"/>
                </a:lnTo>
                <a:lnTo>
                  <a:pt x="6285" y="12121"/>
                </a:lnTo>
                <a:lnTo>
                  <a:pt x="6352" y="12106"/>
                </a:lnTo>
                <a:lnTo>
                  <a:pt x="6420" y="12091"/>
                </a:lnTo>
                <a:lnTo>
                  <a:pt x="6487" y="12077"/>
                </a:lnTo>
                <a:lnTo>
                  <a:pt x="6554" y="12064"/>
                </a:lnTo>
                <a:lnTo>
                  <a:pt x="6622" y="12051"/>
                </a:lnTo>
                <a:lnTo>
                  <a:pt x="6691" y="12039"/>
                </a:lnTo>
                <a:lnTo>
                  <a:pt x="6758" y="12027"/>
                </a:lnTo>
                <a:lnTo>
                  <a:pt x="6827" y="12016"/>
                </a:lnTo>
                <a:lnTo>
                  <a:pt x="6895" y="12005"/>
                </a:lnTo>
                <a:lnTo>
                  <a:pt x="6964" y="11995"/>
                </a:lnTo>
                <a:lnTo>
                  <a:pt x="7033" y="11986"/>
                </a:lnTo>
                <a:lnTo>
                  <a:pt x="7102" y="11976"/>
                </a:lnTo>
                <a:lnTo>
                  <a:pt x="7171" y="11968"/>
                </a:lnTo>
                <a:lnTo>
                  <a:pt x="7241" y="11960"/>
                </a:lnTo>
                <a:lnTo>
                  <a:pt x="7311" y="11953"/>
                </a:lnTo>
                <a:lnTo>
                  <a:pt x="7380" y="11946"/>
                </a:lnTo>
                <a:lnTo>
                  <a:pt x="7450" y="11940"/>
                </a:lnTo>
                <a:lnTo>
                  <a:pt x="7521" y="11934"/>
                </a:lnTo>
                <a:lnTo>
                  <a:pt x="7591" y="11929"/>
                </a:lnTo>
                <a:lnTo>
                  <a:pt x="7662" y="11924"/>
                </a:lnTo>
                <a:lnTo>
                  <a:pt x="7732" y="11920"/>
                </a:lnTo>
                <a:lnTo>
                  <a:pt x="7803" y="11916"/>
                </a:lnTo>
                <a:lnTo>
                  <a:pt x="7874" y="11913"/>
                </a:lnTo>
                <a:lnTo>
                  <a:pt x="7945" y="11911"/>
                </a:lnTo>
                <a:lnTo>
                  <a:pt x="7945" y="14988"/>
                </a:lnTo>
                <a:lnTo>
                  <a:pt x="7917" y="14987"/>
                </a:lnTo>
                <a:close/>
                <a:moveTo>
                  <a:pt x="15347" y="7759"/>
                </a:moveTo>
                <a:lnTo>
                  <a:pt x="12171" y="7759"/>
                </a:lnTo>
                <a:lnTo>
                  <a:pt x="12168" y="7652"/>
                </a:lnTo>
                <a:lnTo>
                  <a:pt x="12163" y="7545"/>
                </a:lnTo>
                <a:lnTo>
                  <a:pt x="12157" y="7439"/>
                </a:lnTo>
                <a:lnTo>
                  <a:pt x="12151" y="7332"/>
                </a:lnTo>
                <a:lnTo>
                  <a:pt x="12144" y="7226"/>
                </a:lnTo>
                <a:lnTo>
                  <a:pt x="12136" y="7120"/>
                </a:lnTo>
                <a:lnTo>
                  <a:pt x="12126" y="7015"/>
                </a:lnTo>
                <a:lnTo>
                  <a:pt x="12115" y="6911"/>
                </a:lnTo>
                <a:lnTo>
                  <a:pt x="12104" y="6805"/>
                </a:lnTo>
                <a:lnTo>
                  <a:pt x="12092" y="6701"/>
                </a:lnTo>
                <a:lnTo>
                  <a:pt x="12078" y="6598"/>
                </a:lnTo>
                <a:lnTo>
                  <a:pt x="12063" y="6494"/>
                </a:lnTo>
                <a:lnTo>
                  <a:pt x="12047" y="6391"/>
                </a:lnTo>
                <a:lnTo>
                  <a:pt x="12031" y="6288"/>
                </a:lnTo>
                <a:lnTo>
                  <a:pt x="12014" y="6186"/>
                </a:lnTo>
                <a:lnTo>
                  <a:pt x="11995" y="6084"/>
                </a:lnTo>
                <a:lnTo>
                  <a:pt x="11976" y="5982"/>
                </a:lnTo>
                <a:lnTo>
                  <a:pt x="11954" y="5881"/>
                </a:lnTo>
                <a:lnTo>
                  <a:pt x="11933" y="5781"/>
                </a:lnTo>
                <a:lnTo>
                  <a:pt x="11910" y="5681"/>
                </a:lnTo>
                <a:lnTo>
                  <a:pt x="11886" y="5582"/>
                </a:lnTo>
                <a:lnTo>
                  <a:pt x="11862" y="5482"/>
                </a:lnTo>
                <a:lnTo>
                  <a:pt x="11836" y="5383"/>
                </a:lnTo>
                <a:lnTo>
                  <a:pt x="11810" y="5285"/>
                </a:lnTo>
                <a:lnTo>
                  <a:pt x="11783" y="5188"/>
                </a:lnTo>
                <a:lnTo>
                  <a:pt x="11754" y="5090"/>
                </a:lnTo>
                <a:lnTo>
                  <a:pt x="11724" y="4993"/>
                </a:lnTo>
                <a:lnTo>
                  <a:pt x="11694" y="4897"/>
                </a:lnTo>
                <a:lnTo>
                  <a:pt x="11663" y="4801"/>
                </a:lnTo>
                <a:lnTo>
                  <a:pt x="11630" y="4706"/>
                </a:lnTo>
                <a:lnTo>
                  <a:pt x="11597" y="4611"/>
                </a:lnTo>
                <a:lnTo>
                  <a:pt x="11563" y="4517"/>
                </a:lnTo>
                <a:lnTo>
                  <a:pt x="11630" y="4489"/>
                </a:lnTo>
                <a:lnTo>
                  <a:pt x="11695" y="4461"/>
                </a:lnTo>
                <a:lnTo>
                  <a:pt x="11762" y="4432"/>
                </a:lnTo>
                <a:lnTo>
                  <a:pt x="11828" y="4403"/>
                </a:lnTo>
                <a:lnTo>
                  <a:pt x="11894" y="4374"/>
                </a:lnTo>
                <a:lnTo>
                  <a:pt x="11959" y="4343"/>
                </a:lnTo>
                <a:lnTo>
                  <a:pt x="12024" y="4312"/>
                </a:lnTo>
                <a:lnTo>
                  <a:pt x="12088" y="4281"/>
                </a:lnTo>
                <a:lnTo>
                  <a:pt x="12153" y="4249"/>
                </a:lnTo>
                <a:lnTo>
                  <a:pt x="12217" y="4216"/>
                </a:lnTo>
                <a:lnTo>
                  <a:pt x="12280" y="4183"/>
                </a:lnTo>
                <a:lnTo>
                  <a:pt x="12344" y="4150"/>
                </a:lnTo>
                <a:lnTo>
                  <a:pt x="12407" y="4116"/>
                </a:lnTo>
                <a:lnTo>
                  <a:pt x="12469" y="4081"/>
                </a:lnTo>
                <a:lnTo>
                  <a:pt x="12532" y="4046"/>
                </a:lnTo>
                <a:lnTo>
                  <a:pt x="12593" y="4011"/>
                </a:lnTo>
                <a:lnTo>
                  <a:pt x="12655" y="3975"/>
                </a:lnTo>
                <a:lnTo>
                  <a:pt x="12717" y="3939"/>
                </a:lnTo>
                <a:lnTo>
                  <a:pt x="12778" y="3902"/>
                </a:lnTo>
                <a:lnTo>
                  <a:pt x="12839" y="3865"/>
                </a:lnTo>
                <a:lnTo>
                  <a:pt x="12899" y="3827"/>
                </a:lnTo>
                <a:lnTo>
                  <a:pt x="12959" y="3789"/>
                </a:lnTo>
                <a:lnTo>
                  <a:pt x="13019" y="3749"/>
                </a:lnTo>
                <a:lnTo>
                  <a:pt x="13078" y="3710"/>
                </a:lnTo>
                <a:lnTo>
                  <a:pt x="13137" y="3670"/>
                </a:lnTo>
                <a:lnTo>
                  <a:pt x="13196" y="3630"/>
                </a:lnTo>
                <a:lnTo>
                  <a:pt x="13254" y="3590"/>
                </a:lnTo>
                <a:lnTo>
                  <a:pt x="13313" y="3549"/>
                </a:lnTo>
                <a:lnTo>
                  <a:pt x="13370" y="3507"/>
                </a:lnTo>
                <a:lnTo>
                  <a:pt x="13428" y="3466"/>
                </a:lnTo>
                <a:lnTo>
                  <a:pt x="13485" y="3423"/>
                </a:lnTo>
                <a:lnTo>
                  <a:pt x="13542" y="3381"/>
                </a:lnTo>
                <a:lnTo>
                  <a:pt x="13641" y="3492"/>
                </a:lnTo>
                <a:lnTo>
                  <a:pt x="13738" y="3605"/>
                </a:lnTo>
                <a:lnTo>
                  <a:pt x="13832" y="3719"/>
                </a:lnTo>
                <a:lnTo>
                  <a:pt x="13924" y="3837"/>
                </a:lnTo>
                <a:lnTo>
                  <a:pt x="14014" y="3956"/>
                </a:lnTo>
                <a:lnTo>
                  <a:pt x="14101" y="4076"/>
                </a:lnTo>
                <a:lnTo>
                  <a:pt x="14185" y="4199"/>
                </a:lnTo>
                <a:lnTo>
                  <a:pt x="14266" y="4324"/>
                </a:lnTo>
                <a:lnTo>
                  <a:pt x="14346" y="4450"/>
                </a:lnTo>
                <a:lnTo>
                  <a:pt x="14422" y="4578"/>
                </a:lnTo>
                <a:lnTo>
                  <a:pt x="14496" y="4708"/>
                </a:lnTo>
                <a:lnTo>
                  <a:pt x="14567" y="4839"/>
                </a:lnTo>
                <a:lnTo>
                  <a:pt x="14634" y="4972"/>
                </a:lnTo>
                <a:lnTo>
                  <a:pt x="14700" y="5106"/>
                </a:lnTo>
                <a:lnTo>
                  <a:pt x="14763" y="5243"/>
                </a:lnTo>
                <a:lnTo>
                  <a:pt x="14822" y="5380"/>
                </a:lnTo>
                <a:lnTo>
                  <a:pt x="14879" y="5519"/>
                </a:lnTo>
                <a:lnTo>
                  <a:pt x="14932" y="5660"/>
                </a:lnTo>
                <a:lnTo>
                  <a:pt x="14982" y="5802"/>
                </a:lnTo>
                <a:lnTo>
                  <a:pt x="15031" y="5945"/>
                </a:lnTo>
                <a:lnTo>
                  <a:pt x="15075" y="6090"/>
                </a:lnTo>
                <a:lnTo>
                  <a:pt x="15116" y="6236"/>
                </a:lnTo>
                <a:lnTo>
                  <a:pt x="15154" y="6383"/>
                </a:lnTo>
                <a:lnTo>
                  <a:pt x="15189" y="6532"/>
                </a:lnTo>
                <a:lnTo>
                  <a:pt x="15220" y="6681"/>
                </a:lnTo>
                <a:lnTo>
                  <a:pt x="15248" y="6832"/>
                </a:lnTo>
                <a:lnTo>
                  <a:pt x="15273" y="6984"/>
                </a:lnTo>
                <a:lnTo>
                  <a:pt x="15294" y="7137"/>
                </a:lnTo>
                <a:lnTo>
                  <a:pt x="15313" y="7291"/>
                </a:lnTo>
                <a:lnTo>
                  <a:pt x="15327" y="7446"/>
                </a:lnTo>
                <a:lnTo>
                  <a:pt x="15338" y="7602"/>
                </a:lnTo>
                <a:lnTo>
                  <a:pt x="15347" y="7759"/>
                </a:lnTo>
                <a:close/>
                <a:moveTo>
                  <a:pt x="8210" y="0"/>
                </a:moveTo>
                <a:lnTo>
                  <a:pt x="7787" y="10"/>
                </a:lnTo>
                <a:lnTo>
                  <a:pt x="7370" y="41"/>
                </a:lnTo>
                <a:lnTo>
                  <a:pt x="6960" y="92"/>
                </a:lnTo>
                <a:lnTo>
                  <a:pt x="6555" y="162"/>
                </a:lnTo>
                <a:lnTo>
                  <a:pt x="6158" y="253"/>
                </a:lnTo>
                <a:lnTo>
                  <a:pt x="5768" y="361"/>
                </a:lnTo>
                <a:lnTo>
                  <a:pt x="5386" y="486"/>
                </a:lnTo>
                <a:lnTo>
                  <a:pt x="5014" y="630"/>
                </a:lnTo>
                <a:lnTo>
                  <a:pt x="4651" y="791"/>
                </a:lnTo>
                <a:lnTo>
                  <a:pt x="4297" y="967"/>
                </a:lnTo>
                <a:lnTo>
                  <a:pt x="3953" y="1161"/>
                </a:lnTo>
                <a:lnTo>
                  <a:pt x="3619" y="1369"/>
                </a:lnTo>
                <a:lnTo>
                  <a:pt x="3298" y="1593"/>
                </a:lnTo>
                <a:lnTo>
                  <a:pt x="2987" y="1831"/>
                </a:lnTo>
                <a:lnTo>
                  <a:pt x="2690" y="2083"/>
                </a:lnTo>
                <a:lnTo>
                  <a:pt x="2404" y="2348"/>
                </a:lnTo>
                <a:lnTo>
                  <a:pt x="2132" y="2627"/>
                </a:lnTo>
                <a:lnTo>
                  <a:pt x="1875" y="2918"/>
                </a:lnTo>
                <a:lnTo>
                  <a:pt x="1631" y="3220"/>
                </a:lnTo>
                <a:lnTo>
                  <a:pt x="1402" y="3535"/>
                </a:lnTo>
                <a:lnTo>
                  <a:pt x="1188" y="3861"/>
                </a:lnTo>
                <a:lnTo>
                  <a:pt x="991" y="4195"/>
                </a:lnTo>
                <a:lnTo>
                  <a:pt x="810" y="4541"/>
                </a:lnTo>
                <a:lnTo>
                  <a:pt x="645" y="4897"/>
                </a:lnTo>
                <a:lnTo>
                  <a:pt x="498" y="5261"/>
                </a:lnTo>
                <a:lnTo>
                  <a:pt x="369" y="5634"/>
                </a:lnTo>
                <a:lnTo>
                  <a:pt x="259" y="6014"/>
                </a:lnTo>
                <a:lnTo>
                  <a:pt x="167" y="6402"/>
                </a:lnTo>
                <a:lnTo>
                  <a:pt x="94" y="6797"/>
                </a:lnTo>
                <a:lnTo>
                  <a:pt x="42" y="7198"/>
                </a:lnTo>
                <a:lnTo>
                  <a:pt x="10" y="7605"/>
                </a:lnTo>
                <a:lnTo>
                  <a:pt x="0" y="8018"/>
                </a:lnTo>
                <a:lnTo>
                  <a:pt x="10" y="8431"/>
                </a:lnTo>
                <a:lnTo>
                  <a:pt x="42" y="8838"/>
                </a:lnTo>
                <a:lnTo>
                  <a:pt x="94" y="9239"/>
                </a:lnTo>
                <a:lnTo>
                  <a:pt x="167" y="9634"/>
                </a:lnTo>
                <a:lnTo>
                  <a:pt x="259" y="10021"/>
                </a:lnTo>
                <a:lnTo>
                  <a:pt x="369" y="10402"/>
                </a:lnTo>
                <a:lnTo>
                  <a:pt x="498" y="10774"/>
                </a:lnTo>
                <a:lnTo>
                  <a:pt x="645" y="11139"/>
                </a:lnTo>
                <a:lnTo>
                  <a:pt x="810" y="11494"/>
                </a:lnTo>
                <a:lnTo>
                  <a:pt x="991" y="11840"/>
                </a:lnTo>
                <a:lnTo>
                  <a:pt x="1188" y="12175"/>
                </a:lnTo>
                <a:lnTo>
                  <a:pt x="1402" y="12501"/>
                </a:lnTo>
                <a:lnTo>
                  <a:pt x="1631" y="12815"/>
                </a:lnTo>
                <a:lnTo>
                  <a:pt x="1875" y="13118"/>
                </a:lnTo>
                <a:lnTo>
                  <a:pt x="2132" y="13409"/>
                </a:lnTo>
                <a:lnTo>
                  <a:pt x="2404" y="13688"/>
                </a:lnTo>
                <a:lnTo>
                  <a:pt x="2690" y="13953"/>
                </a:lnTo>
                <a:lnTo>
                  <a:pt x="2987" y="14205"/>
                </a:lnTo>
                <a:lnTo>
                  <a:pt x="3298" y="14443"/>
                </a:lnTo>
                <a:lnTo>
                  <a:pt x="3619" y="14667"/>
                </a:lnTo>
                <a:lnTo>
                  <a:pt x="3953" y="14875"/>
                </a:lnTo>
                <a:lnTo>
                  <a:pt x="4297" y="15068"/>
                </a:lnTo>
                <a:lnTo>
                  <a:pt x="4651" y="15245"/>
                </a:lnTo>
                <a:lnTo>
                  <a:pt x="5014" y="15406"/>
                </a:lnTo>
                <a:lnTo>
                  <a:pt x="5386" y="15550"/>
                </a:lnTo>
                <a:lnTo>
                  <a:pt x="5768" y="15675"/>
                </a:lnTo>
                <a:lnTo>
                  <a:pt x="6158" y="15783"/>
                </a:lnTo>
                <a:lnTo>
                  <a:pt x="6555" y="15873"/>
                </a:lnTo>
                <a:lnTo>
                  <a:pt x="6960" y="15944"/>
                </a:lnTo>
                <a:lnTo>
                  <a:pt x="7370" y="15995"/>
                </a:lnTo>
                <a:lnTo>
                  <a:pt x="7787" y="16026"/>
                </a:lnTo>
                <a:lnTo>
                  <a:pt x="8210" y="16036"/>
                </a:lnTo>
                <a:lnTo>
                  <a:pt x="8632" y="16026"/>
                </a:lnTo>
                <a:lnTo>
                  <a:pt x="9049" y="15995"/>
                </a:lnTo>
                <a:lnTo>
                  <a:pt x="9459" y="15944"/>
                </a:lnTo>
                <a:lnTo>
                  <a:pt x="9864" y="15873"/>
                </a:lnTo>
                <a:lnTo>
                  <a:pt x="10261" y="15783"/>
                </a:lnTo>
                <a:lnTo>
                  <a:pt x="10651" y="15675"/>
                </a:lnTo>
                <a:lnTo>
                  <a:pt x="11033" y="15550"/>
                </a:lnTo>
                <a:lnTo>
                  <a:pt x="11405" y="15406"/>
                </a:lnTo>
                <a:lnTo>
                  <a:pt x="11768" y="15245"/>
                </a:lnTo>
                <a:lnTo>
                  <a:pt x="12122" y="15068"/>
                </a:lnTo>
                <a:lnTo>
                  <a:pt x="12466" y="14875"/>
                </a:lnTo>
                <a:lnTo>
                  <a:pt x="12800" y="14667"/>
                </a:lnTo>
                <a:lnTo>
                  <a:pt x="13122" y="14443"/>
                </a:lnTo>
                <a:lnTo>
                  <a:pt x="13432" y="14205"/>
                </a:lnTo>
                <a:lnTo>
                  <a:pt x="13729" y="13953"/>
                </a:lnTo>
                <a:lnTo>
                  <a:pt x="14015" y="13688"/>
                </a:lnTo>
                <a:lnTo>
                  <a:pt x="14287" y="13409"/>
                </a:lnTo>
                <a:lnTo>
                  <a:pt x="14544" y="13118"/>
                </a:lnTo>
                <a:lnTo>
                  <a:pt x="14788" y="12815"/>
                </a:lnTo>
                <a:lnTo>
                  <a:pt x="15017" y="12501"/>
                </a:lnTo>
                <a:lnTo>
                  <a:pt x="15231" y="12175"/>
                </a:lnTo>
                <a:lnTo>
                  <a:pt x="15428" y="11840"/>
                </a:lnTo>
                <a:lnTo>
                  <a:pt x="15609" y="11494"/>
                </a:lnTo>
                <a:lnTo>
                  <a:pt x="15774" y="11139"/>
                </a:lnTo>
                <a:lnTo>
                  <a:pt x="15921" y="10774"/>
                </a:lnTo>
                <a:lnTo>
                  <a:pt x="16050" y="10402"/>
                </a:lnTo>
                <a:lnTo>
                  <a:pt x="16160" y="10021"/>
                </a:lnTo>
                <a:lnTo>
                  <a:pt x="16253" y="9634"/>
                </a:lnTo>
                <a:lnTo>
                  <a:pt x="16325" y="9239"/>
                </a:lnTo>
                <a:lnTo>
                  <a:pt x="16377" y="8838"/>
                </a:lnTo>
                <a:lnTo>
                  <a:pt x="16409" y="8431"/>
                </a:lnTo>
                <a:lnTo>
                  <a:pt x="16419" y="8018"/>
                </a:lnTo>
                <a:lnTo>
                  <a:pt x="16409" y="7605"/>
                </a:lnTo>
                <a:lnTo>
                  <a:pt x="16377" y="7198"/>
                </a:lnTo>
                <a:lnTo>
                  <a:pt x="16325" y="6797"/>
                </a:lnTo>
                <a:lnTo>
                  <a:pt x="16253" y="6402"/>
                </a:lnTo>
                <a:lnTo>
                  <a:pt x="16160" y="6014"/>
                </a:lnTo>
                <a:lnTo>
                  <a:pt x="16050" y="5634"/>
                </a:lnTo>
                <a:lnTo>
                  <a:pt x="15921" y="5261"/>
                </a:lnTo>
                <a:lnTo>
                  <a:pt x="15774" y="4897"/>
                </a:lnTo>
                <a:lnTo>
                  <a:pt x="15609" y="4541"/>
                </a:lnTo>
                <a:lnTo>
                  <a:pt x="15428" y="4195"/>
                </a:lnTo>
                <a:lnTo>
                  <a:pt x="15231" y="3861"/>
                </a:lnTo>
                <a:lnTo>
                  <a:pt x="15017" y="3535"/>
                </a:lnTo>
                <a:lnTo>
                  <a:pt x="14788" y="3220"/>
                </a:lnTo>
                <a:lnTo>
                  <a:pt x="14544" y="2918"/>
                </a:lnTo>
                <a:lnTo>
                  <a:pt x="14287" y="2627"/>
                </a:lnTo>
                <a:lnTo>
                  <a:pt x="14015" y="2348"/>
                </a:lnTo>
                <a:lnTo>
                  <a:pt x="13729" y="2083"/>
                </a:lnTo>
                <a:lnTo>
                  <a:pt x="13432" y="1831"/>
                </a:lnTo>
                <a:lnTo>
                  <a:pt x="13122" y="1593"/>
                </a:lnTo>
                <a:lnTo>
                  <a:pt x="12800" y="1369"/>
                </a:lnTo>
                <a:lnTo>
                  <a:pt x="12466" y="1161"/>
                </a:lnTo>
                <a:lnTo>
                  <a:pt x="12122" y="967"/>
                </a:lnTo>
                <a:lnTo>
                  <a:pt x="11768" y="791"/>
                </a:lnTo>
                <a:lnTo>
                  <a:pt x="11405" y="630"/>
                </a:lnTo>
                <a:lnTo>
                  <a:pt x="11033" y="486"/>
                </a:lnTo>
                <a:lnTo>
                  <a:pt x="10651" y="361"/>
                </a:lnTo>
                <a:lnTo>
                  <a:pt x="10261" y="253"/>
                </a:lnTo>
                <a:lnTo>
                  <a:pt x="9864" y="162"/>
                </a:lnTo>
                <a:lnTo>
                  <a:pt x="9459" y="92"/>
                </a:lnTo>
                <a:lnTo>
                  <a:pt x="9049" y="41"/>
                </a:lnTo>
                <a:lnTo>
                  <a:pt x="8632" y="10"/>
                </a:lnTo>
                <a:lnTo>
                  <a:pt x="8210" y="0"/>
                </a:lnTo>
                <a:close/>
              </a:path>
            </a:pathLst>
          </a:custGeom>
          <a:solidFill>
            <a:sysClr val="window" lastClr="FFFFFF"/>
          </a:solidFill>
          <a:ln>
            <a:noFill/>
          </a:ln>
        </p:spPr>
        <p:txBody>
          <a:bodyPr lIns="68580" tIns="34290" rIns="68580" bIns="34290"/>
          <a:lstStyle/>
          <a:p>
            <a:pPr>
              <a:defRPr/>
            </a:pPr>
            <a:endParaRPr lang="id-ID" sz="1350">
              <a:latin typeface="微软雅黑" panose="020B0503020204020204" pitchFamily="34" charset="-122"/>
              <a:ea typeface="微软雅黑" panose="020B0503020204020204" pitchFamily="34" charset="-122"/>
            </a:endParaRPr>
          </a:p>
        </p:txBody>
      </p:sp>
      <p:sp>
        <p:nvSpPr>
          <p:cNvPr id="68" name="Freeform 100"/>
          <p:cNvSpPr>
            <a:spLocks noEditPoints="1"/>
          </p:cNvSpPr>
          <p:nvPr>
            <p:custDataLst>
              <p:tags r:id="rId11"/>
            </p:custDataLst>
          </p:nvPr>
        </p:nvSpPr>
        <p:spPr bwMode="auto">
          <a:xfrm>
            <a:off x="8780463" y="4360863"/>
            <a:ext cx="374650" cy="542925"/>
          </a:xfrm>
          <a:custGeom>
            <a:avLst/>
            <a:gdLst>
              <a:gd name="T0" fmla="*/ 2887 w 11063"/>
              <a:gd name="T1" fmla="*/ 9929 h 16058"/>
              <a:gd name="T2" fmla="*/ 2451 w 11063"/>
              <a:gd name="T3" fmla="*/ 9123 h 16058"/>
              <a:gd name="T4" fmla="*/ 1855 w 11063"/>
              <a:gd name="T5" fmla="*/ 8041 h 16058"/>
              <a:gd name="T6" fmla="*/ 1427 w 11063"/>
              <a:gd name="T7" fmla="*/ 7165 h 16058"/>
              <a:gd name="T8" fmla="*/ 1122 w 11063"/>
              <a:gd name="T9" fmla="*/ 6318 h 16058"/>
              <a:gd name="T10" fmla="*/ 1006 w 11063"/>
              <a:gd name="T11" fmla="*/ 5520 h 16058"/>
              <a:gd name="T12" fmla="*/ 1362 w 11063"/>
              <a:gd name="T13" fmla="*/ 3764 h 16058"/>
              <a:gd name="T14" fmla="*/ 2332 w 11063"/>
              <a:gd name="T15" fmla="*/ 2327 h 16058"/>
              <a:gd name="T16" fmla="*/ 3771 w 11063"/>
              <a:gd name="T17" fmla="*/ 1359 h 16058"/>
              <a:gd name="T18" fmla="*/ 5532 w 11063"/>
              <a:gd name="T19" fmla="*/ 1004 h 16058"/>
              <a:gd name="T20" fmla="*/ 7292 w 11063"/>
              <a:gd name="T21" fmla="*/ 1359 h 16058"/>
              <a:gd name="T22" fmla="*/ 8731 w 11063"/>
              <a:gd name="T23" fmla="*/ 2327 h 16058"/>
              <a:gd name="T24" fmla="*/ 9701 w 11063"/>
              <a:gd name="T25" fmla="*/ 3764 h 16058"/>
              <a:gd name="T26" fmla="*/ 10057 w 11063"/>
              <a:gd name="T27" fmla="*/ 5520 h 16058"/>
              <a:gd name="T28" fmla="*/ 9941 w 11063"/>
              <a:gd name="T29" fmla="*/ 6314 h 16058"/>
              <a:gd name="T30" fmla="*/ 9636 w 11063"/>
              <a:gd name="T31" fmla="*/ 7163 h 16058"/>
              <a:gd name="T32" fmla="*/ 9207 w 11063"/>
              <a:gd name="T33" fmla="*/ 8042 h 16058"/>
              <a:gd name="T34" fmla="*/ 8612 w 11063"/>
              <a:gd name="T35" fmla="*/ 9129 h 16058"/>
              <a:gd name="T36" fmla="*/ 8179 w 11063"/>
              <a:gd name="T37" fmla="*/ 9932 h 16058"/>
              <a:gd name="T38" fmla="*/ 5484 w 11063"/>
              <a:gd name="T39" fmla="*/ 15054 h 16058"/>
              <a:gd name="T40" fmla="*/ 5160 w 11063"/>
              <a:gd name="T41" fmla="*/ 15030 h 16058"/>
              <a:gd name="T42" fmla="*/ 4907 w 11063"/>
              <a:gd name="T43" fmla="*/ 14937 h 16058"/>
              <a:gd name="T44" fmla="*/ 4698 w 11063"/>
              <a:gd name="T45" fmla="*/ 14732 h 16058"/>
              <a:gd name="T46" fmla="*/ 6658 w 11063"/>
              <a:gd name="T47" fmla="*/ 14161 h 16058"/>
              <a:gd name="T48" fmla="*/ 6436 w 11063"/>
              <a:gd name="T49" fmla="*/ 14651 h 16058"/>
              <a:gd name="T50" fmla="*/ 6202 w 11063"/>
              <a:gd name="T51" fmla="*/ 14919 h 16058"/>
              <a:gd name="T52" fmla="*/ 5915 w 11063"/>
              <a:gd name="T53" fmla="*/ 15031 h 16058"/>
              <a:gd name="T54" fmla="*/ 5532 w 11063"/>
              <a:gd name="T55" fmla="*/ 15054 h 16058"/>
              <a:gd name="T56" fmla="*/ 3763 w 11063"/>
              <a:gd name="T57" fmla="*/ 12094 h 16058"/>
              <a:gd name="T58" fmla="*/ 3603 w 11063"/>
              <a:gd name="T59" fmla="*/ 11605 h 16058"/>
              <a:gd name="T60" fmla="*/ 7351 w 11063"/>
              <a:gd name="T61" fmla="*/ 11943 h 16058"/>
              <a:gd name="T62" fmla="*/ 4290 w 11063"/>
              <a:gd name="T63" fmla="*/ 13799 h 16058"/>
              <a:gd name="T64" fmla="*/ 4145 w 11063"/>
              <a:gd name="T65" fmla="*/ 13340 h 16058"/>
              <a:gd name="T66" fmla="*/ 7149 w 11063"/>
              <a:gd name="T67" fmla="*/ 12594 h 16058"/>
              <a:gd name="T68" fmla="*/ 7016 w 11063"/>
              <a:gd name="T69" fmla="*/ 13038 h 16058"/>
              <a:gd name="T70" fmla="*/ 6835 w 11063"/>
              <a:gd name="T71" fmla="*/ 13637 h 16058"/>
              <a:gd name="T72" fmla="*/ 3630 w 11063"/>
              <a:gd name="T73" fmla="*/ 335 h 16058"/>
              <a:gd name="T74" fmla="*/ 1812 w 11063"/>
              <a:gd name="T75" fmla="*/ 1434 h 16058"/>
              <a:gd name="T76" fmla="*/ 545 w 11063"/>
              <a:gd name="T77" fmla="*/ 3127 h 16058"/>
              <a:gd name="T78" fmla="*/ 7 w 11063"/>
              <a:gd name="T79" fmla="*/ 5236 h 16058"/>
              <a:gd name="T80" fmla="*/ 234 w 11063"/>
              <a:gd name="T81" fmla="*/ 6861 h 16058"/>
              <a:gd name="T82" fmla="*/ 910 w 11063"/>
              <a:gd name="T83" fmla="*/ 8405 h 16058"/>
              <a:gd name="T84" fmla="*/ 1748 w 11063"/>
              <a:gd name="T85" fmla="*/ 9927 h 16058"/>
              <a:gd name="T86" fmla="*/ 2463 w 11063"/>
              <a:gd name="T87" fmla="*/ 11392 h 16058"/>
              <a:gd name="T88" fmla="*/ 3065 w 11063"/>
              <a:gd name="T89" fmla="*/ 13245 h 16058"/>
              <a:gd name="T90" fmla="*/ 3552 w 11063"/>
              <a:gd name="T91" fmla="*/ 14718 h 16058"/>
              <a:gd name="T92" fmla="*/ 4207 w 11063"/>
              <a:gd name="T93" fmla="*/ 15672 h 16058"/>
              <a:gd name="T94" fmla="*/ 5340 w 11063"/>
              <a:gd name="T95" fmla="*/ 16053 h 16058"/>
              <a:gd name="T96" fmla="*/ 6643 w 11063"/>
              <a:gd name="T97" fmla="*/ 15823 h 16058"/>
              <a:gd name="T98" fmla="*/ 7387 w 11063"/>
              <a:gd name="T99" fmla="*/ 15011 h 16058"/>
              <a:gd name="T100" fmla="*/ 7880 w 11063"/>
              <a:gd name="T101" fmla="*/ 13666 h 16058"/>
              <a:gd name="T102" fmla="*/ 8442 w 11063"/>
              <a:gd name="T103" fmla="*/ 11841 h 16058"/>
              <a:gd name="T104" fmla="*/ 9115 w 11063"/>
              <a:gd name="T105" fmla="*/ 10307 h 16058"/>
              <a:gd name="T106" fmla="*/ 9949 w 11063"/>
              <a:gd name="T107" fmla="*/ 8788 h 16058"/>
              <a:gd name="T108" fmla="*/ 10691 w 11063"/>
              <a:gd name="T109" fmla="*/ 7241 h 16058"/>
              <a:gd name="T110" fmla="*/ 11058 w 11063"/>
              <a:gd name="T111" fmla="*/ 5709 h 16058"/>
              <a:gd name="T112" fmla="*/ 10727 w 11063"/>
              <a:gd name="T113" fmla="*/ 3622 h 16058"/>
              <a:gd name="T114" fmla="*/ 9626 w 11063"/>
              <a:gd name="T115" fmla="*/ 1809 h 16058"/>
              <a:gd name="T116" fmla="*/ 7929 w 11063"/>
              <a:gd name="T117" fmla="*/ 544 h 16058"/>
              <a:gd name="T118" fmla="*/ 5816 w 11063"/>
              <a:gd name="T119" fmla="*/ 7 h 160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1063" h="16058">
                <a:moveTo>
                  <a:pt x="7881" y="10538"/>
                </a:moveTo>
                <a:lnTo>
                  <a:pt x="3187" y="10538"/>
                </a:lnTo>
                <a:lnTo>
                  <a:pt x="3140" y="10437"/>
                </a:lnTo>
                <a:lnTo>
                  <a:pt x="3092" y="10335"/>
                </a:lnTo>
                <a:lnTo>
                  <a:pt x="3041" y="10234"/>
                </a:lnTo>
                <a:lnTo>
                  <a:pt x="2991" y="10132"/>
                </a:lnTo>
                <a:lnTo>
                  <a:pt x="2940" y="10030"/>
                </a:lnTo>
                <a:lnTo>
                  <a:pt x="2887" y="9929"/>
                </a:lnTo>
                <a:lnTo>
                  <a:pt x="2835" y="9827"/>
                </a:lnTo>
                <a:lnTo>
                  <a:pt x="2781" y="9727"/>
                </a:lnTo>
                <a:lnTo>
                  <a:pt x="2728" y="9626"/>
                </a:lnTo>
                <a:lnTo>
                  <a:pt x="2672" y="9524"/>
                </a:lnTo>
                <a:lnTo>
                  <a:pt x="2618" y="9424"/>
                </a:lnTo>
                <a:lnTo>
                  <a:pt x="2563" y="9324"/>
                </a:lnTo>
                <a:lnTo>
                  <a:pt x="2507" y="9223"/>
                </a:lnTo>
                <a:lnTo>
                  <a:pt x="2451" y="9123"/>
                </a:lnTo>
                <a:lnTo>
                  <a:pt x="2396" y="9024"/>
                </a:lnTo>
                <a:lnTo>
                  <a:pt x="2340" y="8924"/>
                </a:lnTo>
                <a:lnTo>
                  <a:pt x="2217" y="8703"/>
                </a:lnTo>
                <a:lnTo>
                  <a:pt x="2094" y="8483"/>
                </a:lnTo>
                <a:lnTo>
                  <a:pt x="2034" y="8372"/>
                </a:lnTo>
                <a:lnTo>
                  <a:pt x="1973" y="8262"/>
                </a:lnTo>
                <a:lnTo>
                  <a:pt x="1914" y="8151"/>
                </a:lnTo>
                <a:lnTo>
                  <a:pt x="1855" y="8041"/>
                </a:lnTo>
                <a:lnTo>
                  <a:pt x="1796" y="7931"/>
                </a:lnTo>
                <a:lnTo>
                  <a:pt x="1740" y="7820"/>
                </a:lnTo>
                <a:lnTo>
                  <a:pt x="1684" y="7711"/>
                </a:lnTo>
                <a:lnTo>
                  <a:pt x="1629" y="7600"/>
                </a:lnTo>
                <a:lnTo>
                  <a:pt x="1576" y="7491"/>
                </a:lnTo>
                <a:lnTo>
                  <a:pt x="1525" y="7383"/>
                </a:lnTo>
                <a:lnTo>
                  <a:pt x="1475" y="7273"/>
                </a:lnTo>
                <a:lnTo>
                  <a:pt x="1427" y="7165"/>
                </a:lnTo>
                <a:lnTo>
                  <a:pt x="1381" y="7057"/>
                </a:lnTo>
                <a:lnTo>
                  <a:pt x="1337" y="6950"/>
                </a:lnTo>
                <a:lnTo>
                  <a:pt x="1294" y="6843"/>
                </a:lnTo>
                <a:lnTo>
                  <a:pt x="1255" y="6736"/>
                </a:lnTo>
                <a:lnTo>
                  <a:pt x="1218" y="6631"/>
                </a:lnTo>
                <a:lnTo>
                  <a:pt x="1183" y="6526"/>
                </a:lnTo>
                <a:lnTo>
                  <a:pt x="1151" y="6421"/>
                </a:lnTo>
                <a:lnTo>
                  <a:pt x="1122" y="6318"/>
                </a:lnTo>
                <a:lnTo>
                  <a:pt x="1095" y="6214"/>
                </a:lnTo>
                <a:lnTo>
                  <a:pt x="1072" y="6112"/>
                </a:lnTo>
                <a:lnTo>
                  <a:pt x="1053" y="6012"/>
                </a:lnTo>
                <a:lnTo>
                  <a:pt x="1036" y="5911"/>
                </a:lnTo>
                <a:lnTo>
                  <a:pt x="1023" y="5812"/>
                </a:lnTo>
                <a:lnTo>
                  <a:pt x="1014" y="5714"/>
                </a:lnTo>
                <a:lnTo>
                  <a:pt x="1008" y="5616"/>
                </a:lnTo>
                <a:lnTo>
                  <a:pt x="1006" y="5520"/>
                </a:lnTo>
                <a:lnTo>
                  <a:pt x="1012" y="5288"/>
                </a:lnTo>
                <a:lnTo>
                  <a:pt x="1029" y="5059"/>
                </a:lnTo>
                <a:lnTo>
                  <a:pt x="1058" y="4833"/>
                </a:lnTo>
                <a:lnTo>
                  <a:pt x="1098" y="4611"/>
                </a:lnTo>
                <a:lnTo>
                  <a:pt x="1149" y="4393"/>
                </a:lnTo>
                <a:lnTo>
                  <a:pt x="1210" y="4178"/>
                </a:lnTo>
                <a:lnTo>
                  <a:pt x="1280" y="3968"/>
                </a:lnTo>
                <a:lnTo>
                  <a:pt x="1362" y="3764"/>
                </a:lnTo>
                <a:lnTo>
                  <a:pt x="1452" y="3564"/>
                </a:lnTo>
                <a:lnTo>
                  <a:pt x="1553" y="3369"/>
                </a:lnTo>
                <a:lnTo>
                  <a:pt x="1661" y="3179"/>
                </a:lnTo>
                <a:lnTo>
                  <a:pt x="1779" y="2997"/>
                </a:lnTo>
                <a:lnTo>
                  <a:pt x="1906" y="2819"/>
                </a:lnTo>
                <a:lnTo>
                  <a:pt x="2041" y="2649"/>
                </a:lnTo>
                <a:lnTo>
                  <a:pt x="2182" y="2485"/>
                </a:lnTo>
                <a:lnTo>
                  <a:pt x="2332" y="2327"/>
                </a:lnTo>
                <a:lnTo>
                  <a:pt x="2490" y="2178"/>
                </a:lnTo>
                <a:lnTo>
                  <a:pt x="2654" y="2036"/>
                </a:lnTo>
                <a:lnTo>
                  <a:pt x="2825" y="1902"/>
                </a:lnTo>
                <a:lnTo>
                  <a:pt x="3003" y="1776"/>
                </a:lnTo>
                <a:lnTo>
                  <a:pt x="3186" y="1658"/>
                </a:lnTo>
                <a:lnTo>
                  <a:pt x="3376" y="1550"/>
                </a:lnTo>
                <a:lnTo>
                  <a:pt x="3571" y="1449"/>
                </a:lnTo>
                <a:lnTo>
                  <a:pt x="3771" y="1359"/>
                </a:lnTo>
                <a:lnTo>
                  <a:pt x="3977" y="1279"/>
                </a:lnTo>
                <a:lnTo>
                  <a:pt x="4187" y="1207"/>
                </a:lnTo>
                <a:lnTo>
                  <a:pt x="4402" y="1146"/>
                </a:lnTo>
                <a:lnTo>
                  <a:pt x="4620" y="1096"/>
                </a:lnTo>
                <a:lnTo>
                  <a:pt x="4843" y="1056"/>
                </a:lnTo>
                <a:lnTo>
                  <a:pt x="5069" y="1027"/>
                </a:lnTo>
                <a:lnTo>
                  <a:pt x="5299" y="1010"/>
                </a:lnTo>
                <a:lnTo>
                  <a:pt x="5532" y="1004"/>
                </a:lnTo>
                <a:lnTo>
                  <a:pt x="5764" y="1010"/>
                </a:lnTo>
                <a:lnTo>
                  <a:pt x="5993" y="1027"/>
                </a:lnTo>
                <a:lnTo>
                  <a:pt x="6219" y="1056"/>
                </a:lnTo>
                <a:lnTo>
                  <a:pt x="6443" y="1096"/>
                </a:lnTo>
                <a:lnTo>
                  <a:pt x="6661" y="1146"/>
                </a:lnTo>
                <a:lnTo>
                  <a:pt x="6876" y="1207"/>
                </a:lnTo>
                <a:lnTo>
                  <a:pt x="7086" y="1279"/>
                </a:lnTo>
                <a:lnTo>
                  <a:pt x="7292" y="1359"/>
                </a:lnTo>
                <a:lnTo>
                  <a:pt x="7492" y="1449"/>
                </a:lnTo>
                <a:lnTo>
                  <a:pt x="7687" y="1550"/>
                </a:lnTo>
                <a:lnTo>
                  <a:pt x="7877" y="1658"/>
                </a:lnTo>
                <a:lnTo>
                  <a:pt x="8060" y="1776"/>
                </a:lnTo>
                <a:lnTo>
                  <a:pt x="8238" y="1902"/>
                </a:lnTo>
                <a:lnTo>
                  <a:pt x="8409" y="2036"/>
                </a:lnTo>
                <a:lnTo>
                  <a:pt x="8573" y="2178"/>
                </a:lnTo>
                <a:lnTo>
                  <a:pt x="8731" y="2327"/>
                </a:lnTo>
                <a:lnTo>
                  <a:pt x="8881" y="2485"/>
                </a:lnTo>
                <a:lnTo>
                  <a:pt x="9022" y="2649"/>
                </a:lnTo>
                <a:lnTo>
                  <a:pt x="9157" y="2819"/>
                </a:lnTo>
                <a:lnTo>
                  <a:pt x="9283" y="2997"/>
                </a:lnTo>
                <a:lnTo>
                  <a:pt x="9402" y="3179"/>
                </a:lnTo>
                <a:lnTo>
                  <a:pt x="9510" y="3369"/>
                </a:lnTo>
                <a:lnTo>
                  <a:pt x="9611" y="3564"/>
                </a:lnTo>
                <a:lnTo>
                  <a:pt x="9701" y="3764"/>
                </a:lnTo>
                <a:lnTo>
                  <a:pt x="9783" y="3968"/>
                </a:lnTo>
                <a:lnTo>
                  <a:pt x="9853" y="4178"/>
                </a:lnTo>
                <a:lnTo>
                  <a:pt x="9914" y="4393"/>
                </a:lnTo>
                <a:lnTo>
                  <a:pt x="9965" y="4611"/>
                </a:lnTo>
                <a:lnTo>
                  <a:pt x="10005" y="4833"/>
                </a:lnTo>
                <a:lnTo>
                  <a:pt x="10034" y="5059"/>
                </a:lnTo>
                <a:lnTo>
                  <a:pt x="10051" y="5288"/>
                </a:lnTo>
                <a:lnTo>
                  <a:pt x="10057" y="5520"/>
                </a:lnTo>
                <a:lnTo>
                  <a:pt x="10055" y="5615"/>
                </a:lnTo>
                <a:lnTo>
                  <a:pt x="10049" y="5713"/>
                </a:lnTo>
                <a:lnTo>
                  <a:pt x="10040" y="5810"/>
                </a:lnTo>
                <a:lnTo>
                  <a:pt x="10027" y="5908"/>
                </a:lnTo>
                <a:lnTo>
                  <a:pt x="10010" y="6009"/>
                </a:lnTo>
                <a:lnTo>
                  <a:pt x="9990" y="6110"/>
                </a:lnTo>
                <a:lnTo>
                  <a:pt x="9967" y="6211"/>
                </a:lnTo>
                <a:lnTo>
                  <a:pt x="9941" y="6314"/>
                </a:lnTo>
                <a:lnTo>
                  <a:pt x="9911" y="6418"/>
                </a:lnTo>
                <a:lnTo>
                  <a:pt x="9880" y="6523"/>
                </a:lnTo>
                <a:lnTo>
                  <a:pt x="9845" y="6627"/>
                </a:lnTo>
                <a:lnTo>
                  <a:pt x="9808" y="6733"/>
                </a:lnTo>
                <a:lnTo>
                  <a:pt x="9769" y="6840"/>
                </a:lnTo>
                <a:lnTo>
                  <a:pt x="9726" y="6947"/>
                </a:lnTo>
                <a:lnTo>
                  <a:pt x="9682" y="7054"/>
                </a:lnTo>
                <a:lnTo>
                  <a:pt x="9636" y="7163"/>
                </a:lnTo>
                <a:lnTo>
                  <a:pt x="9588" y="7271"/>
                </a:lnTo>
                <a:lnTo>
                  <a:pt x="9538" y="7381"/>
                </a:lnTo>
                <a:lnTo>
                  <a:pt x="9486" y="7490"/>
                </a:lnTo>
                <a:lnTo>
                  <a:pt x="9433" y="7599"/>
                </a:lnTo>
                <a:lnTo>
                  <a:pt x="9378" y="7710"/>
                </a:lnTo>
                <a:lnTo>
                  <a:pt x="9323" y="7820"/>
                </a:lnTo>
                <a:lnTo>
                  <a:pt x="9266" y="7932"/>
                </a:lnTo>
                <a:lnTo>
                  <a:pt x="9207" y="8042"/>
                </a:lnTo>
                <a:lnTo>
                  <a:pt x="9149" y="8153"/>
                </a:lnTo>
                <a:lnTo>
                  <a:pt x="9089" y="8264"/>
                </a:lnTo>
                <a:lnTo>
                  <a:pt x="9028" y="8375"/>
                </a:lnTo>
                <a:lnTo>
                  <a:pt x="8968" y="8487"/>
                </a:lnTo>
                <a:lnTo>
                  <a:pt x="8845" y="8708"/>
                </a:lnTo>
                <a:lnTo>
                  <a:pt x="8722" y="8930"/>
                </a:lnTo>
                <a:lnTo>
                  <a:pt x="8667" y="9029"/>
                </a:lnTo>
                <a:lnTo>
                  <a:pt x="8612" y="9129"/>
                </a:lnTo>
                <a:lnTo>
                  <a:pt x="8557" y="9228"/>
                </a:lnTo>
                <a:lnTo>
                  <a:pt x="8501" y="9329"/>
                </a:lnTo>
                <a:lnTo>
                  <a:pt x="8447" y="9429"/>
                </a:lnTo>
                <a:lnTo>
                  <a:pt x="8392" y="9529"/>
                </a:lnTo>
                <a:lnTo>
                  <a:pt x="8338" y="9630"/>
                </a:lnTo>
                <a:lnTo>
                  <a:pt x="8284" y="9730"/>
                </a:lnTo>
                <a:lnTo>
                  <a:pt x="8231" y="9831"/>
                </a:lnTo>
                <a:lnTo>
                  <a:pt x="8179" y="9932"/>
                </a:lnTo>
                <a:lnTo>
                  <a:pt x="8127" y="10033"/>
                </a:lnTo>
                <a:lnTo>
                  <a:pt x="8076" y="10134"/>
                </a:lnTo>
                <a:lnTo>
                  <a:pt x="8026" y="10235"/>
                </a:lnTo>
                <a:lnTo>
                  <a:pt x="7976" y="10336"/>
                </a:lnTo>
                <a:lnTo>
                  <a:pt x="7928" y="10437"/>
                </a:lnTo>
                <a:lnTo>
                  <a:pt x="7881" y="10538"/>
                </a:lnTo>
                <a:close/>
                <a:moveTo>
                  <a:pt x="5532" y="15054"/>
                </a:moveTo>
                <a:lnTo>
                  <a:pt x="5484" y="15054"/>
                </a:lnTo>
                <a:lnTo>
                  <a:pt x="5439" y="15053"/>
                </a:lnTo>
                <a:lnTo>
                  <a:pt x="5395" y="15052"/>
                </a:lnTo>
                <a:lnTo>
                  <a:pt x="5352" y="15050"/>
                </a:lnTo>
                <a:lnTo>
                  <a:pt x="5311" y="15048"/>
                </a:lnTo>
                <a:lnTo>
                  <a:pt x="5272" y="15045"/>
                </a:lnTo>
                <a:lnTo>
                  <a:pt x="5234" y="15041"/>
                </a:lnTo>
                <a:lnTo>
                  <a:pt x="5197" y="15036"/>
                </a:lnTo>
                <a:lnTo>
                  <a:pt x="5160" y="15030"/>
                </a:lnTo>
                <a:lnTo>
                  <a:pt x="5125" y="15023"/>
                </a:lnTo>
                <a:lnTo>
                  <a:pt x="5091" y="15015"/>
                </a:lnTo>
                <a:lnTo>
                  <a:pt x="5059" y="15006"/>
                </a:lnTo>
                <a:lnTo>
                  <a:pt x="5027" y="14995"/>
                </a:lnTo>
                <a:lnTo>
                  <a:pt x="4995" y="14983"/>
                </a:lnTo>
                <a:lnTo>
                  <a:pt x="4965" y="14969"/>
                </a:lnTo>
                <a:lnTo>
                  <a:pt x="4936" y="14954"/>
                </a:lnTo>
                <a:lnTo>
                  <a:pt x="4907" y="14937"/>
                </a:lnTo>
                <a:lnTo>
                  <a:pt x="4880" y="14919"/>
                </a:lnTo>
                <a:lnTo>
                  <a:pt x="4852" y="14898"/>
                </a:lnTo>
                <a:lnTo>
                  <a:pt x="4825" y="14876"/>
                </a:lnTo>
                <a:lnTo>
                  <a:pt x="4799" y="14852"/>
                </a:lnTo>
                <a:lnTo>
                  <a:pt x="4773" y="14825"/>
                </a:lnTo>
                <a:lnTo>
                  <a:pt x="4748" y="14796"/>
                </a:lnTo>
                <a:lnTo>
                  <a:pt x="4723" y="14765"/>
                </a:lnTo>
                <a:lnTo>
                  <a:pt x="4698" y="14732"/>
                </a:lnTo>
                <a:lnTo>
                  <a:pt x="4673" y="14696"/>
                </a:lnTo>
                <a:lnTo>
                  <a:pt x="4648" y="14658"/>
                </a:lnTo>
                <a:lnTo>
                  <a:pt x="4624" y="14618"/>
                </a:lnTo>
                <a:lnTo>
                  <a:pt x="4600" y="14574"/>
                </a:lnTo>
                <a:lnTo>
                  <a:pt x="4576" y="14527"/>
                </a:lnTo>
                <a:lnTo>
                  <a:pt x="4552" y="14479"/>
                </a:lnTo>
                <a:lnTo>
                  <a:pt x="4527" y="14427"/>
                </a:lnTo>
                <a:lnTo>
                  <a:pt x="6658" y="14161"/>
                </a:lnTo>
                <a:lnTo>
                  <a:pt x="6630" y="14236"/>
                </a:lnTo>
                <a:lnTo>
                  <a:pt x="6602" y="14308"/>
                </a:lnTo>
                <a:lnTo>
                  <a:pt x="6573" y="14375"/>
                </a:lnTo>
                <a:lnTo>
                  <a:pt x="6546" y="14438"/>
                </a:lnTo>
                <a:lnTo>
                  <a:pt x="6518" y="14496"/>
                </a:lnTo>
                <a:lnTo>
                  <a:pt x="6491" y="14552"/>
                </a:lnTo>
                <a:lnTo>
                  <a:pt x="6464" y="14603"/>
                </a:lnTo>
                <a:lnTo>
                  <a:pt x="6436" y="14651"/>
                </a:lnTo>
                <a:lnTo>
                  <a:pt x="6408" y="14695"/>
                </a:lnTo>
                <a:lnTo>
                  <a:pt x="6380" y="14736"/>
                </a:lnTo>
                <a:lnTo>
                  <a:pt x="6352" y="14773"/>
                </a:lnTo>
                <a:lnTo>
                  <a:pt x="6323" y="14808"/>
                </a:lnTo>
                <a:lnTo>
                  <a:pt x="6294" y="14841"/>
                </a:lnTo>
                <a:lnTo>
                  <a:pt x="6264" y="14869"/>
                </a:lnTo>
                <a:lnTo>
                  <a:pt x="6233" y="14895"/>
                </a:lnTo>
                <a:lnTo>
                  <a:pt x="6202" y="14919"/>
                </a:lnTo>
                <a:lnTo>
                  <a:pt x="6170" y="14940"/>
                </a:lnTo>
                <a:lnTo>
                  <a:pt x="6137" y="14959"/>
                </a:lnTo>
                <a:lnTo>
                  <a:pt x="6103" y="14976"/>
                </a:lnTo>
                <a:lnTo>
                  <a:pt x="6068" y="14990"/>
                </a:lnTo>
                <a:lnTo>
                  <a:pt x="6031" y="15003"/>
                </a:lnTo>
                <a:lnTo>
                  <a:pt x="5994" y="15014"/>
                </a:lnTo>
                <a:lnTo>
                  <a:pt x="5955" y="15023"/>
                </a:lnTo>
                <a:lnTo>
                  <a:pt x="5915" y="15031"/>
                </a:lnTo>
                <a:lnTo>
                  <a:pt x="5873" y="15038"/>
                </a:lnTo>
                <a:lnTo>
                  <a:pt x="5829" y="15043"/>
                </a:lnTo>
                <a:lnTo>
                  <a:pt x="5785" y="15047"/>
                </a:lnTo>
                <a:lnTo>
                  <a:pt x="5738" y="15050"/>
                </a:lnTo>
                <a:lnTo>
                  <a:pt x="5689" y="15052"/>
                </a:lnTo>
                <a:lnTo>
                  <a:pt x="5638" y="15053"/>
                </a:lnTo>
                <a:lnTo>
                  <a:pt x="5586" y="15054"/>
                </a:lnTo>
                <a:lnTo>
                  <a:pt x="5532" y="15054"/>
                </a:lnTo>
                <a:close/>
                <a:moveTo>
                  <a:pt x="3890" y="12499"/>
                </a:moveTo>
                <a:lnTo>
                  <a:pt x="3873" y="12442"/>
                </a:lnTo>
                <a:lnTo>
                  <a:pt x="3855" y="12386"/>
                </a:lnTo>
                <a:lnTo>
                  <a:pt x="3838" y="12328"/>
                </a:lnTo>
                <a:lnTo>
                  <a:pt x="3820" y="12269"/>
                </a:lnTo>
                <a:lnTo>
                  <a:pt x="3802" y="12211"/>
                </a:lnTo>
                <a:lnTo>
                  <a:pt x="3783" y="12153"/>
                </a:lnTo>
                <a:lnTo>
                  <a:pt x="3763" y="12094"/>
                </a:lnTo>
                <a:lnTo>
                  <a:pt x="3744" y="12033"/>
                </a:lnTo>
                <a:lnTo>
                  <a:pt x="3725" y="11974"/>
                </a:lnTo>
                <a:lnTo>
                  <a:pt x="3705" y="11913"/>
                </a:lnTo>
                <a:lnTo>
                  <a:pt x="3685" y="11853"/>
                </a:lnTo>
                <a:lnTo>
                  <a:pt x="3665" y="11792"/>
                </a:lnTo>
                <a:lnTo>
                  <a:pt x="3645" y="11729"/>
                </a:lnTo>
                <a:lnTo>
                  <a:pt x="3624" y="11667"/>
                </a:lnTo>
                <a:lnTo>
                  <a:pt x="3603" y="11605"/>
                </a:lnTo>
                <a:lnTo>
                  <a:pt x="3581" y="11542"/>
                </a:lnTo>
                <a:lnTo>
                  <a:pt x="7487" y="11542"/>
                </a:lnTo>
                <a:lnTo>
                  <a:pt x="7464" y="11609"/>
                </a:lnTo>
                <a:lnTo>
                  <a:pt x="7440" y="11677"/>
                </a:lnTo>
                <a:lnTo>
                  <a:pt x="7417" y="11744"/>
                </a:lnTo>
                <a:lnTo>
                  <a:pt x="7395" y="11811"/>
                </a:lnTo>
                <a:lnTo>
                  <a:pt x="7373" y="11878"/>
                </a:lnTo>
                <a:lnTo>
                  <a:pt x="7351" y="11943"/>
                </a:lnTo>
                <a:lnTo>
                  <a:pt x="7330" y="12008"/>
                </a:lnTo>
                <a:lnTo>
                  <a:pt x="7309" y="12074"/>
                </a:lnTo>
                <a:lnTo>
                  <a:pt x="3890" y="12499"/>
                </a:lnTo>
                <a:close/>
                <a:moveTo>
                  <a:pt x="6835" y="13637"/>
                </a:moveTo>
                <a:lnTo>
                  <a:pt x="4342" y="13948"/>
                </a:lnTo>
                <a:lnTo>
                  <a:pt x="4325" y="13899"/>
                </a:lnTo>
                <a:lnTo>
                  <a:pt x="4309" y="13850"/>
                </a:lnTo>
                <a:lnTo>
                  <a:pt x="4290" y="13799"/>
                </a:lnTo>
                <a:lnTo>
                  <a:pt x="4273" y="13747"/>
                </a:lnTo>
                <a:lnTo>
                  <a:pt x="4256" y="13693"/>
                </a:lnTo>
                <a:lnTo>
                  <a:pt x="4238" y="13638"/>
                </a:lnTo>
                <a:lnTo>
                  <a:pt x="4220" y="13582"/>
                </a:lnTo>
                <a:lnTo>
                  <a:pt x="4202" y="13524"/>
                </a:lnTo>
                <a:lnTo>
                  <a:pt x="4183" y="13465"/>
                </a:lnTo>
                <a:lnTo>
                  <a:pt x="4164" y="13403"/>
                </a:lnTo>
                <a:lnTo>
                  <a:pt x="4145" y="13340"/>
                </a:lnTo>
                <a:lnTo>
                  <a:pt x="4124" y="13276"/>
                </a:lnTo>
                <a:lnTo>
                  <a:pt x="4104" y="13210"/>
                </a:lnTo>
                <a:lnTo>
                  <a:pt x="4083" y="13141"/>
                </a:lnTo>
                <a:lnTo>
                  <a:pt x="4062" y="13070"/>
                </a:lnTo>
                <a:lnTo>
                  <a:pt x="4041" y="12998"/>
                </a:lnTo>
                <a:lnTo>
                  <a:pt x="4038" y="12990"/>
                </a:lnTo>
                <a:lnTo>
                  <a:pt x="4036" y="12983"/>
                </a:lnTo>
                <a:lnTo>
                  <a:pt x="7149" y="12594"/>
                </a:lnTo>
                <a:lnTo>
                  <a:pt x="7132" y="12651"/>
                </a:lnTo>
                <a:lnTo>
                  <a:pt x="7116" y="12707"/>
                </a:lnTo>
                <a:lnTo>
                  <a:pt x="7098" y="12763"/>
                </a:lnTo>
                <a:lnTo>
                  <a:pt x="7081" y="12819"/>
                </a:lnTo>
                <a:lnTo>
                  <a:pt x="7064" y="12876"/>
                </a:lnTo>
                <a:lnTo>
                  <a:pt x="7047" y="12931"/>
                </a:lnTo>
                <a:lnTo>
                  <a:pt x="7031" y="12985"/>
                </a:lnTo>
                <a:lnTo>
                  <a:pt x="7016" y="13038"/>
                </a:lnTo>
                <a:lnTo>
                  <a:pt x="6992" y="13121"/>
                </a:lnTo>
                <a:lnTo>
                  <a:pt x="6968" y="13202"/>
                </a:lnTo>
                <a:lnTo>
                  <a:pt x="6945" y="13280"/>
                </a:lnTo>
                <a:lnTo>
                  <a:pt x="6921" y="13355"/>
                </a:lnTo>
                <a:lnTo>
                  <a:pt x="6899" y="13429"/>
                </a:lnTo>
                <a:lnTo>
                  <a:pt x="6878" y="13500"/>
                </a:lnTo>
                <a:lnTo>
                  <a:pt x="6856" y="13570"/>
                </a:lnTo>
                <a:lnTo>
                  <a:pt x="6835" y="13637"/>
                </a:lnTo>
                <a:close/>
                <a:moveTo>
                  <a:pt x="5532" y="0"/>
                </a:moveTo>
                <a:lnTo>
                  <a:pt x="5247" y="7"/>
                </a:lnTo>
                <a:lnTo>
                  <a:pt x="4966" y="28"/>
                </a:lnTo>
                <a:lnTo>
                  <a:pt x="4689" y="63"/>
                </a:lnTo>
                <a:lnTo>
                  <a:pt x="4417" y="112"/>
                </a:lnTo>
                <a:lnTo>
                  <a:pt x="4149" y="174"/>
                </a:lnTo>
                <a:lnTo>
                  <a:pt x="3886" y="248"/>
                </a:lnTo>
                <a:lnTo>
                  <a:pt x="3630" y="335"/>
                </a:lnTo>
                <a:lnTo>
                  <a:pt x="3378" y="434"/>
                </a:lnTo>
                <a:lnTo>
                  <a:pt x="3133" y="544"/>
                </a:lnTo>
                <a:lnTo>
                  <a:pt x="2894" y="666"/>
                </a:lnTo>
                <a:lnTo>
                  <a:pt x="2663" y="799"/>
                </a:lnTo>
                <a:lnTo>
                  <a:pt x="2439" y="942"/>
                </a:lnTo>
                <a:lnTo>
                  <a:pt x="2222" y="1097"/>
                </a:lnTo>
                <a:lnTo>
                  <a:pt x="2013" y="1261"/>
                </a:lnTo>
                <a:lnTo>
                  <a:pt x="1812" y="1434"/>
                </a:lnTo>
                <a:lnTo>
                  <a:pt x="1620" y="1617"/>
                </a:lnTo>
                <a:lnTo>
                  <a:pt x="1437" y="1809"/>
                </a:lnTo>
                <a:lnTo>
                  <a:pt x="1263" y="2009"/>
                </a:lnTo>
                <a:lnTo>
                  <a:pt x="1099" y="2217"/>
                </a:lnTo>
                <a:lnTo>
                  <a:pt x="944" y="2434"/>
                </a:lnTo>
                <a:lnTo>
                  <a:pt x="801" y="2658"/>
                </a:lnTo>
                <a:lnTo>
                  <a:pt x="668" y="2888"/>
                </a:lnTo>
                <a:lnTo>
                  <a:pt x="545" y="3127"/>
                </a:lnTo>
                <a:lnTo>
                  <a:pt x="434" y="3371"/>
                </a:lnTo>
                <a:lnTo>
                  <a:pt x="336" y="3622"/>
                </a:lnTo>
                <a:lnTo>
                  <a:pt x="248" y="3879"/>
                </a:lnTo>
                <a:lnTo>
                  <a:pt x="174" y="4141"/>
                </a:lnTo>
                <a:lnTo>
                  <a:pt x="113" y="4408"/>
                </a:lnTo>
                <a:lnTo>
                  <a:pt x="63" y="4679"/>
                </a:lnTo>
                <a:lnTo>
                  <a:pt x="28" y="4956"/>
                </a:lnTo>
                <a:lnTo>
                  <a:pt x="7" y="5236"/>
                </a:lnTo>
                <a:lnTo>
                  <a:pt x="0" y="5520"/>
                </a:lnTo>
                <a:lnTo>
                  <a:pt x="5" y="5710"/>
                </a:lnTo>
                <a:lnTo>
                  <a:pt x="21" y="5900"/>
                </a:lnTo>
                <a:lnTo>
                  <a:pt x="46" y="6092"/>
                </a:lnTo>
                <a:lnTo>
                  <a:pt x="81" y="6284"/>
                </a:lnTo>
                <a:lnTo>
                  <a:pt x="125" y="6475"/>
                </a:lnTo>
                <a:lnTo>
                  <a:pt x="176" y="6668"/>
                </a:lnTo>
                <a:lnTo>
                  <a:pt x="234" y="6861"/>
                </a:lnTo>
                <a:lnTo>
                  <a:pt x="301" y="7053"/>
                </a:lnTo>
                <a:lnTo>
                  <a:pt x="373" y="7247"/>
                </a:lnTo>
                <a:lnTo>
                  <a:pt x="451" y="7440"/>
                </a:lnTo>
                <a:lnTo>
                  <a:pt x="534" y="7634"/>
                </a:lnTo>
                <a:lnTo>
                  <a:pt x="623" y="7826"/>
                </a:lnTo>
                <a:lnTo>
                  <a:pt x="715" y="8020"/>
                </a:lnTo>
                <a:lnTo>
                  <a:pt x="811" y="8213"/>
                </a:lnTo>
                <a:lnTo>
                  <a:pt x="910" y="8405"/>
                </a:lnTo>
                <a:lnTo>
                  <a:pt x="1012" y="8597"/>
                </a:lnTo>
                <a:lnTo>
                  <a:pt x="1115" y="8789"/>
                </a:lnTo>
                <a:lnTo>
                  <a:pt x="1221" y="8980"/>
                </a:lnTo>
                <a:lnTo>
                  <a:pt x="1327" y="9171"/>
                </a:lnTo>
                <a:lnTo>
                  <a:pt x="1433" y="9361"/>
                </a:lnTo>
                <a:lnTo>
                  <a:pt x="1539" y="9550"/>
                </a:lnTo>
                <a:lnTo>
                  <a:pt x="1644" y="9739"/>
                </a:lnTo>
                <a:lnTo>
                  <a:pt x="1748" y="9927"/>
                </a:lnTo>
                <a:lnTo>
                  <a:pt x="1850" y="10115"/>
                </a:lnTo>
                <a:lnTo>
                  <a:pt x="1949" y="10300"/>
                </a:lnTo>
                <a:lnTo>
                  <a:pt x="2046" y="10485"/>
                </a:lnTo>
                <a:lnTo>
                  <a:pt x="2138" y="10670"/>
                </a:lnTo>
                <a:lnTo>
                  <a:pt x="2228" y="10852"/>
                </a:lnTo>
                <a:lnTo>
                  <a:pt x="2311" y="11033"/>
                </a:lnTo>
                <a:lnTo>
                  <a:pt x="2391" y="11214"/>
                </a:lnTo>
                <a:lnTo>
                  <a:pt x="2463" y="11392"/>
                </a:lnTo>
                <a:lnTo>
                  <a:pt x="2529" y="11569"/>
                </a:lnTo>
                <a:lnTo>
                  <a:pt x="2621" y="11829"/>
                </a:lnTo>
                <a:lnTo>
                  <a:pt x="2706" y="12083"/>
                </a:lnTo>
                <a:lnTo>
                  <a:pt x="2787" y="12329"/>
                </a:lnTo>
                <a:lnTo>
                  <a:pt x="2861" y="12568"/>
                </a:lnTo>
                <a:lnTo>
                  <a:pt x="2933" y="12801"/>
                </a:lnTo>
                <a:lnTo>
                  <a:pt x="3000" y="13026"/>
                </a:lnTo>
                <a:lnTo>
                  <a:pt x="3065" y="13245"/>
                </a:lnTo>
                <a:lnTo>
                  <a:pt x="3128" y="13456"/>
                </a:lnTo>
                <a:lnTo>
                  <a:pt x="3188" y="13658"/>
                </a:lnTo>
                <a:lnTo>
                  <a:pt x="3248" y="13855"/>
                </a:lnTo>
                <a:lnTo>
                  <a:pt x="3308" y="14043"/>
                </a:lnTo>
                <a:lnTo>
                  <a:pt x="3367" y="14223"/>
                </a:lnTo>
                <a:lnTo>
                  <a:pt x="3428" y="14396"/>
                </a:lnTo>
                <a:lnTo>
                  <a:pt x="3489" y="14562"/>
                </a:lnTo>
                <a:lnTo>
                  <a:pt x="3552" y="14718"/>
                </a:lnTo>
                <a:lnTo>
                  <a:pt x="3619" y="14867"/>
                </a:lnTo>
                <a:lnTo>
                  <a:pt x="3688" y="15007"/>
                </a:lnTo>
                <a:lnTo>
                  <a:pt x="3761" y="15140"/>
                </a:lnTo>
                <a:lnTo>
                  <a:pt x="3839" y="15263"/>
                </a:lnTo>
                <a:lnTo>
                  <a:pt x="3922" y="15379"/>
                </a:lnTo>
                <a:lnTo>
                  <a:pt x="4011" y="15485"/>
                </a:lnTo>
                <a:lnTo>
                  <a:pt x="4105" y="15582"/>
                </a:lnTo>
                <a:lnTo>
                  <a:pt x="4207" y="15672"/>
                </a:lnTo>
                <a:lnTo>
                  <a:pt x="4316" y="15752"/>
                </a:lnTo>
                <a:lnTo>
                  <a:pt x="4433" y="15822"/>
                </a:lnTo>
                <a:lnTo>
                  <a:pt x="4559" y="15884"/>
                </a:lnTo>
                <a:lnTo>
                  <a:pt x="4694" y="15937"/>
                </a:lnTo>
                <a:lnTo>
                  <a:pt x="4840" y="15981"/>
                </a:lnTo>
                <a:lnTo>
                  <a:pt x="4995" y="16014"/>
                </a:lnTo>
                <a:lnTo>
                  <a:pt x="5161" y="16038"/>
                </a:lnTo>
                <a:lnTo>
                  <a:pt x="5340" y="16053"/>
                </a:lnTo>
                <a:lnTo>
                  <a:pt x="5532" y="16058"/>
                </a:lnTo>
                <a:lnTo>
                  <a:pt x="5726" y="16053"/>
                </a:lnTo>
                <a:lnTo>
                  <a:pt x="5907" y="16039"/>
                </a:lnTo>
                <a:lnTo>
                  <a:pt x="6076" y="16014"/>
                </a:lnTo>
                <a:lnTo>
                  <a:pt x="6232" y="15981"/>
                </a:lnTo>
                <a:lnTo>
                  <a:pt x="6379" y="15938"/>
                </a:lnTo>
                <a:lnTo>
                  <a:pt x="6516" y="15885"/>
                </a:lnTo>
                <a:lnTo>
                  <a:pt x="6643" y="15823"/>
                </a:lnTo>
                <a:lnTo>
                  <a:pt x="6760" y="15753"/>
                </a:lnTo>
                <a:lnTo>
                  <a:pt x="6870" y="15673"/>
                </a:lnTo>
                <a:lnTo>
                  <a:pt x="6972" y="15584"/>
                </a:lnTo>
                <a:lnTo>
                  <a:pt x="7066" y="15487"/>
                </a:lnTo>
                <a:lnTo>
                  <a:pt x="7155" y="15381"/>
                </a:lnTo>
                <a:lnTo>
                  <a:pt x="7237" y="15266"/>
                </a:lnTo>
                <a:lnTo>
                  <a:pt x="7315" y="15143"/>
                </a:lnTo>
                <a:lnTo>
                  <a:pt x="7387" y="15011"/>
                </a:lnTo>
                <a:lnTo>
                  <a:pt x="7455" y="14871"/>
                </a:lnTo>
                <a:lnTo>
                  <a:pt x="7521" y="14723"/>
                </a:lnTo>
                <a:lnTo>
                  <a:pt x="7584" y="14567"/>
                </a:lnTo>
                <a:lnTo>
                  <a:pt x="7645" y="14402"/>
                </a:lnTo>
                <a:lnTo>
                  <a:pt x="7704" y="14229"/>
                </a:lnTo>
                <a:lnTo>
                  <a:pt x="7762" y="14050"/>
                </a:lnTo>
                <a:lnTo>
                  <a:pt x="7821" y="13862"/>
                </a:lnTo>
                <a:lnTo>
                  <a:pt x="7880" y="13666"/>
                </a:lnTo>
                <a:lnTo>
                  <a:pt x="7939" y="13464"/>
                </a:lnTo>
                <a:lnTo>
                  <a:pt x="8002" y="13253"/>
                </a:lnTo>
                <a:lnTo>
                  <a:pt x="8065" y="13035"/>
                </a:lnTo>
                <a:lnTo>
                  <a:pt x="8132" y="12810"/>
                </a:lnTo>
                <a:lnTo>
                  <a:pt x="8203" y="12578"/>
                </a:lnTo>
                <a:lnTo>
                  <a:pt x="8277" y="12340"/>
                </a:lnTo>
                <a:lnTo>
                  <a:pt x="8357" y="12094"/>
                </a:lnTo>
                <a:lnTo>
                  <a:pt x="8442" y="11841"/>
                </a:lnTo>
                <a:lnTo>
                  <a:pt x="8534" y="11581"/>
                </a:lnTo>
                <a:lnTo>
                  <a:pt x="8600" y="11403"/>
                </a:lnTo>
                <a:lnTo>
                  <a:pt x="8673" y="11224"/>
                </a:lnTo>
                <a:lnTo>
                  <a:pt x="8752" y="11043"/>
                </a:lnTo>
                <a:lnTo>
                  <a:pt x="8836" y="10861"/>
                </a:lnTo>
                <a:lnTo>
                  <a:pt x="8926" y="10678"/>
                </a:lnTo>
                <a:lnTo>
                  <a:pt x="9018" y="10493"/>
                </a:lnTo>
                <a:lnTo>
                  <a:pt x="9115" y="10307"/>
                </a:lnTo>
                <a:lnTo>
                  <a:pt x="9214" y="10121"/>
                </a:lnTo>
                <a:lnTo>
                  <a:pt x="9316" y="9932"/>
                </a:lnTo>
                <a:lnTo>
                  <a:pt x="9421" y="9743"/>
                </a:lnTo>
                <a:lnTo>
                  <a:pt x="9525" y="9554"/>
                </a:lnTo>
                <a:lnTo>
                  <a:pt x="9632" y="9363"/>
                </a:lnTo>
                <a:lnTo>
                  <a:pt x="9737" y="9172"/>
                </a:lnTo>
                <a:lnTo>
                  <a:pt x="9844" y="8980"/>
                </a:lnTo>
                <a:lnTo>
                  <a:pt x="9949" y="8788"/>
                </a:lnTo>
                <a:lnTo>
                  <a:pt x="10052" y="8596"/>
                </a:lnTo>
                <a:lnTo>
                  <a:pt x="10154" y="8402"/>
                </a:lnTo>
                <a:lnTo>
                  <a:pt x="10253" y="8210"/>
                </a:lnTo>
                <a:lnTo>
                  <a:pt x="10349" y="8016"/>
                </a:lnTo>
                <a:lnTo>
                  <a:pt x="10441" y="7822"/>
                </a:lnTo>
                <a:lnTo>
                  <a:pt x="10529" y="7629"/>
                </a:lnTo>
                <a:lnTo>
                  <a:pt x="10612" y="7435"/>
                </a:lnTo>
                <a:lnTo>
                  <a:pt x="10691" y="7241"/>
                </a:lnTo>
                <a:lnTo>
                  <a:pt x="10763" y="7048"/>
                </a:lnTo>
                <a:lnTo>
                  <a:pt x="10829" y="6856"/>
                </a:lnTo>
                <a:lnTo>
                  <a:pt x="10888" y="6663"/>
                </a:lnTo>
                <a:lnTo>
                  <a:pt x="10939" y="6470"/>
                </a:lnTo>
                <a:lnTo>
                  <a:pt x="10983" y="6280"/>
                </a:lnTo>
                <a:lnTo>
                  <a:pt x="11017" y="6088"/>
                </a:lnTo>
                <a:lnTo>
                  <a:pt x="11042" y="5898"/>
                </a:lnTo>
                <a:lnTo>
                  <a:pt x="11058" y="5709"/>
                </a:lnTo>
                <a:lnTo>
                  <a:pt x="11063" y="5520"/>
                </a:lnTo>
                <a:lnTo>
                  <a:pt x="11056" y="5236"/>
                </a:lnTo>
                <a:lnTo>
                  <a:pt x="11035" y="4956"/>
                </a:lnTo>
                <a:lnTo>
                  <a:pt x="11000" y="4679"/>
                </a:lnTo>
                <a:lnTo>
                  <a:pt x="10950" y="4408"/>
                </a:lnTo>
                <a:lnTo>
                  <a:pt x="10889" y="4141"/>
                </a:lnTo>
                <a:lnTo>
                  <a:pt x="10815" y="3879"/>
                </a:lnTo>
                <a:lnTo>
                  <a:pt x="10727" y="3622"/>
                </a:lnTo>
                <a:lnTo>
                  <a:pt x="10629" y="3371"/>
                </a:lnTo>
                <a:lnTo>
                  <a:pt x="10518" y="3127"/>
                </a:lnTo>
                <a:lnTo>
                  <a:pt x="10395" y="2888"/>
                </a:lnTo>
                <a:lnTo>
                  <a:pt x="10262" y="2658"/>
                </a:lnTo>
                <a:lnTo>
                  <a:pt x="10119" y="2434"/>
                </a:lnTo>
                <a:lnTo>
                  <a:pt x="9964" y="2217"/>
                </a:lnTo>
                <a:lnTo>
                  <a:pt x="9800" y="2009"/>
                </a:lnTo>
                <a:lnTo>
                  <a:pt x="9626" y="1809"/>
                </a:lnTo>
                <a:lnTo>
                  <a:pt x="9443" y="1617"/>
                </a:lnTo>
                <a:lnTo>
                  <a:pt x="9251" y="1434"/>
                </a:lnTo>
                <a:lnTo>
                  <a:pt x="9050" y="1261"/>
                </a:lnTo>
                <a:lnTo>
                  <a:pt x="8841" y="1097"/>
                </a:lnTo>
                <a:lnTo>
                  <a:pt x="8624" y="942"/>
                </a:lnTo>
                <a:lnTo>
                  <a:pt x="8400" y="799"/>
                </a:lnTo>
                <a:lnTo>
                  <a:pt x="8169" y="666"/>
                </a:lnTo>
                <a:lnTo>
                  <a:pt x="7929" y="544"/>
                </a:lnTo>
                <a:lnTo>
                  <a:pt x="7685" y="434"/>
                </a:lnTo>
                <a:lnTo>
                  <a:pt x="7433" y="335"/>
                </a:lnTo>
                <a:lnTo>
                  <a:pt x="7176" y="248"/>
                </a:lnTo>
                <a:lnTo>
                  <a:pt x="6913" y="174"/>
                </a:lnTo>
                <a:lnTo>
                  <a:pt x="6646" y="112"/>
                </a:lnTo>
                <a:lnTo>
                  <a:pt x="6374" y="63"/>
                </a:lnTo>
                <a:lnTo>
                  <a:pt x="6097" y="28"/>
                </a:lnTo>
                <a:lnTo>
                  <a:pt x="5816" y="7"/>
                </a:lnTo>
                <a:lnTo>
                  <a:pt x="5532" y="0"/>
                </a:lnTo>
                <a:close/>
              </a:path>
            </a:pathLst>
          </a:custGeom>
          <a:solidFill>
            <a:sysClr val="window" lastClr="FFFFFF"/>
          </a:solidFill>
          <a:ln>
            <a:noFill/>
          </a:ln>
        </p:spPr>
        <p:txBody>
          <a:bodyPr lIns="68580" tIns="34290" rIns="68580" bIns="34290"/>
          <a:lstStyle/>
          <a:p>
            <a:pPr>
              <a:defRPr/>
            </a:pPr>
            <a:endParaRPr lang="id-ID" sz="1350">
              <a:latin typeface="微软雅黑" panose="020B0503020204020204" pitchFamily="34" charset="-122"/>
              <a:ea typeface="微软雅黑" panose="020B0503020204020204" pitchFamily="34" charset="-122"/>
            </a:endParaRPr>
          </a:p>
        </p:txBody>
      </p:sp>
      <p:sp>
        <p:nvSpPr>
          <p:cNvPr id="69" name="Freeform 101"/>
          <p:cNvSpPr/>
          <p:nvPr>
            <p:custDataLst>
              <p:tags r:id="rId12"/>
            </p:custDataLst>
          </p:nvPr>
        </p:nvSpPr>
        <p:spPr bwMode="auto">
          <a:xfrm>
            <a:off x="8866188" y="4445000"/>
            <a:ext cx="109537" cy="111125"/>
          </a:xfrm>
          <a:custGeom>
            <a:avLst/>
            <a:gdLst>
              <a:gd name="T0" fmla="*/ 2559 w 3269"/>
              <a:gd name="T1" fmla="*/ 35 h 3262"/>
              <a:gd name="T2" fmla="*/ 1981 w 3269"/>
              <a:gd name="T3" fmla="*/ 183 h 3262"/>
              <a:gd name="T4" fmla="*/ 1455 w 3269"/>
              <a:gd name="T5" fmla="*/ 437 h 3262"/>
              <a:gd name="T6" fmla="*/ 990 w 3269"/>
              <a:gd name="T7" fmla="*/ 783 h 3262"/>
              <a:gd name="T8" fmla="*/ 601 w 3269"/>
              <a:gd name="T9" fmla="*/ 1210 h 3262"/>
              <a:gd name="T10" fmla="*/ 298 w 3269"/>
              <a:gd name="T11" fmla="*/ 1706 h 3262"/>
              <a:gd name="T12" fmla="*/ 96 w 3269"/>
              <a:gd name="T13" fmla="*/ 2259 h 3262"/>
              <a:gd name="T14" fmla="*/ 4 w 3269"/>
              <a:gd name="T15" fmla="*/ 2856 h 3262"/>
              <a:gd name="T16" fmla="*/ 3 w 3269"/>
              <a:gd name="T17" fmla="*/ 3049 h 3262"/>
              <a:gd name="T18" fmla="*/ 15 w 3269"/>
              <a:gd name="T19" fmla="*/ 3097 h 3262"/>
              <a:gd name="T20" fmla="*/ 37 w 3269"/>
              <a:gd name="T21" fmla="*/ 3141 h 3262"/>
              <a:gd name="T22" fmla="*/ 66 w 3269"/>
              <a:gd name="T23" fmla="*/ 3180 h 3262"/>
              <a:gd name="T24" fmla="*/ 101 w 3269"/>
              <a:gd name="T25" fmla="*/ 3212 h 3262"/>
              <a:gd name="T26" fmla="*/ 143 w 3269"/>
              <a:gd name="T27" fmla="*/ 3237 h 3262"/>
              <a:gd name="T28" fmla="*/ 189 w 3269"/>
              <a:gd name="T29" fmla="*/ 3254 h 3262"/>
              <a:gd name="T30" fmla="*/ 239 w 3269"/>
              <a:gd name="T31" fmla="*/ 3262 h 3262"/>
              <a:gd name="T32" fmla="*/ 290 w 3269"/>
              <a:gd name="T33" fmla="*/ 3259 h 3262"/>
              <a:gd name="T34" fmla="*/ 338 w 3269"/>
              <a:gd name="T35" fmla="*/ 3247 h 3262"/>
              <a:gd name="T36" fmla="*/ 382 w 3269"/>
              <a:gd name="T37" fmla="*/ 3226 h 3262"/>
              <a:gd name="T38" fmla="*/ 421 w 3269"/>
              <a:gd name="T39" fmla="*/ 3197 h 3262"/>
              <a:gd name="T40" fmla="*/ 453 w 3269"/>
              <a:gd name="T41" fmla="*/ 3161 h 3262"/>
              <a:gd name="T42" fmla="*/ 478 w 3269"/>
              <a:gd name="T43" fmla="*/ 3119 h 3262"/>
              <a:gd name="T44" fmla="*/ 495 w 3269"/>
              <a:gd name="T45" fmla="*/ 3073 h 3262"/>
              <a:gd name="T46" fmla="*/ 503 w 3269"/>
              <a:gd name="T47" fmla="*/ 3024 h 3262"/>
              <a:gd name="T48" fmla="*/ 532 w 3269"/>
              <a:gd name="T49" fmla="*/ 2630 h 3262"/>
              <a:gd name="T50" fmla="*/ 656 w 3269"/>
              <a:gd name="T51" fmla="*/ 2149 h 3262"/>
              <a:gd name="T52" fmla="*/ 867 w 3269"/>
              <a:gd name="T53" fmla="*/ 1711 h 3262"/>
              <a:gd name="T54" fmla="*/ 1157 w 3269"/>
              <a:gd name="T55" fmla="*/ 1325 h 3262"/>
              <a:gd name="T56" fmla="*/ 1514 w 3269"/>
              <a:gd name="T57" fmla="*/ 1001 h 3262"/>
              <a:gd name="T58" fmla="*/ 1928 w 3269"/>
              <a:gd name="T59" fmla="*/ 750 h 3262"/>
              <a:gd name="T60" fmla="*/ 2390 w 3269"/>
              <a:gd name="T61" fmla="*/ 581 h 3262"/>
              <a:gd name="T62" fmla="*/ 2889 w 3269"/>
              <a:gd name="T63" fmla="*/ 505 h 3262"/>
              <a:gd name="T64" fmla="*/ 3056 w 3269"/>
              <a:gd name="T65" fmla="*/ 499 h 3262"/>
              <a:gd name="T66" fmla="*/ 3104 w 3269"/>
              <a:gd name="T67" fmla="*/ 487 h 3262"/>
              <a:gd name="T68" fmla="*/ 3148 w 3269"/>
              <a:gd name="T69" fmla="*/ 466 h 3262"/>
              <a:gd name="T70" fmla="*/ 3186 w 3269"/>
              <a:gd name="T71" fmla="*/ 437 h 3262"/>
              <a:gd name="T72" fmla="*/ 3219 w 3269"/>
              <a:gd name="T73" fmla="*/ 402 h 3262"/>
              <a:gd name="T74" fmla="*/ 3244 w 3269"/>
              <a:gd name="T75" fmla="*/ 359 h 3262"/>
              <a:gd name="T76" fmla="*/ 3261 w 3269"/>
              <a:gd name="T77" fmla="*/ 314 h 3262"/>
              <a:gd name="T78" fmla="*/ 3269 w 3269"/>
              <a:gd name="T79" fmla="*/ 264 h 3262"/>
              <a:gd name="T80" fmla="*/ 3266 w 3269"/>
              <a:gd name="T81" fmla="*/ 213 h 3262"/>
              <a:gd name="T82" fmla="*/ 3254 w 3269"/>
              <a:gd name="T83" fmla="*/ 165 h 3262"/>
              <a:gd name="T84" fmla="*/ 3233 w 3269"/>
              <a:gd name="T85" fmla="*/ 120 h 3262"/>
              <a:gd name="T86" fmla="*/ 3204 w 3269"/>
              <a:gd name="T87" fmla="*/ 82 h 3262"/>
              <a:gd name="T88" fmla="*/ 3168 w 3269"/>
              <a:gd name="T89" fmla="*/ 50 h 3262"/>
              <a:gd name="T90" fmla="*/ 3126 w 3269"/>
              <a:gd name="T91" fmla="*/ 25 h 3262"/>
              <a:gd name="T92" fmla="*/ 3080 w 3269"/>
              <a:gd name="T93" fmla="*/ 8 h 3262"/>
              <a:gd name="T94" fmla="*/ 3031 w 3269"/>
              <a:gd name="T95" fmla="*/ 0 h 3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269" h="3261">
                <a:moveTo>
                  <a:pt x="3018" y="0"/>
                </a:moveTo>
                <a:lnTo>
                  <a:pt x="2863" y="4"/>
                </a:lnTo>
                <a:lnTo>
                  <a:pt x="2710" y="15"/>
                </a:lnTo>
                <a:lnTo>
                  <a:pt x="2559" y="35"/>
                </a:lnTo>
                <a:lnTo>
                  <a:pt x="2410" y="61"/>
                </a:lnTo>
                <a:lnTo>
                  <a:pt x="2264" y="95"/>
                </a:lnTo>
                <a:lnTo>
                  <a:pt x="2121" y="136"/>
                </a:lnTo>
                <a:lnTo>
                  <a:pt x="1981" y="183"/>
                </a:lnTo>
                <a:lnTo>
                  <a:pt x="1844" y="237"/>
                </a:lnTo>
                <a:lnTo>
                  <a:pt x="1710" y="297"/>
                </a:lnTo>
                <a:lnTo>
                  <a:pt x="1580" y="364"/>
                </a:lnTo>
                <a:lnTo>
                  <a:pt x="1455" y="437"/>
                </a:lnTo>
                <a:lnTo>
                  <a:pt x="1332" y="515"/>
                </a:lnTo>
                <a:lnTo>
                  <a:pt x="1213" y="599"/>
                </a:lnTo>
                <a:lnTo>
                  <a:pt x="1100" y="689"/>
                </a:lnTo>
                <a:lnTo>
                  <a:pt x="990" y="783"/>
                </a:lnTo>
                <a:lnTo>
                  <a:pt x="885" y="883"/>
                </a:lnTo>
                <a:lnTo>
                  <a:pt x="785" y="988"/>
                </a:lnTo>
                <a:lnTo>
                  <a:pt x="690" y="1097"/>
                </a:lnTo>
                <a:lnTo>
                  <a:pt x="601" y="1210"/>
                </a:lnTo>
                <a:lnTo>
                  <a:pt x="516" y="1329"/>
                </a:lnTo>
                <a:lnTo>
                  <a:pt x="438" y="1450"/>
                </a:lnTo>
                <a:lnTo>
                  <a:pt x="365" y="1577"/>
                </a:lnTo>
                <a:lnTo>
                  <a:pt x="298" y="1706"/>
                </a:lnTo>
                <a:lnTo>
                  <a:pt x="238" y="1840"/>
                </a:lnTo>
                <a:lnTo>
                  <a:pt x="183" y="1976"/>
                </a:lnTo>
                <a:lnTo>
                  <a:pt x="136" y="2117"/>
                </a:lnTo>
                <a:lnTo>
                  <a:pt x="96" y="2259"/>
                </a:lnTo>
                <a:lnTo>
                  <a:pt x="62" y="2405"/>
                </a:lnTo>
                <a:lnTo>
                  <a:pt x="36" y="2553"/>
                </a:lnTo>
                <a:lnTo>
                  <a:pt x="16" y="2704"/>
                </a:lnTo>
                <a:lnTo>
                  <a:pt x="4" y="2856"/>
                </a:lnTo>
                <a:lnTo>
                  <a:pt x="0" y="3011"/>
                </a:lnTo>
                <a:lnTo>
                  <a:pt x="0" y="3024"/>
                </a:lnTo>
                <a:lnTo>
                  <a:pt x="1" y="3037"/>
                </a:lnTo>
                <a:lnTo>
                  <a:pt x="3" y="3049"/>
                </a:lnTo>
                <a:lnTo>
                  <a:pt x="5" y="3061"/>
                </a:lnTo>
                <a:lnTo>
                  <a:pt x="8" y="3073"/>
                </a:lnTo>
                <a:lnTo>
                  <a:pt x="11" y="3085"/>
                </a:lnTo>
                <a:lnTo>
                  <a:pt x="15" y="3097"/>
                </a:lnTo>
                <a:lnTo>
                  <a:pt x="20" y="3108"/>
                </a:lnTo>
                <a:lnTo>
                  <a:pt x="25" y="3119"/>
                </a:lnTo>
                <a:lnTo>
                  <a:pt x="30" y="3130"/>
                </a:lnTo>
                <a:lnTo>
                  <a:pt x="37" y="3141"/>
                </a:lnTo>
                <a:lnTo>
                  <a:pt x="44" y="3151"/>
                </a:lnTo>
                <a:lnTo>
                  <a:pt x="51" y="3161"/>
                </a:lnTo>
                <a:lnTo>
                  <a:pt x="58" y="3171"/>
                </a:lnTo>
                <a:lnTo>
                  <a:pt x="66" y="3180"/>
                </a:lnTo>
                <a:lnTo>
                  <a:pt x="74" y="3189"/>
                </a:lnTo>
                <a:lnTo>
                  <a:pt x="83" y="3197"/>
                </a:lnTo>
                <a:lnTo>
                  <a:pt x="92" y="3205"/>
                </a:lnTo>
                <a:lnTo>
                  <a:pt x="101" y="3212"/>
                </a:lnTo>
                <a:lnTo>
                  <a:pt x="111" y="3219"/>
                </a:lnTo>
                <a:lnTo>
                  <a:pt x="121" y="3226"/>
                </a:lnTo>
                <a:lnTo>
                  <a:pt x="132" y="3232"/>
                </a:lnTo>
                <a:lnTo>
                  <a:pt x="143" y="3237"/>
                </a:lnTo>
                <a:lnTo>
                  <a:pt x="154" y="3242"/>
                </a:lnTo>
                <a:lnTo>
                  <a:pt x="165" y="3247"/>
                </a:lnTo>
                <a:lnTo>
                  <a:pt x="177" y="3251"/>
                </a:lnTo>
                <a:lnTo>
                  <a:pt x="189" y="3254"/>
                </a:lnTo>
                <a:lnTo>
                  <a:pt x="201" y="3257"/>
                </a:lnTo>
                <a:lnTo>
                  <a:pt x="214" y="3259"/>
                </a:lnTo>
                <a:lnTo>
                  <a:pt x="227" y="3261"/>
                </a:lnTo>
                <a:lnTo>
                  <a:pt x="239" y="3262"/>
                </a:lnTo>
                <a:lnTo>
                  <a:pt x="252" y="3262"/>
                </a:lnTo>
                <a:lnTo>
                  <a:pt x="265" y="3262"/>
                </a:lnTo>
                <a:lnTo>
                  <a:pt x="278" y="3261"/>
                </a:lnTo>
                <a:lnTo>
                  <a:pt x="290" y="3259"/>
                </a:lnTo>
                <a:lnTo>
                  <a:pt x="302" y="3257"/>
                </a:lnTo>
                <a:lnTo>
                  <a:pt x="315" y="3254"/>
                </a:lnTo>
                <a:lnTo>
                  <a:pt x="326" y="3251"/>
                </a:lnTo>
                <a:lnTo>
                  <a:pt x="338" y="3247"/>
                </a:lnTo>
                <a:lnTo>
                  <a:pt x="349" y="3242"/>
                </a:lnTo>
                <a:lnTo>
                  <a:pt x="360" y="3237"/>
                </a:lnTo>
                <a:lnTo>
                  <a:pt x="371" y="3232"/>
                </a:lnTo>
                <a:lnTo>
                  <a:pt x="382" y="3226"/>
                </a:lnTo>
                <a:lnTo>
                  <a:pt x="393" y="3219"/>
                </a:lnTo>
                <a:lnTo>
                  <a:pt x="403" y="3212"/>
                </a:lnTo>
                <a:lnTo>
                  <a:pt x="412" y="3205"/>
                </a:lnTo>
                <a:lnTo>
                  <a:pt x="421" y="3197"/>
                </a:lnTo>
                <a:lnTo>
                  <a:pt x="430" y="3189"/>
                </a:lnTo>
                <a:lnTo>
                  <a:pt x="438" y="3180"/>
                </a:lnTo>
                <a:lnTo>
                  <a:pt x="446" y="3171"/>
                </a:lnTo>
                <a:lnTo>
                  <a:pt x="453" y="3161"/>
                </a:lnTo>
                <a:lnTo>
                  <a:pt x="460" y="3151"/>
                </a:lnTo>
                <a:lnTo>
                  <a:pt x="467" y="3141"/>
                </a:lnTo>
                <a:lnTo>
                  <a:pt x="473" y="3130"/>
                </a:lnTo>
                <a:lnTo>
                  <a:pt x="478" y="3119"/>
                </a:lnTo>
                <a:lnTo>
                  <a:pt x="483" y="3108"/>
                </a:lnTo>
                <a:lnTo>
                  <a:pt x="488" y="3097"/>
                </a:lnTo>
                <a:lnTo>
                  <a:pt x="492" y="3085"/>
                </a:lnTo>
                <a:lnTo>
                  <a:pt x="495" y="3073"/>
                </a:lnTo>
                <a:lnTo>
                  <a:pt x="498" y="3061"/>
                </a:lnTo>
                <a:lnTo>
                  <a:pt x="500" y="3049"/>
                </a:lnTo>
                <a:lnTo>
                  <a:pt x="502" y="3037"/>
                </a:lnTo>
                <a:lnTo>
                  <a:pt x="503" y="3024"/>
                </a:lnTo>
                <a:lnTo>
                  <a:pt x="503" y="3011"/>
                </a:lnTo>
                <a:lnTo>
                  <a:pt x="506" y="2882"/>
                </a:lnTo>
                <a:lnTo>
                  <a:pt x="516" y="2755"/>
                </a:lnTo>
                <a:lnTo>
                  <a:pt x="532" y="2630"/>
                </a:lnTo>
                <a:lnTo>
                  <a:pt x="554" y="2506"/>
                </a:lnTo>
                <a:lnTo>
                  <a:pt x="583" y="2385"/>
                </a:lnTo>
                <a:lnTo>
                  <a:pt x="617" y="2265"/>
                </a:lnTo>
                <a:lnTo>
                  <a:pt x="656" y="2149"/>
                </a:lnTo>
                <a:lnTo>
                  <a:pt x="701" y="2035"/>
                </a:lnTo>
                <a:lnTo>
                  <a:pt x="752" y="1924"/>
                </a:lnTo>
                <a:lnTo>
                  <a:pt x="807" y="1816"/>
                </a:lnTo>
                <a:lnTo>
                  <a:pt x="867" y="1711"/>
                </a:lnTo>
                <a:lnTo>
                  <a:pt x="934" y="1609"/>
                </a:lnTo>
                <a:lnTo>
                  <a:pt x="1003" y="1511"/>
                </a:lnTo>
                <a:lnTo>
                  <a:pt x="1078" y="1416"/>
                </a:lnTo>
                <a:lnTo>
                  <a:pt x="1157" y="1325"/>
                </a:lnTo>
                <a:lnTo>
                  <a:pt x="1240" y="1238"/>
                </a:lnTo>
                <a:lnTo>
                  <a:pt x="1328" y="1154"/>
                </a:lnTo>
                <a:lnTo>
                  <a:pt x="1419" y="1076"/>
                </a:lnTo>
                <a:lnTo>
                  <a:pt x="1514" y="1001"/>
                </a:lnTo>
                <a:lnTo>
                  <a:pt x="1612" y="931"/>
                </a:lnTo>
                <a:lnTo>
                  <a:pt x="1715" y="865"/>
                </a:lnTo>
                <a:lnTo>
                  <a:pt x="1820" y="805"/>
                </a:lnTo>
                <a:lnTo>
                  <a:pt x="1928" y="750"/>
                </a:lnTo>
                <a:lnTo>
                  <a:pt x="2040" y="700"/>
                </a:lnTo>
                <a:lnTo>
                  <a:pt x="2154" y="654"/>
                </a:lnTo>
                <a:lnTo>
                  <a:pt x="2270" y="615"/>
                </a:lnTo>
                <a:lnTo>
                  <a:pt x="2390" y="581"/>
                </a:lnTo>
                <a:lnTo>
                  <a:pt x="2512" y="553"/>
                </a:lnTo>
                <a:lnTo>
                  <a:pt x="2635" y="531"/>
                </a:lnTo>
                <a:lnTo>
                  <a:pt x="2761" y="515"/>
                </a:lnTo>
                <a:lnTo>
                  <a:pt x="2889" y="505"/>
                </a:lnTo>
                <a:lnTo>
                  <a:pt x="3018" y="502"/>
                </a:lnTo>
                <a:lnTo>
                  <a:pt x="3031" y="502"/>
                </a:lnTo>
                <a:lnTo>
                  <a:pt x="3044" y="501"/>
                </a:lnTo>
                <a:lnTo>
                  <a:pt x="3056" y="499"/>
                </a:lnTo>
                <a:lnTo>
                  <a:pt x="3068" y="497"/>
                </a:lnTo>
                <a:lnTo>
                  <a:pt x="3080" y="494"/>
                </a:lnTo>
                <a:lnTo>
                  <a:pt x="3092" y="491"/>
                </a:lnTo>
                <a:lnTo>
                  <a:pt x="3104" y="487"/>
                </a:lnTo>
                <a:lnTo>
                  <a:pt x="3115" y="482"/>
                </a:lnTo>
                <a:lnTo>
                  <a:pt x="3126" y="477"/>
                </a:lnTo>
                <a:lnTo>
                  <a:pt x="3137" y="472"/>
                </a:lnTo>
                <a:lnTo>
                  <a:pt x="3148" y="466"/>
                </a:lnTo>
                <a:lnTo>
                  <a:pt x="3158" y="459"/>
                </a:lnTo>
                <a:lnTo>
                  <a:pt x="3168" y="452"/>
                </a:lnTo>
                <a:lnTo>
                  <a:pt x="3177" y="445"/>
                </a:lnTo>
                <a:lnTo>
                  <a:pt x="3186" y="437"/>
                </a:lnTo>
                <a:lnTo>
                  <a:pt x="3196" y="429"/>
                </a:lnTo>
                <a:lnTo>
                  <a:pt x="3204" y="420"/>
                </a:lnTo>
                <a:lnTo>
                  <a:pt x="3212" y="411"/>
                </a:lnTo>
                <a:lnTo>
                  <a:pt x="3219" y="402"/>
                </a:lnTo>
                <a:lnTo>
                  <a:pt x="3226" y="391"/>
                </a:lnTo>
                <a:lnTo>
                  <a:pt x="3233" y="381"/>
                </a:lnTo>
                <a:lnTo>
                  <a:pt x="3239" y="370"/>
                </a:lnTo>
                <a:lnTo>
                  <a:pt x="3244" y="359"/>
                </a:lnTo>
                <a:lnTo>
                  <a:pt x="3249" y="348"/>
                </a:lnTo>
                <a:lnTo>
                  <a:pt x="3254" y="337"/>
                </a:lnTo>
                <a:lnTo>
                  <a:pt x="3258" y="325"/>
                </a:lnTo>
                <a:lnTo>
                  <a:pt x="3261" y="314"/>
                </a:lnTo>
                <a:lnTo>
                  <a:pt x="3264" y="301"/>
                </a:lnTo>
                <a:lnTo>
                  <a:pt x="3266" y="289"/>
                </a:lnTo>
                <a:lnTo>
                  <a:pt x="3268" y="277"/>
                </a:lnTo>
                <a:lnTo>
                  <a:pt x="3269" y="264"/>
                </a:lnTo>
                <a:lnTo>
                  <a:pt x="3269" y="251"/>
                </a:lnTo>
                <a:lnTo>
                  <a:pt x="3269" y="238"/>
                </a:lnTo>
                <a:lnTo>
                  <a:pt x="3268" y="226"/>
                </a:lnTo>
                <a:lnTo>
                  <a:pt x="3266" y="213"/>
                </a:lnTo>
                <a:lnTo>
                  <a:pt x="3264" y="201"/>
                </a:lnTo>
                <a:lnTo>
                  <a:pt x="3261" y="189"/>
                </a:lnTo>
                <a:lnTo>
                  <a:pt x="3258" y="177"/>
                </a:lnTo>
                <a:lnTo>
                  <a:pt x="3254" y="165"/>
                </a:lnTo>
                <a:lnTo>
                  <a:pt x="3249" y="154"/>
                </a:lnTo>
                <a:lnTo>
                  <a:pt x="3244" y="143"/>
                </a:lnTo>
                <a:lnTo>
                  <a:pt x="3239" y="132"/>
                </a:lnTo>
                <a:lnTo>
                  <a:pt x="3233" y="120"/>
                </a:lnTo>
                <a:lnTo>
                  <a:pt x="3226" y="110"/>
                </a:lnTo>
                <a:lnTo>
                  <a:pt x="3219" y="100"/>
                </a:lnTo>
                <a:lnTo>
                  <a:pt x="3212" y="91"/>
                </a:lnTo>
                <a:lnTo>
                  <a:pt x="3204" y="82"/>
                </a:lnTo>
                <a:lnTo>
                  <a:pt x="3196" y="73"/>
                </a:lnTo>
                <a:lnTo>
                  <a:pt x="3186" y="65"/>
                </a:lnTo>
                <a:lnTo>
                  <a:pt x="3177" y="57"/>
                </a:lnTo>
                <a:lnTo>
                  <a:pt x="3168" y="50"/>
                </a:lnTo>
                <a:lnTo>
                  <a:pt x="3158" y="43"/>
                </a:lnTo>
                <a:lnTo>
                  <a:pt x="3148" y="36"/>
                </a:lnTo>
                <a:lnTo>
                  <a:pt x="3137" y="30"/>
                </a:lnTo>
                <a:lnTo>
                  <a:pt x="3126" y="25"/>
                </a:lnTo>
                <a:lnTo>
                  <a:pt x="3115" y="20"/>
                </a:lnTo>
                <a:lnTo>
                  <a:pt x="3104" y="15"/>
                </a:lnTo>
                <a:lnTo>
                  <a:pt x="3092" y="11"/>
                </a:lnTo>
                <a:lnTo>
                  <a:pt x="3080" y="8"/>
                </a:lnTo>
                <a:lnTo>
                  <a:pt x="3068" y="5"/>
                </a:lnTo>
                <a:lnTo>
                  <a:pt x="3056" y="3"/>
                </a:lnTo>
                <a:lnTo>
                  <a:pt x="3044" y="1"/>
                </a:lnTo>
                <a:lnTo>
                  <a:pt x="3031" y="0"/>
                </a:lnTo>
                <a:lnTo>
                  <a:pt x="3018" y="0"/>
                </a:lnTo>
                <a:close/>
              </a:path>
            </a:pathLst>
          </a:custGeom>
          <a:solidFill>
            <a:sysClr val="window" lastClr="FFFFFF"/>
          </a:solidFill>
          <a:ln>
            <a:noFill/>
          </a:ln>
        </p:spPr>
        <p:txBody>
          <a:bodyPr lIns="68580" tIns="34290" rIns="68580" bIns="34290"/>
          <a:lstStyle/>
          <a:p>
            <a:pPr>
              <a:defRPr/>
            </a:pPr>
            <a:endParaRPr lang="id-ID" sz="1350">
              <a:latin typeface="微软雅黑" panose="020B0503020204020204" pitchFamily="34" charset="-122"/>
              <a:ea typeface="微软雅黑" panose="020B0503020204020204" pitchFamily="34" charset="-122"/>
            </a:endParaRPr>
          </a:p>
        </p:txBody>
      </p:sp>
      <p:grpSp>
        <p:nvGrpSpPr>
          <p:cNvPr id="2" name="Group 50"/>
          <p:cNvGrpSpPr/>
          <p:nvPr>
            <p:custDataLst>
              <p:tags r:id="rId13"/>
            </p:custDataLst>
          </p:nvPr>
        </p:nvGrpSpPr>
        <p:grpSpPr>
          <a:xfrm>
            <a:off x="7590113" y="1962197"/>
            <a:ext cx="544687" cy="545939"/>
            <a:chOff x="6826250" y="4151313"/>
            <a:chExt cx="690563" cy="692151"/>
          </a:xfrm>
          <a:solidFill>
            <a:sysClr val="window" lastClr="FFFFFF"/>
          </a:solidFill>
        </p:grpSpPr>
        <p:sp>
          <p:nvSpPr>
            <p:cNvPr id="71" name="Freeform 228"/>
            <p:cNvSpPr>
              <a:spLocks noEditPoints="1"/>
            </p:cNvSpPr>
            <p:nvPr/>
          </p:nvSpPr>
          <p:spPr bwMode="auto">
            <a:xfrm>
              <a:off x="6826250" y="4216401"/>
              <a:ext cx="628650" cy="627063"/>
            </a:xfrm>
            <a:custGeom>
              <a:avLst/>
              <a:gdLst>
                <a:gd name="T0" fmla="*/ 12770 w 14656"/>
                <a:gd name="T1" fmla="*/ 6106 h 14620"/>
                <a:gd name="T2" fmla="*/ 12640 w 14656"/>
                <a:gd name="T3" fmla="*/ 6115 h 14620"/>
                <a:gd name="T4" fmla="*/ 12519 w 14656"/>
                <a:gd name="T5" fmla="*/ 6055 h 14620"/>
                <a:gd name="T6" fmla="*/ 9966 w 14656"/>
                <a:gd name="T7" fmla="*/ 5994 h 14620"/>
                <a:gd name="T8" fmla="*/ 8414 w 14656"/>
                <a:gd name="T9" fmla="*/ 5281 h 14620"/>
                <a:gd name="T10" fmla="*/ 6782 w 14656"/>
                <a:gd name="T11" fmla="*/ 4968 h 14620"/>
                <a:gd name="T12" fmla="*/ 5698 w 14656"/>
                <a:gd name="T13" fmla="*/ 4822 h 14620"/>
                <a:gd name="T14" fmla="*/ 8599 w 14656"/>
                <a:gd name="T15" fmla="*/ 2123 h 14620"/>
                <a:gd name="T16" fmla="*/ 8551 w 14656"/>
                <a:gd name="T17" fmla="*/ 1998 h 14620"/>
                <a:gd name="T18" fmla="*/ 8574 w 14656"/>
                <a:gd name="T19" fmla="*/ 1868 h 14620"/>
                <a:gd name="T20" fmla="*/ 9364 w 14656"/>
                <a:gd name="T21" fmla="*/ 1057 h 14620"/>
                <a:gd name="T22" fmla="*/ 9489 w 14656"/>
                <a:gd name="T23" fmla="*/ 1010 h 14620"/>
                <a:gd name="T24" fmla="*/ 9619 w 14656"/>
                <a:gd name="T25" fmla="*/ 1032 h 14620"/>
                <a:gd name="T26" fmla="*/ 13601 w 14656"/>
                <a:gd name="T27" fmla="*/ 5006 h 14620"/>
                <a:gd name="T28" fmla="*/ 13650 w 14656"/>
                <a:gd name="T29" fmla="*/ 5131 h 14620"/>
                <a:gd name="T30" fmla="*/ 13627 w 14656"/>
                <a:gd name="T31" fmla="*/ 5261 h 14620"/>
                <a:gd name="T32" fmla="*/ 8336 w 14656"/>
                <a:gd name="T33" fmla="*/ 13377 h 14620"/>
                <a:gd name="T34" fmla="*/ 8074 w 14656"/>
                <a:gd name="T35" fmla="*/ 13585 h 14620"/>
                <a:gd name="T36" fmla="*/ 7781 w 14656"/>
                <a:gd name="T37" fmla="*/ 13595 h 14620"/>
                <a:gd name="T38" fmla="*/ 7556 w 14656"/>
                <a:gd name="T39" fmla="*/ 13465 h 14620"/>
                <a:gd name="T40" fmla="*/ 1014 w 14656"/>
                <a:gd name="T41" fmla="*/ 6852 h 14620"/>
                <a:gd name="T42" fmla="*/ 1065 w 14656"/>
                <a:gd name="T43" fmla="*/ 6524 h 14620"/>
                <a:gd name="T44" fmla="*/ 1308 w 14656"/>
                <a:gd name="T45" fmla="*/ 6300 h 14620"/>
                <a:gd name="T46" fmla="*/ 6805 w 14656"/>
                <a:gd name="T47" fmla="*/ 5480 h 14620"/>
                <a:gd name="T48" fmla="*/ 8979 w 14656"/>
                <a:gd name="T49" fmla="*/ 6023 h 14620"/>
                <a:gd name="T50" fmla="*/ 10402 w 14656"/>
                <a:gd name="T51" fmla="*/ 369 h 14620"/>
                <a:gd name="T52" fmla="*/ 10132 w 14656"/>
                <a:gd name="T53" fmla="*/ 163 h 14620"/>
                <a:gd name="T54" fmla="*/ 9820 w 14656"/>
                <a:gd name="T55" fmla="*/ 38 h 14620"/>
                <a:gd name="T56" fmla="*/ 9482 w 14656"/>
                <a:gd name="T57" fmla="*/ 0 h 14620"/>
                <a:gd name="T58" fmla="*/ 9147 w 14656"/>
                <a:gd name="T59" fmla="*/ 55 h 14620"/>
                <a:gd name="T60" fmla="*/ 8841 w 14656"/>
                <a:gd name="T61" fmla="*/ 195 h 14620"/>
                <a:gd name="T62" fmla="*/ 7892 w 14656"/>
                <a:gd name="T63" fmla="*/ 1104 h 14620"/>
                <a:gd name="T64" fmla="*/ 7692 w 14656"/>
                <a:gd name="T65" fmla="*/ 1380 h 14620"/>
                <a:gd name="T66" fmla="*/ 7576 w 14656"/>
                <a:gd name="T67" fmla="*/ 1695 h 14620"/>
                <a:gd name="T68" fmla="*/ 7548 w 14656"/>
                <a:gd name="T69" fmla="*/ 2062 h 14620"/>
                <a:gd name="T70" fmla="*/ 7669 w 14656"/>
                <a:gd name="T71" fmla="*/ 2522 h 14620"/>
                <a:gd name="T72" fmla="*/ 623 w 14656"/>
                <a:gd name="T73" fmla="*/ 5539 h 14620"/>
                <a:gd name="T74" fmla="*/ 274 w 14656"/>
                <a:gd name="T75" fmla="*/ 5894 h 14620"/>
                <a:gd name="T76" fmla="*/ 58 w 14656"/>
                <a:gd name="T77" fmla="*/ 6345 h 14620"/>
                <a:gd name="T78" fmla="*/ 3 w 14656"/>
                <a:gd name="T79" fmla="*/ 6850 h 14620"/>
                <a:gd name="T80" fmla="*/ 114 w 14656"/>
                <a:gd name="T81" fmla="*/ 7337 h 14620"/>
                <a:gd name="T82" fmla="*/ 382 w 14656"/>
                <a:gd name="T83" fmla="*/ 7767 h 14620"/>
                <a:gd name="T84" fmla="*/ 7067 w 14656"/>
                <a:gd name="T85" fmla="*/ 14362 h 14620"/>
                <a:gd name="T86" fmla="*/ 7416 w 14656"/>
                <a:gd name="T87" fmla="*/ 14537 h 14620"/>
                <a:gd name="T88" fmla="*/ 7800 w 14656"/>
                <a:gd name="T89" fmla="*/ 14616 h 14620"/>
                <a:gd name="T90" fmla="*/ 8103 w 14656"/>
                <a:gd name="T91" fmla="*/ 14608 h 14620"/>
                <a:gd name="T92" fmla="*/ 8574 w 14656"/>
                <a:gd name="T93" fmla="*/ 14467 h 14620"/>
                <a:gd name="T94" fmla="*/ 8985 w 14656"/>
                <a:gd name="T95" fmla="*/ 14171 h 14620"/>
                <a:gd name="T96" fmla="*/ 9276 w 14656"/>
                <a:gd name="T97" fmla="*/ 13754 h 14620"/>
                <a:gd name="T98" fmla="*/ 12327 w 14656"/>
                <a:gd name="T99" fmla="*/ 7076 h 14620"/>
                <a:gd name="T100" fmla="*/ 12781 w 14656"/>
                <a:gd name="T101" fmla="*/ 7126 h 14620"/>
                <a:gd name="T102" fmla="*/ 13112 w 14656"/>
                <a:gd name="T103" fmla="*/ 7056 h 14620"/>
                <a:gd name="T104" fmla="*/ 13410 w 14656"/>
                <a:gd name="T105" fmla="*/ 6900 h 14620"/>
                <a:gd name="T106" fmla="*/ 14350 w 14656"/>
                <a:gd name="T107" fmla="*/ 5980 h 14620"/>
                <a:gd name="T108" fmla="*/ 14535 w 14656"/>
                <a:gd name="T109" fmla="*/ 5696 h 14620"/>
                <a:gd name="T110" fmla="*/ 14637 w 14656"/>
                <a:gd name="T111" fmla="*/ 5373 h 14620"/>
                <a:gd name="T112" fmla="*/ 14649 w 14656"/>
                <a:gd name="T113" fmla="*/ 5030 h 14620"/>
                <a:gd name="T114" fmla="*/ 14572 w 14656"/>
                <a:gd name="T115" fmla="*/ 4701 h 14620"/>
                <a:gd name="T116" fmla="*/ 14410 w 14656"/>
                <a:gd name="T117" fmla="*/ 4405 h 146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4656" h="14620">
                  <a:moveTo>
                    <a:pt x="13576" y="5334"/>
                  </a:moveTo>
                  <a:lnTo>
                    <a:pt x="12866" y="6046"/>
                  </a:lnTo>
                  <a:lnTo>
                    <a:pt x="12856" y="6055"/>
                  </a:lnTo>
                  <a:lnTo>
                    <a:pt x="12847" y="6064"/>
                  </a:lnTo>
                  <a:lnTo>
                    <a:pt x="12837" y="6071"/>
                  </a:lnTo>
                  <a:lnTo>
                    <a:pt x="12826" y="6079"/>
                  </a:lnTo>
                  <a:lnTo>
                    <a:pt x="12816" y="6085"/>
                  </a:lnTo>
                  <a:lnTo>
                    <a:pt x="12805" y="6091"/>
                  </a:lnTo>
                  <a:lnTo>
                    <a:pt x="12794" y="6097"/>
                  </a:lnTo>
                  <a:lnTo>
                    <a:pt x="12782" y="6102"/>
                  </a:lnTo>
                  <a:lnTo>
                    <a:pt x="12770" y="6106"/>
                  </a:lnTo>
                  <a:lnTo>
                    <a:pt x="12759" y="6110"/>
                  </a:lnTo>
                  <a:lnTo>
                    <a:pt x="12747" y="6113"/>
                  </a:lnTo>
                  <a:lnTo>
                    <a:pt x="12735" y="6115"/>
                  </a:lnTo>
                  <a:lnTo>
                    <a:pt x="12723" y="6117"/>
                  </a:lnTo>
                  <a:lnTo>
                    <a:pt x="12712" y="6119"/>
                  </a:lnTo>
                  <a:lnTo>
                    <a:pt x="12700" y="6120"/>
                  </a:lnTo>
                  <a:lnTo>
                    <a:pt x="12688" y="6120"/>
                  </a:lnTo>
                  <a:lnTo>
                    <a:pt x="12676" y="6120"/>
                  </a:lnTo>
                  <a:lnTo>
                    <a:pt x="12664" y="6119"/>
                  </a:lnTo>
                  <a:lnTo>
                    <a:pt x="12652" y="6117"/>
                  </a:lnTo>
                  <a:lnTo>
                    <a:pt x="12640" y="6115"/>
                  </a:lnTo>
                  <a:lnTo>
                    <a:pt x="12628" y="6113"/>
                  </a:lnTo>
                  <a:lnTo>
                    <a:pt x="12615" y="6110"/>
                  </a:lnTo>
                  <a:lnTo>
                    <a:pt x="12604" y="6106"/>
                  </a:lnTo>
                  <a:lnTo>
                    <a:pt x="12593" y="6102"/>
                  </a:lnTo>
                  <a:lnTo>
                    <a:pt x="12581" y="6097"/>
                  </a:lnTo>
                  <a:lnTo>
                    <a:pt x="12571" y="6091"/>
                  </a:lnTo>
                  <a:lnTo>
                    <a:pt x="12560" y="6085"/>
                  </a:lnTo>
                  <a:lnTo>
                    <a:pt x="12549" y="6079"/>
                  </a:lnTo>
                  <a:lnTo>
                    <a:pt x="12539" y="6071"/>
                  </a:lnTo>
                  <a:lnTo>
                    <a:pt x="12529" y="6064"/>
                  </a:lnTo>
                  <a:lnTo>
                    <a:pt x="12519" y="6055"/>
                  </a:lnTo>
                  <a:lnTo>
                    <a:pt x="12510" y="6046"/>
                  </a:lnTo>
                  <a:lnTo>
                    <a:pt x="11621" y="5156"/>
                  </a:lnTo>
                  <a:lnTo>
                    <a:pt x="10900" y="6965"/>
                  </a:lnTo>
                  <a:lnTo>
                    <a:pt x="10961" y="6813"/>
                  </a:lnTo>
                  <a:lnTo>
                    <a:pt x="10819" y="6674"/>
                  </a:lnTo>
                  <a:lnTo>
                    <a:pt x="10677" y="6544"/>
                  </a:lnTo>
                  <a:lnTo>
                    <a:pt x="10534" y="6420"/>
                  </a:lnTo>
                  <a:lnTo>
                    <a:pt x="10392" y="6304"/>
                  </a:lnTo>
                  <a:lnTo>
                    <a:pt x="10251" y="6194"/>
                  </a:lnTo>
                  <a:lnTo>
                    <a:pt x="10108" y="6091"/>
                  </a:lnTo>
                  <a:lnTo>
                    <a:pt x="9966" y="5994"/>
                  </a:lnTo>
                  <a:lnTo>
                    <a:pt x="9823" y="5905"/>
                  </a:lnTo>
                  <a:lnTo>
                    <a:pt x="9681" y="5820"/>
                  </a:lnTo>
                  <a:lnTo>
                    <a:pt x="9539" y="5740"/>
                  </a:lnTo>
                  <a:lnTo>
                    <a:pt x="9397" y="5667"/>
                  </a:lnTo>
                  <a:lnTo>
                    <a:pt x="9257" y="5598"/>
                  </a:lnTo>
                  <a:lnTo>
                    <a:pt x="9115" y="5535"/>
                  </a:lnTo>
                  <a:lnTo>
                    <a:pt x="8974" y="5475"/>
                  </a:lnTo>
                  <a:lnTo>
                    <a:pt x="8833" y="5421"/>
                  </a:lnTo>
                  <a:lnTo>
                    <a:pt x="8693" y="5370"/>
                  </a:lnTo>
                  <a:lnTo>
                    <a:pt x="8553" y="5324"/>
                  </a:lnTo>
                  <a:lnTo>
                    <a:pt x="8414" y="5281"/>
                  </a:lnTo>
                  <a:lnTo>
                    <a:pt x="8275" y="5241"/>
                  </a:lnTo>
                  <a:lnTo>
                    <a:pt x="8136" y="5205"/>
                  </a:lnTo>
                  <a:lnTo>
                    <a:pt x="7997" y="5172"/>
                  </a:lnTo>
                  <a:lnTo>
                    <a:pt x="7860" y="5141"/>
                  </a:lnTo>
                  <a:lnTo>
                    <a:pt x="7723" y="5113"/>
                  </a:lnTo>
                  <a:lnTo>
                    <a:pt x="7587" y="5088"/>
                  </a:lnTo>
                  <a:lnTo>
                    <a:pt x="7451" y="5065"/>
                  </a:lnTo>
                  <a:lnTo>
                    <a:pt x="7315" y="5043"/>
                  </a:lnTo>
                  <a:lnTo>
                    <a:pt x="7180" y="5022"/>
                  </a:lnTo>
                  <a:lnTo>
                    <a:pt x="7047" y="5003"/>
                  </a:lnTo>
                  <a:lnTo>
                    <a:pt x="6782" y="4968"/>
                  </a:lnTo>
                  <a:lnTo>
                    <a:pt x="6519" y="4936"/>
                  </a:lnTo>
                  <a:lnTo>
                    <a:pt x="6436" y="4926"/>
                  </a:lnTo>
                  <a:lnTo>
                    <a:pt x="6354" y="4915"/>
                  </a:lnTo>
                  <a:lnTo>
                    <a:pt x="6270" y="4905"/>
                  </a:lnTo>
                  <a:lnTo>
                    <a:pt x="6188" y="4893"/>
                  </a:lnTo>
                  <a:lnTo>
                    <a:pt x="6105" y="4882"/>
                  </a:lnTo>
                  <a:lnTo>
                    <a:pt x="6024" y="4871"/>
                  </a:lnTo>
                  <a:lnTo>
                    <a:pt x="5942" y="4859"/>
                  </a:lnTo>
                  <a:lnTo>
                    <a:pt x="5861" y="4847"/>
                  </a:lnTo>
                  <a:lnTo>
                    <a:pt x="5779" y="4835"/>
                  </a:lnTo>
                  <a:lnTo>
                    <a:pt x="5698" y="4822"/>
                  </a:lnTo>
                  <a:lnTo>
                    <a:pt x="5617" y="4809"/>
                  </a:lnTo>
                  <a:lnTo>
                    <a:pt x="5537" y="4795"/>
                  </a:lnTo>
                  <a:lnTo>
                    <a:pt x="5456" y="4779"/>
                  </a:lnTo>
                  <a:lnTo>
                    <a:pt x="5376" y="4764"/>
                  </a:lnTo>
                  <a:lnTo>
                    <a:pt x="5296" y="4748"/>
                  </a:lnTo>
                  <a:lnTo>
                    <a:pt x="5216" y="4731"/>
                  </a:lnTo>
                  <a:lnTo>
                    <a:pt x="9487" y="3017"/>
                  </a:lnTo>
                  <a:lnTo>
                    <a:pt x="8624" y="2152"/>
                  </a:lnTo>
                  <a:lnTo>
                    <a:pt x="8615" y="2143"/>
                  </a:lnTo>
                  <a:lnTo>
                    <a:pt x="8607" y="2133"/>
                  </a:lnTo>
                  <a:lnTo>
                    <a:pt x="8599" y="2123"/>
                  </a:lnTo>
                  <a:lnTo>
                    <a:pt x="8592" y="2113"/>
                  </a:lnTo>
                  <a:lnTo>
                    <a:pt x="8586" y="2102"/>
                  </a:lnTo>
                  <a:lnTo>
                    <a:pt x="8580" y="2091"/>
                  </a:lnTo>
                  <a:lnTo>
                    <a:pt x="8574" y="2080"/>
                  </a:lnTo>
                  <a:lnTo>
                    <a:pt x="8569" y="2068"/>
                  </a:lnTo>
                  <a:lnTo>
                    <a:pt x="8565" y="2057"/>
                  </a:lnTo>
                  <a:lnTo>
                    <a:pt x="8561" y="2046"/>
                  </a:lnTo>
                  <a:lnTo>
                    <a:pt x="8558" y="2034"/>
                  </a:lnTo>
                  <a:lnTo>
                    <a:pt x="8555" y="2022"/>
                  </a:lnTo>
                  <a:lnTo>
                    <a:pt x="8553" y="2010"/>
                  </a:lnTo>
                  <a:lnTo>
                    <a:pt x="8551" y="1998"/>
                  </a:lnTo>
                  <a:lnTo>
                    <a:pt x="8550" y="1986"/>
                  </a:lnTo>
                  <a:lnTo>
                    <a:pt x="8550" y="1974"/>
                  </a:lnTo>
                  <a:lnTo>
                    <a:pt x="8550" y="1961"/>
                  </a:lnTo>
                  <a:lnTo>
                    <a:pt x="8551" y="1949"/>
                  </a:lnTo>
                  <a:lnTo>
                    <a:pt x="8553" y="1938"/>
                  </a:lnTo>
                  <a:lnTo>
                    <a:pt x="8555" y="1926"/>
                  </a:lnTo>
                  <a:lnTo>
                    <a:pt x="8558" y="1914"/>
                  </a:lnTo>
                  <a:lnTo>
                    <a:pt x="8562" y="1902"/>
                  </a:lnTo>
                  <a:lnTo>
                    <a:pt x="8565" y="1891"/>
                  </a:lnTo>
                  <a:lnTo>
                    <a:pt x="8570" y="1879"/>
                  </a:lnTo>
                  <a:lnTo>
                    <a:pt x="8574" y="1868"/>
                  </a:lnTo>
                  <a:lnTo>
                    <a:pt x="8580" y="1857"/>
                  </a:lnTo>
                  <a:lnTo>
                    <a:pt x="8586" y="1845"/>
                  </a:lnTo>
                  <a:lnTo>
                    <a:pt x="8593" y="1835"/>
                  </a:lnTo>
                  <a:lnTo>
                    <a:pt x="8600" y="1825"/>
                  </a:lnTo>
                  <a:lnTo>
                    <a:pt x="8608" y="1815"/>
                  </a:lnTo>
                  <a:lnTo>
                    <a:pt x="8616" y="1805"/>
                  </a:lnTo>
                  <a:lnTo>
                    <a:pt x="8625" y="1796"/>
                  </a:lnTo>
                  <a:lnTo>
                    <a:pt x="9335" y="1082"/>
                  </a:lnTo>
                  <a:lnTo>
                    <a:pt x="9344" y="1073"/>
                  </a:lnTo>
                  <a:lnTo>
                    <a:pt x="9354" y="1065"/>
                  </a:lnTo>
                  <a:lnTo>
                    <a:pt x="9364" y="1057"/>
                  </a:lnTo>
                  <a:lnTo>
                    <a:pt x="9374" y="1050"/>
                  </a:lnTo>
                  <a:lnTo>
                    <a:pt x="9385" y="1043"/>
                  </a:lnTo>
                  <a:lnTo>
                    <a:pt x="9396" y="1037"/>
                  </a:lnTo>
                  <a:lnTo>
                    <a:pt x="9408" y="1032"/>
                  </a:lnTo>
                  <a:lnTo>
                    <a:pt x="9419" y="1027"/>
                  </a:lnTo>
                  <a:lnTo>
                    <a:pt x="9430" y="1023"/>
                  </a:lnTo>
                  <a:lnTo>
                    <a:pt x="9442" y="1019"/>
                  </a:lnTo>
                  <a:lnTo>
                    <a:pt x="9454" y="1016"/>
                  </a:lnTo>
                  <a:lnTo>
                    <a:pt x="9465" y="1013"/>
                  </a:lnTo>
                  <a:lnTo>
                    <a:pt x="9477" y="1011"/>
                  </a:lnTo>
                  <a:lnTo>
                    <a:pt x="9489" y="1010"/>
                  </a:lnTo>
                  <a:lnTo>
                    <a:pt x="9501" y="1009"/>
                  </a:lnTo>
                  <a:lnTo>
                    <a:pt x="9513" y="1009"/>
                  </a:lnTo>
                  <a:lnTo>
                    <a:pt x="9525" y="1009"/>
                  </a:lnTo>
                  <a:lnTo>
                    <a:pt x="9537" y="1010"/>
                  </a:lnTo>
                  <a:lnTo>
                    <a:pt x="9549" y="1011"/>
                  </a:lnTo>
                  <a:lnTo>
                    <a:pt x="9561" y="1013"/>
                  </a:lnTo>
                  <a:lnTo>
                    <a:pt x="9574" y="1016"/>
                  </a:lnTo>
                  <a:lnTo>
                    <a:pt x="9585" y="1019"/>
                  </a:lnTo>
                  <a:lnTo>
                    <a:pt x="9597" y="1023"/>
                  </a:lnTo>
                  <a:lnTo>
                    <a:pt x="9608" y="1027"/>
                  </a:lnTo>
                  <a:lnTo>
                    <a:pt x="9619" y="1032"/>
                  </a:lnTo>
                  <a:lnTo>
                    <a:pt x="9630" y="1037"/>
                  </a:lnTo>
                  <a:lnTo>
                    <a:pt x="9641" y="1043"/>
                  </a:lnTo>
                  <a:lnTo>
                    <a:pt x="9651" y="1050"/>
                  </a:lnTo>
                  <a:lnTo>
                    <a:pt x="9662" y="1057"/>
                  </a:lnTo>
                  <a:lnTo>
                    <a:pt x="9672" y="1065"/>
                  </a:lnTo>
                  <a:lnTo>
                    <a:pt x="9681" y="1073"/>
                  </a:lnTo>
                  <a:lnTo>
                    <a:pt x="9691" y="1082"/>
                  </a:lnTo>
                  <a:lnTo>
                    <a:pt x="13576" y="4978"/>
                  </a:lnTo>
                  <a:lnTo>
                    <a:pt x="13585" y="4987"/>
                  </a:lnTo>
                  <a:lnTo>
                    <a:pt x="13593" y="4996"/>
                  </a:lnTo>
                  <a:lnTo>
                    <a:pt x="13601" y="5006"/>
                  </a:lnTo>
                  <a:lnTo>
                    <a:pt x="13608" y="5017"/>
                  </a:lnTo>
                  <a:lnTo>
                    <a:pt x="13615" y="5028"/>
                  </a:lnTo>
                  <a:lnTo>
                    <a:pt x="13621" y="5039"/>
                  </a:lnTo>
                  <a:lnTo>
                    <a:pt x="13627" y="5050"/>
                  </a:lnTo>
                  <a:lnTo>
                    <a:pt x="13631" y="5061"/>
                  </a:lnTo>
                  <a:lnTo>
                    <a:pt x="13636" y="5073"/>
                  </a:lnTo>
                  <a:lnTo>
                    <a:pt x="13641" y="5084"/>
                  </a:lnTo>
                  <a:lnTo>
                    <a:pt x="13644" y="5096"/>
                  </a:lnTo>
                  <a:lnTo>
                    <a:pt x="13646" y="5107"/>
                  </a:lnTo>
                  <a:lnTo>
                    <a:pt x="13648" y="5119"/>
                  </a:lnTo>
                  <a:lnTo>
                    <a:pt x="13650" y="5131"/>
                  </a:lnTo>
                  <a:lnTo>
                    <a:pt x="13651" y="5143"/>
                  </a:lnTo>
                  <a:lnTo>
                    <a:pt x="13651" y="5156"/>
                  </a:lnTo>
                  <a:lnTo>
                    <a:pt x="13651" y="5168"/>
                  </a:lnTo>
                  <a:lnTo>
                    <a:pt x="13650" y="5180"/>
                  </a:lnTo>
                  <a:lnTo>
                    <a:pt x="13648" y="5192"/>
                  </a:lnTo>
                  <a:lnTo>
                    <a:pt x="13646" y="5204"/>
                  </a:lnTo>
                  <a:lnTo>
                    <a:pt x="13644" y="5216"/>
                  </a:lnTo>
                  <a:lnTo>
                    <a:pt x="13641" y="5227"/>
                  </a:lnTo>
                  <a:lnTo>
                    <a:pt x="13636" y="5239"/>
                  </a:lnTo>
                  <a:lnTo>
                    <a:pt x="13631" y="5250"/>
                  </a:lnTo>
                  <a:lnTo>
                    <a:pt x="13627" y="5261"/>
                  </a:lnTo>
                  <a:lnTo>
                    <a:pt x="13621" y="5273"/>
                  </a:lnTo>
                  <a:lnTo>
                    <a:pt x="13615" y="5284"/>
                  </a:lnTo>
                  <a:lnTo>
                    <a:pt x="13608" y="5295"/>
                  </a:lnTo>
                  <a:lnTo>
                    <a:pt x="13601" y="5305"/>
                  </a:lnTo>
                  <a:lnTo>
                    <a:pt x="13593" y="5315"/>
                  </a:lnTo>
                  <a:lnTo>
                    <a:pt x="13585" y="5325"/>
                  </a:lnTo>
                  <a:lnTo>
                    <a:pt x="13576" y="5334"/>
                  </a:lnTo>
                  <a:close/>
                  <a:moveTo>
                    <a:pt x="8378" y="13292"/>
                  </a:moveTo>
                  <a:lnTo>
                    <a:pt x="8366" y="13321"/>
                  </a:lnTo>
                  <a:lnTo>
                    <a:pt x="8352" y="13350"/>
                  </a:lnTo>
                  <a:lnTo>
                    <a:pt x="8336" y="13377"/>
                  </a:lnTo>
                  <a:lnTo>
                    <a:pt x="8318" y="13403"/>
                  </a:lnTo>
                  <a:lnTo>
                    <a:pt x="8300" y="13427"/>
                  </a:lnTo>
                  <a:lnTo>
                    <a:pt x="8280" y="13450"/>
                  </a:lnTo>
                  <a:lnTo>
                    <a:pt x="8258" y="13473"/>
                  </a:lnTo>
                  <a:lnTo>
                    <a:pt x="8235" y="13494"/>
                  </a:lnTo>
                  <a:lnTo>
                    <a:pt x="8210" y="13513"/>
                  </a:lnTo>
                  <a:lnTo>
                    <a:pt x="8185" y="13530"/>
                  </a:lnTo>
                  <a:lnTo>
                    <a:pt x="8159" y="13546"/>
                  </a:lnTo>
                  <a:lnTo>
                    <a:pt x="8132" y="13560"/>
                  </a:lnTo>
                  <a:lnTo>
                    <a:pt x="8104" y="13573"/>
                  </a:lnTo>
                  <a:lnTo>
                    <a:pt x="8074" y="13585"/>
                  </a:lnTo>
                  <a:lnTo>
                    <a:pt x="8044" y="13594"/>
                  </a:lnTo>
                  <a:lnTo>
                    <a:pt x="8013" y="13601"/>
                  </a:lnTo>
                  <a:lnTo>
                    <a:pt x="7985" y="13607"/>
                  </a:lnTo>
                  <a:lnTo>
                    <a:pt x="7956" y="13610"/>
                  </a:lnTo>
                  <a:lnTo>
                    <a:pt x="7927" y="13612"/>
                  </a:lnTo>
                  <a:lnTo>
                    <a:pt x="7899" y="13612"/>
                  </a:lnTo>
                  <a:lnTo>
                    <a:pt x="7874" y="13611"/>
                  </a:lnTo>
                  <a:lnTo>
                    <a:pt x="7850" y="13609"/>
                  </a:lnTo>
                  <a:lnTo>
                    <a:pt x="7827" y="13605"/>
                  </a:lnTo>
                  <a:lnTo>
                    <a:pt x="7804" y="13601"/>
                  </a:lnTo>
                  <a:lnTo>
                    <a:pt x="7781" y="13595"/>
                  </a:lnTo>
                  <a:lnTo>
                    <a:pt x="7758" y="13589"/>
                  </a:lnTo>
                  <a:lnTo>
                    <a:pt x="7736" y="13580"/>
                  </a:lnTo>
                  <a:lnTo>
                    <a:pt x="7714" y="13571"/>
                  </a:lnTo>
                  <a:lnTo>
                    <a:pt x="7691" y="13562"/>
                  </a:lnTo>
                  <a:lnTo>
                    <a:pt x="7670" y="13551"/>
                  </a:lnTo>
                  <a:lnTo>
                    <a:pt x="7650" y="13539"/>
                  </a:lnTo>
                  <a:lnTo>
                    <a:pt x="7630" y="13526"/>
                  </a:lnTo>
                  <a:lnTo>
                    <a:pt x="7610" y="13512"/>
                  </a:lnTo>
                  <a:lnTo>
                    <a:pt x="7591" y="13497"/>
                  </a:lnTo>
                  <a:lnTo>
                    <a:pt x="7573" y="13482"/>
                  </a:lnTo>
                  <a:lnTo>
                    <a:pt x="7556" y="13465"/>
                  </a:lnTo>
                  <a:lnTo>
                    <a:pt x="1154" y="7119"/>
                  </a:lnTo>
                  <a:lnTo>
                    <a:pt x="1133" y="7096"/>
                  </a:lnTo>
                  <a:lnTo>
                    <a:pt x="1113" y="7072"/>
                  </a:lnTo>
                  <a:lnTo>
                    <a:pt x="1094" y="7048"/>
                  </a:lnTo>
                  <a:lnTo>
                    <a:pt x="1078" y="7022"/>
                  </a:lnTo>
                  <a:lnTo>
                    <a:pt x="1063" y="6996"/>
                  </a:lnTo>
                  <a:lnTo>
                    <a:pt x="1050" y="6967"/>
                  </a:lnTo>
                  <a:lnTo>
                    <a:pt x="1038" y="6940"/>
                  </a:lnTo>
                  <a:lnTo>
                    <a:pt x="1029" y="6911"/>
                  </a:lnTo>
                  <a:lnTo>
                    <a:pt x="1021" y="6882"/>
                  </a:lnTo>
                  <a:lnTo>
                    <a:pt x="1014" y="6852"/>
                  </a:lnTo>
                  <a:lnTo>
                    <a:pt x="1010" y="6822"/>
                  </a:lnTo>
                  <a:lnTo>
                    <a:pt x="1007" y="6792"/>
                  </a:lnTo>
                  <a:lnTo>
                    <a:pt x="1006" y="6761"/>
                  </a:lnTo>
                  <a:lnTo>
                    <a:pt x="1007" y="6730"/>
                  </a:lnTo>
                  <a:lnTo>
                    <a:pt x="1010" y="6699"/>
                  </a:lnTo>
                  <a:lnTo>
                    <a:pt x="1015" y="6668"/>
                  </a:lnTo>
                  <a:lnTo>
                    <a:pt x="1022" y="6638"/>
                  </a:lnTo>
                  <a:lnTo>
                    <a:pt x="1030" y="6608"/>
                  </a:lnTo>
                  <a:lnTo>
                    <a:pt x="1040" y="6579"/>
                  </a:lnTo>
                  <a:lnTo>
                    <a:pt x="1052" y="6551"/>
                  </a:lnTo>
                  <a:lnTo>
                    <a:pt x="1065" y="6524"/>
                  </a:lnTo>
                  <a:lnTo>
                    <a:pt x="1080" y="6498"/>
                  </a:lnTo>
                  <a:lnTo>
                    <a:pt x="1097" y="6472"/>
                  </a:lnTo>
                  <a:lnTo>
                    <a:pt x="1116" y="6448"/>
                  </a:lnTo>
                  <a:lnTo>
                    <a:pt x="1136" y="6425"/>
                  </a:lnTo>
                  <a:lnTo>
                    <a:pt x="1156" y="6403"/>
                  </a:lnTo>
                  <a:lnTo>
                    <a:pt x="1179" y="6383"/>
                  </a:lnTo>
                  <a:lnTo>
                    <a:pt x="1202" y="6363"/>
                  </a:lnTo>
                  <a:lnTo>
                    <a:pt x="1227" y="6345"/>
                  </a:lnTo>
                  <a:lnTo>
                    <a:pt x="1252" y="6329"/>
                  </a:lnTo>
                  <a:lnTo>
                    <a:pt x="1280" y="6314"/>
                  </a:lnTo>
                  <a:lnTo>
                    <a:pt x="1308" y="6300"/>
                  </a:lnTo>
                  <a:lnTo>
                    <a:pt x="4434" y="5046"/>
                  </a:lnTo>
                  <a:lnTo>
                    <a:pt x="4632" y="5107"/>
                  </a:lnTo>
                  <a:lnTo>
                    <a:pt x="4830" y="5162"/>
                  </a:lnTo>
                  <a:lnTo>
                    <a:pt x="5027" y="5210"/>
                  </a:lnTo>
                  <a:lnTo>
                    <a:pt x="5225" y="5252"/>
                  </a:lnTo>
                  <a:lnTo>
                    <a:pt x="5422" y="5290"/>
                  </a:lnTo>
                  <a:lnTo>
                    <a:pt x="5620" y="5323"/>
                  </a:lnTo>
                  <a:lnTo>
                    <a:pt x="5817" y="5353"/>
                  </a:lnTo>
                  <a:lnTo>
                    <a:pt x="6016" y="5380"/>
                  </a:lnTo>
                  <a:lnTo>
                    <a:pt x="6410" y="5431"/>
                  </a:lnTo>
                  <a:lnTo>
                    <a:pt x="6805" y="5480"/>
                  </a:lnTo>
                  <a:lnTo>
                    <a:pt x="7003" y="5507"/>
                  </a:lnTo>
                  <a:lnTo>
                    <a:pt x="7201" y="5536"/>
                  </a:lnTo>
                  <a:lnTo>
                    <a:pt x="7398" y="5568"/>
                  </a:lnTo>
                  <a:lnTo>
                    <a:pt x="7596" y="5603"/>
                  </a:lnTo>
                  <a:lnTo>
                    <a:pt x="7793" y="5643"/>
                  </a:lnTo>
                  <a:lnTo>
                    <a:pt x="7991" y="5688"/>
                  </a:lnTo>
                  <a:lnTo>
                    <a:pt x="8188" y="5739"/>
                  </a:lnTo>
                  <a:lnTo>
                    <a:pt x="8385" y="5798"/>
                  </a:lnTo>
                  <a:lnTo>
                    <a:pt x="8584" y="5864"/>
                  </a:lnTo>
                  <a:lnTo>
                    <a:pt x="8781" y="5939"/>
                  </a:lnTo>
                  <a:lnTo>
                    <a:pt x="8979" y="6023"/>
                  </a:lnTo>
                  <a:lnTo>
                    <a:pt x="9176" y="6116"/>
                  </a:lnTo>
                  <a:lnTo>
                    <a:pt x="9373" y="6221"/>
                  </a:lnTo>
                  <a:lnTo>
                    <a:pt x="9571" y="6337"/>
                  </a:lnTo>
                  <a:lnTo>
                    <a:pt x="9769" y="6466"/>
                  </a:lnTo>
                  <a:lnTo>
                    <a:pt x="9967" y="6608"/>
                  </a:lnTo>
                  <a:lnTo>
                    <a:pt x="10164" y="6765"/>
                  </a:lnTo>
                  <a:lnTo>
                    <a:pt x="10361" y="6935"/>
                  </a:lnTo>
                  <a:lnTo>
                    <a:pt x="10559" y="7122"/>
                  </a:lnTo>
                  <a:lnTo>
                    <a:pt x="10756" y="7324"/>
                  </a:lnTo>
                  <a:lnTo>
                    <a:pt x="8378" y="13292"/>
                  </a:lnTo>
                  <a:close/>
                  <a:moveTo>
                    <a:pt x="10402" y="369"/>
                  </a:moveTo>
                  <a:lnTo>
                    <a:pt x="10379" y="347"/>
                  </a:lnTo>
                  <a:lnTo>
                    <a:pt x="10356" y="326"/>
                  </a:lnTo>
                  <a:lnTo>
                    <a:pt x="10333" y="305"/>
                  </a:lnTo>
                  <a:lnTo>
                    <a:pt x="10310" y="286"/>
                  </a:lnTo>
                  <a:lnTo>
                    <a:pt x="10286" y="266"/>
                  </a:lnTo>
                  <a:lnTo>
                    <a:pt x="10261" y="247"/>
                  </a:lnTo>
                  <a:lnTo>
                    <a:pt x="10235" y="229"/>
                  </a:lnTo>
                  <a:lnTo>
                    <a:pt x="10210" y="211"/>
                  </a:lnTo>
                  <a:lnTo>
                    <a:pt x="10184" y="195"/>
                  </a:lnTo>
                  <a:lnTo>
                    <a:pt x="10158" y="179"/>
                  </a:lnTo>
                  <a:lnTo>
                    <a:pt x="10132" y="163"/>
                  </a:lnTo>
                  <a:lnTo>
                    <a:pt x="10105" y="148"/>
                  </a:lnTo>
                  <a:lnTo>
                    <a:pt x="10077" y="133"/>
                  </a:lnTo>
                  <a:lnTo>
                    <a:pt x="10050" y="120"/>
                  </a:lnTo>
                  <a:lnTo>
                    <a:pt x="10022" y="108"/>
                  </a:lnTo>
                  <a:lnTo>
                    <a:pt x="9994" y="96"/>
                  </a:lnTo>
                  <a:lnTo>
                    <a:pt x="9966" y="84"/>
                  </a:lnTo>
                  <a:lnTo>
                    <a:pt x="9938" y="74"/>
                  </a:lnTo>
                  <a:lnTo>
                    <a:pt x="9908" y="64"/>
                  </a:lnTo>
                  <a:lnTo>
                    <a:pt x="9879" y="55"/>
                  </a:lnTo>
                  <a:lnTo>
                    <a:pt x="9850" y="46"/>
                  </a:lnTo>
                  <a:lnTo>
                    <a:pt x="9820" y="38"/>
                  </a:lnTo>
                  <a:lnTo>
                    <a:pt x="9791" y="31"/>
                  </a:lnTo>
                  <a:lnTo>
                    <a:pt x="9761" y="25"/>
                  </a:lnTo>
                  <a:lnTo>
                    <a:pt x="9730" y="19"/>
                  </a:lnTo>
                  <a:lnTo>
                    <a:pt x="9699" y="14"/>
                  </a:lnTo>
                  <a:lnTo>
                    <a:pt x="9669" y="9"/>
                  </a:lnTo>
                  <a:lnTo>
                    <a:pt x="9638" y="6"/>
                  </a:lnTo>
                  <a:lnTo>
                    <a:pt x="9607" y="3"/>
                  </a:lnTo>
                  <a:lnTo>
                    <a:pt x="9577" y="2"/>
                  </a:lnTo>
                  <a:lnTo>
                    <a:pt x="9544" y="0"/>
                  </a:lnTo>
                  <a:lnTo>
                    <a:pt x="9513" y="0"/>
                  </a:lnTo>
                  <a:lnTo>
                    <a:pt x="9482" y="0"/>
                  </a:lnTo>
                  <a:lnTo>
                    <a:pt x="9451" y="2"/>
                  </a:lnTo>
                  <a:lnTo>
                    <a:pt x="9420" y="3"/>
                  </a:lnTo>
                  <a:lnTo>
                    <a:pt x="9388" y="6"/>
                  </a:lnTo>
                  <a:lnTo>
                    <a:pt x="9357" y="9"/>
                  </a:lnTo>
                  <a:lnTo>
                    <a:pt x="9327" y="14"/>
                  </a:lnTo>
                  <a:lnTo>
                    <a:pt x="9297" y="19"/>
                  </a:lnTo>
                  <a:lnTo>
                    <a:pt x="9266" y="25"/>
                  </a:lnTo>
                  <a:lnTo>
                    <a:pt x="9236" y="31"/>
                  </a:lnTo>
                  <a:lnTo>
                    <a:pt x="9206" y="38"/>
                  </a:lnTo>
                  <a:lnTo>
                    <a:pt x="9176" y="46"/>
                  </a:lnTo>
                  <a:lnTo>
                    <a:pt x="9147" y="55"/>
                  </a:lnTo>
                  <a:lnTo>
                    <a:pt x="9118" y="64"/>
                  </a:lnTo>
                  <a:lnTo>
                    <a:pt x="9089" y="74"/>
                  </a:lnTo>
                  <a:lnTo>
                    <a:pt x="9060" y="84"/>
                  </a:lnTo>
                  <a:lnTo>
                    <a:pt x="9031" y="96"/>
                  </a:lnTo>
                  <a:lnTo>
                    <a:pt x="9003" y="108"/>
                  </a:lnTo>
                  <a:lnTo>
                    <a:pt x="8976" y="120"/>
                  </a:lnTo>
                  <a:lnTo>
                    <a:pt x="8948" y="134"/>
                  </a:lnTo>
                  <a:lnTo>
                    <a:pt x="8921" y="149"/>
                  </a:lnTo>
                  <a:lnTo>
                    <a:pt x="8894" y="163"/>
                  </a:lnTo>
                  <a:lnTo>
                    <a:pt x="8867" y="179"/>
                  </a:lnTo>
                  <a:lnTo>
                    <a:pt x="8841" y="195"/>
                  </a:lnTo>
                  <a:lnTo>
                    <a:pt x="8816" y="211"/>
                  </a:lnTo>
                  <a:lnTo>
                    <a:pt x="8790" y="229"/>
                  </a:lnTo>
                  <a:lnTo>
                    <a:pt x="8766" y="247"/>
                  </a:lnTo>
                  <a:lnTo>
                    <a:pt x="8741" y="267"/>
                  </a:lnTo>
                  <a:lnTo>
                    <a:pt x="8716" y="286"/>
                  </a:lnTo>
                  <a:lnTo>
                    <a:pt x="8692" y="306"/>
                  </a:lnTo>
                  <a:lnTo>
                    <a:pt x="8669" y="326"/>
                  </a:lnTo>
                  <a:lnTo>
                    <a:pt x="8646" y="348"/>
                  </a:lnTo>
                  <a:lnTo>
                    <a:pt x="8624" y="369"/>
                  </a:lnTo>
                  <a:lnTo>
                    <a:pt x="7914" y="1081"/>
                  </a:lnTo>
                  <a:lnTo>
                    <a:pt x="7892" y="1104"/>
                  </a:lnTo>
                  <a:lnTo>
                    <a:pt x="7870" y="1128"/>
                  </a:lnTo>
                  <a:lnTo>
                    <a:pt x="7850" y="1151"/>
                  </a:lnTo>
                  <a:lnTo>
                    <a:pt x="7829" y="1174"/>
                  </a:lnTo>
                  <a:lnTo>
                    <a:pt x="7810" y="1199"/>
                  </a:lnTo>
                  <a:lnTo>
                    <a:pt x="7792" y="1223"/>
                  </a:lnTo>
                  <a:lnTo>
                    <a:pt x="7773" y="1249"/>
                  </a:lnTo>
                  <a:lnTo>
                    <a:pt x="7756" y="1274"/>
                  </a:lnTo>
                  <a:lnTo>
                    <a:pt x="7739" y="1300"/>
                  </a:lnTo>
                  <a:lnTo>
                    <a:pt x="7723" y="1326"/>
                  </a:lnTo>
                  <a:lnTo>
                    <a:pt x="7707" y="1352"/>
                  </a:lnTo>
                  <a:lnTo>
                    <a:pt x="7692" y="1380"/>
                  </a:lnTo>
                  <a:lnTo>
                    <a:pt x="7678" y="1407"/>
                  </a:lnTo>
                  <a:lnTo>
                    <a:pt x="7665" y="1434"/>
                  </a:lnTo>
                  <a:lnTo>
                    <a:pt x="7652" y="1462"/>
                  </a:lnTo>
                  <a:lnTo>
                    <a:pt x="7640" y="1491"/>
                  </a:lnTo>
                  <a:lnTo>
                    <a:pt x="7629" y="1519"/>
                  </a:lnTo>
                  <a:lnTo>
                    <a:pt x="7618" y="1547"/>
                  </a:lnTo>
                  <a:lnTo>
                    <a:pt x="7608" y="1576"/>
                  </a:lnTo>
                  <a:lnTo>
                    <a:pt x="7599" y="1606"/>
                  </a:lnTo>
                  <a:lnTo>
                    <a:pt x="7591" y="1636"/>
                  </a:lnTo>
                  <a:lnTo>
                    <a:pt x="7583" y="1665"/>
                  </a:lnTo>
                  <a:lnTo>
                    <a:pt x="7576" y="1695"/>
                  </a:lnTo>
                  <a:lnTo>
                    <a:pt x="7569" y="1725"/>
                  </a:lnTo>
                  <a:lnTo>
                    <a:pt x="7564" y="1756"/>
                  </a:lnTo>
                  <a:lnTo>
                    <a:pt x="7559" y="1786"/>
                  </a:lnTo>
                  <a:lnTo>
                    <a:pt x="7555" y="1817"/>
                  </a:lnTo>
                  <a:lnTo>
                    <a:pt x="7551" y="1848"/>
                  </a:lnTo>
                  <a:lnTo>
                    <a:pt x="7549" y="1879"/>
                  </a:lnTo>
                  <a:lnTo>
                    <a:pt x="7547" y="1911"/>
                  </a:lnTo>
                  <a:lnTo>
                    <a:pt x="7546" y="1942"/>
                  </a:lnTo>
                  <a:lnTo>
                    <a:pt x="7545" y="1974"/>
                  </a:lnTo>
                  <a:lnTo>
                    <a:pt x="7546" y="2018"/>
                  </a:lnTo>
                  <a:lnTo>
                    <a:pt x="7548" y="2062"/>
                  </a:lnTo>
                  <a:lnTo>
                    <a:pt x="7552" y="2106"/>
                  </a:lnTo>
                  <a:lnTo>
                    <a:pt x="7557" y="2150"/>
                  </a:lnTo>
                  <a:lnTo>
                    <a:pt x="7564" y="2192"/>
                  </a:lnTo>
                  <a:lnTo>
                    <a:pt x="7572" y="2236"/>
                  </a:lnTo>
                  <a:lnTo>
                    <a:pt x="7582" y="2278"/>
                  </a:lnTo>
                  <a:lnTo>
                    <a:pt x="7593" y="2319"/>
                  </a:lnTo>
                  <a:lnTo>
                    <a:pt x="7605" y="2361"/>
                  </a:lnTo>
                  <a:lnTo>
                    <a:pt x="7619" y="2402"/>
                  </a:lnTo>
                  <a:lnTo>
                    <a:pt x="7634" y="2442"/>
                  </a:lnTo>
                  <a:lnTo>
                    <a:pt x="7651" y="2483"/>
                  </a:lnTo>
                  <a:lnTo>
                    <a:pt x="7669" y="2522"/>
                  </a:lnTo>
                  <a:lnTo>
                    <a:pt x="7688" y="2560"/>
                  </a:lnTo>
                  <a:lnTo>
                    <a:pt x="7710" y="2599"/>
                  </a:lnTo>
                  <a:lnTo>
                    <a:pt x="7732" y="2635"/>
                  </a:lnTo>
                  <a:lnTo>
                    <a:pt x="902" y="5377"/>
                  </a:lnTo>
                  <a:lnTo>
                    <a:pt x="860" y="5397"/>
                  </a:lnTo>
                  <a:lnTo>
                    <a:pt x="819" y="5418"/>
                  </a:lnTo>
                  <a:lnTo>
                    <a:pt x="778" y="5440"/>
                  </a:lnTo>
                  <a:lnTo>
                    <a:pt x="737" y="5462"/>
                  </a:lnTo>
                  <a:lnTo>
                    <a:pt x="699" y="5486"/>
                  </a:lnTo>
                  <a:lnTo>
                    <a:pt x="660" y="5511"/>
                  </a:lnTo>
                  <a:lnTo>
                    <a:pt x="623" y="5539"/>
                  </a:lnTo>
                  <a:lnTo>
                    <a:pt x="586" y="5566"/>
                  </a:lnTo>
                  <a:lnTo>
                    <a:pt x="550" y="5594"/>
                  </a:lnTo>
                  <a:lnTo>
                    <a:pt x="516" y="5623"/>
                  </a:lnTo>
                  <a:lnTo>
                    <a:pt x="482" y="5655"/>
                  </a:lnTo>
                  <a:lnTo>
                    <a:pt x="450" y="5686"/>
                  </a:lnTo>
                  <a:lnTo>
                    <a:pt x="417" y="5718"/>
                  </a:lnTo>
                  <a:lnTo>
                    <a:pt x="386" y="5751"/>
                  </a:lnTo>
                  <a:lnTo>
                    <a:pt x="357" y="5786"/>
                  </a:lnTo>
                  <a:lnTo>
                    <a:pt x="328" y="5821"/>
                  </a:lnTo>
                  <a:lnTo>
                    <a:pt x="301" y="5857"/>
                  </a:lnTo>
                  <a:lnTo>
                    <a:pt x="274" y="5894"/>
                  </a:lnTo>
                  <a:lnTo>
                    <a:pt x="248" y="5931"/>
                  </a:lnTo>
                  <a:lnTo>
                    <a:pt x="224" y="5969"/>
                  </a:lnTo>
                  <a:lnTo>
                    <a:pt x="200" y="6009"/>
                  </a:lnTo>
                  <a:lnTo>
                    <a:pt x="179" y="6049"/>
                  </a:lnTo>
                  <a:lnTo>
                    <a:pt x="158" y="6089"/>
                  </a:lnTo>
                  <a:lnTo>
                    <a:pt x="138" y="6131"/>
                  </a:lnTo>
                  <a:lnTo>
                    <a:pt x="120" y="6172"/>
                  </a:lnTo>
                  <a:lnTo>
                    <a:pt x="103" y="6214"/>
                  </a:lnTo>
                  <a:lnTo>
                    <a:pt x="87" y="6258"/>
                  </a:lnTo>
                  <a:lnTo>
                    <a:pt x="71" y="6301"/>
                  </a:lnTo>
                  <a:lnTo>
                    <a:pt x="58" y="6345"/>
                  </a:lnTo>
                  <a:lnTo>
                    <a:pt x="46" y="6390"/>
                  </a:lnTo>
                  <a:lnTo>
                    <a:pt x="36" y="6435"/>
                  </a:lnTo>
                  <a:lnTo>
                    <a:pt x="26" y="6481"/>
                  </a:lnTo>
                  <a:lnTo>
                    <a:pt x="18" y="6527"/>
                  </a:lnTo>
                  <a:lnTo>
                    <a:pt x="12" y="6573"/>
                  </a:lnTo>
                  <a:lnTo>
                    <a:pt x="7" y="6620"/>
                  </a:lnTo>
                  <a:lnTo>
                    <a:pt x="3" y="6666"/>
                  </a:lnTo>
                  <a:lnTo>
                    <a:pt x="1" y="6712"/>
                  </a:lnTo>
                  <a:lnTo>
                    <a:pt x="0" y="6759"/>
                  </a:lnTo>
                  <a:lnTo>
                    <a:pt x="1" y="6804"/>
                  </a:lnTo>
                  <a:lnTo>
                    <a:pt x="3" y="6850"/>
                  </a:lnTo>
                  <a:lnTo>
                    <a:pt x="6" y="6896"/>
                  </a:lnTo>
                  <a:lnTo>
                    <a:pt x="11" y="6941"/>
                  </a:lnTo>
                  <a:lnTo>
                    <a:pt x="17" y="6987"/>
                  </a:lnTo>
                  <a:lnTo>
                    <a:pt x="24" y="7032"/>
                  </a:lnTo>
                  <a:lnTo>
                    <a:pt x="33" y="7076"/>
                  </a:lnTo>
                  <a:lnTo>
                    <a:pt x="43" y="7121"/>
                  </a:lnTo>
                  <a:lnTo>
                    <a:pt x="55" y="7165"/>
                  </a:lnTo>
                  <a:lnTo>
                    <a:pt x="67" y="7209"/>
                  </a:lnTo>
                  <a:lnTo>
                    <a:pt x="81" y="7253"/>
                  </a:lnTo>
                  <a:lnTo>
                    <a:pt x="98" y="7295"/>
                  </a:lnTo>
                  <a:lnTo>
                    <a:pt x="114" y="7337"/>
                  </a:lnTo>
                  <a:lnTo>
                    <a:pt x="132" y="7380"/>
                  </a:lnTo>
                  <a:lnTo>
                    <a:pt x="152" y="7421"/>
                  </a:lnTo>
                  <a:lnTo>
                    <a:pt x="172" y="7462"/>
                  </a:lnTo>
                  <a:lnTo>
                    <a:pt x="194" y="7503"/>
                  </a:lnTo>
                  <a:lnTo>
                    <a:pt x="217" y="7542"/>
                  </a:lnTo>
                  <a:lnTo>
                    <a:pt x="241" y="7581"/>
                  </a:lnTo>
                  <a:lnTo>
                    <a:pt x="268" y="7620"/>
                  </a:lnTo>
                  <a:lnTo>
                    <a:pt x="294" y="7658"/>
                  </a:lnTo>
                  <a:lnTo>
                    <a:pt x="322" y="7695"/>
                  </a:lnTo>
                  <a:lnTo>
                    <a:pt x="351" y="7732"/>
                  </a:lnTo>
                  <a:lnTo>
                    <a:pt x="382" y="7767"/>
                  </a:lnTo>
                  <a:lnTo>
                    <a:pt x="413" y="7801"/>
                  </a:lnTo>
                  <a:lnTo>
                    <a:pt x="447" y="7835"/>
                  </a:lnTo>
                  <a:lnTo>
                    <a:pt x="6844" y="14177"/>
                  </a:lnTo>
                  <a:lnTo>
                    <a:pt x="6871" y="14203"/>
                  </a:lnTo>
                  <a:lnTo>
                    <a:pt x="6897" y="14228"/>
                  </a:lnTo>
                  <a:lnTo>
                    <a:pt x="6924" y="14252"/>
                  </a:lnTo>
                  <a:lnTo>
                    <a:pt x="6952" y="14275"/>
                  </a:lnTo>
                  <a:lnTo>
                    <a:pt x="6979" y="14298"/>
                  </a:lnTo>
                  <a:lnTo>
                    <a:pt x="7008" y="14320"/>
                  </a:lnTo>
                  <a:lnTo>
                    <a:pt x="7038" y="14341"/>
                  </a:lnTo>
                  <a:lnTo>
                    <a:pt x="7067" y="14362"/>
                  </a:lnTo>
                  <a:lnTo>
                    <a:pt x="7097" y="14381"/>
                  </a:lnTo>
                  <a:lnTo>
                    <a:pt x="7127" y="14400"/>
                  </a:lnTo>
                  <a:lnTo>
                    <a:pt x="7157" y="14418"/>
                  </a:lnTo>
                  <a:lnTo>
                    <a:pt x="7188" y="14436"/>
                  </a:lnTo>
                  <a:lnTo>
                    <a:pt x="7221" y="14453"/>
                  </a:lnTo>
                  <a:lnTo>
                    <a:pt x="7252" y="14469"/>
                  </a:lnTo>
                  <a:lnTo>
                    <a:pt x="7284" y="14484"/>
                  </a:lnTo>
                  <a:lnTo>
                    <a:pt x="7316" y="14499"/>
                  </a:lnTo>
                  <a:lnTo>
                    <a:pt x="7349" y="14512"/>
                  </a:lnTo>
                  <a:lnTo>
                    <a:pt x="7383" y="14525"/>
                  </a:lnTo>
                  <a:lnTo>
                    <a:pt x="7416" y="14537"/>
                  </a:lnTo>
                  <a:lnTo>
                    <a:pt x="7450" y="14548"/>
                  </a:lnTo>
                  <a:lnTo>
                    <a:pt x="7484" y="14558"/>
                  </a:lnTo>
                  <a:lnTo>
                    <a:pt x="7518" y="14569"/>
                  </a:lnTo>
                  <a:lnTo>
                    <a:pt x="7553" y="14578"/>
                  </a:lnTo>
                  <a:lnTo>
                    <a:pt x="7588" y="14586"/>
                  </a:lnTo>
                  <a:lnTo>
                    <a:pt x="7623" y="14593"/>
                  </a:lnTo>
                  <a:lnTo>
                    <a:pt x="7657" y="14599"/>
                  </a:lnTo>
                  <a:lnTo>
                    <a:pt x="7693" y="14605"/>
                  </a:lnTo>
                  <a:lnTo>
                    <a:pt x="7729" y="14609"/>
                  </a:lnTo>
                  <a:lnTo>
                    <a:pt x="7765" y="14613"/>
                  </a:lnTo>
                  <a:lnTo>
                    <a:pt x="7800" y="14616"/>
                  </a:lnTo>
                  <a:lnTo>
                    <a:pt x="7836" y="14618"/>
                  </a:lnTo>
                  <a:lnTo>
                    <a:pt x="7872" y="14619"/>
                  </a:lnTo>
                  <a:lnTo>
                    <a:pt x="7882" y="14620"/>
                  </a:lnTo>
                  <a:lnTo>
                    <a:pt x="7892" y="14620"/>
                  </a:lnTo>
                  <a:lnTo>
                    <a:pt x="7903" y="14620"/>
                  </a:lnTo>
                  <a:lnTo>
                    <a:pt x="7911" y="14620"/>
                  </a:lnTo>
                  <a:lnTo>
                    <a:pt x="7949" y="14619"/>
                  </a:lnTo>
                  <a:lnTo>
                    <a:pt x="7987" y="14618"/>
                  </a:lnTo>
                  <a:lnTo>
                    <a:pt x="8025" y="14616"/>
                  </a:lnTo>
                  <a:lnTo>
                    <a:pt x="8065" y="14612"/>
                  </a:lnTo>
                  <a:lnTo>
                    <a:pt x="8103" y="14608"/>
                  </a:lnTo>
                  <a:lnTo>
                    <a:pt x="8141" y="14602"/>
                  </a:lnTo>
                  <a:lnTo>
                    <a:pt x="8179" y="14596"/>
                  </a:lnTo>
                  <a:lnTo>
                    <a:pt x="8219" y="14589"/>
                  </a:lnTo>
                  <a:lnTo>
                    <a:pt x="8265" y="14578"/>
                  </a:lnTo>
                  <a:lnTo>
                    <a:pt x="8311" y="14566"/>
                  </a:lnTo>
                  <a:lnTo>
                    <a:pt x="8356" y="14552"/>
                  </a:lnTo>
                  <a:lnTo>
                    <a:pt x="8401" y="14538"/>
                  </a:lnTo>
                  <a:lnTo>
                    <a:pt x="8445" y="14522"/>
                  </a:lnTo>
                  <a:lnTo>
                    <a:pt x="8489" y="14505"/>
                  </a:lnTo>
                  <a:lnTo>
                    <a:pt x="8531" y="14487"/>
                  </a:lnTo>
                  <a:lnTo>
                    <a:pt x="8574" y="14467"/>
                  </a:lnTo>
                  <a:lnTo>
                    <a:pt x="8616" y="14446"/>
                  </a:lnTo>
                  <a:lnTo>
                    <a:pt x="8656" y="14423"/>
                  </a:lnTo>
                  <a:lnTo>
                    <a:pt x="8696" y="14400"/>
                  </a:lnTo>
                  <a:lnTo>
                    <a:pt x="8736" y="14375"/>
                  </a:lnTo>
                  <a:lnTo>
                    <a:pt x="8774" y="14350"/>
                  </a:lnTo>
                  <a:lnTo>
                    <a:pt x="8811" y="14323"/>
                  </a:lnTo>
                  <a:lnTo>
                    <a:pt x="8847" y="14294"/>
                  </a:lnTo>
                  <a:lnTo>
                    <a:pt x="8883" y="14265"/>
                  </a:lnTo>
                  <a:lnTo>
                    <a:pt x="8918" y="14235"/>
                  </a:lnTo>
                  <a:lnTo>
                    <a:pt x="8952" y="14204"/>
                  </a:lnTo>
                  <a:lnTo>
                    <a:pt x="8985" y="14171"/>
                  </a:lnTo>
                  <a:lnTo>
                    <a:pt x="9017" y="14138"/>
                  </a:lnTo>
                  <a:lnTo>
                    <a:pt x="9047" y="14104"/>
                  </a:lnTo>
                  <a:lnTo>
                    <a:pt x="9078" y="14068"/>
                  </a:lnTo>
                  <a:lnTo>
                    <a:pt x="9106" y="14032"/>
                  </a:lnTo>
                  <a:lnTo>
                    <a:pt x="9134" y="13995"/>
                  </a:lnTo>
                  <a:lnTo>
                    <a:pt x="9160" y="13957"/>
                  </a:lnTo>
                  <a:lnTo>
                    <a:pt x="9186" y="13918"/>
                  </a:lnTo>
                  <a:lnTo>
                    <a:pt x="9210" y="13878"/>
                  </a:lnTo>
                  <a:lnTo>
                    <a:pt x="9232" y="13838"/>
                  </a:lnTo>
                  <a:lnTo>
                    <a:pt x="9255" y="13796"/>
                  </a:lnTo>
                  <a:lnTo>
                    <a:pt x="9276" y="13754"/>
                  </a:lnTo>
                  <a:lnTo>
                    <a:pt x="9295" y="13711"/>
                  </a:lnTo>
                  <a:lnTo>
                    <a:pt x="9313" y="13666"/>
                  </a:lnTo>
                  <a:lnTo>
                    <a:pt x="12000" y="6923"/>
                  </a:lnTo>
                  <a:lnTo>
                    <a:pt x="12038" y="6948"/>
                  </a:lnTo>
                  <a:lnTo>
                    <a:pt x="12077" y="6970"/>
                  </a:lnTo>
                  <a:lnTo>
                    <a:pt x="12118" y="6993"/>
                  </a:lnTo>
                  <a:lnTo>
                    <a:pt x="12158" y="7012"/>
                  </a:lnTo>
                  <a:lnTo>
                    <a:pt x="12199" y="7031"/>
                  </a:lnTo>
                  <a:lnTo>
                    <a:pt x="12241" y="7047"/>
                  </a:lnTo>
                  <a:lnTo>
                    <a:pt x="12284" y="7063"/>
                  </a:lnTo>
                  <a:lnTo>
                    <a:pt x="12327" y="7076"/>
                  </a:lnTo>
                  <a:lnTo>
                    <a:pt x="12370" y="7088"/>
                  </a:lnTo>
                  <a:lnTo>
                    <a:pt x="12414" y="7099"/>
                  </a:lnTo>
                  <a:lnTo>
                    <a:pt x="12459" y="7109"/>
                  </a:lnTo>
                  <a:lnTo>
                    <a:pt x="12504" y="7116"/>
                  </a:lnTo>
                  <a:lnTo>
                    <a:pt x="12549" y="7122"/>
                  </a:lnTo>
                  <a:lnTo>
                    <a:pt x="12595" y="7126"/>
                  </a:lnTo>
                  <a:lnTo>
                    <a:pt x="12642" y="7129"/>
                  </a:lnTo>
                  <a:lnTo>
                    <a:pt x="12688" y="7130"/>
                  </a:lnTo>
                  <a:lnTo>
                    <a:pt x="12719" y="7129"/>
                  </a:lnTo>
                  <a:lnTo>
                    <a:pt x="12750" y="7128"/>
                  </a:lnTo>
                  <a:lnTo>
                    <a:pt x="12781" y="7126"/>
                  </a:lnTo>
                  <a:lnTo>
                    <a:pt x="12813" y="7123"/>
                  </a:lnTo>
                  <a:lnTo>
                    <a:pt x="12844" y="7120"/>
                  </a:lnTo>
                  <a:lnTo>
                    <a:pt x="12874" y="7116"/>
                  </a:lnTo>
                  <a:lnTo>
                    <a:pt x="12905" y="7111"/>
                  </a:lnTo>
                  <a:lnTo>
                    <a:pt x="12935" y="7105"/>
                  </a:lnTo>
                  <a:lnTo>
                    <a:pt x="12966" y="7098"/>
                  </a:lnTo>
                  <a:lnTo>
                    <a:pt x="12995" y="7091"/>
                  </a:lnTo>
                  <a:lnTo>
                    <a:pt x="13025" y="7083"/>
                  </a:lnTo>
                  <a:lnTo>
                    <a:pt x="13054" y="7075"/>
                  </a:lnTo>
                  <a:lnTo>
                    <a:pt x="13083" y="7066"/>
                  </a:lnTo>
                  <a:lnTo>
                    <a:pt x="13112" y="7056"/>
                  </a:lnTo>
                  <a:lnTo>
                    <a:pt x="13141" y="7045"/>
                  </a:lnTo>
                  <a:lnTo>
                    <a:pt x="13170" y="7034"/>
                  </a:lnTo>
                  <a:lnTo>
                    <a:pt x="13198" y="7022"/>
                  </a:lnTo>
                  <a:lnTo>
                    <a:pt x="13225" y="7009"/>
                  </a:lnTo>
                  <a:lnTo>
                    <a:pt x="13253" y="6996"/>
                  </a:lnTo>
                  <a:lnTo>
                    <a:pt x="13280" y="6981"/>
                  </a:lnTo>
                  <a:lnTo>
                    <a:pt x="13307" y="6966"/>
                  </a:lnTo>
                  <a:lnTo>
                    <a:pt x="13334" y="6950"/>
                  </a:lnTo>
                  <a:lnTo>
                    <a:pt x="13360" y="6934"/>
                  </a:lnTo>
                  <a:lnTo>
                    <a:pt x="13385" y="6918"/>
                  </a:lnTo>
                  <a:lnTo>
                    <a:pt x="13410" y="6900"/>
                  </a:lnTo>
                  <a:lnTo>
                    <a:pt x="13435" y="6882"/>
                  </a:lnTo>
                  <a:lnTo>
                    <a:pt x="13460" y="6863"/>
                  </a:lnTo>
                  <a:lnTo>
                    <a:pt x="13485" y="6843"/>
                  </a:lnTo>
                  <a:lnTo>
                    <a:pt x="13508" y="6823"/>
                  </a:lnTo>
                  <a:lnTo>
                    <a:pt x="13532" y="6803"/>
                  </a:lnTo>
                  <a:lnTo>
                    <a:pt x="13554" y="6781"/>
                  </a:lnTo>
                  <a:lnTo>
                    <a:pt x="13577" y="6759"/>
                  </a:lnTo>
                  <a:lnTo>
                    <a:pt x="14285" y="6050"/>
                  </a:lnTo>
                  <a:lnTo>
                    <a:pt x="14307" y="6028"/>
                  </a:lnTo>
                  <a:lnTo>
                    <a:pt x="14329" y="6005"/>
                  </a:lnTo>
                  <a:lnTo>
                    <a:pt x="14350" y="5980"/>
                  </a:lnTo>
                  <a:lnTo>
                    <a:pt x="14370" y="5957"/>
                  </a:lnTo>
                  <a:lnTo>
                    <a:pt x="14389" y="5932"/>
                  </a:lnTo>
                  <a:lnTo>
                    <a:pt x="14408" y="5908"/>
                  </a:lnTo>
                  <a:lnTo>
                    <a:pt x="14426" y="5883"/>
                  </a:lnTo>
                  <a:lnTo>
                    <a:pt x="14444" y="5857"/>
                  </a:lnTo>
                  <a:lnTo>
                    <a:pt x="14460" y="5831"/>
                  </a:lnTo>
                  <a:lnTo>
                    <a:pt x="14477" y="5805"/>
                  </a:lnTo>
                  <a:lnTo>
                    <a:pt x="14493" y="5778"/>
                  </a:lnTo>
                  <a:lnTo>
                    <a:pt x="14508" y="5751"/>
                  </a:lnTo>
                  <a:lnTo>
                    <a:pt x="14522" y="5724"/>
                  </a:lnTo>
                  <a:lnTo>
                    <a:pt x="14535" y="5696"/>
                  </a:lnTo>
                  <a:lnTo>
                    <a:pt x="14548" y="5668"/>
                  </a:lnTo>
                  <a:lnTo>
                    <a:pt x="14560" y="5640"/>
                  </a:lnTo>
                  <a:lnTo>
                    <a:pt x="14572" y="5611"/>
                  </a:lnTo>
                  <a:lnTo>
                    <a:pt x="14582" y="5583"/>
                  </a:lnTo>
                  <a:lnTo>
                    <a:pt x="14592" y="5554"/>
                  </a:lnTo>
                  <a:lnTo>
                    <a:pt x="14602" y="5525"/>
                  </a:lnTo>
                  <a:lnTo>
                    <a:pt x="14610" y="5494"/>
                  </a:lnTo>
                  <a:lnTo>
                    <a:pt x="14618" y="5465"/>
                  </a:lnTo>
                  <a:lnTo>
                    <a:pt x="14625" y="5435"/>
                  </a:lnTo>
                  <a:lnTo>
                    <a:pt x="14631" y="5405"/>
                  </a:lnTo>
                  <a:lnTo>
                    <a:pt x="14637" y="5373"/>
                  </a:lnTo>
                  <a:lnTo>
                    <a:pt x="14642" y="5343"/>
                  </a:lnTo>
                  <a:lnTo>
                    <a:pt x="14646" y="5312"/>
                  </a:lnTo>
                  <a:lnTo>
                    <a:pt x="14649" y="5282"/>
                  </a:lnTo>
                  <a:lnTo>
                    <a:pt x="14652" y="5250"/>
                  </a:lnTo>
                  <a:lnTo>
                    <a:pt x="14654" y="5219"/>
                  </a:lnTo>
                  <a:lnTo>
                    <a:pt x="14656" y="5187"/>
                  </a:lnTo>
                  <a:lnTo>
                    <a:pt x="14656" y="5156"/>
                  </a:lnTo>
                  <a:lnTo>
                    <a:pt x="14656" y="5124"/>
                  </a:lnTo>
                  <a:lnTo>
                    <a:pt x="14654" y="5092"/>
                  </a:lnTo>
                  <a:lnTo>
                    <a:pt x="14652" y="5061"/>
                  </a:lnTo>
                  <a:lnTo>
                    <a:pt x="14649" y="5030"/>
                  </a:lnTo>
                  <a:lnTo>
                    <a:pt x="14646" y="4999"/>
                  </a:lnTo>
                  <a:lnTo>
                    <a:pt x="14642" y="4968"/>
                  </a:lnTo>
                  <a:lnTo>
                    <a:pt x="14637" y="4938"/>
                  </a:lnTo>
                  <a:lnTo>
                    <a:pt x="14631" y="4908"/>
                  </a:lnTo>
                  <a:lnTo>
                    <a:pt x="14625" y="4877"/>
                  </a:lnTo>
                  <a:lnTo>
                    <a:pt x="14618" y="4847"/>
                  </a:lnTo>
                  <a:lnTo>
                    <a:pt x="14610" y="4817"/>
                  </a:lnTo>
                  <a:lnTo>
                    <a:pt x="14602" y="4788"/>
                  </a:lnTo>
                  <a:lnTo>
                    <a:pt x="14592" y="4758"/>
                  </a:lnTo>
                  <a:lnTo>
                    <a:pt x="14583" y="4729"/>
                  </a:lnTo>
                  <a:lnTo>
                    <a:pt x="14572" y="4701"/>
                  </a:lnTo>
                  <a:lnTo>
                    <a:pt x="14561" y="4672"/>
                  </a:lnTo>
                  <a:lnTo>
                    <a:pt x="14549" y="4643"/>
                  </a:lnTo>
                  <a:lnTo>
                    <a:pt x="14536" y="4616"/>
                  </a:lnTo>
                  <a:lnTo>
                    <a:pt x="14523" y="4589"/>
                  </a:lnTo>
                  <a:lnTo>
                    <a:pt x="14509" y="4562"/>
                  </a:lnTo>
                  <a:lnTo>
                    <a:pt x="14494" y="4534"/>
                  </a:lnTo>
                  <a:lnTo>
                    <a:pt x="14478" y="4508"/>
                  </a:lnTo>
                  <a:lnTo>
                    <a:pt x="14462" y="4482"/>
                  </a:lnTo>
                  <a:lnTo>
                    <a:pt x="14445" y="4456"/>
                  </a:lnTo>
                  <a:lnTo>
                    <a:pt x="14428" y="4431"/>
                  </a:lnTo>
                  <a:lnTo>
                    <a:pt x="14410" y="4405"/>
                  </a:lnTo>
                  <a:lnTo>
                    <a:pt x="14391" y="4381"/>
                  </a:lnTo>
                  <a:lnTo>
                    <a:pt x="14372" y="4357"/>
                  </a:lnTo>
                  <a:lnTo>
                    <a:pt x="14352" y="4333"/>
                  </a:lnTo>
                  <a:lnTo>
                    <a:pt x="14331" y="4310"/>
                  </a:lnTo>
                  <a:lnTo>
                    <a:pt x="14309" y="4287"/>
                  </a:lnTo>
                  <a:lnTo>
                    <a:pt x="14288" y="4265"/>
                  </a:lnTo>
                  <a:lnTo>
                    <a:pt x="10402" y="369"/>
                  </a:lnTo>
                  <a:close/>
                </a:path>
              </a:pathLst>
            </a:custGeom>
            <a:grpFill/>
            <a:ln>
              <a:noFill/>
            </a:ln>
          </p:spPr>
          <p:txBody>
            <a:bodyPr lIns="68580" tIns="34290" rIns="68580" bIns="34290"/>
            <a:lstStyle/>
            <a:p>
              <a:pPr>
                <a:defRPr/>
              </a:pPr>
              <a:endParaRPr lang="id-ID" sz="1350">
                <a:latin typeface="微软雅黑" panose="020B0503020204020204" pitchFamily="34" charset="-122"/>
                <a:ea typeface="微软雅黑" panose="020B0503020204020204" pitchFamily="34" charset="-122"/>
              </a:endParaRPr>
            </a:p>
          </p:txBody>
        </p:sp>
        <p:sp>
          <p:nvSpPr>
            <p:cNvPr id="72" name="Freeform 229"/>
            <p:cNvSpPr>
              <a:spLocks noEditPoints="1"/>
            </p:cNvSpPr>
            <p:nvPr/>
          </p:nvSpPr>
          <p:spPr bwMode="auto">
            <a:xfrm>
              <a:off x="7127875" y="4497388"/>
              <a:ext cx="107950" cy="107950"/>
            </a:xfrm>
            <a:custGeom>
              <a:avLst/>
              <a:gdLst>
                <a:gd name="T0" fmla="*/ 1409 w 2514"/>
                <a:gd name="T1" fmla="*/ 519 h 2521"/>
                <a:gd name="T2" fmla="*/ 1584 w 2514"/>
                <a:gd name="T3" fmla="*/ 579 h 2521"/>
                <a:gd name="T4" fmla="*/ 1737 w 2514"/>
                <a:gd name="T5" fmla="*/ 677 h 2521"/>
                <a:gd name="T6" fmla="*/ 1862 w 2514"/>
                <a:gd name="T7" fmla="*/ 808 h 2521"/>
                <a:gd name="T8" fmla="*/ 1952 w 2514"/>
                <a:gd name="T9" fmla="*/ 966 h 2521"/>
                <a:gd name="T10" fmla="*/ 2002 w 2514"/>
                <a:gd name="T11" fmla="*/ 1145 h 2521"/>
                <a:gd name="T12" fmla="*/ 2007 w 2514"/>
                <a:gd name="T13" fmla="*/ 1338 h 2521"/>
                <a:gd name="T14" fmla="*/ 1966 w 2514"/>
                <a:gd name="T15" fmla="*/ 1520 h 2521"/>
                <a:gd name="T16" fmla="*/ 1883 w 2514"/>
                <a:gd name="T17" fmla="*/ 1683 h 2521"/>
                <a:gd name="T18" fmla="*/ 1765 w 2514"/>
                <a:gd name="T19" fmla="*/ 1820 h 2521"/>
                <a:gd name="T20" fmla="*/ 1617 w 2514"/>
                <a:gd name="T21" fmla="*/ 1925 h 2521"/>
                <a:gd name="T22" fmla="*/ 1446 w 2514"/>
                <a:gd name="T23" fmla="*/ 1992 h 2521"/>
                <a:gd name="T24" fmla="*/ 1257 w 2514"/>
                <a:gd name="T25" fmla="*/ 2017 h 2521"/>
                <a:gd name="T26" fmla="*/ 1069 w 2514"/>
                <a:gd name="T27" fmla="*/ 1992 h 2521"/>
                <a:gd name="T28" fmla="*/ 897 w 2514"/>
                <a:gd name="T29" fmla="*/ 1925 h 2521"/>
                <a:gd name="T30" fmla="*/ 750 w 2514"/>
                <a:gd name="T31" fmla="*/ 1820 h 2521"/>
                <a:gd name="T32" fmla="*/ 631 w 2514"/>
                <a:gd name="T33" fmla="*/ 1683 h 2521"/>
                <a:gd name="T34" fmla="*/ 549 w 2514"/>
                <a:gd name="T35" fmla="*/ 1520 h 2521"/>
                <a:gd name="T36" fmla="*/ 507 w 2514"/>
                <a:gd name="T37" fmla="*/ 1338 h 2521"/>
                <a:gd name="T38" fmla="*/ 512 w 2514"/>
                <a:gd name="T39" fmla="*/ 1145 h 2521"/>
                <a:gd name="T40" fmla="*/ 562 w 2514"/>
                <a:gd name="T41" fmla="*/ 966 h 2521"/>
                <a:gd name="T42" fmla="*/ 652 w 2514"/>
                <a:gd name="T43" fmla="*/ 808 h 2521"/>
                <a:gd name="T44" fmla="*/ 777 w 2514"/>
                <a:gd name="T45" fmla="*/ 677 h 2521"/>
                <a:gd name="T46" fmla="*/ 930 w 2514"/>
                <a:gd name="T47" fmla="*/ 579 h 2521"/>
                <a:gd name="T48" fmla="*/ 1105 w 2514"/>
                <a:gd name="T49" fmla="*/ 519 h 2521"/>
                <a:gd name="T50" fmla="*/ 1257 w 2514"/>
                <a:gd name="T51" fmla="*/ 2521 h 2521"/>
                <a:gd name="T52" fmla="*/ 1571 w 2514"/>
                <a:gd name="T53" fmla="*/ 2481 h 2521"/>
                <a:gd name="T54" fmla="*/ 1856 w 2514"/>
                <a:gd name="T55" fmla="*/ 2368 h 2521"/>
                <a:gd name="T56" fmla="*/ 2102 w 2514"/>
                <a:gd name="T57" fmla="*/ 2193 h 2521"/>
                <a:gd name="T58" fmla="*/ 2299 w 2514"/>
                <a:gd name="T59" fmla="*/ 1964 h 2521"/>
                <a:gd name="T60" fmla="*/ 2438 w 2514"/>
                <a:gd name="T61" fmla="*/ 1693 h 2521"/>
                <a:gd name="T62" fmla="*/ 2508 w 2514"/>
                <a:gd name="T63" fmla="*/ 1389 h 2521"/>
                <a:gd name="T64" fmla="*/ 2500 w 2514"/>
                <a:gd name="T65" fmla="*/ 1069 h 2521"/>
                <a:gd name="T66" fmla="*/ 2416 w 2514"/>
                <a:gd name="T67" fmla="*/ 770 h 2521"/>
                <a:gd name="T68" fmla="*/ 2264 w 2514"/>
                <a:gd name="T69" fmla="*/ 506 h 2521"/>
                <a:gd name="T70" fmla="*/ 2057 w 2514"/>
                <a:gd name="T71" fmla="*/ 288 h 2521"/>
                <a:gd name="T72" fmla="*/ 1801 w 2514"/>
                <a:gd name="T73" fmla="*/ 124 h 2521"/>
                <a:gd name="T74" fmla="*/ 1510 w 2514"/>
                <a:gd name="T75" fmla="*/ 25 h 2521"/>
                <a:gd name="T76" fmla="*/ 1193 w 2514"/>
                <a:gd name="T77" fmla="*/ 2 h 2521"/>
                <a:gd name="T78" fmla="*/ 884 w 2514"/>
                <a:gd name="T79" fmla="*/ 56 h 2521"/>
                <a:gd name="T80" fmla="*/ 606 w 2514"/>
                <a:gd name="T81" fmla="*/ 182 h 2521"/>
                <a:gd name="T82" fmla="*/ 369 w 2514"/>
                <a:gd name="T83" fmla="*/ 369 h 2521"/>
                <a:gd name="T84" fmla="*/ 182 w 2514"/>
                <a:gd name="T85" fmla="*/ 607 h 2521"/>
                <a:gd name="T86" fmla="*/ 57 w 2514"/>
                <a:gd name="T87" fmla="*/ 886 h 2521"/>
                <a:gd name="T88" fmla="*/ 2 w 2514"/>
                <a:gd name="T89" fmla="*/ 1196 h 2521"/>
                <a:gd name="T90" fmla="*/ 26 w 2514"/>
                <a:gd name="T91" fmla="*/ 1514 h 2521"/>
                <a:gd name="T92" fmla="*/ 124 w 2514"/>
                <a:gd name="T93" fmla="*/ 1806 h 2521"/>
                <a:gd name="T94" fmla="*/ 287 w 2514"/>
                <a:gd name="T95" fmla="*/ 2062 h 2521"/>
                <a:gd name="T96" fmla="*/ 506 w 2514"/>
                <a:gd name="T97" fmla="*/ 2270 h 2521"/>
                <a:gd name="T98" fmla="*/ 768 w 2514"/>
                <a:gd name="T99" fmla="*/ 2422 h 2521"/>
                <a:gd name="T100" fmla="*/ 1066 w 2514"/>
                <a:gd name="T101" fmla="*/ 2507 h 25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514" h="2521">
                  <a:moveTo>
                    <a:pt x="1257" y="504"/>
                  </a:moveTo>
                  <a:lnTo>
                    <a:pt x="1296" y="505"/>
                  </a:lnTo>
                  <a:lnTo>
                    <a:pt x="1334" y="508"/>
                  </a:lnTo>
                  <a:lnTo>
                    <a:pt x="1372" y="513"/>
                  </a:lnTo>
                  <a:lnTo>
                    <a:pt x="1409" y="519"/>
                  </a:lnTo>
                  <a:lnTo>
                    <a:pt x="1446" y="528"/>
                  </a:lnTo>
                  <a:lnTo>
                    <a:pt x="1481" y="538"/>
                  </a:lnTo>
                  <a:lnTo>
                    <a:pt x="1517" y="551"/>
                  </a:lnTo>
                  <a:lnTo>
                    <a:pt x="1551" y="564"/>
                  </a:lnTo>
                  <a:lnTo>
                    <a:pt x="1584" y="579"/>
                  </a:lnTo>
                  <a:lnTo>
                    <a:pt x="1617" y="596"/>
                  </a:lnTo>
                  <a:lnTo>
                    <a:pt x="1648" y="614"/>
                  </a:lnTo>
                  <a:lnTo>
                    <a:pt x="1679" y="633"/>
                  </a:lnTo>
                  <a:lnTo>
                    <a:pt x="1709" y="654"/>
                  </a:lnTo>
                  <a:lnTo>
                    <a:pt x="1737" y="677"/>
                  </a:lnTo>
                  <a:lnTo>
                    <a:pt x="1765" y="701"/>
                  </a:lnTo>
                  <a:lnTo>
                    <a:pt x="1791" y="726"/>
                  </a:lnTo>
                  <a:lnTo>
                    <a:pt x="1815" y="752"/>
                  </a:lnTo>
                  <a:lnTo>
                    <a:pt x="1839" y="779"/>
                  </a:lnTo>
                  <a:lnTo>
                    <a:pt x="1862" y="808"/>
                  </a:lnTo>
                  <a:lnTo>
                    <a:pt x="1883" y="838"/>
                  </a:lnTo>
                  <a:lnTo>
                    <a:pt x="1903" y="868"/>
                  </a:lnTo>
                  <a:lnTo>
                    <a:pt x="1921" y="900"/>
                  </a:lnTo>
                  <a:lnTo>
                    <a:pt x="1937" y="933"/>
                  </a:lnTo>
                  <a:lnTo>
                    <a:pt x="1952" y="966"/>
                  </a:lnTo>
                  <a:lnTo>
                    <a:pt x="1966" y="1000"/>
                  </a:lnTo>
                  <a:lnTo>
                    <a:pt x="1977" y="1035"/>
                  </a:lnTo>
                  <a:lnTo>
                    <a:pt x="1988" y="1072"/>
                  </a:lnTo>
                  <a:lnTo>
                    <a:pt x="1996" y="1108"/>
                  </a:lnTo>
                  <a:lnTo>
                    <a:pt x="2002" y="1145"/>
                  </a:lnTo>
                  <a:lnTo>
                    <a:pt x="2007" y="1183"/>
                  </a:lnTo>
                  <a:lnTo>
                    <a:pt x="2010" y="1221"/>
                  </a:lnTo>
                  <a:lnTo>
                    <a:pt x="2011" y="1260"/>
                  </a:lnTo>
                  <a:lnTo>
                    <a:pt x="2010" y="1300"/>
                  </a:lnTo>
                  <a:lnTo>
                    <a:pt x="2007" y="1338"/>
                  </a:lnTo>
                  <a:lnTo>
                    <a:pt x="2002" y="1375"/>
                  </a:lnTo>
                  <a:lnTo>
                    <a:pt x="1996" y="1413"/>
                  </a:lnTo>
                  <a:lnTo>
                    <a:pt x="1988" y="1449"/>
                  </a:lnTo>
                  <a:lnTo>
                    <a:pt x="1977" y="1485"/>
                  </a:lnTo>
                  <a:lnTo>
                    <a:pt x="1966" y="1520"/>
                  </a:lnTo>
                  <a:lnTo>
                    <a:pt x="1952" y="1555"/>
                  </a:lnTo>
                  <a:lnTo>
                    <a:pt x="1937" y="1588"/>
                  </a:lnTo>
                  <a:lnTo>
                    <a:pt x="1921" y="1620"/>
                  </a:lnTo>
                  <a:lnTo>
                    <a:pt x="1903" y="1653"/>
                  </a:lnTo>
                  <a:lnTo>
                    <a:pt x="1883" y="1683"/>
                  </a:lnTo>
                  <a:lnTo>
                    <a:pt x="1862" y="1713"/>
                  </a:lnTo>
                  <a:lnTo>
                    <a:pt x="1839" y="1741"/>
                  </a:lnTo>
                  <a:lnTo>
                    <a:pt x="1815" y="1768"/>
                  </a:lnTo>
                  <a:lnTo>
                    <a:pt x="1791" y="1795"/>
                  </a:lnTo>
                  <a:lnTo>
                    <a:pt x="1765" y="1820"/>
                  </a:lnTo>
                  <a:lnTo>
                    <a:pt x="1737" y="1844"/>
                  </a:lnTo>
                  <a:lnTo>
                    <a:pt x="1709" y="1866"/>
                  </a:lnTo>
                  <a:lnTo>
                    <a:pt x="1679" y="1887"/>
                  </a:lnTo>
                  <a:lnTo>
                    <a:pt x="1648" y="1907"/>
                  </a:lnTo>
                  <a:lnTo>
                    <a:pt x="1617" y="1925"/>
                  </a:lnTo>
                  <a:lnTo>
                    <a:pt x="1584" y="1942"/>
                  </a:lnTo>
                  <a:lnTo>
                    <a:pt x="1551" y="1957"/>
                  </a:lnTo>
                  <a:lnTo>
                    <a:pt x="1517" y="1970"/>
                  </a:lnTo>
                  <a:lnTo>
                    <a:pt x="1481" y="1982"/>
                  </a:lnTo>
                  <a:lnTo>
                    <a:pt x="1446" y="1992"/>
                  </a:lnTo>
                  <a:lnTo>
                    <a:pt x="1409" y="2001"/>
                  </a:lnTo>
                  <a:lnTo>
                    <a:pt x="1372" y="2007"/>
                  </a:lnTo>
                  <a:lnTo>
                    <a:pt x="1334" y="2012"/>
                  </a:lnTo>
                  <a:lnTo>
                    <a:pt x="1296" y="2015"/>
                  </a:lnTo>
                  <a:lnTo>
                    <a:pt x="1257" y="2017"/>
                  </a:lnTo>
                  <a:lnTo>
                    <a:pt x="1219" y="2015"/>
                  </a:lnTo>
                  <a:lnTo>
                    <a:pt x="1180" y="2012"/>
                  </a:lnTo>
                  <a:lnTo>
                    <a:pt x="1142" y="2007"/>
                  </a:lnTo>
                  <a:lnTo>
                    <a:pt x="1105" y="2001"/>
                  </a:lnTo>
                  <a:lnTo>
                    <a:pt x="1069" y="1992"/>
                  </a:lnTo>
                  <a:lnTo>
                    <a:pt x="1033" y="1982"/>
                  </a:lnTo>
                  <a:lnTo>
                    <a:pt x="997" y="1970"/>
                  </a:lnTo>
                  <a:lnTo>
                    <a:pt x="963" y="1957"/>
                  </a:lnTo>
                  <a:lnTo>
                    <a:pt x="930" y="1942"/>
                  </a:lnTo>
                  <a:lnTo>
                    <a:pt x="897" y="1925"/>
                  </a:lnTo>
                  <a:lnTo>
                    <a:pt x="866" y="1907"/>
                  </a:lnTo>
                  <a:lnTo>
                    <a:pt x="835" y="1887"/>
                  </a:lnTo>
                  <a:lnTo>
                    <a:pt x="805" y="1866"/>
                  </a:lnTo>
                  <a:lnTo>
                    <a:pt x="777" y="1844"/>
                  </a:lnTo>
                  <a:lnTo>
                    <a:pt x="750" y="1820"/>
                  </a:lnTo>
                  <a:lnTo>
                    <a:pt x="724" y="1795"/>
                  </a:lnTo>
                  <a:lnTo>
                    <a:pt x="699" y="1768"/>
                  </a:lnTo>
                  <a:lnTo>
                    <a:pt x="675" y="1741"/>
                  </a:lnTo>
                  <a:lnTo>
                    <a:pt x="652" y="1713"/>
                  </a:lnTo>
                  <a:lnTo>
                    <a:pt x="631" y="1683"/>
                  </a:lnTo>
                  <a:lnTo>
                    <a:pt x="612" y="1653"/>
                  </a:lnTo>
                  <a:lnTo>
                    <a:pt x="594" y="1620"/>
                  </a:lnTo>
                  <a:lnTo>
                    <a:pt x="577" y="1588"/>
                  </a:lnTo>
                  <a:lnTo>
                    <a:pt x="562" y="1555"/>
                  </a:lnTo>
                  <a:lnTo>
                    <a:pt x="549" y="1520"/>
                  </a:lnTo>
                  <a:lnTo>
                    <a:pt x="537" y="1485"/>
                  </a:lnTo>
                  <a:lnTo>
                    <a:pt x="527" y="1449"/>
                  </a:lnTo>
                  <a:lnTo>
                    <a:pt x="518" y="1413"/>
                  </a:lnTo>
                  <a:lnTo>
                    <a:pt x="512" y="1375"/>
                  </a:lnTo>
                  <a:lnTo>
                    <a:pt x="507" y="1338"/>
                  </a:lnTo>
                  <a:lnTo>
                    <a:pt x="504" y="1300"/>
                  </a:lnTo>
                  <a:lnTo>
                    <a:pt x="503" y="1260"/>
                  </a:lnTo>
                  <a:lnTo>
                    <a:pt x="504" y="1221"/>
                  </a:lnTo>
                  <a:lnTo>
                    <a:pt x="507" y="1183"/>
                  </a:lnTo>
                  <a:lnTo>
                    <a:pt x="512" y="1145"/>
                  </a:lnTo>
                  <a:lnTo>
                    <a:pt x="518" y="1108"/>
                  </a:lnTo>
                  <a:lnTo>
                    <a:pt x="527" y="1072"/>
                  </a:lnTo>
                  <a:lnTo>
                    <a:pt x="537" y="1035"/>
                  </a:lnTo>
                  <a:lnTo>
                    <a:pt x="549" y="1000"/>
                  </a:lnTo>
                  <a:lnTo>
                    <a:pt x="562" y="966"/>
                  </a:lnTo>
                  <a:lnTo>
                    <a:pt x="577" y="933"/>
                  </a:lnTo>
                  <a:lnTo>
                    <a:pt x="594" y="900"/>
                  </a:lnTo>
                  <a:lnTo>
                    <a:pt x="612" y="868"/>
                  </a:lnTo>
                  <a:lnTo>
                    <a:pt x="631" y="838"/>
                  </a:lnTo>
                  <a:lnTo>
                    <a:pt x="652" y="808"/>
                  </a:lnTo>
                  <a:lnTo>
                    <a:pt x="675" y="779"/>
                  </a:lnTo>
                  <a:lnTo>
                    <a:pt x="699" y="752"/>
                  </a:lnTo>
                  <a:lnTo>
                    <a:pt x="724" y="726"/>
                  </a:lnTo>
                  <a:lnTo>
                    <a:pt x="750" y="701"/>
                  </a:lnTo>
                  <a:lnTo>
                    <a:pt x="777" y="677"/>
                  </a:lnTo>
                  <a:lnTo>
                    <a:pt x="805" y="654"/>
                  </a:lnTo>
                  <a:lnTo>
                    <a:pt x="835" y="633"/>
                  </a:lnTo>
                  <a:lnTo>
                    <a:pt x="866" y="614"/>
                  </a:lnTo>
                  <a:lnTo>
                    <a:pt x="897" y="596"/>
                  </a:lnTo>
                  <a:lnTo>
                    <a:pt x="930" y="579"/>
                  </a:lnTo>
                  <a:lnTo>
                    <a:pt x="963" y="564"/>
                  </a:lnTo>
                  <a:lnTo>
                    <a:pt x="997" y="551"/>
                  </a:lnTo>
                  <a:lnTo>
                    <a:pt x="1033" y="538"/>
                  </a:lnTo>
                  <a:lnTo>
                    <a:pt x="1069" y="528"/>
                  </a:lnTo>
                  <a:lnTo>
                    <a:pt x="1105" y="519"/>
                  </a:lnTo>
                  <a:lnTo>
                    <a:pt x="1142" y="513"/>
                  </a:lnTo>
                  <a:lnTo>
                    <a:pt x="1180" y="508"/>
                  </a:lnTo>
                  <a:lnTo>
                    <a:pt x="1219" y="505"/>
                  </a:lnTo>
                  <a:lnTo>
                    <a:pt x="1257" y="504"/>
                  </a:lnTo>
                  <a:close/>
                  <a:moveTo>
                    <a:pt x="1257" y="2521"/>
                  </a:moveTo>
                  <a:lnTo>
                    <a:pt x="1321" y="2519"/>
                  </a:lnTo>
                  <a:lnTo>
                    <a:pt x="1386" y="2515"/>
                  </a:lnTo>
                  <a:lnTo>
                    <a:pt x="1448" y="2507"/>
                  </a:lnTo>
                  <a:lnTo>
                    <a:pt x="1510" y="2495"/>
                  </a:lnTo>
                  <a:lnTo>
                    <a:pt x="1571" y="2481"/>
                  </a:lnTo>
                  <a:lnTo>
                    <a:pt x="1630" y="2464"/>
                  </a:lnTo>
                  <a:lnTo>
                    <a:pt x="1689" y="2444"/>
                  </a:lnTo>
                  <a:lnTo>
                    <a:pt x="1746" y="2422"/>
                  </a:lnTo>
                  <a:lnTo>
                    <a:pt x="1801" y="2396"/>
                  </a:lnTo>
                  <a:lnTo>
                    <a:pt x="1856" y="2368"/>
                  </a:lnTo>
                  <a:lnTo>
                    <a:pt x="1909" y="2338"/>
                  </a:lnTo>
                  <a:lnTo>
                    <a:pt x="1959" y="2305"/>
                  </a:lnTo>
                  <a:lnTo>
                    <a:pt x="2008" y="2270"/>
                  </a:lnTo>
                  <a:lnTo>
                    <a:pt x="2057" y="2232"/>
                  </a:lnTo>
                  <a:lnTo>
                    <a:pt x="2102" y="2193"/>
                  </a:lnTo>
                  <a:lnTo>
                    <a:pt x="2145" y="2151"/>
                  </a:lnTo>
                  <a:lnTo>
                    <a:pt x="2187" y="2107"/>
                  </a:lnTo>
                  <a:lnTo>
                    <a:pt x="2227" y="2062"/>
                  </a:lnTo>
                  <a:lnTo>
                    <a:pt x="2264" y="2013"/>
                  </a:lnTo>
                  <a:lnTo>
                    <a:pt x="2299" y="1964"/>
                  </a:lnTo>
                  <a:lnTo>
                    <a:pt x="2332" y="1914"/>
                  </a:lnTo>
                  <a:lnTo>
                    <a:pt x="2363" y="1860"/>
                  </a:lnTo>
                  <a:lnTo>
                    <a:pt x="2391" y="1806"/>
                  </a:lnTo>
                  <a:lnTo>
                    <a:pt x="2416" y="1750"/>
                  </a:lnTo>
                  <a:lnTo>
                    <a:pt x="2438" y="1693"/>
                  </a:lnTo>
                  <a:lnTo>
                    <a:pt x="2458" y="1634"/>
                  </a:lnTo>
                  <a:lnTo>
                    <a:pt x="2475" y="1575"/>
                  </a:lnTo>
                  <a:lnTo>
                    <a:pt x="2489" y="1514"/>
                  </a:lnTo>
                  <a:lnTo>
                    <a:pt x="2500" y="1452"/>
                  </a:lnTo>
                  <a:lnTo>
                    <a:pt x="2508" y="1389"/>
                  </a:lnTo>
                  <a:lnTo>
                    <a:pt x="2512" y="1325"/>
                  </a:lnTo>
                  <a:lnTo>
                    <a:pt x="2514" y="1260"/>
                  </a:lnTo>
                  <a:lnTo>
                    <a:pt x="2512" y="1196"/>
                  </a:lnTo>
                  <a:lnTo>
                    <a:pt x="2508" y="1131"/>
                  </a:lnTo>
                  <a:lnTo>
                    <a:pt x="2500" y="1069"/>
                  </a:lnTo>
                  <a:lnTo>
                    <a:pt x="2489" y="1006"/>
                  </a:lnTo>
                  <a:lnTo>
                    <a:pt x="2475" y="946"/>
                  </a:lnTo>
                  <a:lnTo>
                    <a:pt x="2458" y="886"/>
                  </a:lnTo>
                  <a:lnTo>
                    <a:pt x="2438" y="828"/>
                  </a:lnTo>
                  <a:lnTo>
                    <a:pt x="2416" y="770"/>
                  </a:lnTo>
                  <a:lnTo>
                    <a:pt x="2391" y="714"/>
                  </a:lnTo>
                  <a:lnTo>
                    <a:pt x="2363" y="659"/>
                  </a:lnTo>
                  <a:lnTo>
                    <a:pt x="2332" y="607"/>
                  </a:lnTo>
                  <a:lnTo>
                    <a:pt x="2299" y="556"/>
                  </a:lnTo>
                  <a:lnTo>
                    <a:pt x="2264" y="506"/>
                  </a:lnTo>
                  <a:lnTo>
                    <a:pt x="2227" y="459"/>
                  </a:lnTo>
                  <a:lnTo>
                    <a:pt x="2187" y="413"/>
                  </a:lnTo>
                  <a:lnTo>
                    <a:pt x="2145" y="369"/>
                  </a:lnTo>
                  <a:lnTo>
                    <a:pt x="2102" y="328"/>
                  </a:lnTo>
                  <a:lnTo>
                    <a:pt x="2057" y="288"/>
                  </a:lnTo>
                  <a:lnTo>
                    <a:pt x="2008" y="251"/>
                  </a:lnTo>
                  <a:lnTo>
                    <a:pt x="1959" y="216"/>
                  </a:lnTo>
                  <a:lnTo>
                    <a:pt x="1909" y="182"/>
                  </a:lnTo>
                  <a:lnTo>
                    <a:pt x="1856" y="152"/>
                  </a:lnTo>
                  <a:lnTo>
                    <a:pt x="1801" y="124"/>
                  </a:lnTo>
                  <a:lnTo>
                    <a:pt x="1746" y="99"/>
                  </a:lnTo>
                  <a:lnTo>
                    <a:pt x="1689" y="77"/>
                  </a:lnTo>
                  <a:lnTo>
                    <a:pt x="1630" y="56"/>
                  </a:lnTo>
                  <a:lnTo>
                    <a:pt x="1571" y="39"/>
                  </a:lnTo>
                  <a:lnTo>
                    <a:pt x="1510" y="25"/>
                  </a:lnTo>
                  <a:lnTo>
                    <a:pt x="1448" y="14"/>
                  </a:lnTo>
                  <a:lnTo>
                    <a:pt x="1386" y="6"/>
                  </a:lnTo>
                  <a:lnTo>
                    <a:pt x="1321" y="2"/>
                  </a:lnTo>
                  <a:lnTo>
                    <a:pt x="1257" y="0"/>
                  </a:lnTo>
                  <a:lnTo>
                    <a:pt x="1193" y="2"/>
                  </a:lnTo>
                  <a:lnTo>
                    <a:pt x="1129" y="6"/>
                  </a:lnTo>
                  <a:lnTo>
                    <a:pt x="1066" y="14"/>
                  </a:lnTo>
                  <a:lnTo>
                    <a:pt x="1004" y="25"/>
                  </a:lnTo>
                  <a:lnTo>
                    <a:pt x="943" y="39"/>
                  </a:lnTo>
                  <a:lnTo>
                    <a:pt x="884" y="56"/>
                  </a:lnTo>
                  <a:lnTo>
                    <a:pt x="825" y="77"/>
                  </a:lnTo>
                  <a:lnTo>
                    <a:pt x="768" y="99"/>
                  </a:lnTo>
                  <a:lnTo>
                    <a:pt x="713" y="124"/>
                  </a:lnTo>
                  <a:lnTo>
                    <a:pt x="658" y="152"/>
                  </a:lnTo>
                  <a:lnTo>
                    <a:pt x="606" y="182"/>
                  </a:lnTo>
                  <a:lnTo>
                    <a:pt x="555" y="216"/>
                  </a:lnTo>
                  <a:lnTo>
                    <a:pt x="506" y="251"/>
                  </a:lnTo>
                  <a:lnTo>
                    <a:pt x="458" y="288"/>
                  </a:lnTo>
                  <a:lnTo>
                    <a:pt x="412" y="328"/>
                  </a:lnTo>
                  <a:lnTo>
                    <a:pt x="369" y="369"/>
                  </a:lnTo>
                  <a:lnTo>
                    <a:pt x="326" y="413"/>
                  </a:lnTo>
                  <a:lnTo>
                    <a:pt x="287" y="459"/>
                  </a:lnTo>
                  <a:lnTo>
                    <a:pt x="250" y="506"/>
                  </a:lnTo>
                  <a:lnTo>
                    <a:pt x="215" y="556"/>
                  </a:lnTo>
                  <a:lnTo>
                    <a:pt x="182" y="607"/>
                  </a:lnTo>
                  <a:lnTo>
                    <a:pt x="151" y="659"/>
                  </a:lnTo>
                  <a:lnTo>
                    <a:pt x="124" y="714"/>
                  </a:lnTo>
                  <a:lnTo>
                    <a:pt x="99" y="770"/>
                  </a:lnTo>
                  <a:lnTo>
                    <a:pt x="76" y="828"/>
                  </a:lnTo>
                  <a:lnTo>
                    <a:pt x="57" y="886"/>
                  </a:lnTo>
                  <a:lnTo>
                    <a:pt x="40" y="946"/>
                  </a:lnTo>
                  <a:lnTo>
                    <a:pt x="26" y="1006"/>
                  </a:lnTo>
                  <a:lnTo>
                    <a:pt x="15" y="1069"/>
                  </a:lnTo>
                  <a:lnTo>
                    <a:pt x="7" y="1131"/>
                  </a:lnTo>
                  <a:lnTo>
                    <a:pt x="2" y="1196"/>
                  </a:lnTo>
                  <a:lnTo>
                    <a:pt x="0" y="1260"/>
                  </a:lnTo>
                  <a:lnTo>
                    <a:pt x="2" y="1325"/>
                  </a:lnTo>
                  <a:lnTo>
                    <a:pt x="7" y="1389"/>
                  </a:lnTo>
                  <a:lnTo>
                    <a:pt x="15" y="1452"/>
                  </a:lnTo>
                  <a:lnTo>
                    <a:pt x="26" y="1514"/>
                  </a:lnTo>
                  <a:lnTo>
                    <a:pt x="40" y="1575"/>
                  </a:lnTo>
                  <a:lnTo>
                    <a:pt x="57" y="1634"/>
                  </a:lnTo>
                  <a:lnTo>
                    <a:pt x="76" y="1693"/>
                  </a:lnTo>
                  <a:lnTo>
                    <a:pt x="99" y="1750"/>
                  </a:lnTo>
                  <a:lnTo>
                    <a:pt x="124" y="1806"/>
                  </a:lnTo>
                  <a:lnTo>
                    <a:pt x="151" y="1860"/>
                  </a:lnTo>
                  <a:lnTo>
                    <a:pt x="182" y="1914"/>
                  </a:lnTo>
                  <a:lnTo>
                    <a:pt x="215" y="1964"/>
                  </a:lnTo>
                  <a:lnTo>
                    <a:pt x="250" y="2013"/>
                  </a:lnTo>
                  <a:lnTo>
                    <a:pt x="287" y="2062"/>
                  </a:lnTo>
                  <a:lnTo>
                    <a:pt x="326" y="2107"/>
                  </a:lnTo>
                  <a:lnTo>
                    <a:pt x="369" y="2151"/>
                  </a:lnTo>
                  <a:lnTo>
                    <a:pt x="412" y="2193"/>
                  </a:lnTo>
                  <a:lnTo>
                    <a:pt x="458" y="2232"/>
                  </a:lnTo>
                  <a:lnTo>
                    <a:pt x="506" y="2270"/>
                  </a:lnTo>
                  <a:lnTo>
                    <a:pt x="555" y="2305"/>
                  </a:lnTo>
                  <a:lnTo>
                    <a:pt x="606" y="2338"/>
                  </a:lnTo>
                  <a:lnTo>
                    <a:pt x="658" y="2368"/>
                  </a:lnTo>
                  <a:lnTo>
                    <a:pt x="713" y="2396"/>
                  </a:lnTo>
                  <a:lnTo>
                    <a:pt x="768" y="2422"/>
                  </a:lnTo>
                  <a:lnTo>
                    <a:pt x="825" y="2444"/>
                  </a:lnTo>
                  <a:lnTo>
                    <a:pt x="884" y="2464"/>
                  </a:lnTo>
                  <a:lnTo>
                    <a:pt x="943" y="2481"/>
                  </a:lnTo>
                  <a:lnTo>
                    <a:pt x="1004" y="2495"/>
                  </a:lnTo>
                  <a:lnTo>
                    <a:pt x="1066" y="2507"/>
                  </a:lnTo>
                  <a:lnTo>
                    <a:pt x="1129" y="2515"/>
                  </a:lnTo>
                  <a:lnTo>
                    <a:pt x="1193" y="2519"/>
                  </a:lnTo>
                  <a:lnTo>
                    <a:pt x="1257" y="2521"/>
                  </a:lnTo>
                  <a:close/>
                </a:path>
              </a:pathLst>
            </a:custGeom>
            <a:grpFill/>
            <a:ln>
              <a:noFill/>
            </a:ln>
          </p:spPr>
          <p:txBody>
            <a:bodyPr lIns="68580" tIns="34290" rIns="68580" bIns="34290"/>
            <a:lstStyle/>
            <a:p>
              <a:pPr>
                <a:defRPr/>
              </a:pPr>
              <a:endParaRPr lang="id-ID" sz="1350">
                <a:latin typeface="微软雅黑" panose="020B0503020204020204" pitchFamily="34" charset="-122"/>
                <a:ea typeface="微软雅黑" panose="020B0503020204020204" pitchFamily="34" charset="-122"/>
              </a:endParaRPr>
            </a:p>
          </p:txBody>
        </p:sp>
        <p:sp>
          <p:nvSpPr>
            <p:cNvPr id="74" name="Freeform 230"/>
            <p:cNvSpPr>
              <a:spLocks noEditPoints="1"/>
            </p:cNvSpPr>
            <p:nvPr/>
          </p:nvSpPr>
          <p:spPr bwMode="auto">
            <a:xfrm>
              <a:off x="7408863" y="4151313"/>
              <a:ext cx="107950" cy="107950"/>
            </a:xfrm>
            <a:custGeom>
              <a:avLst/>
              <a:gdLst>
                <a:gd name="T0" fmla="*/ 1106 w 2515"/>
                <a:gd name="T1" fmla="*/ 2001 h 2521"/>
                <a:gd name="T2" fmla="*/ 931 w 2515"/>
                <a:gd name="T3" fmla="*/ 1942 h 2521"/>
                <a:gd name="T4" fmla="*/ 778 w 2515"/>
                <a:gd name="T5" fmla="*/ 1844 h 2521"/>
                <a:gd name="T6" fmla="*/ 653 w 2515"/>
                <a:gd name="T7" fmla="*/ 1713 h 2521"/>
                <a:gd name="T8" fmla="*/ 562 w 2515"/>
                <a:gd name="T9" fmla="*/ 1555 h 2521"/>
                <a:gd name="T10" fmla="*/ 512 w 2515"/>
                <a:gd name="T11" fmla="*/ 1375 h 2521"/>
                <a:gd name="T12" fmla="*/ 507 w 2515"/>
                <a:gd name="T13" fmla="*/ 1183 h 2521"/>
                <a:gd name="T14" fmla="*/ 548 w 2515"/>
                <a:gd name="T15" fmla="*/ 1000 h 2521"/>
                <a:gd name="T16" fmla="*/ 632 w 2515"/>
                <a:gd name="T17" fmla="*/ 838 h 2521"/>
                <a:gd name="T18" fmla="*/ 751 w 2515"/>
                <a:gd name="T19" fmla="*/ 701 h 2521"/>
                <a:gd name="T20" fmla="*/ 897 w 2515"/>
                <a:gd name="T21" fmla="*/ 596 h 2521"/>
                <a:gd name="T22" fmla="*/ 1068 w 2515"/>
                <a:gd name="T23" fmla="*/ 528 h 2521"/>
                <a:gd name="T24" fmla="*/ 1258 w 2515"/>
                <a:gd name="T25" fmla="*/ 504 h 2521"/>
                <a:gd name="T26" fmla="*/ 1447 w 2515"/>
                <a:gd name="T27" fmla="*/ 528 h 2521"/>
                <a:gd name="T28" fmla="*/ 1618 w 2515"/>
                <a:gd name="T29" fmla="*/ 596 h 2521"/>
                <a:gd name="T30" fmla="*/ 1765 w 2515"/>
                <a:gd name="T31" fmla="*/ 701 h 2521"/>
                <a:gd name="T32" fmla="*/ 1883 w 2515"/>
                <a:gd name="T33" fmla="*/ 838 h 2521"/>
                <a:gd name="T34" fmla="*/ 1967 w 2515"/>
                <a:gd name="T35" fmla="*/ 1000 h 2521"/>
                <a:gd name="T36" fmla="*/ 2008 w 2515"/>
                <a:gd name="T37" fmla="*/ 1183 h 2521"/>
                <a:gd name="T38" fmla="*/ 2003 w 2515"/>
                <a:gd name="T39" fmla="*/ 1375 h 2521"/>
                <a:gd name="T40" fmla="*/ 1953 w 2515"/>
                <a:gd name="T41" fmla="*/ 1555 h 2521"/>
                <a:gd name="T42" fmla="*/ 1862 w 2515"/>
                <a:gd name="T43" fmla="*/ 1713 h 2521"/>
                <a:gd name="T44" fmla="*/ 1737 w 2515"/>
                <a:gd name="T45" fmla="*/ 1844 h 2521"/>
                <a:gd name="T46" fmla="*/ 1585 w 2515"/>
                <a:gd name="T47" fmla="*/ 1942 h 2521"/>
                <a:gd name="T48" fmla="*/ 1409 w 2515"/>
                <a:gd name="T49" fmla="*/ 2001 h 2521"/>
                <a:gd name="T50" fmla="*/ 1258 w 2515"/>
                <a:gd name="T51" fmla="*/ 0 h 2521"/>
                <a:gd name="T52" fmla="*/ 944 w 2515"/>
                <a:gd name="T53" fmla="*/ 39 h 2521"/>
                <a:gd name="T54" fmla="*/ 659 w 2515"/>
                <a:gd name="T55" fmla="*/ 152 h 2521"/>
                <a:gd name="T56" fmla="*/ 413 w 2515"/>
                <a:gd name="T57" fmla="*/ 328 h 2521"/>
                <a:gd name="T58" fmla="*/ 215 w 2515"/>
                <a:gd name="T59" fmla="*/ 556 h 2521"/>
                <a:gd name="T60" fmla="*/ 77 w 2515"/>
                <a:gd name="T61" fmla="*/ 827 h 2521"/>
                <a:gd name="T62" fmla="*/ 7 w 2515"/>
                <a:gd name="T63" fmla="*/ 1131 h 2521"/>
                <a:gd name="T64" fmla="*/ 14 w 2515"/>
                <a:gd name="T65" fmla="*/ 1452 h 2521"/>
                <a:gd name="T66" fmla="*/ 99 w 2515"/>
                <a:gd name="T67" fmla="*/ 1750 h 2521"/>
                <a:gd name="T68" fmla="*/ 251 w 2515"/>
                <a:gd name="T69" fmla="*/ 2014 h 2521"/>
                <a:gd name="T70" fmla="*/ 458 w 2515"/>
                <a:gd name="T71" fmla="*/ 2232 h 2521"/>
                <a:gd name="T72" fmla="*/ 713 w 2515"/>
                <a:gd name="T73" fmla="*/ 2397 h 2521"/>
                <a:gd name="T74" fmla="*/ 1004 w 2515"/>
                <a:gd name="T75" fmla="*/ 2495 h 2521"/>
                <a:gd name="T76" fmla="*/ 1322 w 2515"/>
                <a:gd name="T77" fmla="*/ 2519 h 2521"/>
                <a:gd name="T78" fmla="*/ 1631 w 2515"/>
                <a:gd name="T79" fmla="*/ 2464 h 2521"/>
                <a:gd name="T80" fmla="*/ 1908 w 2515"/>
                <a:gd name="T81" fmla="*/ 2338 h 2521"/>
                <a:gd name="T82" fmla="*/ 2146 w 2515"/>
                <a:gd name="T83" fmla="*/ 2152 h 2521"/>
                <a:gd name="T84" fmla="*/ 2333 w 2515"/>
                <a:gd name="T85" fmla="*/ 1914 h 2521"/>
                <a:gd name="T86" fmla="*/ 2459 w 2515"/>
                <a:gd name="T87" fmla="*/ 1634 h 2521"/>
                <a:gd name="T88" fmla="*/ 2513 w 2515"/>
                <a:gd name="T89" fmla="*/ 1325 h 2521"/>
                <a:gd name="T90" fmla="*/ 2490 w 2515"/>
                <a:gd name="T91" fmla="*/ 1006 h 2521"/>
                <a:gd name="T92" fmla="*/ 2390 w 2515"/>
                <a:gd name="T93" fmla="*/ 714 h 2521"/>
                <a:gd name="T94" fmla="*/ 2227 w 2515"/>
                <a:gd name="T95" fmla="*/ 459 h 2521"/>
                <a:gd name="T96" fmla="*/ 2009 w 2515"/>
                <a:gd name="T97" fmla="*/ 251 h 2521"/>
                <a:gd name="T98" fmla="*/ 1746 w 2515"/>
                <a:gd name="T99" fmla="*/ 99 h 2521"/>
                <a:gd name="T100" fmla="*/ 1449 w 2515"/>
                <a:gd name="T101" fmla="*/ 14 h 25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515" h="2521">
                  <a:moveTo>
                    <a:pt x="1258" y="2017"/>
                  </a:moveTo>
                  <a:lnTo>
                    <a:pt x="1218" y="2015"/>
                  </a:lnTo>
                  <a:lnTo>
                    <a:pt x="1180" y="2012"/>
                  </a:lnTo>
                  <a:lnTo>
                    <a:pt x="1143" y="2007"/>
                  </a:lnTo>
                  <a:lnTo>
                    <a:pt x="1106" y="2001"/>
                  </a:lnTo>
                  <a:lnTo>
                    <a:pt x="1068" y="1992"/>
                  </a:lnTo>
                  <a:lnTo>
                    <a:pt x="1033" y="1982"/>
                  </a:lnTo>
                  <a:lnTo>
                    <a:pt x="998" y="1970"/>
                  </a:lnTo>
                  <a:lnTo>
                    <a:pt x="964" y="1957"/>
                  </a:lnTo>
                  <a:lnTo>
                    <a:pt x="931" y="1942"/>
                  </a:lnTo>
                  <a:lnTo>
                    <a:pt x="897" y="1925"/>
                  </a:lnTo>
                  <a:lnTo>
                    <a:pt x="866" y="1907"/>
                  </a:lnTo>
                  <a:lnTo>
                    <a:pt x="836" y="1887"/>
                  </a:lnTo>
                  <a:lnTo>
                    <a:pt x="806" y="1866"/>
                  </a:lnTo>
                  <a:lnTo>
                    <a:pt x="778" y="1844"/>
                  </a:lnTo>
                  <a:lnTo>
                    <a:pt x="751" y="1820"/>
                  </a:lnTo>
                  <a:lnTo>
                    <a:pt x="723" y="1795"/>
                  </a:lnTo>
                  <a:lnTo>
                    <a:pt x="699" y="1768"/>
                  </a:lnTo>
                  <a:lnTo>
                    <a:pt x="675" y="1741"/>
                  </a:lnTo>
                  <a:lnTo>
                    <a:pt x="653" y="1713"/>
                  </a:lnTo>
                  <a:lnTo>
                    <a:pt x="632" y="1683"/>
                  </a:lnTo>
                  <a:lnTo>
                    <a:pt x="612" y="1653"/>
                  </a:lnTo>
                  <a:lnTo>
                    <a:pt x="594" y="1620"/>
                  </a:lnTo>
                  <a:lnTo>
                    <a:pt x="578" y="1588"/>
                  </a:lnTo>
                  <a:lnTo>
                    <a:pt x="562" y="1555"/>
                  </a:lnTo>
                  <a:lnTo>
                    <a:pt x="548" y="1520"/>
                  </a:lnTo>
                  <a:lnTo>
                    <a:pt x="537" y="1485"/>
                  </a:lnTo>
                  <a:lnTo>
                    <a:pt x="527" y="1449"/>
                  </a:lnTo>
                  <a:lnTo>
                    <a:pt x="518" y="1413"/>
                  </a:lnTo>
                  <a:lnTo>
                    <a:pt x="512" y="1375"/>
                  </a:lnTo>
                  <a:lnTo>
                    <a:pt x="507" y="1338"/>
                  </a:lnTo>
                  <a:lnTo>
                    <a:pt x="504" y="1299"/>
                  </a:lnTo>
                  <a:lnTo>
                    <a:pt x="503" y="1260"/>
                  </a:lnTo>
                  <a:lnTo>
                    <a:pt x="504" y="1221"/>
                  </a:lnTo>
                  <a:lnTo>
                    <a:pt x="507" y="1183"/>
                  </a:lnTo>
                  <a:lnTo>
                    <a:pt x="512" y="1145"/>
                  </a:lnTo>
                  <a:lnTo>
                    <a:pt x="518" y="1108"/>
                  </a:lnTo>
                  <a:lnTo>
                    <a:pt x="527" y="1072"/>
                  </a:lnTo>
                  <a:lnTo>
                    <a:pt x="537" y="1035"/>
                  </a:lnTo>
                  <a:lnTo>
                    <a:pt x="548" y="1000"/>
                  </a:lnTo>
                  <a:lnTo>
                    <a:pt x="562" y="966"/>
                  </a:lnTo>
                  <a:lnTo>
                    <a:pt x="578" y="933"/>
                  </a:lnTo>
                  <a:lnTo>
                    <a:pt x="594" y="900"/>
                  </a:lnTo>
                  <a:lnTo>
                    <a:pt x="612" y="868"/>
                  </a:lnTo>
                  <a:lnTo>
                    <a:pt x="632" y="838"/>
                  </a:lnTo>
                  <a:lnTo>
                    <a:pt x="653" y="808"/>
                  </a:lnTo>
                  <a:lnTo>
                    <a:pt x="675" y="779"/>
                  </a:lnTo>
                  <a:lnTo>
                    <a:pt x="699" y="752"/>
                  </a:lnTo>
                  <a:lnTo>
                    <a:pt x="723" y="726"/>
                  </a:lnTo>
                  <a:lnTo>
                    <a:pt x="751" y="701"/>
                  </a:lnTo>
                  <a:lnTo>
                    <a:pt x="778" y="677"/>
                  </a:lnTo>
                  <a:lnTo>
                    <a:pt x="806" y="654"/>
                  </a:lnTo>
                  <a:lnTo>
                    <a:pt x="836" y="633"/>
                  </a:lnTo>
                  <a:lnTo>
                    <a:pt x="866" y="614"/>
                  </a:lnTo>
                  <a:lnTo>
                    <a:pt x="897" y="596"/>
                  </a:lnTo>
                  <a:lnTo>
                    <a:pt x="931" y="579"/>
                  </a:lnTo>
                  <a:lnTo>
                    <a:pt x="964" y="564"/>
                  </a:lnTo>
                  <a:lnTo>
                    <a:pt x="998" y="549"/>
                  </a:lnTo>
                  <a:lnTo>
                    <a:pt x="1033" y="538"/>
                  </a:lnTo>
                  <a:lnTo>
                    <a:pt x="1068" y="528"/>
                  </a:lnTo>
                  <a:lnTo>
                    <a:pt x="1106" y="519"/>
                  </a:lnTo>
                  <a:lnTo>
                    <a:pt x="1143" y="513"/>
                  </a:lnTo>
                  <a:lnTo>
                    <a:pt x="1180" y="508"/>
                  </a:lnTo>
                  <a:lnTo>
                    <a:pt x="1218" y="505"/>
                  </a:lnTo>
                  <a:lnTo>
                    <a:pt x="1258" y="504"/>
                  </a:lnTo>
                  <a:lnTo>
                    <a:pt x="1297" y="505"/>
                  </a:lnTo>
                  <a:lnTo>
                    <a:pt x="1335" y="508"/>
                  </a:lnTo>
                  <a:lnTo>
                    <a:pt x="1372" y="513"/>
                  </a:lnTo>
                  <a:lnTo>
                    <a:pt x="1409" y="519"/>
                  </a:lnTo>
                  <a:lnTo>
                    <a:pt x="1447" y="528"/>
                  </a:lnTo>
                  <a:lnTo>
                    <a:pt x="1482" y="538"/>
                  </a:lnTo>
                  <a:lnTo>
                    <a:pt x="1517" y="549"/>
                  </a:lnTo>
                  <a:lnTo>
                    <a:pt x="1551" y="564"/>
                  </a:lnTo>
                  <a:lnTo>
                    <a:pt x="1585" y="579"/>
                  </a:lnTo>
                  <a:lnTo>
                    <a:pt x="1618" y="596"/>
                  </a:lnTo>
                  <a:lnTo>
                    <a:pt x="1649" y="614"/>
                  </a:lnTo>
                  <a:lnTo>
                    <a:pt x="1679" y="633"/>
                  </a:lnTo>
                  <a:lnTo>
                    <a:pt x="1709" y="654"/>
                  </a:lnTo>
                  <a:lnTo>
                    <a:pt x="1737" y="677"/>
                  </a:lnTo>
                  <a:lnTo>
                    <a:pt x="1765" y="701"/>
                  </a:lnTo>
                  <a:lnTo>
                    <a:pt x="1791" y="726"/>
                  </a:lnTo>
                  <a:lnTo>
                    <a:pt x="1816" y="752"/>
                  </a:lnTo>
                  <a:lnTo>
                    <a:pt x="1840" y="779"/>
                  </a:lnTo>
                  <a:lnTo>
                    <a:pt x="1862" y="808"/>
                  </a:lnTo>
                  <a:lnTo>
                    <a:pt x="1883" y="838"/>
                  </a:lnTo>
                  <a:lnTo>
                    <a:pt x="1902" y="868"/>
                  </a:lnTo>
                  <a:lnTo>
                    <a:pt x="1920" y="900"/>
                  </a:lnTo>
                  <a:lnTo>
                    <a:pt x="1938" y="933"/>
                  </a:lnTo>
                  <a:lnTo>
                    <a:pt x="1953" y="966"/>
                  </a:lnTo>
                  <a:lnTo>
                    <a:pt x="1967" y="1000"/>
                  </a:lnTo>
                  <a:lnTo>
                    <a:pt x="1978" y="1035"/>
                  </a:lnTo>
                  <a:lnTo>
                    <a:pt x="1988" y="1072"/>
                  </a:lnTo>
                  <a:lnTo>
                    <a:pt x="1997" y="1108"/>
                  </a:lnTo>
                  <a:lnTo>
                    <a:pt x="2003" y="1145"/>
                  </a:lnTo>
                  <a:lnTo>
                    <a:pt x="2008" y="1183"/>
                  </a:lnTo>
                  <a:lnTo>
                    <a:pt x="2011" y="1221"/>
                  </a:lnTo>
                  <a:lnTo>
                    <a:pt x="2012" y="1260"/>
                  </a:lnTo>
                  <a:lnTo>
                    <a:pt x="2011" y="1299"/>
                  </a:lnTo>
                  <a:lnTo>
                    <a:pt x="2008" y="1338"/>
                  </a:lnTo>
                  <a:lnTo>
                    <a:pt x="2003" y="1375"/>
                  </a:lnTo>
                  <a:lnTo>
                    <a:pt x="1997" y="1413"/>
                  </a:lnTo>
                  <a:lnTo>
                    <a:pt x="1988" y="1449"/>
                  </a:lnTo>
                  <a:lnTo>
                    <a:pt x="1978" y="1485"/>
                  </a:lnTo>
                  <a:lnTo>
                    <a:pt x="1967" y="1520"/>
                  </a:lnTo>
                  <a:lnTo>
                    <a:pt x="1953" y="1555"/>
                  </a:lnTo>
                  <a:lnTo>
                    <a:pt x="1938" y="1588"/>
                  </a:lnTo>
                  <a:lnTo>
                    <a:pt x="1920" y="1620"/>
                  </a:lnTo>
                  <a:lnTo>
                    <a:pt x="1902" y="1653"/>
                  </a:lnTo>
                  <a:lnTo>
                    <a:pt x="1883" y="1683"/>
                  </a:lnTo>
                  <a:lnTo>
                    <a:pt x="1862" y="1713"/>
                  </a:lnTo>
                  <a:lnTo>
                    <a:pt x="1840" y="1741"/>
                  </a:lnTo>
                  <a:lnTo>
                    <a:pt x="1816" y="1768"/>
                  </a:lnTo>
                  <a:lnTo>
                    <a:pt x="1791" y="1795"/>
                  </a:lnTo>
                  <a:lnTo>
                    <a:pt x="1765" y="1820"/>
                  </a:lnTo>
                  <a:lnTo>
                    <a:pt x="1737" y="1844"/>
                  </a:lnTo>
                  <a:lnTo>
                    <a:pt x="1709" y="1866"/>
                  </a:lnTo>
                  <a:lnTo>
                    <a:pt x="1679" y="1887"/>
                  </a:lnTo>
                  <a:lnTo>
                    <a:pt x="1649" y="1907"/>
                  </a:lnTo>
                  <a:lnTo>
                    <a:pt x="1618" y="1925"/>
                  </a:lnTo>
                  <a:lnTo>
                    <a:pt x="1585" y="1942"/>
                  </a:lnTo>
                  <a:lnTo>
                    <a:pt x="1551" y="1957"/>
                  </a:lnTo>
                  <a:lnTo>
                    <a:pt x="1517" y="1970"/>
                  </a:lnTo>
                  <a:lnTo>
                    <a:pt x="1482" y="1982"/>
                  </a:lnTo>
                  <a:lnTo>
                    <a:pt x="1447" y="1992"/>
                  </a:lnTo>
                  <a:lnTo>
                    <a:pt x="1409" y="2001"/>
                  </a:lnTo>
                  <a:lnTo>
                    <a:pt x="1372" y="2007"/>
                  </a:lnTo>
                  <a:lnTo>
                    <a:pt x="1335" y="2012"/>
                  </a:lnTo>
                  <a:lnTo>
                    <a:pt x="1297" y="2015"/>
                  </a:lnTo>
                  <a:lnTo>
                    <a:pt x="1258" y="2017"/>
                  </a:lnTo>
                  <a:close/>
                  <a:moveTo>
                    <a:pt x="1258" y="0"/>
                  </a:moveTo>
                  <a:lnTo>
                    <a:pt x="1193" y="2"/>
                  </a:lnTo>
                  <a:lnTo>
                    <a:pt x="1129" y="6"/>
                  </a:lnTo>
                  <a:lnTo>
                    <a:pt x="1066" y="14"/>
                  </a:lnTo>
                  <a:lnTo>
                    <a:pt x="1004" y="25"/>
                  </a:lnTo>
                  <a:lnTo>
                    <a:pt x="944" y="39"/>
                  </a:lnTo>
                  <a:lnTo>
                    <a:pt x="884" y="56"/>
                  </a:lnTo>
                  <a:lnTo>
                    <a:pt x="826" y="77"/>
                  </a:lnTo>
                  <a:lnTo>
                    <a:pt x="769" y="99"/>
                  </a:lnTo>
                  <a:lnTo>
                    <a:pt x="713" y="124"/>
                  </a:lnTo>
                  <a:lnTo>
                    <a:pt x="659" y="152"/>
                  </a:lnTo>
                  <a:lnTo>
                    <a:pt x="606" y="182"/>
                  </a:lnTo>
                  <a:lnTo>
                    <a:pt x="555" y="216"/>
                  </a:lnTo>
                  <a:lnTo>
                    <a:pt x="506" y="251"/>
                  </a:lnTo>
                  <a:lnTo>
                    <a:pt x="458" y="288"/>
                  </a:lnTo>
                  <a:lnTo>
                    <a:pt x="413" y="328"/>
                  </a:lnTo>
                  <a:lnTo>
                    <a:pt x="369" y="369"/>
                  </a:lnTo>
                  <a:lnTo>
                    <a:pt x="327" y="413"/>
                  </a:lnTo>
                  <a:lnTo>
                    <a:pt x="288" y="459"/>
                  </a:lnTo>
                  <a:lnTo>
                    <a:pt x="251" y="506"/>
                  </a:lnTo>
                  <a:lnTo>
                    <a:pt x="215" y="556"/>
                  </a:lnTo>
                  <a:lnTo>
                    <a:pt x="182" y="607"/>
                  </a:lnTo>
                  <a:lnTo>
                    <a:pt x="152" y="659"/>
                  </a:lnTo>
                  <a:lnTo>
                    <a:pt x="124" y="714"/>
                  </a:lnTo>
                  <a:lnTo>
                    <a:pt x="99" y="770"/>
                  </a:lnTo>
                  <a:lnTo>
                    <a:pt x="77" y="827"/>
                  </a:lnTo>
                  <a:lnTo>
                    <a:pt x="56" y="886"/>
                  </a:lnTo>
                  <a:lnTo>
                    <a:pt x="39" y="946"/>
                  </a:lnTo>
                  <a:lnTo>
                    <a:pt x="25" y="1006"/>
                  </a:lnTo>
                  <a:lnTo>
                    <a:pt x="14" y="1069"/>
                  </a:lnTo>
                  <a:lnTo>
                    <a:pt x="7" y="1131"/>
                  </a:lnTo>
                  <a:lnTo>
                    <a:pt x="2" y="1196"/>
                  </a:lnTo>
                  <a:lnTo>
                    <a:pt x="0" y="1260"/>
                  </a:lnTo>
                  <a:lnTo>
                    <a:pt x="2" y="1325"/>
                  </a:lnTo>
                  <a:lnTo>
                    <a:pt x="7" y="1389"/>
                  </a:lnTo>
                  <a:lnTo>
                    <a:pt x="14" y="1452"/>
                  </a:lnTo>
                  <a:lnTo>
                    <a:pt x="25" y="1514"/>
                  </a:lnTo>
                  <a:lnTo>
                    <a:pt x="39" y="1575"/>
                  </a:lnTo>
                  <a:lnTo>
                    <a:pt x="56" y="1634"/>
                  </a:lnTo>
                  <a:lnTo>
                    <a:pt x="77" y="1693"/>
                  </a:lnTo>
                  <a:lnTo>
                    <a:pt x="99" y="1750"/>
                  </a:lnTo>
                  <a:lnTo>
                    <a:pt x="124" y="1806"/>
                  </a:lnTo>
                  <a:lnTo>
                    <a:pt x="152" y="1860"/>
                  </a:lnTo>
                  <a:lnTo>
                    <a:pt x="182" y="1914"/>
                  </a:lnTo>
                  <a:lnTo>
                    <a:pt x="215" y="1964"/>
                  </a:lnTo>
                  <a:lnTo>
                    <a:pt x="251" y="2014"/>
                  </a:lnTo>
                  <a:lnTo>
                    <a:pt x="288" y="2062"/>
                  </a:lnTo>
                  <a:lnTo>
                    <a:pt x="327" y="2107"/>
                  </a:lnTo>
                  <a:lnTo>
                    <a:pt x="369" y="2152"/>
                  </a:lnTo>
                  <a:lnTo>
                    <a:pt x="413" y="2193"/>
                  </a:lnTo>
                  <a:lnTo>
                    <a:pt x="458" y="2232"/>
                  </a:lnTo>
                  <a:lnTo>
                    <a:pt x="506" y="2270"/>
                  </a:lnTo>
                  <a:lnTo>
                    <a:pt x="555" y="2305"/>
                  </a:lnTo>
                  <a:lnTo>
                    <a:pt x="606" y="2338"/>
                  </a:lnTo>
                  <a:lnTo>
                    <a:pt x="659" y="2368"/>
                  </a:lnTo>
                  <a:lnTo>
                    <a:pt x="713" y="2397"/>
                  </a:lnTo>
                  <a:lnTo>
                    <a:pt x="769" y="2422"/>
                  </a:lnTo>
                  <a:lnTo>
                    <a:pt x="826" y="2444"/>
                  </a:lnTo>
                  <a:lnTo>
                    <a:pt x="884" y="2464"/>
                  </a:lnTo>
                  <a:lnTo>
                    <a:pt x="944" y="2481"/>
                  </a:lnTo>
                  <a:lnTo>
                    <a:pt x="1004" y="2495"/>
                  </a:lnTo>
                  <a:lnTo>
                    <a:pt x="1066" y="2507"/>
                  </a:lnTo>
                  <a:lnTo>
                    <a:pt x="1129" y="2515"/>
                  </a:lnTo>
                  <a:lnTo>
                    <a:pt x="1193" y="2519"/>
                  </a:lnTo>
                  <a:lnTo>
                    <a:pt x="1258" y="2521"/>
                  </a:lnTo>
                  <a:lnTo>
                    <a:pt x="1322" y="2519"/>
                  </a:lnTo>
                  <a:lnTo>
                    <a:pt x="1385" y="2515"/>
                  </a:lnTo>
                  <a:lnTo>
                    <a:pt x="1449" y="2507"/>
                  </a:lnTo>
                  <a:lnTo>
                    <a:pt x="1510" y="2495"/>
                  </a:lnTo>
                  <a:lnTo>
                    <a:pt x="1571" y="2481"/>
                  </a:lnTo>
                  <a:lnTo>
                    <a:pt x="1631" y="2464"/>
                  </a:lnTo>
                  <a:lnTo>
                    <a:pt x="1689" y="2444"/>
                  </a:lnTo>
                  <a:lnTo>
                    <a:pt x="1746" y="2422"/>
                  </a:lnTo>
                  <a:lnTo>
                    <a:pt x="1802" y="2397"/>
                  </a:lnTo>
                  <a:lnTo>
                    <a:pt x="1856" y="2368"/>
                  </a:lnTo>
                  <a:lnTo>
                    <a:pt x="1908" y="2338"/>
                  </a:lnTo>
                  <a:lnTo>
                    <a:pt x="1960" y="2305"/>
                  </a:lnTo>
                  <a:lnTo>
                    <a:pt x="2009" y="2270"/>
                  </a:lnTo>
                  <a:lnTo>
                    <a:pt x="2056" y="2232"/>
                  </a:lnTo>
                  <a:lnTo>
                    <a:pt x="2103" y="2193"/>
                  </a:lnTo>
                  <a:lnTo>
                    <a:pt x="2146" y="2152"/>
                  </a:lnTo>
                  <a:lnTo>
                    <a:pt x="2188" y="2107"/>
                  </a:lnTo>
                  <a:lnTo>
                    <a:pt x="2227" y="2062"/>
                  </a:lnTo>
                  <a:lnTo>
                    <a:pt x="2265" y="2014"/>
                  </a:lnTo>
                  <a:lnTo>
                    <a:pt x="2300" y="1964"/>
                  </a:lnTo>
                  <a:lnTo>
                    <a:pt x="2333" y="1914"/>
                  </a:lnTo>
                  <a:lnTo>
                    <a:pt x="2363" y="1860"/>
                  </a:lnTo>
                  <a:lnTo>
                    <a:pt x="2390" y="1806"/>
                  </a:lnTo>
                  <a:lnTo>
                    <a:pt x="2416" y="1750"/>
                  </a:lnTo>
                  <a:lnTo>
                    <a:pt x="2439" y="1693"/>
                  </a:lnTo>
                  <a:lnTo>
                    <a:pt x="2459" y="1634"/>
                  </a:lnTo>
                  <a:lnTo>
                    <a:pt x="2476" y="1575"/>
                  </a:lnTo>
                  <a:lnTo>
                    <a:pt x="2490" y="1514"/>
                  </a:lnTo>
                  <a:lnTo>
                    <a:pt x="2501" y="1452"/>
                  </a:lnTo>
                  <a:lnTo>
                    <a:pt x="2508" y="1389"/>
                  </a:lnTo>
                  <a:lnTo>
                    <a:pt x="2513" y="1325"/>
                  </a:lnTo>
                  <a:lnTo>
                    <a:pt x="2515" y="1260"/>
                  </a:lnTo>
                  <a:lnTo>
                    <a:pt x="2513" y="1196"/>
                  </a:lnTo>
                  <a:lnTo>
                    <a:pt x="2508" y="1131"/>
                  </a:lnTo>
                  <a:lnTo>
                    <a:pt x="2501" y="1069"/>
                  </a:lnTo>
                  <a:lnTo>
                    <a:pt x="2490" y="1006"/>
                  </a:lnTo>
                  <a:lnTo>
                    <a:pt x="2476" y="946"/>
                  </a:lnTo>
                  <a:lnTo>
                    <a:pt x="2459" y="886"/>
                  </a:lnTo>
                  <a:lnTo>
                    <a:pt x="2439" y="827"/>
                  </a:lnTo>
                  <a:lnTo>
                    <a:pt x="2416" y="770"/>
                  </a:lnTo>
                  <a:lnTo>
                    <a:pt x="2390" y="714"/>
                  </a:lnTo>
                  <a:lnTo>
                    <a:pt x="2363" y="659"/>
                  </a:lnTo>
                  <a:lnTo>
                    <a:pt x="2333" y="607"/>
                  </a:lnTo>
                  <a:lnTo>
                    <a:pt x="2300" y="556"/>
                  </a:lnTo>
                  <a:lnTo>
                    <a:pt x="2265" y="506"/>
                  </a:lnTo>
                  <a:lnTo>
                    <a:pt x="2227" y="459"/>
                  </a:lnTo>
                  <a:lnTo>
                    <a:pt x="2188" y="413"/>
                  </a:lnTo>
                  <a:lnTo>
                    <a:pt x="2146" y="369"/>
                  </a:lnTo>
                  <a:lnTo>
                    <a:pt x="2103" y="328"/>
                  </a:lnTo>
                  <a:lnTo>
                    <a:pt x="2056" y="288"/>
                  </a:lnTo>
                  <a:lnTo>
                    <a:pt x="2009" y="251"/>
                  </a:lnTo>
                  <a:lnTo>
                    <a:pt x="1960" y="216"/>
                  </a:lnTo>
                  <a:lnTo>
                    <a:pt x="1908" y="182"/>
                  </a:lnTo>
                  <a:lnTo>
                    <a:pt x="1856" y="152"/>
                  </a:lnTo>
                  <a:lnTo>
                    <a:pt x="1802" y="124"/>
                  </a:lnTo>
                  <a:lnTo>
                    <a:pt x="1746" y="99"/>
                  </a:lnTo>
                  <a:lnTo>
                    <a:pt x="1689" y="77"/>
                  </a:lnTo>
                  <a:lnTo>
                    <a:pt x="1631" y="56"/>
                  </a:lnTo>
                  <a:lnTo>
                    <a:pt x="1571" y="39"/>
                  </a:lnTo>
                  <a:lnTo>
                    <a:pt x="1510" y="25"/>
                  </a:lnTo>
                  <a:lnTo>
                    <a:pt x="1449" y="14"/>
                  </a:lnTo>
                  <a:lnTo>
                    <a:pt x="1385" y="6"/>
                  </a:lnTo>
                  <a:lnTo>
                    <a:pt x="1322" y="2"/>
                  </a:lnTo>
                  <a:lnTo>
                    <a:pt x="1258" y="0"/>
                  </a:lnTo>
                  <a:close/>
                </a:path>
              </a:pathLst>
            </a:custGeom>
            <a:grpFill/>
            <a:ln>
              <a:noFill/>
            </a:ln>
          </p:spPr>
          <p:txBody>
            <a:bodyPr lIns="68580" tIns="34290" rIns="68580" bIns="34290"/>
            <a:lstStyle/>
            <a:p>
              <a:pPr>
                <a:defRPr/>
              </a:pPr>
              <a:endParaRPr lang="id-ID" sz="1350">
                <a:latin typeface="微软雅黑" panose="020B0503020204020204" pitchFamily="34" charset="-122"/>
                <a:ea typeface="微软雅黑" panose="020B0503020204020204" pitchFamily="34" charset="-122"/>
              </a:endParaRPr>
            </a:p>
          </p:txBody>
        </p:sp>
        <p:sp>
          <p:nvSpPr>
            <p:cNvPr id="75" name="Freeform 231"/>
            <p:cNvSpPr>
              <a:spLocks noEditPoints="1"/>
            </p:cNvSpPr>
            <p:nvPr/>
          </p:nvSpPr>
          <p:spPr bwMode="auto">
            <a:xfrm>
              <a:off x="6999288" y="4475163"/>
              <a:ext cx="85725" cy="87313"/>
            </a:xfrm>
            <a:custGeom>
              <a:avLst/>
              <a:gdLst>
                <a:gd name="T0" fmla="*/ 1107 w 2012"/>
                <a:gd name="T1" fmla="*/ 514 h 2016"/>
                <a:gd name="T2" fmla="*/ 1224 w 2012"/>
                <a:gd name="T3" fmla="*/ 553 h 2016"/>
                <a:gd name="T4" fmla="*/ 1326 w 2012"/>
                <a:gd name="T5" fmla="*/ 619 h 2016"/>
                <a:gd name="T6" fmla="*/ 1409 w 2012"/>
                <a:gd name="T7" fmla="*/ 707 h 2016"/>
                <a:gd name="T8" fmla="*/ 1469 w 2012"/>
                <a:gd name="T9" fmla="*/ 812 h 2016"/>
                <a:gd name="T10" fmla="*/ 1503 w 2012"/>
                <a:gd name="T11" fmla="*/ 931 h 2016"/>
                <a:gd name="T12" fmla="*/ 1507 w 2012"/>
                <a:gd name="T13" fmla="*/ 1060 h 2016"/>
                <a:gd name="T14" fmla="*/ 1478 w 2012"/>
                <a:gd name="T15" fmla="*/ 1182 h 2016"/>
                <a:gd name="T16" fmla="*/ 1423 w 2012"/>
                <a:gd name="T17" fmla="*/ 1290 h 2016"/>
                <a:gd name="T18" fmla="*/ 1344 w 2012"/>
                <a:gd name="T19" fmla="*/ 1381 h 2016"/>
                <a:gd name="T20" fmla="*/ 1245 w 2012"/>
                <a:gd name="T21" fmla="*/ 1452 h 2016"/>
                <a:gd name="T22" fmla="*/ 1131 w 2012"/>
                <a:gd name="T23" fmla="*/ 1496 h 2016"/>
                <a:gd name="T24" fmla="*/ 1006 w 2012"/>
                <a:gd name="T25" fmla="*/ 1512 h 2016"/>
                <a:gd name="T26" fmla="*/ 880 w 2012"/>
                <a:gd name="T27" fmla="*/ 1496 h 2016"/>
                <a:gd name="T28" fmla="*/ 766 w 2012"/>
                <a:gd name="T29" fmla="*/ 1452 h 2016"/>
                <a:gd name="T30" fmla="*/ 668 w 2012"/>
                <a:gd name="T31" fmla="*/ 1381 h 2016"/>
                <a:gd name="T32" fmla="*/ 589 w 2012"/>
                <a:gd name="T33" fmla="*/ 1290 h 2016"/>
                <a:gd name="T34" fmla="*/ 534 w 2012"/>
                <a:gd name="T35" fmla="*/ 1182 h 2016"/>
                <a:gd name="T36" fmla="*/ 506 w 2012"/>
                <a:gd name="T37" fmla="*/ 1060 h 2016"/>
                <a:gd name="T38" fmla="*/ 509 w 2012"/>
                <a:gd name="T39" fmla="*/ 931 h 2016"/>
                <a:gd name="T40" fmla="*/ 543 w 2012"/>
                <a:gd name="T41" fmla="*/ 812 h 2016"/>
                <a:gd name="T42" fmla="*/ 603 w 2012"/>
                <a:gd name="T43" fmla="*/ 707 h 2016"/>
                <a:gd name="T44" fmla="*/ 686 w 2012"/>
                <a:gd name="T45" fmla="*/ 619 h 2016"/>
                <a:gd name="T46" fmla="*/ 787 w 2012"/>
                <a:gd name="T47" fmla="*/ 553 h 2016"/>
                <a:gd name="T48" fmla="*/ 904 w 2012"/>
                <a:gd name="T49" fmla="*/ 514 h 2016"/>
                <a:gd name="T50" fmla="*/ 0 w 2012"/>
                <a:gd name="T51" fmla="*/ 1008 h 2016"/>
                <a:gd name="T52" fmla="*/ 32 w 2012"/>
                <a:gd name="T53" fmla="*/ 1260 h 2016"/>
                <a:gd name="T54" fmla="*/ 121 w 2012"/>
                <a:gd name="T55" fmla="*/ 1488 h 2016"/>
                <a:gd name="T56" fmla="*/ 261 w 2012"/>
                <a:gd name="T57" fmla="*/ 1686 h 2016"/>
                <a:gd name="T58" fmla="*/ 443 w 2012"/>
                <a:gd name="T59" fmla="*/ 1844 h 2016"/>
                <a:gd name="T60" fmla="*/ 661 w 2012"/>
                <a:gd name="T61" fmla="*/ 1955 h 2016"/>
                <a:gd name="T62" fmla="*/ 903 w 2012"/>
                <a:gd name="T63" fmla="*/ 2011 h 2016"/>
                <a:gd name="T64" fmla="*/ 1159 w 2012"/>
                <a:gd name="T65" fmla="*/ 2004 h 2016"/>
                <a:gd name="T66" fmla="*/ 1397 w 2012"/>
                <a:gd name="T67" fmla="*/ 1937 h 2016"/>
                <a:gd name="T68" fmla="*/ 1607 w 2012"/>
                <a:gd name="T69" fmla="*/ 1816 h 2016"/>
                <a:gd name="T70" fmla="*/ 1782 w 2012"/>
                <a:gd name="T71" fmla="*/ 1649 h 2016"/>
                <a:gd name="T72" fmla="*/ 1912 w 2012"/>
                <a:gd name="T73" fmla="*/ 1445 h 2016"/>
                <a:gd name="T74" fmla="*/ 1992 w 2012"/>
                <a:gd name="T75" fmla="*/ 1211 h 2016"/>
                <a:gd name="T76" fmla="*/ 2011 w 2012"/>
                <a:gd name="T77" fmla="*/ 957 h 2016"/>
                <a:gd name="T78" fmla="*/ 1966 w 2012"/>
                <a:gd name="T79" fmla="*/ 709 h 2016"/>
                <a:gd name="T80" fmla="*/ 1866 w 2012"/>
                <a:gd name="T81" fmla="*/ 486 h 2016"/>
                <a:gd name="T82" fmla="*/ 1717 w 2012"/>
                <a:gd name="T83" fmla="*/ 295 h 2016"/>
                <a:gd name="T84" fmla="*/ 1527 w 2012"/>
                <a:gd name="T85" fmla="*/ 146 h 2016"/>
                <a:gd name="T86" fmla="*/ 1304 w 2012"/>
                <a:gd name="T87" fmla="*/ 45 h 2016"/>
                <a:gd name="T88" fmla="*/ 1057 w 2012"/>
                <a:gd name="T89" fmla="*/ 1 h 2016"/>
                <a:gd name="T90" fmla="*/ 803 w 2012"/>
                <a:gd name="T91" fmla="*/ 20 h 2016"/>
                <a:gd name="T92" fmla="*/ 570 w 2012"/>
                <a:gd name="T93" fmla="*/ 100 h 2016"/>
                <a:gd name="T94" fmla="*/ 366 w 2012"/>
                <a:gd name="T95" fmla="*/ 231 h 2016"/>
                <a:gd name="T96" fmla="*/ 200 w 2012"/>
                <a:gd name="T97" fmla="*/ 405 h 2016"/>
                <a:gd name="T98" fmla="*/ 79 w 2012"/>
                <a:gd name="T99" fmla="*/ 616 h 2016"/>
                <a:gd name="T100" fmla="*/ 12 w 2012"/>
                <a:gd name="T101" fmla="*/ 855 h 20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011" h="2015">
                  <a:moveTo>
                    <a:pt x="1006" y="504"/>
                  </a:moveTo>
                  <a:lnTo>
                    <a:pt x="1032" y="505"/>
                  </a:lnTo>
                  <a:lnTo>
                    <a:pt x="1057" y="507"/>
                  </a:lnTo>
                  <a:lnTo>
                    <a:pt x="1082" y="510"/>
                  </a:lnTo>
                  <a:lnTo>
                    <a:pt x="1107" y="514"/>
                  </a:lnTo>
                  <a:lnTo>
                    <a:pt x="1131" y="520"/>
                  </a:lnTo>
                  <a:lnTo>
                    <a:pt x="1156" y="526"/>
                  </a:lnTo>
                  <a:lnTo>
                    <a:pt x="1179" y="534"/>
                  </a:lnTo>
                  <a:lnTo>
                    <a:pt x="1202" y="543"/>
                  </a:lnTo>
                  <a:lnTo>
                    <a:pt x="1224" y="553"/>
                  </a:lnTo>
                  <a:lnTo>
                    <a:pt x="1245" y="564"/>
                  </a:lnTo>
                  <a:lnTo>
                    <a:pt x="1266" y="577"/>
                  </a:lnTo>
                  <a:lnTo>
                    <a:pt x="1287" y="590"/>
                  </a:lnTo>
                  <a:lnTo>
                    <a:pt x="1306" y="604"/>
                  </a:lnTo>
                  <a:lnTo>
                    <a:pt x="1326" y="619"/>
                  </a:lnTo>
                  <a:lnTo>
                    <a:pt x="1344" y="635"/>
                  </a:lnTo>
                  <a:lnTo>
                    <a:pt x="1362" y="651"/>
                  </a:lnTo>
                  <a:lnTo>
                    <a:pt x="1378" y="669"/>
                  </a:lnTo>
                  <a:lnTo>
                    <a:pt x="1394" y="688"/>
                  </a:lnTo>
                  <a:lnTo>
                    <a:pt x="1409" y="707"/>
                  </a:lnTo>
                  <a:lnTo>
                    <a:pt x="1423" y="726"/>
                  </a:lnTo>
                  <a:lnTo>
                    <a:pt x="1436" y="747"/>
                  </a:lnTo>
                  <a:lnTo>
                    <a:pt x="1448" y="768"/>
                  </a:lnTo>
                  <a:lnTo>
                    <a:pt x="1459" y="789"/>
                  </a:lnTo>
                  <a:lnTo>
                    <a:pt x="1469" y="812"/>
                  </a:lnTo>
                  <a:lnTo>
                    <a:pt x="1478" y="835"/>
                  </a:lnTo>
                  <a:lnTo>
                    <a:pt x="1487" y="858"/>
                  </a:lnTo>
                  <a:lnTo>
                    <a:pt x="1493" y="882"/>
                  </a:lnTo>
                  <a:lnTo>
                    <a:pt x="1499" y="906"/>
                  </a:lnTo>
                  <a:lnTo>
                    <a:pt x="1503" y="931"/>
                  </a:lnTo>
                  <a:lnTo>
                    <a:pt x="1507" y="957"/>
                  </a:lnTo>
                  <a:lnTo>
                    <a:pt x="1508" y="982"/>
                  </a:lnTo>
                  <a:lnTo>
                    <a:pt x="1509" y="1008"/>
                  </a:lnTo>
                  <a:lnTo>
                    <a:pt x="1508" y="1034"/>
                  </a:lnTo>
                  <a:lnTo>
                    <a:pt x="1507" y="1060"/>
                  </a:lnTo>
                  <a:lnTo>
                    <a:pt x="1503" y="1085"/>
                  </a:lnTo>
                  <a:lnTo>
                    <a:pt x="1499" y="1110"/>
                  </a:lnTo>
                  <a:lnTo>
                    <a:pt x="1493" y="1134"/>
                  </a:lnTo>
                  <a:lnTo>
                    <a:pt x="1487" y="1158"/>
                  </a:lnTo>
                  <a:lnTo>
                    <a:pt x="1478" y="1182"/>
                  </a:lnTo>
                  <a:lnTo>
                    <a:pt x="1469" y="1205"/>
                  </a:lnTo>
                  <a:lnTo>
                    <a:pt x="1459" y="1227"/>
                  </a:lnTo>
                  <a:lnTo>
                    <a:pt x="1448" y="1248"/>
                  </a:lnTo>
                  <a:lnTo>
                    <a:pt x="1436" y="1269"/>
                  </a:lnTo>
                  <a:lnTo>
                    <a:pt x="1423" y="1290"/>
                  </a:lnTo>
                  <a:lnTo>
                    <a:pt x="1409" y="1310"/>
                  </a:lnTo>
                  <a:lnTo>
                    <a:pt x="1394" y="1329"/>
                  </a:lnTo>
                  <a:lnTo>
                    <a:pt x="1378" y="1347"/>
                  </a:lnTo>
                  <a:lnTo>
                    <a:pt x="1362" y="1365"/>
                  </a:lnTo>
                  <a:lnTo>
                    <a:pt x="1344" y="1381"/>
                  </a:lnTo>
                  <a:lnTo>
                    <a:pt x="1326" y="1397"/>
                  </a:lnTo>
                  <a:lnTo>
                    <a:pt x="1306" y="1412"/>
                  </a:lnTo>
                  <a:lnTo>
                    <a:pt x="1287" y="1427"/>
                  </a:lnTo>
                  <a:lnTo>
                    <a:pt x="1266" y="1440"/>
                  </a:lnTo>
                  <a:lnTo>
                    <a:pt x="1245" y="1452"/>
                  </a:lnTo>
                  <a:lnTo>
                    <a:pt x="1224" y="1463"/>
                  </a:lnTo>
                  <a:lnTo>
                    <a:pt x="1202" y="1473"/>
                  </a:lnTo>
                  <a:lnTo>
                    <a:pt x="1179" y="1482"/>
                  </a:lnTo>
                  <a:lnTo>
                    <a:pt x="1156" y="1490"/>
                  </a:lnTo>
                  <a:lnTo>
                    <a:pt x="1131" y="1496"/>
                  </a:lnTo>
                  <a:lnTo>
                    <a:pt x="1107" y="1502"/>
                  </a:lnTo>
                  <a:lnTo>
                    <a:pt x="1082" y="1506"/>
                  </a:lnTo>
                  <a:lnTo>
                    <a:pt x="1057" y="1509"/>
                  </a:lnTo>
                  <a:lnTo>
                    <a:pt x="1032" y="1511"/>
                  </a:lnTo>
                  <a:lnTo>
                    <a:pt x="1006" y="1512"/>
                  </a:lnTo>
                  <a:lnTo>
                    <a:pt x="980" y="1511"/>
                  </a:lnTo>
                  <a:lnTo>
                    <a:pt x="954" y="1509"/>
                  </a:lnTo>
                  <a:lnTo>
                    <a:pt x="929" y="1506"/>
                  </a:lnTo>
                  <a:lnTo>
                    <a:pt x="904" y="1502"/>
                  </a:lnTo>
                  <a:lnTo>
                    <a:pt x="880" y="1496"/>
                  </a:lnTo>
                  <a:lnTo>
                    <a:pt x="856" y="1490"/>
                  </a:lnTo>
                  <a:lnTo>
                    <a:pt x="833" y="1482"/>
                  </a:lnTo>
                  <a:lnTo>
                    <a:pt x="811" y="1473"/>
                  </a:lnTo>
                  <a:lnTo>
                    <a:pt x="787" y="1463"/>
                  </a:lnTo>
                  <a:lnTo>
                    <a:pt x="766" y="1452"/>
                  </a:lnTo>
                  <a:lnTo>
                    <a:pt x="745" y="1440"/>
                  </a:lnTo>
                  <a:lnTo>
                    <a:pt x="725" y="1427"/>
                  </a:lnTo>
                  <a:lnTo>
                    <a:pt x="705" y="1412"/>
                  </a:lnTo>
                  <a:lnTo>
                    <a:pt x="686" y="1397"/>
                  </a:lnTo>
                  <a:lnTo>
                    <a:pt x="668" y="1381"/>
                  </a:lnTo>
                  <a:lnTo>
                    <a:pt x="651" y="1365"/>
                  </a:lnTo>
                  <a:lnTo>
                    <a:pt x="633" y="1347"/>
                  </a:lnTo>
                  <a:lnTo>
                    <a:pt x="617" y="1329"/>
                  </a:lnTo>
                  <a:lnTo>
                    <a:pt x="603" y="1310"/>
                  </a:lnTo>
                  <a:lnTo>
                    <a:pt x="589" y="1290"/>
                  </a:lnTo>
                  <a:lnTo>
                    <a:pt x="576" y="1269"/>
                  </a:lnTo>
                  <a:lnTo>
                    <a:pt x="564" y="1248"/>
                  </a:lnTo>
                  <a:lnTo>
                    <a:pt x="553" y="1227"/>
                  </a:lnTo>
                  <a:lnTo>
                    <a:pt x="543" y="1205"/>
                  </a:lnTo>
                  <a:lnTo>
                    <a:pt x="534" y="1182"/>
                  </a:lnTo>
                  <a:lnTo>
                    <a:pt x="526" y="1158"/>
                  </a:lnTo>
                  <a:lnTo>
                    <a:pt x="519" y="1134"/>
                  </a:lnTo>
                  <a:lnTo>
                    <a:pt x="513" y="1110"/>
                  </a:lnTo>
                  <a:lnTo>
                    <a:pt x="509" y="1085"/>
                  </a:lnTo>
                  <a:lnTo>
                    <a:pt x="506" y="1060"/>
                  </a:lnTo>
                  <a:lnTo>
                    <a:pt x="504" y="1034"/>
                  </a:lnTo>
                  <a:lnTo>
                    <a:pt x="503" y="1008"/>
                  </a:lnTo>
                  <a:lnTo>
                    <a:pt x="504" y="982"/>
                  </a:lnTo>
                  <a:lnTo>
                    <a:pt x="506" y="957"/>
                  </a:lnTo>
                  <a:lnTo>
                    <a:pt x="509" y="931"/>
                  </a:lnTo>
                  <a:lnTo>
                    <a:pt x="513" y="906"/>
                  </a:lnTo>
                  <a:lnTo>
                    <a:pt x="519" y="882"/>
                  </a:lnTo>
                  <a:lnTo>
                    <a:pt x="526" y="858"/>
                  </a:lnTo>
                  <a:lnTo>
                    <a:pt x="534" y="835"/>
                  </a:lnTo>
                  <a:lnTo>
                    <a:pt x="543" y="812"/>
                  </a:lnTo>
                  <a:lnTo>
                    <a:pt x="553" y="789"/>
                  </a:lnTo>
                  <a:lnTo>
                    <a:pt x="564" y="768"/>
                  </a:lnTo>
                  <a:lnTo>
                    <a:pt x="576" y="747"/>
                  </a:lnTo>
                  <a:lnTo>
                    <a:pt x="589" y="726"/>
                  </a:lnTo>
                  <a:lnTo>
                    <a:pt x="603" y="707"/>
                  </a:lnTo>
                  <a:lnTo>
                    <a:pt x="617" y="688"/>
                  </a:lnTo>
                  <a:lnTo>
                    <a:pt x="633" y="669"/>
                  </a:lnTo>
                  <a:lnTo>
                    <a:pt x="651" y="651"/>
                  </a:lnTo>
                  <a:lnTo>
                    <a:pt x="668" y="635"/>
                  </a:lnTo>
                  <a:lnTo>
                    <a:pt x="686" y="619"/>
                  </a:lnTo>
                  <a:lnTo>
                    <a:pt x="705" y="604"/>
                  </a:lnTo>
                  <a:lnTo>
                    <a:pt x="725" y="590"/>
                  </a:lnTo>
                  <a:lnTo>
                    <a:pt x="745" y="577"/>
                  </a:lnTo>
                  <a:lnTo>
                    <a:pt x="766" y="564"/>
                  </a:lnTo>
                  <a:lnTo>
                    <a:pt x="787" y="553"/>
                  </a:lnTo>
                  <a:lnTo>
                    <a:pt x="811" y="543"/>
                  </a:lnTo>
                  <a:lnTo>
                    <a:pt x="833" y="534"/>
                  </a:lnTo>
                  <a:lnTo>
                    <a:pt x="856" y="526"/>
                  </a:lnTo>
                  <a:lnTo>
                    <a:pt x="880" y="520"/>
                  </a:lnTo>
                  <a:lnTo>
                    <a:pt x="904" y="514"/>
                  </a:lnTo>
                  <a:lnTo>
                    <a:pt x="929" y="510"/>
                  </a:lnTo>
                  <a:lnTo>
                    <a:pt x="954" y="507"/>
                  </a:lnTo>
                  <a:lnTo>
                    <a:pt x="980" y="505"/>
                  </a:lnTo>
                  <a:lnTo>
                    <a:pt x="1006" y="504"/>
                  </a:lnTo>
                  <a:close/>
                  <a:moveTo>
                    <a:pt x="0" y="1008"/>
                  </a:moveTo>
                  <a:lnTo>
                    <a:pt x="2" y="1060"/>
                  </a:lnTo>
                  <a:lnTo>
                    <a:pt x="5" y="1111"/>
                  </a:lnTo>
                  <a:lnTo>
                    <a:pt x="12" y="1161"/>
                  </a:lnTo>
                  <a:lnTo>
                    <a:pt x="21" y="1211"/>
                  </a:lnTo>
                  <a:lnTo>
                    <a:pt x="32" y="1260"/>
                  </a:lnTo>
                  <a:lnTo>
                    <a:pt x="45" y="1308"/>
                  </a:lnTo>
                  <a:lnTo>
                    <a:pt x="61" y="1355"/>
                  </a:lnTo>
                  <a:lnTo>
                    <a:pt x="79" y="1400"/>
                  </a:lnTo>
                  <a:lnTo>
                    <a:pt x="99" y="1445"/>
                  </a:lnTo>
                  <a:lnTo>
                    <a:pt x="121" y="1488"/>
                  </a:lnTo>
                  <a:lnTo>
                    <a:pt x="146" y="1530"/>
                  </a:lnTo>
                  <a:lnTo>
                    <a:pt x="172" y="1572"/>
                  </a:lnTo>
                  <a:lnTo>
                    <a:pt x="200" y="1611"/>
                  </a:lnTo>
                  <a:lnTo>
                    <a:pt x="230" y="1649"/>
                  </a:lnTo>
                  <a:lnTo>
                    <a:pt x="261" y="1686"/>
                  </a:lnTo>
                  <a:lnTo>
                    <a:pt x="294" y="1721"/>
                  </a:lnTo>
                  <a:lnTo>
                    <a:pt x="330" y="1754"/>
                  </a:lnTo>
                  <a:lnTo>
                    <a:pt x="366" y="1785"/>
                  </a:lnTo>
                  <a:lnTo>
                    <a:pt x="404" y="1816"/>
                  </a:lnTo>
                  <a:lnTo>
                    <a:pt x="443" y="1844"/>
                  </a:lnTo>
                  <a:lnTo>
                    <a:pt x="485" y="1870"/>
                  </a:lnTo>
                  <a:lnTo>
                    <a:pt x="527" y="1894"/>
                  </a:lnTo>
                  <a:lnTo>
                    <a:pt x="570" y="1917"/>
                  </a:lnTo>
                  <a:lnTo>
                    <a:pt x="614" y="1937"/>
                  </a:lnTo>
                  <a:lnTo>
                    <a:pt x="661" y="1955"/>
                  </a:lnTo>
                  <a:lnTo>
                    <a:pt x="707" y="1971"/>
                  </a:lnTo>
                  <a:lnTo>
                    <a:pt x="754" y="1984"/>
                  </a:lnTo>
                  <a:lnTo>
                    <a:pt x="803" y="1995"/>
                  </a:lnTo>
                  <a:lnTo>
                    <a:pt x="853" y="2004"/>
                  </a:lnTo>
                  <a:lnTo>
                    <a:pt x="903" y="2011"/>
                  </a:lnTo>
                  <a:lnTo>
                    <a:pt x="954" y="2015"/>
                  </a:lnTo>
                  <a:lnTo>
                    <a:pt x="1006" y="2016"/>
                  </a:lnTo>
                  <a:lnTo>
                    <a:pt x="1057" y="2015"/>
                  </a:lnTo>
                  <a:lnTo>
                    <a:pt x="1108" y="2011"/>
                  </a:lnTo>
                  <a:lnTo>
                    <a:pt x="1159" y="2004"/>
                  </a:lnTo>
                  <a:lnTo>
                    <a:pt x="1208" y="1995"/>
                  </a:lnTo>
                  <a:lnTo>
                    <a:pt x="1257" y="1984"/>
                  </a:lnTo>
                  <a:lnTo>
                    <a:pt x="1304" y="1971"/>
                  </a:lnTo>
                  <a:lnTo>
                    <a:pt x="1352" y="1955"/>
                  </a:lnTo>
                  <a:lnTo>
                    <a:pt x="1397" y="1937"/>
                  </a:lnTo>
                  <a:lnTo>
                    <a:pt x="1441" y="1917"/>
                  </a:lnTo>
                  <a:lnTo>
                    <a:pt x="1485" y="1894"/>
                  </a:lnTo>
                  <a:lnTo>
                    <a:pt x="1527" y="1870"/>
                  </a:lnTo>
                  <a:lnTo>
                    <a:pt x="1568" y="1844"/>
                  </a:lnTo>
                  <a:lnTo>
                    <a:pt x="1607" y="1816"/>
                  </a:lnTo>
                  <a:lnTo>
                    <a:pt x="1645" y="1785"/>
                  </a:lnTo>
                  <a:lnTo>
                    <a:pt x="1682" y="1754"/>
                  </a:lnTo>
                  <a:lnTo>
                    <a:pt x="1717" y="1721"/>
                  </a:lnTo>
                  <a:lnTo>
                    <a:pt x="1750" y="1686"/>
                  </a:lnTo>
                  <a:lnTo>
                    <a:pt x="1782" y="1649"/>
                  </a:lnTo>
                  <a:lnTo>
                    <a:pt x="1811" y="1611"/>
                  </a:lnTo>
                  <a:lnTo>
                    <a:pt x="1840" y="1572"/>
                  </a:lnTo>
                  <a:lnTo>
                    <a:pt x="1866" y="1530"/>
                  </a:lnTo>
                  <a:lnTo>
                    <a:pt x="1890" y="1488"/>
                  </a:lnTo>
                  <a:lnTo>
                    <a:pt x="1912" y="1445"/>
                  </a:lnTo>
                  <a:lnTo>
                    <a:pt x="1932" y="1400"/>
                  </a:lnTo>
                  <a:lnTo>
                    <a:pt x="1950" y="1355"/>
                  </a:lnTo>
                  <a:lnTo>
                    <a:pt x="1966" y="1308"/>
                  </a:lnTo>
                  <a:lnTo>
                    <a:pt x="1980" y="1260"/>
                  </a:lnTo>
                  <a:lnTo>
                    <a:pt x="1992" y="1211"/>
                  </a:lnTo>
                  <a:lnTo>
                    <a:pt x="2001" y="1161"/>
                  </a:lnTo>
                  <a:lnTo>
                    <a:pt x="2007" y="1111"/>
                  </a:lnTo>
                  <a:lnTo>
                    <a:pt x="2011" y="1060"/>
                  </a:lnTo>
                  <a:lnTo>
                    <a:pt x="2012" y="1008"/>
                  </a:lnTo>
                  <a:lnTo>
                    <a:pt x="2011" y="957"/>
                  </a:lnTo>
                  <a:lnTo>
                    <a:pt x="2007" y="905"/>
                  </a:lnTo>
                  <a:lnTo>
                    <a:pt x="2001" y="855"/>
                  </a:lnTo>
                  <a:lnTo>
                    <a:pt x="1992" y="805"/>
                  </a:lnTo>
                  <a:lnTo>
                    <a:pt x="1980" y="756"/>
                  </a:lnTo>
                  <a:lnTo>
                    <a:pt x="1966" y="709"/>
                  </a:lnTo>
                  <a:lnTo>
                    <a:pt x="1950" y="661"/>
                  </a:lnTo>
                  <a:lnTo>
                    <a:pt x="1932" y="616"/>
                  </a:lnTo>
                  <a:lnTo>
                    <a:pt x="1912" y="572"/>
                  </a:lnTo>
                  <a:lnTo>
                    <a:pt x="1890" y="528"/>
                  </a:lnTo>
                  <a:lnTo>
                    <a:pt x="1866" y="486"/>
                  </a:lnTo>
                  <a:lnTo>
                    <a:pt x="1840" y="445"/>
                  </a:lnTo>
                  <a:lnTo>
                    <a:pt x="1811" y="405"/>
                  </a:lnTo>
                  <a:lnTo>
                    <a:pt x="1782" y="367"/>
                  </a:lnTo>
                  <a:lnTo>
                    <a:pt x="1750" y="331"/>
                  </a:lnTo>
                  <a:lnTo>
                    <a:pt x="1717" y="295"/>
                  </a:lnTo>
                  <a:lnTo>
                    <a:pt x="1682" y="262"/>
                  </a:lnTo>
                  <a:lnTo>
                    <a:pt x="1645" y="231"/>
                  </a:lnTo>
                  <a:lnTo>
                    <a:pt x="1607" y="201"/>
                  </a:lnTo>
                  <a:lnTo>
                    <a:pt x="1568" y="172"/>
                  </a:lnTo>
                  <a:lnTo>
                    <a:pt x="1527" y="146"/>
                  </a:lnTo>
                  <a:lnTo>
                    <a:pt x="1485" y="122"/>
                  </a:lnTo>
                  <a:lnTo>
                    <a:pt x="1441" y="100"/>
                  </a:lnTo>
                  <a:lnTo>
                    <a:pt x="1397" y="80"/>
                  </a:lnTo>
                  <a:lnTo>
                    <a:pt x="1352" y="61"/>
                  </a:lnTo>
                  <a:lnTo>
                    <a:pt x="1304" y="45"/>
                  </a:lnTo>
                  <a:lnTo>
                    <a:pt x="1257" y="31"/>
                  </a:lnTo>
                  <a:lnTo>
                    <a:pt x="1208" y="20"/>
                  </a:lnTo>
                  <a:lnTo>
                    <a:pt x="1159" y="11"/>
                  </a:lnTo>
                  <a:lnTo>
                    <a:pt x="1108" y="5"/>
                  </a:lnTo>
                  <a:lnTo>
                    <a:pt x="1057" y="1"/>
                  </a:lnTo>
                  <a:lnTo>
                    <a:pt x="1006" y="0"/>
                  </a:lnTo>
                  <a:lnTo>
                    <a:pt x="954" y="1"/>
                  </a:lnTo>
                  <a:lnTo>
                    <a:pt x="903" y="5"/>
                  </a:lnTo>
                  <a:lnTo>
                    <a:pt x="853" y="11"/>
                  </a:lnTo>
                  <a:lnTo>
                    <a:pt x="803" y="20"/>
                  </a:lnTo>
                  <a:lnTo>
                    <a:pt x="754" y="31"/>
                  </a:lnTo>
                  <a:lnTo>
                    <a:pt x="707" y="45"/>
                  </a:lnTo>
                  <a:lnTo>
                    <a:pt x="661" y="61"/>
                  </a:lnTo>
                  <a:lnTo>
                    <a:pt x="614" y="80"/>
                  </a:lnTo>
                  <a:lnTo>
                    <a:pt x="570" y="100"/>
                  </a:lnTo>
                  <a:lnTo>
                    <a:pt x="527" y="122"/>
                  </a:lnTo>
                  <a:lnTo>
                    <a:pt x="485" y="146"/>
                  </a:lnTo>
                  <a:lnTo>
                    <a:pt x="443" y="172"/>
                  </a:lnTo>
                  <a:lnTo>
                    <a:pt x="404" y="201"/>
                  </a:lnTo>
                  <a:lnTo>
                    <a:pt x="366" y="231"/>
                  </a:lnTo>
                  <a:lnTo>
                    <a:pt x="330" y="262"/>
                  </a:lnTo>
                  <a:lnTo>
                    <a:pt x="294" y="295"/>
                  </a:lnTo>
                  <a:lnTo>
                    <a:pt x="261" y="331"/>
                  </a:lnTo>
                  <a:lnTo>
                    <a:pt x="230" y="367"/>
                  </a:lnTo>
                  <a:lnTo>
                    <a:pt x="200" y="405"/>
                  </a:lnTo>
                  <a:lnTo>
                    <a:pt x="172" y="445"/>
                  </a:lnTo>
                  <a:lnTo>
                    <a:pt x="146" y="486"/>
                  </a:lnTo>
                  <a:lnTo>
                    <a:pt x="121" y="528"/>
                  </a:lnTo>
                  <a:lnTo>
                    <a:pt x="99" y="572"/>
                  </a:lnTo>
                  <a:lnTo>
                    <a:pt x="79" y="616"/>
                  </a:lnTo>
                  <a:lnTo>
                    <a:pt x="61" y="661"/>
                  </a:lnTo>
                  <a:lnTo>
                    <a:pt x="45" y="709"/>
                  </a:lnTo>
                  <a:lnTo>
                    <a:pt x="32" y="756"/>
                  </a:lnTo>
                  <a:lnTo>
                    <a:pt x="21" y="805"/>
                  </a:lnTo>
                  <a:lnTo>
                    <a:pt x="12" y="855"/>
                  </a:lnTo>
                  <a:lnTo>
                    <a:pt x="5" y="905"/>
                  </a:lnTo>
                  <a:lnTo>
                    <a:pt x="2" y="957"/>
                  </a:lnTo>
                  <a:lnTo>
                    <a:pt x="0" y="1008"/>
                  </a:lnTo>
                  <a:close/>
                </a:path>
              </a:pathLst>
            </a:custGeom>
            <a:grpFill/>
            <a:ln>
              <a:noFill/>
            </a:ln>
          </p:spPr>
          <p:txBody>
            <a:bodyPr lIns="68580" tIns="34290" rIns="68580" bIns="34290"/>
            <a:lstStyle/>
            <a:p>
              <a:pPr>
                <a:defRPr/>
              </a:pPr>
              <a:endParaRPr lang="id-ID" sz="1350">
                <a:latin typeface="微软雅黑" panose="020B0503020204020204" pitchFamily="34" charset="-122"/>
                <a:ea typeface="微软雅黑" panose="020B0503020204020204" pitchFamily="34" charset="-122"/>
              </a:endParaRPr>
            </a:p>
          </p:txBody>
        </p:sp>
        <p:sp>
          <p:nvSpPr>
            <p:cNvPr id="79" name="Freeform 232"/>
            <p:cNvSpPr/>
            <p:nvPr/>
          </p:nvSpPr>
          <p:spPr bwMode="auto">
            <a:xfrm>
              <a:off x="7085013" y="4627563"/>
              <a:ext cx="42863" cy="42863"/>
            </a:xfrm>
            <a:custGeom>
              <a:avLst/>
              <a:gdLst>
                <a:gd name="T0" fmla="*/ 554 w 1006"/>
                <a:gd name="T1" fmla="*/ 1005 h 1008"/>
                <a:gd name="T2" fmla="*/ 628 w 1006"/>
                <a:gd name="T3" fmla="*/ 992 h 1008"/>
                <a:gd name="T4" fmla="*/ 699 w 1006"/>
                <a:gd name="T5" fmla="*/ 969 h 1008"/>
                <a:gd name="T6" fmla="*/ 763 w 1006"/>
                <a:gd name="T7" fmla="*/ 935 h 1008"/>
                <a:gd name="T8" fmla="*/ 822 w 1006"/>
                <a:gd name="T9" fmla="*/ 893 h 1008"/>
                <a:gd name="T10" fmla="*/ 875 w 1006"/>
                <a:gd name="T11" fmla="*/ 843 h 1008"/>
                <a:gd name="T12" fmla="*/ 920 w 1006"/>
                <a:gd name="T13" fmla="*/ 786 h 1008"/>
                <a:gd name="T14" fmla="*/ 956 w 1006"/>
                <a:gd name="T15" fmla="*/ 723 h 1008"/>
                <a:gd name="T16" fmla="*/ 983 w 1006"/>
                <a:gd name="T17" fmla="*/ 654 h 1008"/>
                <a:gd name="T18" fmla="*/ 1000 w 1006"/>
                <a:gd name="T19" fmla="*/ 581 h 1008"/>
                <a:gd name="T20" fmla="*/ 1006 w 1006"/>
                <a:gd name="T21" fmla="*/ 504 h 1008"/>
                <a:gd name="T22" fmla="*/ 1000 w 1006"/>
                <a:gd name="T23" fmla="*/ 427 h 1008"/>
                <a:gd name="T24" fmla="*/ 983 w 1006"/>
                <a:gd name="T25" fmla="*/ 354 h 1008"/>
                <a:gd name="T26" fmla="*/ 956 w 1006"/>
                <a:gd name="T27" fmla="*/ 285 h 1008"/>
                <a:gd name="T28" fmla="*/ 920 w 1006"/>
                <a:gd name="T29" fmla="*/ 222 h 1008"/>
                <a:gd name="T30" fmla="*/ 875 w 1006"/>
                <a:gd name="T31" fmla="*/ 165 h 1008"/>
                <a:gd name="T32" fmla="*/ 822 w 1006"/>
                <a:gd name="T33" fmla="*/ 115 h 1008"/>
                <a:gd name="T34" fmla="*/ 763 w 1006"/>
                <a:gd name="T35" fmla="*/ 72 h 1008"/>
                <a:gd name="T36" fmla="*/ 699 w 1006"/>
                <a:gd name="T37" fmla="*/ 39 h 1008"/>
                <a:gd name="T38" fmla="*/ 628 w 1006"/>
                <a:gd name="T39" fmla="*/ 16 h 1008"/>
                <a:gd name="T40" fmla="*/ 554 w 1006"/>
                <a:gd name="T41" fmla="*/ 3 h 1008"/>
                <a:gd name="T42" fmla="*/ 476 w 1006"/>
                <a:gd name="T43" fmla="*/ 1 h 1008"/>
                <a:gd name="T44" fmla="*/ 401 w 1006"/>
                <a:gd name="T45" fmla="*/ 10 h 1008"/>
                <a:gd name="T46" fmla="*/ 330 w 1006"/>
                <a:gd name="T47" fmla="*/ 30 h 1008"/>
                <a:gd name="T48" fmla="*/ 263 w 1006"/>
                <a:gd name="T49" fmla="*/ 60 h 1008"/>
                <a:gd name="T50" fmla="*/ 202 w 1006"/>
                <a:gd name="T51" fmla="*/ 100 h 1008"/>
                <a:gd name="T52" fmla="*/ 147 w 1006"/>
                <a:gd name="T53" fmla="*/ 147 h 1008"/>
                <a:gd name="T54" fmla="*/ 99 w 1006"/>
                <a:gd name="T55" fmla="*/ 202 h 1008"/>
                <a:gd name="T56" fmla="*/ 61 w 1006"/>
                <a:gd name="T57" fmla="*/ 264 h 1008"/>
                <a:gd name="T58" fmla="*/ 30 w 1006"/>
                <a:gd name="T59" fmla="*/ 330 h 1008"/>
                <a:gd name="T60" fmla="*/ 10 w 1006"/>
                <a:gd name="T61" fmla="*/ 402 h 1008"/>
                <a:gd name="T62" fmla="*/ 1 w 1006"/>
                <a:gd name="T63" fmla="*/ 478 h 1008"/>
                <a:gd name="T64" fmla="*/ 3 w 1006"/>
                <a:gd name="T65" fmla="*/ 555 h 1008"/>
                <a:gd name="T66" fmla="*/ 16 w 1006"/>
                <a:gd name="T67" fmla="*/ 630 h 1008"/>
                <a:gd name="T68" fmla="*/ 39 w 1006"/>
                <a:gd name="T69" fmla="*/ 700 h 1008"/>
                <a:gd name="T70" fmla="*/ 73 w 1006"/>
                <a:gd name="T71" fmla="*/ 765 h 1008"/>
                <a:gd name="T72" fmla="*/ 114 w 1006"/>
                <a:gd name="T73" fmla="*/ 824 h 1008"/>
                <a:gd name="T74" fmla="*/ 165 w 1006"/>
                <a:gd name="T75" fmla="*/ 877 h 1008"/>
                <a:gd name="T76" fmla="*/ 222 w 1006"/>
                <a:gd name="T77" fmla="*/ 922 h 1008"/>
                <a:gd name="T78" fmla="*/ 284 w 1006"/>
                <a:gd name="T79" fmla="*/ 959 h 1008"/>
                <a:gd name="T80" fmla="*/ 353 w 1006"/>
                <a:gd name="T81" fmla="*/ 985 h 1008"/>
                <a:gd name="T82" fmla="*/ 426 w 1006"/>
                <a:gd name="T83" fmla="*/ 1002 h 1008"/>
                <a:gd name="T84" fmla="*/ 503 w 1006"/>
                <a:gd name="T85" fmla="*/ 1008 h 10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005" h="1007">
                  <a:moveTo>
                    <a:pt x="503" y="1008"/>
                  </a:moveTo>
                  <a:lnTo>
                    <a:pt x="529" y="1007"/>
                  </a:lnTo>
                  <a:lnTo>
                    <a:pt x="554" y="1005"/>
                  </a:lnTo>
                  <a:lnTo>
                    <a:pt x="579" y="1002"/>
                  </a:lnTo>
                  <a:lnTo>
                    <a:pt x="604" y="998"/>
                  </a:lnTo>
                  <a:lnTo>
                    <a:pt x="628" y="992"/>
                  </a:lnTo>
                  <a:lnTo>
                    <a:pt x="652" y="985"/>
                  </a:lnTo>
                  <a:lnTo>
                    <a:pt x="676" y="978"/>
                  </a:lnTo>
                  <a:lnTo>
                    <a:pt x="699" y="969"/>
                  </a:lnTo>
                  <a:lnTo>
                    <a:pt x="721" y="959"/>
                  </a:lnTo>
                  <a:lnTo>
                    <a:pt x="742" y="948"/>
                  </a:lnTo>
                  <a:lnTo>
                    <a:pt x="763" y="935"/>
                  </a:lnTo>
                  <a:lnTo>
                    <a:pt x="784" y="922"/>
                  </a:lnTo>
                  <a:lnTo>
                    <a:pt x="803" y="908"/>
                  </a:lnTo>
                  <a:lnTo>
                    <a:pt x="822" y="893"/>
                  </a:lnTo>
                  <a:lnTo>
                    <a:pt x="841" y="877"/>
                  </a:lnTo>
                  <a:lnTo>
                    <a:pt x="859" y="861"/>
                  </a:lnTo>
                  <a:lnTo>
                    <a:pt x="875" y="843"/>
                  </a:lnTo>
                  <a:lnTo>
                    <a:pt x="891" y="824"/>
                  </a:lnTo>
                  <a:lnTo>
                    <a:pt x="906" y="805"/>
                  </a:lnTo>
                  <a:lnTo>
                    <a:pt x="920" y="786"/>
                  </a:lnTo>
                  <a:lnTo>
                    <a:pt x="933" y="765"/>
                  </a:lnTo>
                  <a:lnTo>
                    <a:pt x="945" y="744"/>
                  </a:lnTo>
                  <a:lnTo>
                    <a:pt x="956" y="723"/>
                  </a:lnTo>
                  <a:lnTo>
                    <a:pt x="966" y="700"/>
                  </a:lnTo>
                  <a:lnTo>
                    <a:pt x="975" y="677"/>
                  </a:lnTo>
                  <a:lnTo>
                    <a:pt x="983" y="654"/>
                  </a:lnTo>
                  <a:lnTo>
                    <a:pt x="989" y="630"/>
                  </a:lnTo>
                  <a:lnTo>
                    <a:pt x="996" y="606"/>
                  </a:lnTo>
                  <a:lnTo>
                    <a:pt x="1000" y="581"/>
                  </a:lnTo>
                  <a:lnTo>
                    <a:pt x="1004" y="555"/>
                  </a:lnTo>
                  <a:lnTo>
                    <a:pt x="1006" y="530"/>
                  </a:lnTo>
                  <a:lnTo>
                    <a:pt x="1006" y="504"/>
                  </a:lnTo>
                  <a:lnTo>
                    <a:pt x="1006" y="478"/>
                  </a:lnTo>
                  <a:lnTo>
                    <a:pt x="1004" y="452"/>
                  </a:lnTo>
                  <a:lnTo>
                    <a:pt x="1000" y="427"/>
                  </a:lnTo>
                  <a:lnTo>
                    <a:pt x="996" y="402"/>
                  </a:lnTo>
                  <a:lnTo>
                    <a:pt x="989" y="378"/>
                  </a:lnTo>
                  <a:lnTo>
                    <a:pt x="983" y="354"/>
                  </a:lnTo>
                  <a:lnTo>
                    <a:pt x="975" y="330"/>
                  </a:lnTo>
                  <a:lnTo>
                    <a:pt x="966" y="307"/>
                  </a:lnTo>
                  <a:lnTo>
                    <a:pt x="956" y="285"/>
                  </a:lnTo>
                  <a:lnTo>
                    <a:pt x="945" y="264"/>
                  </a:lnTo>
                  <a:lnTo>
                    <a:pt x="933" y="243"/>
                  </a:lnTo>
                  <a:lnTo>
                    <a:pt x="920" y="222"/>
                  </a:lnTo>
                  <a:lnTo>
                    <a:pt x="906" y="202"/>
                  </a:lnTo>
                  <a:lnTo>
                    <a:pt x="891" y="183"/>
                  </a:lnTo>
                  <a:lnTo>
                    <a:pt x="875" y="165"/>
                  </a:lnTo>
                  <a:lnTo>
                    <a:pt x="859" y="147"/>
                  </a:lnTo>
                  <a:lnTo>
                    <a:pt x="841" y="131"/>
                  </a:lnTo>
                  <a:lnTo>
                    <a:pt x="822" y="115"/>
                  </a:lnTo>
                  <a:lnTo>
                    <a:pt x="803" y="100"/>
                  </a:lnTo>
                  <a:lnTo>
                    <a:pt x="784" y="85"/>
                  </a:lnTo>
                  <a:lnTo>
                    <a:pt x="763" y="72"/>
                  </a:lnTo>
                  <a:lnTo>
                    <a:pt x="742" y="60"/>
                  </a:lnTo>
                  <a:lnTo>
                    <a:pt x="721" y="49"/>
                  </a:lnTo>
                  <a:lnTo>
                    <a:pt x="699" y="39"/>
                  </a:lnTo>
                  <a:lnTo>
                    <a:pt x="676" y="30"/>
                  </a:lnTo>
                  <a:lnTo>
                    <a:pt x="652" y="22"/>
                  </a:lnTo>
                  <a:lnTo>
                    <a:pt x="628" y="16"/>
                  </a:lnTo>
                  <a:lnTo>
                    <a:pt x="604" y="10"/>
                  </a:lnTo>
                  <a:lnTo>
                    <a:pt x="579" y="6"/>
                  </a:lnTo>
                  <a:lnTo>
                    <a:pt x="554" y="3"/>
                  </a:lnTo>
                  <a:lnTo>
                    <a:pt x="529" y="1"/>
                  </a:lnTo>
                  <a:lnTo>
                    <a:pt x="503" y="0"/>
                  </a:lnTo>
                  <a:lnTo>
                    <a:pt x="476" y="1"/>
                  </a:lnTo>
                  <a:lnTo>
                    <a:pt x="451" y="3"/>
                  </a:lnTo>
                  <a:lnTo>
                    <a:pt x="426" y="6"/>
                  </a:lnTo>
                  <a:lnTo>
                    <a:pt x="401" y="10"/>
                  </a:lnTo>
                  <a:lnTo>
                    <a:pt x="377" y="16"/>
                  </a:lnTo>
                  <a:lnTo>
                    <a:pt x="353" y="22"/>
                  </a:lnTo>
                  <a:lnTo>
                    <a:pt x="330" y="30"/>
                  </a:lnTo>
                  <a:lnTo>
                    <a:pt x="307" y="39"/>
                  </a:lnTo>
                  <a:lnTo>
                    <a:pt x="284" y="49"/>
                  </a:lnTo>
                  <a:lnTo>
                    <a:pt x="263" y="60"/>
                  </a:lnTo>
                  <a:lnTo>
                    <a:pt x="242" y="72"/>
                  </a:lnTo>
                  <a:lnTo>
                    <a:pt x="222" y="85"/>
                  </a:lnTo>
                  <a:lnTo>
                    <a:pt x="202" y="100"/>
                  </a:lnTo>
                  <a:lnTo>
                    <a:pt x="183" y="115"/>
                  </a:lnTo>
                  <a:lnTo>
                    <a:pt x="165" y="131"/>
                  </a:lnTo>
                  <a:lnTo>
                    <a:pt x="147" y="147"/>
                  </a:lnTo>
                  <a:lnTo>
                    <a:pt x="130" y="165"/>
                  </a:lnTo>
                  <a:lnTo>
                    <a:pt x="114" y="183"/>
                  </a:lnTo>
                  <a:lnTo>
                    <a:pt x="99" y="202"/>
                  </a:lnTo>
                  <a:lnTo>
                    <a:pt x="86" y="222"/>
                  </a:lnTo>
                  <a:lnTo>
                    <a:pt x="73" y="243"/>
                  </a:lnTo>
                  <a:lnTo>
                    <a:pt x="61" y="264"/>
                  </a:lnTo>
                  <a:lnTo>
                    <a:pt x="49" y="285"/>
                  </a:lnTo>
                  <a:lnTo>
                    <a:pt x="39" y="307"/>
                  </a:lnTo>
                  <a:lnTo>
                    <a:pt x="30" y="330"/>
                  </a:lnTo>
                  <a:lnTo>
                    <a:pt x="23" y="354"/>
                  </a:lnTo>
                  <a:lnTo>
                    <a:pt x="16" y="378"/>
                  </a:lnTo>
                  <a:lnTo>
                    <a:pt x="10" y="402"/>
                  </a:lnTo>
                  <a:lnTo>
                    <a:pt x="6" y="427"/>
                  </a:lnTo>
                  <a:lnTo>
                    <a:pt x="3" y="452"/>
                  </a:lnTo>
                  <a:lnTo>
                    <a:pt x="1" y="478"/>
                  </a:lnTo>
                  <a:lnTo>
                    <a:pt x="0" y="504"/>
                  </a:lnTo>
                  <a:lnTo>
                    <a:pt x="1" y="530"/>
                  </a:lnTo>
                  <a:lnTo>
                    <a:pt x="3" y="555"/>
                  </a:lnTo>
                  <a:lnTo>
                    <a:pt x="6" y="581"/>
                  </a:lnTo>
                  <a:lnTo>
                    <a:pt x="10" y="606"/>
                  </a:lnTo>
                  <a:lnTo>
                    <a:pt x="16" y="630"/>
                  </a:lnTo>
                  <a:lnTo>
                    <a:pt x="23" y="654"/>
                  </a:lnTo>
                  <a:lnTo>
                    <a:pt x="30" y="677"/>
                  </a:lnTo>
                  <a:lnTo>
                    <a:pt x="39" y="700"/>
                  </a:lnTo>
                  <a:lnTo>
                    <a:pt x="49" y="723"/>
                  </a:lnTo>
                  <a:lnTo>
                    <a:pt x="61" y="744"/>
                  </a:lnTo>
                  <a:lnTo>
                    <a:pt x="73" y="765"/>
                  </a:lnTo>
                  <a:lnTo>
                    <a:pt x="86" y="786"/>
                  </a:lnTo>
                  <a:lnTo>
                    <a:pt x="99" y="805"/>
                  </a:lnTo>
                  <a:lnTo>
                    <a:pt x="114" y="824"/>
                  </a:lnTo>
                  <a:lnTo>
                    <a:pt x="130" y="843"/>
                  </a:lnTo>
                  <a:lnTo>
                    <a:pt x="147" y="861"/>
                  </a:lnTo>
                  <a:lnTo>
                    <a:pt x="165" y="877"/>
                  </a:lnTo>
                  <a:lnTo>
                    <a:pt x="183" y="893"/>
                  </a:lnTo>
                  <a:lnTo>
                    <a:pt x="202" y="908"/>
                  </a:lnTo>
                  <a:lnTo>
                    <a:pt x="222" y="922"/>
                  </a:lnTo>
                  <a:lnTo>
                    <a:pt x="242" y="935"/>
                  </a:lnTo>
                  <a:lnTo>
                    <a:pt x="263" y="948"/>
                  </a:lnTo>
                  <a:lnTo>
                    <a:pt x="284" y="959"/>
                  </a:lnTo>
                  <a:lnTo>
                    <a:pt x="307" y="969"/>
                  </a:lnTo>
                  <a:lnTo>
                    <a:pt x="330" y="978"/>
                  </a:lnTo>
                  <a:lnTo>
                    <a:pt x="353" y="985"/>
                  </a:lnTo>
                  <a:lnTo>
                    <a:pt x="377" y="992"/>
                  </a:lnTo>
                  <a:lnTo>
                    <a:pt x="401" y="998"/>
                  </a:lnTo>
                  <a:lnTo>
                    <a:pt x="426" y="1002"/>
                  </a:lnTo>
                  <a:lnTo>
                    <a:pt x="451" y="1005"/>
                  </a:lnTo>
                  <a:lnTo>
                    <a:pt x="476" y="1007"/>
                  </a:lnTo>
                  <a:lnTo>
                    <a:pt x="503" y="1008"/>
                  </a:lnTo>
                  <a:close/>
                </a:path>
              </a:pathLst>
            </a:custGeom>
            <a:grpFill/>
            <a:ln>
              <a:noFill/>
            </a:ln>
          </p:spPr>
          <p:txBody>
            <a:bodyPr lIns="68580" tIns="34290" rIns="68580" bIns="34290"/>
            <a:lstStyle/>
            <a:p>
              <a:pPr>
                <a:defRPr/>
              </a:pPr>
              <a:endParaRPr lang="id-ID" sz="1350">
                <a:latin typeface="微软雅黑" panose="020B0503020204020204" pitchFamily="34" charset="-122"/>
                <a:ea typeface="微软雅黑" panose="020B0503020204020204" pitchFamily="34" charset="-122"/>
              </a:endParaRPr>
            </a:p>
          </p:txBody>
        </p:sp>
        <p:sp>
          <p:nvSpPr>
            <p:cNvPr id="80" name="Freeform 233"/>
            <p:cNvSpPr/>
            <p:nvPr/>
          </p:nvSpPr>
          <p:spPr bwMode="auto">
            <a:xfrm>
              <a:off x="7431088" y="4302126"/>
              <a:ext cx="42863" cy="44450"/>
            </a:xfrm>
            <a:custGeom>
              <a:avLst/>
              <a:gdLst>
                <a:gd name="T0" fmla="*/ 452 w 1006"/>
                <a:gd name="T1" fmla="*/ 3 h 1008"/>
                <a:gd name="T2" fmla="*/ 377 w 1006"/>
                <a:gd name="T3" fmla="*/ 16 h 1008"/>
                <a:gd name="T4" fmla="*/ 307 w 1006"/>
                <a:gd name="T5" fmla="*/ 39 h 1008"/>
                <a:gd name="T6" fmla="*/ 243 w 1006"/>
                <a:gd name="T7" fmla="*/ 72 h 1008"/>
                <a:gd name="T8" fmla="*/ 183 w 1006"/>
                <a:gd name="T9" fmla="*/ 115 h 1008"/>
                <a:gd name="T10" fmla="*/ 131 w 1006"/>
                <a:gd name="T11" fmla="*/ 165 h 1008"/>
                <a:gd name="T12" fmla="*/ 86 w 1006"/>
                <a:gd name="T13" fmla="*/ 222 h 1008"/>
                <a:gd name="T14" fmla="*/ 49 w 1006"/>
                <a:gd name="T15" fmla="*/ 285 h 1008"/>
                <a:gd name="T16" fmla="*/ 22 w 1006"/>
                <a:gd name="T17" fmla="*/ 354 h 1008"/>
                <a:gd name="T18" fmla="*/ 6 w 1006"/>
                <a:gd name="T19" fmla="*/ 427 h 1008"/>
                <a:gd name="T20" fmla="*/ 0 w 1006"/>
                <a:gd name="T21" fmla="*/ 504 h 1008"/>
                <a:gd name="T22" fmla="*/ 6 w 1006"/>
                <a:gd name="T23" fmla="*/ 581 h 1008"/>
                <a:gd name="T24" fmla="*/ 22 w 1006"/>
                <a:gd name="T25" fmla="*/ 654 h 1008"/>
                <a:gd name="T26" fmla="*/ 49 w 1006"/>
                <a:gd name="T27" fmla="*/ 723 h 1008"/>
                <a:gd name="T28" fmla="*/ 86 w 1006"/>
                <a:gd name="T29" fmla="*/ 786 h 1008"/>
                <a:gd name="T30" fmla="*/ 131 w 1006"/>
                <a:gd name="T31" fmla="*/ 843 h 1008"/>
                <a:gd name="T32" fmla="*/ 183 w 1006"/>
                <a:gd name="T33" fmla="*/ 893 h 1008"/>
                <a:gd name="T34" fmla="*/ 243 w 1006"/>
                <a:gd name="T35" fmla="*/ 936 h 1008"/>
                <a:gd name="T36" fmla="*/ 307 w 1006"/>
                <a:gd name="T37" fmla="*/ 969 h 1008"/>
                <a:gd name="T38" fmla="*/ 377 w 1006"/>
                <a:gd name="T39" fmla="*/ 992 h 1008"/>
                <a:gd name="T40" fmla="*/ 452 w 1006"/>
                <a:gd name="T41" fmla="*/ 1005 h 1008"/>
                <a:gd name="T42" fmla="*/ 529 w 1006"/>
                <a:gd name="T43" fmla="*/ 1007 h 1008"/>
                <a:gd name="T44" fmla="*/ 605 w 1006"/>
                <a:gd name="T45" fmla="*/ 998 h 1008"/>
                <a:gd name="T46" fmla="*/ 676 w 1006"/>
                <a:gd name="T47" fmla="*/ 978 h 1008"/>
                <a:gd name="T48" fmla="*/ 743 w 1006"/>
                <a:gd name="T49" fmla="*/ 948 h 1008"/>
                <a:gd name="T50" fmla="*/ 804 w 1006"/>
                <a:gd name="T51" fmla="*/ 908 h 1008"/>
                <a:gd name="T52" fmla="*/ 858 w 1006"/>
                <a:gd name="T53" fmla="*/ 861 h 1008"/>
                <a:gd name="T54" fmla="*/ 906 w 1006"/>
                <a:gd name="T55" fmla="*/ 805 h 1008"/>
                <a:gd name="T56" fmla="*/ 946 w 1006"/>
                <a:gd name="T57" fmla="*/ 744 h 1008"/>
                <a:gd name="T58" fmla="*/ 976 w 1006"/>
                <a:gd name="T59" fmla="*/ 677 h 1008"/>
                <a:gd name="T60" fmla="*/ 996 w 1006"/>
                <a:gd name="T61" fmla="*/ 606 h 1008"/>
                <a:gd name="T62" fmla="*/ 1005 w 1006"/>
                <a:gd name="T63" fmla="*/ 530 h 1008"/>
                <a:gd name="T64" fmla="*/ 1003 w 1006"/>
                <a:gd name="T65" fmla="*/ 453 h 1008"/>
                <a:gd name="T66" fmla="*/ 990 w 1006"/>
                <a:gd name="T67" fmla="*/ 378 h 1008"/>
                <a:gd name="T68" fmla="*/ 967 w 1006"/>
                <a:gd name="T69" fmla="*/ 307 h 1008"/>
                <a:gd name="T70" fmla="*/ 934 w 1006"/>
                <a:gd name="T71" fmla="*/ 243 h 1008"/>
                <a:gd name="T72" fmla="*/ 891 w 1006"/>
                <a:gd name="T73" fmla="*/ 183 h 1008"/>
                <a:gd name="T74" fmla="*/ 841 w 1006"/>
                <a:gd name="T75" fmla="*/ 131 h 1008"/>
                <a:gd name="T76" fmla="*/ 784 w 1006"/>
                <a:gd name="T77" fmla="*/ 86 h 1008"/>
                <a:gd name="T78" fmla="*/ 721 w 1006"/>
                <a:gd name="T79" fmla="*/ 49 h 1008"/>
                <a:gd name="T80" fmla="*/ 653 w 1006"/>
                <a:gd name="T81" fmla="*/ 22 h 1008"/>
                <a:gd name="T82" fmla="*/ 580 w 1006"/>
                <a:gd name="T83" fmla="*/ 6 h 1008"/>
                <a:gd name="T84" fmla="*/ 503 w 1006"/>
                <a:gd name="T85" fmla="*/ 0 h 10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005" h="1007">
                  <a:moveTo>
                    <a:pt x="503" y="0"/>
                  </a:moveTo>
                  <a:lnTo>
                    <a:pt x="477" y="1"/>
                  </a:lnTo>
                  <a:lnTo>
                    <a:pt x="452" y="3"/>
                  </a:lnTo>
                  <a:lnTo>
                    <a:pt x="427" y="6"/>
                  </a:lnTo>
                  <a:lnTo>
                    <a:pt x="401" y="10"/>
                  </a:lnTo>
                  <a:lnTo>
                    <a:pt x="377" y="16"/>
                  </a:lnTo>
                  <a:lnTo>
                    <a:pt x="353" y="22"/>
                  </a:lnTo>
                  <a:lnTo>
                    <a:pt x="330" y="30"/>
                  </a:lnTo>
                  <a:lnTo>
                    <a:pt x="307" y="39"/>
                  </a:lnTo>
                  <a:lnTo>
                    <a:pt x="285" y="49"/>
                  </a:lnTo>
                  <a:lnTo>
                    <a:pt x="264" y="60"/>
                  </a:lnTo>
                  <a:lnTo>
                    <a:pt x="243" y="72"/>
                  </a:lnTo>
                  <a:lnTo>
                    <a:pt x="221" y="86"/>
                  </a:lnTo>
                  <a:lnTo>
                    <a:pt x="202" y="100"/>
                  </a:lnTo>
                  <a:lnTo>
                    <a:pt x="183" y="115"/>
                  </a:lnTo>
                  <a:lnTo>
                    <a:pt x="165" y="131"/>
                  </a:lnTo>
                  <a:lnTo>
                    <a:pt x="147" y="147"/>
                  </a:lnTo>
                  <a:lnTo>
                    <a:pt x="131" y="165"/>
                  </a:lnTo>
                  <a:lnTo>
                    <a:pt x="115" y="183"/>
                  </a:lnTo>
                  <a:lnTo>
                    <a:pt x="100" y="203"/>
                  </a:lnTo>
                  <a:lnTo>
                    <a:pt x="86" y="222"/>
                  </a:lnTo>
                  <a:lnTo>
                    <a:pt x="73" y="243"/>
                  </a:lnTo>
                  <a:lnTo>
                    <a:pt x="60" y="263"/>
                  </a:lnTo>
                  <a:lnTo>
                    <a:pt x="49" y="285"/>
                  </a:lnTo>
                  <a:lnTo>
                    <a:pt x="39" y="307"/>
                  </a:lnTo>
                  <a:lnTo>
                    <a:pt x="30" y="331"/>
                  </a:lnTo>
                  <a:lnTo>
                    <a:pt x="22" y="354"/>
                  </a:lnTo>
                  <a:lnTo>
                    <a:pt x="16" y="378"/>
                  </a:lnTo>
                  <a:lnTo>
                    <a:pt x="10" y="402"/>
                  </a:lnTo>
                  <a:lnTo>
                    <a:pt x="6" y="427"/>
                  </a:lnTo>
                  <a:lnTo>
                    <a:pt x="3" y="453"/>
                  </a:lnTo>
                  <a:lnTo>
                    <a:pt x="1" y="478"/>
                  </a:lnTo>
                  <a:lnTo>
                    <a:pt x="0" y="504"/>
                  </a:lnTo>
                  <a:lnTo>
                    <a:pt x="1" y="530"/>
                  </a:lnTo>
                  <a:lnTo>
                    <a:pt x="3" y="555"/>
                  </a:lnTo>
                  <a:lnTo>
                    <a:pt x="6" y="581"/>
                  </a:lnTo>
                  <a:lnTo>
                    <a:pt x="10" y="606"/>
                  </a:lnTo>
                  <a:lnTo>
                    <a:pt x="16" y="630"/>
                  </a:lnTo>
                  <a:lnTo>
                    <a:pt x="22" y="654"/>
                  </a:lnTo>
                  <a:lnTo>
                    <a:pt x="30" y="677"/>
                  </a:lnTo>
                  <a:lnTo>
                    <a:pt x="39" y="701"/>
                  </a:lnTo>
                  <a:lnTo>
                    <a:pt x="49" y="723"/>
                  </a:lnTo>
                  <a:lnTo>
                    <a:pt x="60" y="744"/>
                  </a:lnTo>
                  <a:lnTo>
                    <a:pt x="73" y="765"/>
                  </a:lnTo>
                  <a:lnTo>
                    <a:pt x="86" y="786"/>
                  </a:lnTo>
                  <a:lnTo>
                    <a:pt x="100" y="805"/>
                  </a:lnTo>
                  <a:lnTo>
                    <a:pt x="115" y="825"/>
                  </a:lnTo>
                  <a:lnTo>
                    <a:pt x="131" y="843"/>
                  </a:lnTo>
                  <a:lnTo>
                    <a:pt x="147" y="861"/>
                  </a:lnTo>
                  <a:lnTo>
                    <a:pt x="165" y="877"/>
                  </a:lnTo>
                  <a:lnTo>
                    <a:pt x="183" y="893"/>
                  </a:lnTo>
                  <a:lnTo>
                    <a:pt x="202" y="908"/>
                  </a:lnTo>
                  <a:lnTo>
                    <a:pt x="221" y="922"/>
                  </a:lnTo>
                  <a:lnTo>
                    <a:pt x="243" y="936"/>
                  </a:lnTo>
                  <a:lnTo>
                    <a:pt x="264" y="948"/>
                  </a:lnTo>
                  <a:lnTo>
                    <a:pt x="285" y="959"/>
                  </a:lnTo>
                  <a:lnTo>
                    <a:pt x="307" y="969"/>
                  </a:lnTo>
                  <a:lnTo>
                    <a:pt x="330" y="978"/>
                  </a:lnTo>
                  <a:lnTo>
                    <a:pt x="353" y="986"/>
                  </a:lnTo>
                  <a:lnTo>
                    <a:pt x="377" y="992"/>
                  </a:lnTo>
                  <a:lnTo>
                    <a:pt x="401" y="998"/>
                  </a:lnTo>
                  <a:lnTo>
                    <a:pt x="427" y="1002"/>
                  </a:lnTo>
                  <a:lnTo>
                    <a:pt x="452" y="1005"/>
                  </a:lnTo>
                  <a:lnTo>
                    <a:pt x="477" y="1007"/>
                  </a:lnTo>
                  <a:lnTo>
                    <a:pt x="503" y="1008"/>
                  </a:lnTo>
                  <a:lnTo>
                    <a:pt x="529" y="1007"/>
                  </a:lnTo>
                  <a:lnTo>
                    <a:pt x="554" y="1005"/>
                  </a:lnTo>
                  <a:lnTo>
                    <a:pt x="580" y="1002"/>
                  </a:lnTo>
                  <a:lnTo>
                    <a:pt x="605" y="998"/>
                  </a:lnTo>
                  <a:lnTo>
                    <a:pt x="629" y="992"/>
                  </a:lnTo>
                  <a:lnTo>
                    <a:pt x="653" y="986"/>
                  </a:lnTo>
                  <a:lnTo>
                    <a:pt x="676" y="978"/>
                  </a:lnTo>
                  <a:lnTo>
                    <a:pt x="699" y="969"/>
                  </a:lnTo>
                  <a:lnTo>
                    <a:pt x="721" y="959"/>
                  </a:lnTo>
                  <a:lnTo>
                    <a:pt x="743" y="948"/>
                  </a:lnTo>
                  <a:lnTo>
                    <a:pt x="764" y="936"/>
                  </a:lnTo>
                  <a:lnTo>
                    <a:pt x="784" y="922"/>
                  </a:lnTo>
                  <a:lnTo>
                    <a:pt x="804" y="908"/>
                  </a:lnTo>
                  <a:lnTo>
                    <a:pt x="823" y="893"/>
                  </a:lnTo>
                  <a:lnTo>
                    <a:pt x="841" y="877"/>
                  </a:lnTo>
                  <a:lnTo>
                    <a:pt x="858" y="861"/>
                  </a:lnTo>
                  <a:lnTo>
                    <a:pt x="875" y="843"/>
                  </a:lnTo>
                  <a:lnTo>
                    <a:pt x="891" y="825"/>
                  </a:lnTo>
                  <a:lnTo>
                    <a:pt x="906" y="805"/>
                  </a:lnTo>
                  <a:lnTo>
                    <a:pt x="921" y="786"/>
                  </a:lnTo>
                  <a:lnTo>
                    <a:pt x="934" y="765"/>
                  </a:lnTo>
                  <a:lnTo>
                    <a:pt x="946" y="744"/>
                  </a:lnTo>
                  <a:lnTo>
                    <a:pt x="957" y="723"/>
                  </a:lnTo>
                  <a:lnTo>
                    <a:pt x="967" y="701"/>
                  </a:lnTo>
                  <a:lnTo>
                    <a:pt x="976" y="677"/>
                  </a:lnTo>
                  <a:lnTo>
                    <a:pt x="983" y="654"/>
                  </a:lnTo>
                  <a:lnTo>
                    <a:pt x="990" y="630"/>
                  </a:lnTo>
                  <a:lnTo>
                    <a:pt x="996" y="606"/>
                  </a:lnTo>
                  <a:lnTo>
                    <a:pt x="1000" y="581"/>
                  </a:lnTo>
                  <a:lnTo>
                    <a:pt x="1003" y="555"/>
                  </a:lnTo>
                  <a:lnTo>
                    <a:pt x="1005" y="530"/>
                  </a:lnTo>
                  <a:lnTo>
                    <a:pt x="1006" y="504"/>
                  </a:lnTo>
                  <a:lnTo>
                    <a:pt x="1005" y="478"/>
                  </a:lnTo>
                  <a:lnTo>
                    <a:pt x="1003" y="453"/>
                  </a:lnTo>
                  <a:lnTo>
                    <a:pt x="1000" y="427"/>
                  </a:lnTo>
                  <a:lnTo>
                    <a:pt x="996" y="402"/>
                  </a:lnTo>
                  <a:lnTo>
                    <a:pt x="990" y="378"/>
                  </a:lnTo>
                  <a:lnTo>
                    <a:pt x="983" y="354"/>
                  </a:lnTo>
                  <a:lnTo>
                    <a:pt x="976" y="331"/>
                  </a:lnTo>
                  <a:lnTo>
                    <a:pt x="967" y="307"/>
                  </a:lnTo>
                  <a:lnTo>
                    <a:pt x="957" y="285"/>
                  </a:lnTo>
                  <a:lnTo>
                    <a:pt x="946" y="263"/>
                  </a:lnTo>
                  <a:lnTo>
                    <a:pt x="934" y="243"/>
                  </a:lnTo>
                  <a:lnTo>
                    <a:pt x="921" y="222"/>
                  </a:lnTo>
                  <a:lnTo>
                    <a:pt x="906" y="203"/>
                  </a:lnTo>
                  <a:lnTo>
                    <a:pt x="891" y="183"/>
                  </a:lnTo>
                  <a:lnTo>
                    <a:pt x="875" y="165"/>
                  </a:lnTo>
                  <a:lnTo>
                    <a:pt x="858" y="147"/>
                  </a:lnTo>
                  <a:lnTo>
                    <a:pt x="841" y="131"/>
                  </a:lnTo>
                  <a:lnTo>
                    <a:pt x="823" y="115"/>
                  </a:lnTo>
                  <a:lnTo>
                    <a:pt x="804" y="100"/>
                  </a:lnTo>
                  <a:lnTo>
                    <a:pt x="784" y="86"/>
                  </a:lnTo>
                  <a:lnTo>
                    <a:pt x="764" y="72"/>
                  </a:lnTo>
                  <a:lnTo>
                    <a:pt x="743" y="60"/>
                  </a:lnTo>
                  <a:lnTo>
                    <a:pt x="721" y="49"/>
                  </a:lnTo>
                  <a:lnTo>
                    <a:pt x="699" y="39"/>
                  </a:lnTo>
                  <a:lnTo>
                    <a:pt x="676" y="30"/>
                  </a:lnTo>
                  <a:lnTo>
                    <a:pt x="653" y="22"/>
                  </a:lnTo>
                  <a:lnTo>
                    <a:pt x="629" y="16"/>
                  </a:lnTo>
                  <a:lnTo>
                    <a:pt x="605" y="10"/>
                  </a:lnTo>
                  <a:lnTo>
                    <a:pt x="580" y="6"/>
                  </a:lnTo>
                  <a:lnTo>
                    <a:pt x="554" y="3"/>
                  </a:lnTo>
                  <a:lnTo>
                    <a:pt x="529" y="1"/>
                  </a:lnTo>
                  <a:lnTo>
                    <a:pt x="503" y="0"/>
                  </a:lnTo>
                  <a:close/>
                </a:path>
              </a:pathLst>
            </a:custGeom>
            <a:grpFill/>
            <a:ln>
              <a:noFill/>
            </a:ln>
          </p:spPr>
          <p:txBody>
            <a:bodyPr lIns="68580" tIns="34290" rIns="68580" bIns="34290"/>
            <a:lstStyle/>
            <a:p>
              <a:pPr>
                <a:defRPr/>
              </a:pPr>
              <a:endParaRPr lang="id-ID" sz="1350">
                <a:latin typeface="微软雅黑" panose="020B0503020204020204" pitchFamily="34" charset="-122"/>
                <a:ea typeface="微软雅黑" panose="020B0503020204020204" pitchFamily="34" charset="-122"/>
              </a:endParaRPr>
            </a:p>
          </p:txBody>
        </p:sp>
      </p:grpSp>
      <p:sp>
        <p:nvSpPr>
          <p:cNvPr id="21" name="Текст 12"/>
          <p:cNvSpPr txBox="1">
            <a:spLocks noChangeArrowheads="1"/>
          </p:cNvSpPr>
          <p:nvPr>
            <p:custDataLst>
              <p:tags r:id="rId14"/>
            </p:custDataLst>
          </p:nvPr>
        </p:nvSpPr>
        <p:spPr bwMode="auto">
          <a:xfrm>
            <a:off x="8208169" y="3113088"/>
            <a:ext cx="1893888"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2438400" eaLnBrk="0" hangingPunct="0">
              <a:defRPr>
                <a:solidFill>
                  <a:schemeClr val="tx1"/>
                </a:solidFill>
                <a:latin typeface="Calibri" panose="020F0502020204030204" pitchFamily="34" charset="0"/>
                <a:ea typeface="宋体" panose="02010600030101010101" pitchFamily="2" charset="-122"/>
              </a:defRPr>
            </a:lvl1pPr>
            <a:lvl2pPr marL="742950" indent="-285750" defTabSz="2438400" eaLnBrk="0" hangingPunct="0">
              <a:defRPr>
                <a:solidFill>
                  <a:schemeClr val="tx1"/>
                </a:solidFill>
                <a:latin typeface="Calibri" panose="020F0502020204030204" pitchFamily="34" charset="0"/>
                <a:ea typeface="宋体" panose="02010600030101010101" pitchFamily="2" charset="-122"/>
              </a:defRPr>
            </a:lvl2pPr>
            <a:lvl3pPr marL="1143000" indent="-228600" defTabSz="2438400" eaLnBrk="0" hangingPunct="0">
              <a:defRPr>
                <a:solidFill>
                  <a:schemeClr val="tx1"/>
                </a:solidFill>
                <a:latin typeface="Calibri" panose="020F0502020204030204" pitchFamily="34" charset="0"/>
                <a:ea typeface="宋体" panose="02010600030101010101" pitchFamily="2" charset="-122"/>
              </a:defRPr>
            </a:lvl3pPr>
            <a:lvl4pPr marL="1600200" indent="-228600" defTabSz="2438400" eaLnBrk="0" hangingPunct="0">
              <a:defRPr>
                <a:solidFill>
                  <a:schemeClr val="tx1"/>
                </a:solidFill>
                <a:latin typeface="Calibri" panose="020F0502020204030204" pitchFamily="34" charset="0"/>
                <a:ea typeface="宋体" panose="02010600030101010101" pitchFamily="2" charset="-122"/>
              </a:defRPr>
            </a:lvl4pPr>
            <a:lvl5pPr marL="2057400" indent="-228600" defTabSz="2438400" eaLnBrk="0" hangingPunct="0">
              <a:defRPr>
                <a:solidFill>
                  <a:schemeClr val="tx1"/>
                </a:solidFill>
                <a:latin typeface="Calibri" panose="020F0502020204030204" pitchFamily="34" charset="0"/>
                <a:ea typeface="宋体" panose="02010600030101010101" pitchFamily="2" charset="-122"/>
              </a:defRPr>
            </a:lvl5pPr>
            <a:lvl6pPr marL="2514600" indent="-228600" defTabSz="24384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24384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24384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24384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lnSpc>
                <a:spcPct val="150000"/>
              </a:lnSpc>
              <a:spcBef>
                <a:spcPct val="20000"/>
              </a:spcBef>
              <a:buFont typeface="Arial" panose="020B0604020202020204" pitchFamily="34" charset="0"/>
              <a:buNone/>
            </a:pPr>
            <a:r>
              <a:rPr lang="zh-CN" altLang="en-US" sz="2800" b="1" dirty="0" smtClean="0">
                <a:solidFill>
                  <a:srgbClr val="FF0000"/>
                </a:solidFill>
                <a:latin typeface="微软雅黑" panose="020B0503020204020204" pitchFamily="34" charset="-122"/>
                <a:ea typeface="微软雅黑" panose="020B0503020204020204" pitchFamily="34" charset="-122"/>
                <a:cs typeface="Roboto Light"/>
              </a:rPr>
              <a:t>智慧</a:t>
            </a:r>
            <a:endParaRPr lang="zh-CN" altLang="en-US" sz="2800" b="1" dirty="0">
              <a:solidFill>
                <a:srgbClr val="FF0000"/>
              </a:solidFill>
              <a:latin typeface="微软雅黑" panose="020B0503020204020204" pitchFamily="34" charset="-122"/>
              <a:ea typeface="微软雅黑" panose="020B0503020204020204" pitchFamily="34" charset="-122"/>
              <a:cs typeface="Roboto Light"/>
            </a:endParaRPr>
          </a:p>
        </p:txBody>
      </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410" name="竹报平安"/>
          <p:cNvGrpSpPr/>
          <p:nvPr/>
        </p:nvGrpSpPr>
        <p:grpSpPr bwMode="auto">
          <a:xfrm>
            <a:off x="1203325" y="1595438"/>
            <a:ext cx="9964738" cy="3667125"/>
            <a:chOff x="3931" y="2512"/>
            <a:chExt cx="11339" cy="5776"/>
          </a:xfrm>
        </p:grpSpPr>
        <p:pic>
          <p:nvPicPr>
            <p:cNvPr id="17411" name="图片 4" descr="横着-6-中国风_复制_横-4"/>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3931" y="2512"/>
              <a:ext cx="11339" cy="5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2" name="文本框 2"/>
            <p:cNvSpPr txBox="1">
              <a:spLocks noChangeArrowheads="1"/>
            </p:cNvSpPr>
            <p:nvPr/>
          </p:nvSpPr>
          <p:spPr bwMode="auto">
            <a:xfrm>
              <a:off x="4445" y="4616"/>
              <a:ext cx="7518" cy="1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zh-CN" sz="3600" b="1">
                  <a:solidFill>
                    <a:srgbClr val="235796"/>
                  </a:solidFill>
                  <a:latin typeface="微软雅黑" panose="020B0503020204020204" pitchFamily="34" charset="-122"/>
                  <a:ea typeface="微软雅黑" panose="020B0503020204020204" pitchFamily="34" charset="-122"/>
                  <a:cs typeface="汉仪刚艺体-85W"/>
                </a:rPr>
                <a:t>处理数据，获取信息</a:t>
              </a:r>
              <a:endParaRPr lang="zh-CN" altLang="zh-CN" sz="3600" b="1">
                <a:solidFill>
                  <a:srgbClr val="235796"/>
                </a:solidFill>
                <a:latin typeface="微软雅黑" panose="020B0503020204020204" pitchFamily="34" charset="-122"/>
                <a:ea typeface="微软雅黑" panose="020B0503020204020204" pitchFamily="34" charset="-122"/>
                <a:cs typeface="汉仪刚艺体-85W"/>
              </a:endParaRPr>
            </a:p>
          </p:txBody>
        </p:sp>
      </p:gr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custDataLst>
              <p:tags r:id="rId1"/>
            </p:custDataLst>
          </p:nvPr>
        </p:nvSpPr>
        <p:spPr>
          <a:xfrm>
            <a:off x="3200400" y="1089025"/>
            <a:ext cx="7588250" cy="4781550"/>
          </a:xfrm>
          <a:prstGeom prst="rect">
            <a:avLst/>
          </a:prstGeom>
          <a:noFill/>
          <a:ln w="12700" cap="flat" cmpd="sng" algn="ctr">
            <a:solidFill>
              <a:schemeClr val="accent1">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30000"/>
              </a:lnSpc>
              <a:defRPr/>
            </a:pPr>
            <a:endParaRPr dirty="0">
              <a:latin typeface="微软雅黑" panose="020B0503020204020204" pitchFamily="34" charset="-122"/>
              <a:ea typeface="微软雅黑" panose="020B0503020204020204" pitchFamily="34" charset="-122"/>
            </a:endParaRPr>
          </a:p>
        </p:txBody>
      </p:sp>
      <p:sp>
        <p:nvSpPr>
          <p:cNvPr id="9" name="矩形 8"/>
          <p:cNvSpPr/>
          <p:nvPr>
            <p:custDataLst>
              <p:tags r:id="rId2"/>
            </p:custDataLst>
          </p:nvPr>
        </p:nvSpPr>
        <p:spPr>
          <a:xfrm>
            <a:off x="2003425" y="1089025"/>
            <a:ext cx="1195388" cy="4781550"/>
          </a:xfrm>
          <a:prstGeom prst="rect">
            <a:avLst/>
          </a:prstGeom>
          <a:solidFill>
            <a:schemeClr val="accent1">
              <a:lumMod val="10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30000"/>
              </a:lnSpc>
              <a:defRPr/>
            </a:pPr>
            <a:endParaRPr dirty="0">
              <a:latin typeface="微软雅黑" panose="020B0503020204020204" pitchFamily="34" charset="-122"/>
              <a:ea typeface="微软雅黑" panose="020B0503020204020204" pitchFamily="34" charset="-122"/>
            </a:endParaRPr>
          </a:p>
        </p:txBody>
      </p:sp>
      <p:sp>
        <p:nvSpPr>
          <p:cNvPr id="18436" name="任意多边形 17"/>
          <p:cNvSpPr/>
          <p:nvPr>
            <p:custDataLst>
              <p:tags r:id="rId3"/>
            </p:custDataLst>
          </p:nvPr>
        </p:nvSpPr>
        <p:spPr bwMode="auto">
          <a:xfrm>
            <a:off x="2362200" y="3165475"/>
            <a:ext cx="477838" cy="630238"/>
          </a:xfrm>
          <a:custGeom>
            <a:avLst/>
            <a:gdLst>
              <a:gd name="T0" fmla="*/ 2147483647 w 38"/>
              <a:gd name="T1" fmla="*/ 2147483647 h 51"/>
              <a:gd name="T2" fmla="*/ 2147483647 w 38"/>
              <a:gd name="T3" fmla="*/ 2147483647 h 51"/>
              <a:gd name="T4" fmla="*/ 2147483647 w 38"/>
              <a:gd name="T5" fmla="*/ 0 h 51"/>
              <a:gd name="T6" fmla="*/ 2147483647 w 38"/>
              <a:gd name="T7" fmla="*/ 0 h 51"/>
              <a:gd name="T8" fmla="*/ 2147483647 w 38"/>
              <a:gd name="T9" fmla="*/ 2147483647 h 51"/>
              <a:gd name="T10" fmla="*/ 2147483647 w 38"/>
              <a:gd name="T11" fmla="*/ 2147483647 h 51"/>
              <a:gd name="T12" fmla="*/ 0 w 38"/>
              <a:gd name="T13" fmla="*/ 2147483647 h 51"/>
              <a:gd name="T14" fmla="*/ 0 w 38"/>
              <a:gd name="T15" fmla="*/ 2147483647 h 51"/>
              <a:gd name="T16" fmla="*/ 2147483647 w 38"/>
              <a:gd name="T17" fmla="*/ 2147483647 h 51"/>
              <a:gd name="T18" fmla="*/ 2147483647 w 38"/>
              <a:gd name="T19" fmla="*/ 2147483647 h 51"/>
              <a:gd name="T20" fmla="*/ 2147483647 w 38"/>
              <a:gd name="T21" fmla="*/ 2147483647 h 51"/>
              <a:gd name="T22" fmla="*/ 2147483647 w 38"/>
              <a:gd name="T23" fmla="*/ 2147483647 h 51"/>
              <a:gd name="T24" fmla="*/ 2147483647 w 38"/>
              <a:gd name="T25" fmla="*/ 2147483647 h 51"/>
              <a:gd name="T26" fmla="*/ 2147483647 w 38"/>
              <a:gd name="T27" fmla="*/ 2147483647 h 51"/>
              <a:gd name="T28" fmla="*/ 2147483647 w 38"/>
              <a:gd name="T29" fmla="*/ 2147483647 h 51"/>
              <a:gd name="T30" fmla="*/ 2147483647 w 38"/>
              <a:gd name="T31" fmla="*/ 2147483647 h 51"/>
              <a:gd name="T32" fmla="*/ 2147483647 w 38"/>
              <a:gd name="T33" fmla="*/ 2147483647 h 51"/>
              <a:gd name="T34" fmla="*/ 2147483647 w 38"/>
              <a:gd name="T35" fmla="*/ 2147483647 h 51"/>
              <a:gd name="T36" fmla="*/ 2147483647 w 38"/>
              <a:gd name="T37" fmla="*/ 2147483647 h 51"/>
              <a:gd name="T38" fmla="*/ 2147483647 w 38"/>
              <a:gd name="T39" fmla="*/ 2147483647 h 51"/>
              <a:gd name="T40" fmla="*/ 2147483647 w 38"/>
              <a:gd name="T41" fmla="*/ 2147483647 h 51"/>
              <a:gd name="T42" fmla="*/ 2147483647 w 38"/>
              <a:gd name="T43" fmla="*/ 2147483647 h 51"/>
              <a:gd name="T44" fmla="*/ 2147483647 w 38"/>
              <a:gd name="T45" fmla="*/ 2147483647 h 51"/>
              <a:gd name="T46" fmla="*/ 2147483647 w 38"/>
              <a:gd name="T47" fmla="*/ 2147483647 h 51"/>
              <a:gd name="T48" fmla="*/ 2147483647 w 38"/>
              <a:gd name="T49" fmla="*/ 2147483647 h 51"/>
              <a:gd name="T50" fmla="*/ 2147483647 w 38"/>
              <a:gd name="T51" fmla="*/ 2147483647 h 51"/>
              <a:gd name="T52" fmla="*/ 2147483647 w 38"/>
              <a:gd name="T53" fmla="*/ 2147483647 h 51"/>
              <a:gd name="T54" fmla="*/ 2147483647 w 38"/>
              <a:gd name="T55" fmla="*/ 2147483647 h 51"/>
              <a:gd name="T56" fmla="*/ 2147483647 w 38"/>
              <a:gd name="T57" fmla="*/ 2147483647 h 51"/>
              <a:gd name="T58" fmla="*/ 2147483647 w 38"/>
              <a:gd name="T59" fmla="*/ 2147483647 h 51"/>
              <a:gd name="T60" fmla="*/ 2147483647 w 38"/>
              <a:gd name="T61" fmla="*/ 2147483647 h 51"/>
              <a:gd name="T62" fmla="*/ 2147483647 w 38"/>
              <a:gd name="T63" fmla="*/ 2147483647 h 51"/>
              <a:gd name="T64" fmla="*/ 2147483647 w 38"/>
              <a:gd name="T65" fmla="*/ 2147483647 h 51"/>
              <a:gd name="T66" fmla="*/ 2147483647 w 38"/>
              <a:gd name="T67" fmla="*/ 2147483647 h 51"/>
              <a:gd name="T68" fmla="*/ 2147483647 w 38"/>
              <a:gd name="T69" fmla="*/ 2147483647 h 51"/>
              <a:gd name="T70" fmla="*/ 2147483647 w 38"/>
              <a:gd name="T71" fmla="*/ 2147483647 h 51"/>
              <a:gd name="T72" fmla="*/ 2147483647 w 38"/>
              <a:gd name="T73" fmla="*/ 2147483647 h 51"/>
              <a:gd name="T74" fmla="*/ 2147483647 w 38"/>
              <a:gd name="T75" fmla="*/ 2147483647 h 51"/>
              <a:gd name="T76" fmla="*/ 2147483647 w 38"/>
              <a:gd name="T77" fmla="*/ 2147483647 h 51"/>
              <a:gd name="T78" fmla="*/ 2147483647 w 38"/>
              <a:gd name="T79" fmla="*/ 2147483647 h 51"/>
              <a:gd name="T80" fmla="*/ 2147483647 w 38"/>
              <a:gd name="T81" fmla="*/ 2147483647 h 51"/>
              <a:gd name="T82" fmla="*/ 2147483647 w 38"/>
              <a:gd name="T83" fmla="*/ 2147483647 h 51"/>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8"/>
              <a:gd name="T127" fmla="*/ 0 h 51"/>
              <a:gd name="T128" fmla="*/ 38 w 38"/>
              <a:gd name="T129" fmla="*/ 51 h 51"/>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8" h="51">
                <a:moveTo>
                  <a:pt x="35" y="6"/>
                </a:moveTo>
                <a:cubicBezTo>
                  <a:pt x="29" y="6"/>
                  <a:pt x="29" y="6"/>
                  <a:pt x="29" y="6"/>
                </a:cubicBezTo>
                <a:cubicBezTo>
                  <a:pt x="28" y="3"/>
                  <a:pt x="25" y="0"/>
                  <a:pt x="21" y="0"/>
                </a:cubicBezTo>
                <a:cubicBezTo>
                  <a:pt x="18" y="0"/>
                  <a:pt x="18" y="0"/>
                  <a:pt x="18" y="0"/>
                </a:cubicBezTo>
                <a:cubicBezTo>
                  <a:pt x="14" y="0"/>
                  <a:pt x="11" y="3"/>
                  <a:pt x="10" y="6"/>
                </a:cubicBezTo>
                <a:cubicBezTo>
                  <a:pt x="3" y="6"/>
                  <a:pt x="3" y="6"/>
                  <a:pt x="3" y="6"/>
                </a:cubicBezTo>
                <a:cubicBezTo>
                  <a:pt x="1" y="6"/>
                  <a:pt x="0" y="8"/>
                  <a:pt x="0" y="10"/>
                </a:cubicBezTo>
                <a:cubicBezTo>
                  <a:pt x="0" y="48"/>
                  <a:pt x="0" y="48"/>
                  <a:pt x="0" y="48"/>
                </a:cubicBezTo>
                <a:cubicBezTo>
                  <a:pt x="0" y="50"/>
                  <a:pt x="1" y="51"/>
                  <a:pt x="3" y="51"/>
                </a:cubicBezTo>
                <a:cubicBezTo>
                  <a:pt x="35" y="51"/>
                  <a:pt x="35" y="51"/>
                  <a:pt x="35" y="51"/>
                </a:cubicBezTo>
                <a:cubicBezTo>
                  <a:pt x="37" y="51"/>
                  <a:pt x="38" y="50"/>
                  <a:pt x="38" y="48"/>
                </a:cubicBezTo>
                <a:cubicBezTo>
                  <a:pt x="38" y="10"/>
                  <a:pt x="38" y="10"/>
                  <a:pt x="38" y="10"/>
                </a:cubicBezTo>
                <a:cubicBezTo>
                  <a:pt x="38" y="8"/>
                  <a:pt x="37" y="6"/>
                  <a:pt x="35" y="6"/>
                </a:cubicBezTo>
                <a:close/>
                <a:moveTo>
                  <a:pt x="18" y="3"/>
                </a:moveTo>
                <a:cubicBezTo>
                  <a:pt x="21" y="3"/>
                  <a:pt x="21" y="3"/>
                  <a:pt x="21" y="3"/>
                </a:cubicBezTo>
                <a:cubicBezTo>
                  <a:pt x="23" y="3"/>
                  <a:pt x="25" y="5"/>
                  <a:pt x="25" y="6"/>
                </a:cubicBezTo>
                <a:cubicBezTo>
                  <a:pt x="13" y="6"/>
                  <a:pt x="13" y="6"/>
                  <a:pt x="13" y="6"/>
                </a:cubicBezTo>
                <a:cubicBezTo>
                  <a:pt x="14" y="5"/>
                  <a:pt x="16" y="3"/>
                  <a:pt x="18" y="3"/>
                </a:cubicBezTo>
                <a:close/>
                <a:moveTo>
                  <a:pt x="35" y="46"/>
                </a:moveTo>
                <a:cubicBezTo>
                  <a:pt x="35" y="47"/>
                  <a:pt x="34" y="48"/>
                  <a:pt x="34" y="48"/>
                </a:cubicBezTo>
                <a:cubicBezTo>
                  <a:pt x="5" y="48"/>
                  <a:pt x="5" y="48"/>
                  <a:pt x="5" y="48"/>
                </a:cubicBezTo>
                <a:cubicBezTo>
                  <a:pt x="4" y="48"/>
                  <a:pt x="3" y="47"/>
                  <a:pt x="3" y="46"/>
                </a:cubicBezTo>
                <a:cubicBezTo>
                  <a:pt x="3" y="42"/>
                  <a:pt x="3" y="42"/>
                  <a:pt x="3" y="42"/>
                </a:cubicBezTo>
                <a:cubicBezTo>
                  <a:pt x="35" y="42"/>
                  <a:pt x="35" y="42"/>
                  <a:pt x="35" y="42"/>
                </a:cubicBezTo>
                <a:lnTo>
                  <a:pt x="35" y="46"/>
                </a:lnTo>
                <a:close/>
                <a:moveTo>
                  <a:pt x="35" y="38"/>
                </a:moveTo>
                <a:cubicBezTo>
                  <a:pt x="3" y="38"/>
                  <a:pt x="3" y="38"/>
                  <a:pt x="3" y="38"/>
                </a:cubicBezTo>
                <a:cubicBezTo>
                  <a:pt x="3" y="11"/>
                  <a:pt x="3" y="11"/>
                  <a:pt x="3" y="11"/>
                </a:cubicBezTo>
                <a:cubicBezTo>
                  <a:pt x="3" y="10"/>
                  <a:pt x="4" y="10"/>
                  <a:pt x="5" y="10"/>
                </a:cubicBezTo>
                <a:cubicBezTo>
                  <a:pt x="10" y="10"/>
                  <a:pt x="10" y="10"/>
                  <a:pt x="10" y="10"/>
                </a:cubicBezTo>
                <a:cubicBezTo>
                  <a:pt x="10" y="19"/>
                  <a:pt x="10" y="19"/>
                  <a:pt x="10" y="19"/>
                </a:cubicBezTo>
                <a:cubicBezTo>
                  <a:pt x="13" y="19"/>
                  <a:pt x="13" y="19"/>
                  <a:pt x="13" y="19"/>
                </a:cubicBezTo>
                <a:cubicBezTo>
                  <a:pt x="13" y="10"/>
                  <a:pt x="13" y="10"/>
                  <a:pt x="13" y="10"/>
                </a:cubicBezTo>
                <a:cubicBezTo>
                  <a:pt x="26" y="10"/>
                  <a:pt x="26" y="10"/>
                  <a:pt x="26" y="10"/>
                </a:cubicBezTo>
                <a:cubicBezTo>
                  <a:pt x="26" y="19"/>
                  <a:pt x="26" y="19"/>
                  <a:pt x="26" y="19"/>
                </a:cubicBezTo>
                <a:cubicBezTo>
                  <a:pt x="29" y="19"/>
                  <a:pt x="29" y="19"/>
                  <a:pt x="29" y="19"/>
                </a:cubicBezTo>
                <a:cubicBezTo>
                  <a:pt x="29" y="10"/>
                  <a:pt x="29" y="10"/>
                  <a:pt x="29" y="10"/>
                </a:cubicBezTo>
                <a:cubicBezTo>
                  <a:pt x="34" y="10"/>
                  <a:pt x="34" y="10"/>
                  <a:pt x="34" y="10"/>
                </a:cubicBezTo>
                <a:cubicBezTo>
                  <a:pt x="34" y="10"/>
                  <a:pt x="35" y="10"/>
                  <a:pt x="35" y="11"/>
                </a:cubicBezTo>
                <a:lnTo>
                  <a:pt x="35" y="38"/>
                </a:lnTo>
                <a:close/>
                <a:moveTo>
                  <a:pt x="35" y="38"/>
                </a:moveTo>
                <a:cubicBezTo>
                  <a:pt x="35" y="38"/>
                  <a:pt x="35" y="38"/>
                  <a:pt x="35" y="38"/>
                </a:cubicBezTo>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nchor="ctr"/>
          <a:lstStyle/>
          <a:p>
            <a:endParaRPr lang="zh-CN" altLang="en-US"/>
          </a:p>
        </p:txBody>
      </p:sp>
      <p:sp>
        <p:nvSpPr>
          <p:cNvPr id="12" name="文本框 11"/>
          <p:cNvSpPr txBox="1"/>
          <p:nvPr>
            <p:custDataLst>
              <p:tags r:id="rId4"/>
            </p:custDataLst>
          </p:nvPr>
        </p:nvSpPr>
        <p:spPr>
          <a:xfrm>
            <a:off x="3552825" y="1816100"/>
            <a:ext cx="7235825" cy="2897188"/>
          </a:xfrm>
          <a:prstGeom prst="rect">
            <a:avLst/>
          </a:prstGeom>
          <a:noFill/>
        </p:spPr>
        <p:txBody>
          <a:bodyPr lIns="90000" tIns="0" rIns="90000" bIns="46800"/>
          <a:lstStyle/>
          <a:p>
            <a:pPr indent="720090" defTabSz="913765">
              <a:lnSpc>
                <a:spcPct val="150000"/>
              </a:lnSpc>
              <a:defRPr/>
            </a:pPr>
            <a:r>
              <a:rPr lang="zh-CN" altLang="en-US" sz="2400" spc="300" dirty="0" smtClean="0">
                <a:latin typeface="微软雅黑" panose="020B0503020204020204" pitchFamily="34" charset="-122"/>
                <a:ea typeface="微软雅黑" panose="020B0503020204020204" pitchFamily="34" charset="-122"/>
                <a:cs typeface="+mj-cs"/>
              </a:rPr>
              <a:t>经过</a:t>
            </a:r>
            <a:r>
              <a:rPr lang="zh-CN" altLang="en-US" sz="2400" spc="300" dirty="0">
                <a:latin typeface="微软雅黑" panose="020B0503020204020204" pitchFamily="34" charset="-122"/>
                <a:ea typeface="微软雅黑" panose="020B0503020204020204" pitchFamily="34" charset="-122"/>
                <a:cs typeface="+mj-cs"/>
              </a:rPr>
              <a:t>长年观测，鸟类研究站的工作人员采集了大量鸟类活动的数据。这些数据被多名科学家共享，他们对这些数据进行加工、分析，从而得出各种信息，为各自的科研服务。</a:t>
            </a:r>
            <a:endParaRPr lang="zh-CN" altLang="en-US" sz="2400" spc="300" dirty="0">
              <a:latin typeface="微软雅黑" panose="020B0503020204020204" pitchFamily="34" charset="-122"/>
              <a:ea typeface="微软雅黑" panose="020B0503020204020204" pitchFamily="34" charset="-122"/>
              <a:cs typeface="+mj-cs"/>
            </a:endParaRPr>
          </a:p>
          <a:p>
            <a:pPr indent="720090" defTabSz="913765">
              <a:lnSpc>
                <a:spcPct val="150000"/>
              </a:lnSpc>
              <a:defRPr/>
            </a:pPr>
            <a:r>
              <a:rPr lang="zh-CN" altLang="en-US" sz="2400" spc="300" dirty="0" smtClean="0">
                <a:latin typeface="微软雅黑" panose="020B0503020204020204" pitchFamily="34" charset="-122"/>
                <a:ea typeface="微软雅黑" panose="020B0503020204020204" pitchFamily="34" charset="-122"/>
                <a:cs typeface="+mj-cs"/>
              </a:rPr>
              <a:t>现在</a:t>
            </a:r>
            <a:r>
              <a:rPr lang="zh-CN" altLang="en-US" sz="2400" spc="300" dirty="0">
                <a:latin typeface="微软雅黑" panose="020B0503020204020204" pitchFamily="34" charset="-122"/>
                <a:ea typeface="微软雅黑" panose="020B0503020204020204" pitchFamily="34" charset="-122"/>
                <a:cs typeface="+mj-cs"/>
              </a:rPr>
              <a:t>人们越来越多地通过计算机来表示、组织和处理数据，从而可以获取并传播有价值的信息。</a:t>
            </a:r>
            <a:endParaRPr lang="zh-CN" altLang="en-US" sz="2400" spc="300" dirty="0">
              <a:latin typeface="微软雅黑" panose="020B0503020204020204" pitchFamily="34" charset="-122"/>
              <a:ea typeface="微软雅黑" panose="020B0503020204020204" pitchFamily="34" charset="-122"/>
              <a:cs typeface="+mj-cs"/>
            </a:endParaRPr>
          </a:p>
        </p:txBody>
      </p:sp>
      <p:sp>
        <p:nvSpPr>
          <p:cNvPr id="2" name="文本框 1"/>
          <p:cNvSpPr txBox="1"/>
          <p:nvPr>
            <p:custDataLst>
              <p:tags r:id="rId5"/>
            </p:custDataLst>
          </p:nvPr>
        </p:nvSpPr>
        <p:spPr>
          <a:xfrm>
            <a:off x="3409950" y="1176338"/>
            <a:ext cx="1333500" cy="639762"/>
          </a:xfrm>
          <a:prstGeom prst="rect">
            <a:avLst/>
          </a:prstGeom>
        </p:spPr>
        <p:txBody>
          <a:bodyPr lIns="90000" tIns="46800" rIns="90000" bIns="0" anchor="b">
            <a:normAutofit/>
          </a:bodyPr>
          <a:lstStyle>
            <a:defPPr>
              <a:defRPr lang="zh-CN"/>
            </a:defPPr>
            <a:lvl1pPr lvl="0" defTabSz="913765">
              <a:lnSpc>
                <a:spcPct val="130000"/>
              </a:lnSpc>
              <a:defRPr b="1">
                <a:latin typeface="+mj-lt"/>
                <a:ea typeface="+mj-ea"/>
                <a:cs typeface="+mj-cs"/>
              </a:defRPr>
            </a:lvl1pPr>
          </a:lstStyle>
          <a:p>
            <a:pPr algn="ctr">
              <a:lnSpc>
                <a:spcPct val="120000"/>
              </a:lnSpc>
              <a:defRPr/>
            </a:pPr>
            <a:r>
              <a:rPr lang="zh-CN" altLang="en-US" sz="2800" spc="300" dirty="0">
                <a:solidFill>
                  <a:srgbClr val="0070C0"/>
                </a:solidFill>
                <a:latin typeface="微软雅黑" panose="020B0503020204020204" pitchFamily="34" charset="-122"/>
                <a:ea typeface="微软雅黑" panose="020B0503020204020204" pitchFamily="34" charset="-122"/>
              </a:rPr>
              <a:t>案例</a:t>
            </a:r>
            <a:endParaRPr lang="zh-CN" altLang="en-US" sz="2800" spc="300" dirty="0">
              <a:solidFill>
                <a:srgbClr val="0070C0"/>
              </a:solidFill>
              <a:latin typeface="微软雅黑" panose="020B0503020204020204" pitchFamily="34" charset="-122"/>
              <a:ea typeface="微软雅黑" panose="020B0503020204020204" pitchFamily="34" charset="-122"/>
            </a:endParaRPr>
          </a:p>
        </p:txBody>
      </p:sp>
    </p:spTree>
    <p:custDataLst>
      <p:tags r:id="rId6"/>
    </p:custDataLst>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custDataLst>
              <p:tags r:id="rId1"/>
            </p:custDataLst>
          </p:nvPr>
        </p:nvSpPr>
        <p:spPr>
          <a:xfrm>
            <a:off x="3200400" y="1089025"/>
            <a:ext cx="7123113" cy="4781550"/>
          </a:xfrm>
          <a:prstGeom prst="rect">
            <a:avLst/>
          </a:prstGeom>
          <a:noFill/>
          <a:ln w="12700" cap="flat" cmpd="sng" algn="ctr">
            <a:solidFill>
              <a:schemeClr val="accent1">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30000"/>
              </a:lnSpc>
              <a:defRPr/>
            </a:pPr>
            <a:endParaRPr dirty="0">
              <a:latin typeface="微软雅黑" panose="020B0503020204020204" pitchFamily="34" charset="-122"/>
              <a:ea typeface="微软雅黑" panose="020B0503020204020204" pitchFamily="34" charset="-122"/>
            </a:endParaRPr>
          </a:p>
        </p:txBody>
      </p:sp>
      <p:sp>
        <p:nvSpPr>
          <p:cNvPr id="9" name="矩形 8"/>
          <p:cNvSpPr/>
          <p:nvPr>
            <p:custDataLst>
              <p:tags r:id="rId2"/>
            </p:custDataLst>
          </p:nvPr>
        </p:nvSpPr>
        <p:spPr>
          <a:xfrm>
            <a:off x="2003425" y="1089025"/>
            <a:ext cx="1195388" cy="4781550"/>
          </a:xfrm>
          <a:prstGeom prst="rect">
            <a:avLst/>
          </a:prstGeom>
          <a:solidFill>
            <a:schemeClr val="accent1">
              <a:lumMod val="10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30000"/>
              </a:lnSpc>
              <a:defRPr/>
            </a:pPr>
            <a:endParaRPr dirty="0">
              <a:latin typeface="微软雅黑" panose="020B0503020204020204" pitchFamily="34" charset="-122"/>
              <a:ea typeface="微软雅黑" panose="020B0503020204020204" pitchFamily="34" charset="-122"/>
            </a:endParaRPr>
          </a:p>
        </p:txBody>
      </p:sp>
      <p:sp>
        <p:nvSpPr>
          <p:cNvPr id="19460" name="任意多边形 17"/>
          <p:cNvSpPr/>
          <p:nvPr>
            <p:custDataLst>
              <p:tags r:id="rId3"/>
            </p:custDataLst>
          </p:nvPr>
        </p:nvSpPr>
        <p:spPr bwMode="auto">
          <a:xfrm>
            <a:off x="2362200" y="3165475"/>
            <a:ext cx="477838" cy="630238"/>
          </a:xfrm>
          <a:custGeom>
            <a:avLst/>
            <a:gdLst>
              <a:gd name="T0" fmla="*/ 2147483647 w 38"/>
              <a:gd name="T1" fmla="*/ 2147483647 h 51"/>
              <a:gd name="T2" fmla="*/ 2147483647 w 38"/>
              <a:gd name="T3" fmla="*/ 2147483647 h 51"/>
              <a:gd name="T4" fmla="*/ 2147483647 w 38"/>
              <a:gd name="T5" fmla="*/ 0 h 51"/>
              <a:gd name="T6" fmla="*/ 2147483647 w 38"/>
              <a:gd name="T7" fmla="*/ 0 h 51"/>
              <a:gd name="T8" fmla="*/ 2147483647 w 38"/>
              <a:gd name="T9" fmla="*/ 2147483647 h 51"/>
              <a:gd name="T10" fmla="*/ 2147483647 w 38"/>
              <a:gd name="T11" fmla="*/ 2147483647 h 51"/>
              <a:gd name="T12" fmla="*/ 0 w 38"/>
              <a:gd name="T13" fmla="*/ 2147483647 h 51"/>
              <a:gd name="T14" fmla="*/ 0 w 38"/>
              <a:gd name="T15" fmla="*/ 2147483647 h 51"/>
              <a:gd name="T16" fmla="*/ 2147483647 w 38"/>
              <a:gd name="T17" fmla="*/ 2147483647 h 51"/>
              <a:gd name="T18" fmla="*/ 2147483647 w 38"/>
              <a:gd name="T19" fmla="*/ 2147483647 h 51"/>
              <a:gd name="T20" fmla="*/ 2147483647 w 38"/>
              <a:gd name="T21" fmla="*/ 2147483647 h 51"/>
              <a:gd name="T22" fmla="*/ 2147483647 w 38"/>
              <a:gd name="T23" fmla="*/ 2147483647 h 51"/>
              <a:gd name="T24" fmla="*/ 2147483647 w 38"/>
              <a:gd name="T25" fmla="*/ 2147483647 h 51"/>
              <a:gd name="T26" fmla="*/ 2147483647 w 38"/>
              <a:gd name="T27" fmla="*/ 2147483647 h 51"/>
              <a:gd name="T28" fmla="*/ 2147483647 w 38"/>
              <a:gd name="T29" fmla="*/ 2147483647 h 51"/>
              <a:gd name="T30" fmla="*/ 2147483647 w 38"/>
              <a:gd name="T31" fmla="*/ 2147483647 h 51"/>
              <a:gd name="T32" fmla="*/ 2147483647 w 38"/>
              <a:gd name="T33" fmla="*/ 2147483647 h 51"/>
              <a:gd name="T34" fmla="*/ 2147483647 w 38"/>
              <a:gd name="T35" fmla="*/ 2147483647 h 51"/>
              <a:gd name="T36" fmla="*/ 2147483647 w 38"/>
              <a:gd name="T37" fmla="*/ 2147483647 h 51"/>
              <a:gd name="T38" fmla="*/ 2147483647 w 38"/>
              <a:gd name="T39" fmla="*/ 2147483647 h 51"/>
              <a:gd name="T40" fmla="*/ 2147483647 w 38"/>
              <a:gd name="T41" fmla="*/ 2147483647 h 51"/>
              <a:gd name="T42" fmla="*/ 2147483647 w 38"/>
              <a:gd name="T43" fmla="*/ 2147483647 h 51"/>
              <a:gd name="T44" fmla="*/ 2147483647 w 38"/>
              <a:gd name="T45" fmla="*/ 2147483647 h 51"/>
              <a:gd name="T46" fmla="*/ 2147483647 w 38"/>
              <a:gd name="T47" fmla="*/ 2147483647 h 51"/>
              <a:gd name="T48" fmla="*/ 2147483647 w 38"/>
              <a:gd name="T49" fmla="*/ 2147483647 h 51"/>
              <a:gd name="T50" fmla="*/ 2147483647 w 38"/>
              <a:gd name="T51" fmla="*/ 2147483647 h 51"/>
              <a:gd name="T52" fmla="*/ 2147483647 w 38"/>
              <a:gd name="T53" fmla="*/ 2147483647 h 51"/>
              <a:gd name="T54" fmla="*/ 2147483647 w 38"/>
              <a:gd name="T55" fmla="*/ 2147483647 h 51"/>
              <a:gd name="T56" fmla="*/ 2147483647 w 38"/>
              <a:gd name="T57" fmla="*/ 2147483647 h 51"/>
              <a:gd name="T58" fmla="*/ 2147483647 w 38"/>
              <a:gd name="T59" fmla="*/ 2147483647 h 51"/>
              <a:gd name="T60" fmla="*/ 2147483647 w 38"/>
              <a:gd name="T61" fmla="*/ 2147483647 h 51"/>
              <a:gd name="T62" fmla="*/ 2147483647 w 38"/>
              <a:gd name="T63" fmla="*/ 2147483647 h 51"/>
              <a:gd name="T64" fmla="*/ 2147483647 w 38"/>
              <a:gd name="T65" fmla="*/ 2147483647 h 51"/>
              <a:gd name="T66" fmla="*/ 2147483647 w 38"/>
              <a:gd name="T67" fmla="*/ 2147483647 h 51"/>
              <a:gd name="T68" fmla="*/ 2147483647 w 38"/>
              <a:gd name="T69" fmla="*/ 2147483647 h 51"/>
              <a:gd name="T70" fmla="*/ 2147483647 w 38"/>
              <a:gd name="T71" fmla="*/ 2147483647 h 51"/>
              <a:gd name="T72" fmla="*/ 2147483647 w 38"/>
              <a:gd name="T73" fmla="*/ 2147483647 h 51"/>
              <a:gd name="T74" fmla="*/ 2147483647 w 38"/>
              <a:gd name="T75" fmla="*/ 2147483647 h 51"/>
              <a:gd name="T76" fmla="*/ 2147483647 w 38"/>
              <a:gd name="T77" fmla="*/ 2147483647 h 51"/>
              <a:gd name="T78" fmla="*/ 2147483647 w 38"/>
              <a:gd name="T79" fmla="*/ 2147483647 h 51"/>
              <a:gd name="T80" fmla="*/ 2147483647 w 38"/>
              <a:gd name="T81" fmla="*/ 2147483647 h 51"/>
              <a:gd name="T82" fmla="*/ 2147483647 w 38"/>
              <a:gd name="T83" fmla="*/ 2147483647 h 51"/>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8"/>
              <a:gd name="T127" fmla="*/ 0 h 51"/>
              <a:gd name="T128" fmla="*/ 38 w 38"/>
              <a:gd name="T129" fmla="*/ 51 h 51"/>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8" h="51">
                <a:moveTo>
                  <a:pt x="35" y="6"/>
                </a:moveTo>
                <a:cubicBezTo>
                  <a:pt x="29" y="6"/>
                  <a:pt x="29" y="6"/>
                  <a:pt x="29" y="6"/>
                </a:cubicBezTo>
                <a:cubicBezTo>
                  <a:pt x="28" y="3"/>
                  <a:pt x="25" y="0"/>
                  <a:pt x="21" y="0"/>
                </a:cubicBezTo>
                <a:cubicBezTo>
                  <a:pt x="18" y="0"/>
                  <a:pt x="18" y="0"/>
                  <a:pt x="18" y="0"/>
                </a:cubicBezTo>
                <a:cubicBezTo>
                  <a:pt x="14" y="0"/>
                  <a:pt x="11" y="3"/>
                  <a:pt x="10" y="6"/>
                </a:cubicBezTo>
                <a:cubicBezTo>
                  <a:pt x="3" y="6"/>
                  <a:pt x="3" y="6"/>
                  <a:pt x="3" y="6"/>
                </a:cubicBezTo>
                <a:cubicBezTo>
                  <a:pt x="1" y="6"/>
                  <a:pt x="0" y="8"/>
                  <a:pt x="0" y="10"/>
                </a:cubicBezTo>
                <a:cubicBezTo>
                  <a:pt x="0" y="48"/>
                  <a:pt x="0" y="48"/>
                  <a:pt x="0" y="48"/>
                </a:cubicBezTo>
                <a:cubicBezTo>
                  <a:pt x="0" y="50"/>
                  <a:pt x="1" y="51"/>
                  <a:pt x="3" y="51"/>
                </a:cubicBezTo>
                <a:cubicBezTo>
                  <a:pt x="35" y="51"/>
                  <a:pt x="35" y="51"/>
                  <a:pt x="35" y="51"/>
                </a:cubicBezTo>
                <a:cubicBezTo>
                  <a:pt x="37" y="51"/>
                  <a:pt x="38" y="50"/>
                  <a:pt x="38" y="48"/>
                </a:cubicBezTo>
                <a:cubicBezTo>
                  <a:pt x="38" y="10"/>
                  <a:pt x="38" y="10"/>
                  <a:pt x="38" y="10"/>
                </a:cubicBezTo>
                <a:cubicBezTo>
                  <a:pt x="38" y="8"/>
                  <a:pt x="37" y="6"/>
                  <a:pt x="35" y="6"/>
                </a:cubicBezTo>
                <a:close/>
                <a:moveTo>
                  <a:pt x="18" y="3"/>
                </a:moveTo>
                <a:cubicBezTo>
                  <a:pt x="21" y="3"/>
                  <a:pt x="21" y="3"/>
                  <a:pt x="21" y="3"/>
                </a:cubicBezTo>
                <a:cubicBezTo>
                  <a:pt x="23" y="3"/>
                  <a:pt x="25" y="5"/>
                  <a:pt x="25" y="6"/>
                </a:cubicBezTo>
                <a:cubicBezTo>
                  <a:pt x="13" y="6"/>
                  <a:pt x="13" y="6"/>
                  <a:pt x="13" y="6"/>
                </a:cubicBezTo>
                <a:cubicBezTo>
                  <a:pt x="14" y="5"/>
                  <a:pt x="16" y="3"/>
                  <a:pt x="18" y="3"/>
                </a:cubicBezTo>
                <a:close/>
                <a:moveTo>
                  <a:pt x="35" y="46"/>
                </a:moveTo>
                <a:cubicBezTo>
                  <a:pt x="35" y="47"/>
                  <a:pt x="34" y="48"/>
                  <a:pt x="34" y="48"/>
                </a:cubicBezTo>
                <a:cubicBezTo>
                  <a:pt x="5" y="48"/>
                  <a:pt x="5" y="48"/>
                  <a:pt x="5" y="48"/>
                </a:cubicBezTo>
                <a:cubicBezTo>
                  <a:pt x="4" y="48"/>
                  <a:pt x="3" y="47"/>
                  <a:pt x="3" y="46"/>
                </a:cubicBezTo>
                <a:cubicBezTo>
                  <a:pt x="3" y="42"/>
                  <a:pt x="3" y="42"/>
                  <a:pt x="3" y="42"/>
                </a:cubicBezTo>
                <a:cubicBezTo>
                  <a:pt x="35" y="42"/>
                  <a:pt x="35" y="42"/>
                  <a:pt x="35" y="42"/>
                </a:cubicBezTo>
                <a:lnTo>
                  <a:pt x="35" y="46"/>
                </a:lnTo>
                <a:close/>
                <a:moveTo>
                  <a:pt x="35" y="38"/>
                </a:moveTo>
                <a:cubicBezTo>
                  <a:pt x="3" y="38"/>
                  <a:pt x="3" y="38"/>
                  <a:pt x="3" y="38"/>
                </a:cubicBezTo>
                <a:cubicBezTo>
                  <a:pt x="3" y="11"/>
                  <a:pt x="3" y="11"/>
                  <a:pt x="3" y="11"/>
                </a:cubicBezTo>
                <a:cubicBezTo>
                  <a:pt x="3" y="10"/>
                  <a:pt x="4" y="10"/>
                  <a:pt x="5" y="10"/>
                </a:cubicBezTo>
                <a:cubicBezTo>
                  <a:pt x="10" y="10"/>
                  <a:pt x="10" y="10"/>
                  <a:pt x="10" y="10"/>
                </a:cubicBezTo>
                <a:cubicBezTo>
                  <a:pt x="10" y="19"/>
                  <a:pt x="10" y="19"/>
                  <a:pt x="10" y="19"/>
                </a:cubicBezTo>
                <a:cubicBezTo>
                  <a:pt x="13" y="19"/>
                  <a:pt x="13" y="19"/>
                  <a:pt x="13" y="19"/>
                </a:cubicBezTo>
                <a:cubicBezTo>
                  <a:pt x="13" y="10"/>
                  <a:pt x="13" y="10"/>
                  <a:pt x="13" y="10"/>
                </a:cubicBezTo>
                <a:cubicBezTo>
                  <a:pt x="26" y="10"/>
                  <a:pt x="26" y="10"/>
                  <a:pt x="26" y="10"/>
                </a:cubicBezTo>
                <a:cubicBezTo>
                  <a:pt x="26" y="19"/>
                  <a:pt x="26" y="19"/>
                  <a:pt x="26" y="19"/>
                </a:cubicBezTo>
                <a:cubicBezTo>
                  <a:pt x="29" y="19"/>
                  <a:pt x="29" y="19"/>
                  <a:pt x="29" y="19"/>
                </a:cubicBezTo>
                <a:cubicBezTo>
                  <a:pt x="29" y="10"/>
                  <a:pt x="29" y="10"/>
                  <a:pt x="29" y="10"/>
                </a:cubicBezTo>
                <a:cubicBezTo>
                  <a:pt x="34" y="10"/>
                  <a:pt x="34" y="10"/>
                  <a:pt x="34" y="10"/>
                </a:cubicBezTo>
                <a:cubicBezTo>
                  <a:pt x="34" y="10"/>
                  <a:pt x="35" y="10"/>
                  <a:pt x="35" y="11"/>
                </a:cubicBezTo>
                <a:lnTo>
                  <a:pt x="35" y="38"/>
                </a:lnTo>
                <a:close/>
                <a:moveTo>
                  <a:pt x="35" y="38"/>
                </a:moveTo>
                <a:cubicBezTo>
                  <a:pt x="35" y="38"/>
                  <a:pt x="35" y="38"/>
                  <a:pt x="35" y="38"/>
                </a:cubicBezTo>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nchor="ctr"/>
          <a:lstStyle/>
          <a:p>
            <a:endParaRPr lang="zh-CN" altLang="en-US"/>
          </a:p>
        </p:txBody>
      </p:sp>
      <p:sp>
        <p:nvSpPr>
          <p:cNvPr id="19461" name="文本框 11"/>
          <p:cNvSpPr txBox="1">
            <a:spLocks noChangeArrowheads="1"/>
          </p:cNvSpPr>
          <p:nvPr>
            <p:custDataLst>
              <p:tags r:id="rId4"/>
            </p:custDataLst>
          </p:nvPr>
        </p:nvSpPr>
        <p:spPr bwMode="auto">
          <a:xfrm>
            <a:off x="3513138" y="1876425"/>
            <a:ext cx="6596062" cy="383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0" rIns="90000" bIns="46800"/>
          <a:lstStyle>
            <a:lvl1pPr defTabSz="913130" eaLnBrk="0" hangingPunct="0">
              <a:defRPr>
                <a:solidFill>
                  <a:schemeClr val="tx1"/>
                </a:solidFill>
                <a:latin typeface="Calibri" panose="020F0502020204030204" pitchFamily="34" charset="0"/>
                <a:ea typeface="宋体" panose="02010600030101010101" pitchFamily="2" charset="-122"/>
              </a:defRPr>
            </a:lvl1pPr>
            <a:lvl2pPr marL="742950" indent="-285750" defTabSz="913130" eaLnBrk="0" hangingPunct="0">
              <a:defRPr>
                <a:solidFill>
                  <a:schemeClr val="tx1"/>
                </a:solidFill>
                <a:latin typeface="Calibri" panose="020F0502020204030204" pitchFamily="34" charset="0"/>
                <a:ea typeface="宋体" panose="02010600030101010101" pitchFamily="2" charset="-122"/>
              </a:defRPr>
            </a:lvl2pPr>
            <a:lvl3pPr marL="1143000" indent="-228600" defTabSz="913130" eaLnBrk="0" hangingPunct="0">
              <a:defRPr>
                <a:solidFill>
                  <a:schemeClr val="tx1"/>
                </a:solidFill>
                <a:latin typeface="Calibri" panose="020F0502020204030204" pitchFamily="34" charset="0"/>
                <a:ea typeface="宋体" panose="02010600030101010101" pitchFamily="2" charset="-122"/>
              </a:defRPr>
            </a:lvl3pPr>
            <a:lvl4pPr marL="1600200" indent="-228600" defTabSz="913130" eaLnBrk="0" hangingPunct="0">
              <a:defRPr>
                <a:solidFill>
                  <a:schemeClr val="tx1"/>
                </a:solidFill>
                <a:latin typeface="Calibri" panose="020F0502020204030204" pitchFamily="34" charset="0"/>
                <a:ea typeface="宋体" panose="02010600030101010101" pitchFamily="2" charset="-122"/>
              </a:defRPr>
            </a:lvl4pPr>
            <a:lvl5pPr marL="2057400" indent="-228600" defTabSz="913130" eaLnBrk="0" hangingPunct="0">
              <a:defRPr>
                <a:solidFill>
                  <a:schemeClr val="tx1"/>
                </a:solidFill>
                <a:latin typeface="Calibri" panose="020F0502020204030204" pitchFamily="34" charset="0"/>
                <a:ea typeface="宋体" panose="02010600030101010101" pitchFamily="2" charset="-122"/>
              </a:defRPr>
            </a:lvl5pPr>
            <a:lvl6pPr marL="2514600" indent="-228600" defTabSz="91313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91313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91313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91313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720090" defTabSz="913765" eaLnBrk="1" hangingPunct="1">
              <a:lnSpc>
                <a:spcPct val="150000"/>
              </a:lnSpc>
              <a:defRPr/>
            </a:pPr>
            <a:r>
              <a:rPr lang="zh-CN" sz="2400" spc="300" dirty="0">
                <a:latin typeface="微软雅黑" panose="020B0503020204020204" pitchFamily="34" charset="-122"/>
                <a:ea typeface="微软雅黑" panose="020B0503020204020204" pitchFamily="34" charset="-122"/>
                <a:cs typeface="+mj-cs"/>
              </a:rPr>
              <a:t>科学家用计算机汇总</a:t>
            </a:r>
            <a:r>
              <a:rPr lang="zh-CN" altLang="zh-CN" sz="2400" spc="300" dirty="0">
                <a:latin typeface="微软雅黑" panose="020B0503020204020204" pitchFamily="34" charset="-122"/>
                <a:ea typeface="微软雅黑" panose="020B0503020204020204" pitchFamily="34" charset="-122"/>
                <a:cs typeface="+mj-cs"/>
              </a:rPr>
              <a:t>2010</a:t>
            </a:r>
            <a:r>
              <a:rPr lang="zh-CN" sz="2400" spc="300" dirty="0">
                <a:latin typeface="微软雅黑" panose="020B0503020204020204" pitchFamily="34" charset="-122"/>
                <a:ea typeface="微软雅黑" panose="020B0503020204020204" pitchFamily="34" charset="-122"/>
                <a:cs typeface="+mj-cs"/>
              </a:rPr>
              <a:t>年</a:t>
            </a:r>
            <a:r>
              <a:rPr lang="zh-CN" altLang="zh-CN" sz="2400" spc="300" dirty="0">
                <a:latin typeface="微软雅黑" panose="020B0503020204020204" pitchFamily="34" charset="-122"/>
                <a:ea typeface="微软雅黑" panose="020B0503020204020204" pitchFamily="34" charset="-122"/>
                <a:cs typeface="+mj-cs"/>
              </a:rPr>
              <a:t>10</a:t>
            </a:r>
            <a:r>
              <a:rPr lang="zh-CN" sz="2400" spc="300" dirty="0">
                <a:latin typeface="微软雅黑" panose="020B0503020204020204" pitchFamily="34" charset="-122"/>
                <a:ea typeface="微软雅黑" panose="020B0503020204020204" pitchFamily="34" charset="-122"/>
                <a:cs typeface="+mj-cs"/>
              </a:rPr>
              <a:t>月到</a:t>
            </a:r>
            <a:r>
              <a:rPr lang="zh-CN" altLang="zh-CN" sz="2400" spc="300" dirty="0">
                <a:latin typeface="微软雅黑" panose="020B0503020204020204" pitchFamily="34" charset="-122"/>
                <a:ea typeface="微软雅黑" panose="020B0503020204020204" pitchFamily="34" charset="-122"/>
                <a:cs typeface="+mj-cs"/>
              </a:rPr>
              <a:t>2012</a:t>
            </a:r>
            <a:r>
              <a:rPr lang="zh-CN" sz="2400" spc="300" dirty="0">
                <a:latin typeface="微软雅黑" panose="020B0503020204020204" pitchFamily="34" charset="-122"/>
                <a:ea typeface="微软雅黑" panose="020B0503020204020204" pitchFamily="34" charset="-122"/>
                <a:cs typeface="+mj-cs"/>
              </a:rPr>
              <a:t>年</a:t>
            </a:r>
            <a:r>
              <a:rPr lang="zh-CN" altLang="zh-CN" sz="2400" spc="300" dirty="0">
                <a:latin typeface="微软雅黑" panose="020B0503020204020204" pitchFamily="34" charset="-122"/>
                <a:ea typeface="微软雅黑" panose="020B0503020204020204" pitchFamily="34" charset="-122"/>
                <a:cs typeface="+mj-cs"/>
              </a:rPr>
              <a:t>10</a:t>
            </a:r>
            <a:r>
              <a:rPr lang="zh-CN" sz="2400" spc="300" dirty="0">
                <a:latin typeface="微软雅黑" panose="020B0503020204020204" pitchFamily="34" charset="-122"/>
                <a:ea typeface="微软雅黑" panose="020B0503020204020204" pitchFamily="34" charset="-122"/>
                <a:cs typeface="+mj-cs"/>
              </a:rPr>
              <a:t>月的数据后得知，在实验林地共观测到鸟类</a:t>
            </a:r>
            <a:r>
              <a:rPr lang="zh-CN" altLang="zh-CN" sz="2400" spc="300" dirty="0">
                <a:latin typeface="微软雅黑" panose="020B0503020204020204" pitchFamily="34" charset="-122"/>
                <a:ea typeface="微软雅黑" panose="020B0503020204020204" pitchFamily="34" charset="-122"/>
                <a:cs typeface="+mj-cs"/>
              </a:rPr>
              <a:t>44</a:t>
            </a:r>
            <a:r>
              <a:rPr lang="zh-CN" sz="2400" spc="300" dirty="0">
                <a:latin typeface="微软雅黑" panose="020B0503020204020204" pitchFamily="34" charset="-122"/>
                <a:ea typeface="微软雅黑" panose="020B0503020204020204" pitchFamily="34" charset="-122"/>
                <a:cs typeface="+mj-cs"/>
              </a:rPr>
              <a:t>种、</a:t>
            </a:r>
            <a:r>
              <a:rPr lang="zh-CN" altLang="zh-CN" sz="2400" spc="300" dirty="0">
                <a:latin typeface="微软雅黑" panose="020B0503020204020204" pitchFamily="34" charset="-122"/>
                <a:ea typeface="微软雅黑" panose="020B0503020204020204" pitchFamily="34" charset="-122"/>
                <a:cs typeface="+mj-cs"/>
              </a:rPr>
              <a:t>4823</a:t>
            </a:r>
            <a:r>
              <a:rPr lang="zh-CN" sz="2400" spc="300" dirty="0">
                <a:latin typeface="微软雅黑" panose="020B0503020204020204" pitchFamily="34" charset="-122"/>
                <a:ea typeface="微软雅黑" panose="020B0503020204020204" pitchFamily="34" charset="-122"/>
                <a:cs typeface="+mj-cs"/>
              </a:rPr>
              <a:t>只次。其中，留鸟有</a:t>
            </a:r>
            <a:r>
              <a:rPr lang="zh-CN" altLang="zh-CN" sz="2400" spc="300" dirty="0">
                <a:latin typeface="微软雅黑" panose="020B0503020204020204" pitchFamily="34" charset="-122"/>
                <a:ea typeface="微软雅黑" panose="020B0503020204020204" pitchFamily="34" charset="-122"/>
                <a:cs typeface="+mj-cs"/>
              </a:rPr>
              <a:t>23</a:t>
            </a:r>
            <a:r>
              <a:rPr lang="zh-CN" sz="2400" spc="300" dirty="0">
                <a:latin typeface="微软雅黑" panose="020B0503020204020204" pitchFamily="34" charset="-122"/>
                <a:ea typeface="微软雅黑" panose="020B0503020204020204" pitchFamily="34" charset="-122"/>
                <a:cs typeface="+mj-cs"/>
              </a:rPr>
              <a:t>种，冬候鸟有</a:t>
            </a:r>
            <a:r>
              <a:rPr lang="zh-CN" altLang="zh-CN" sz="2400" spc="300" dirty="0">
                <a:latin typeface="微软雅黑" panose="020B0503020204020204" pitchFamily="34" charset="-122"/>
                <a:ea typeface="微软雅黑" panose="020B0503020204020204" pitchFamily="34" charset="-122"/>
                <a:cs typeface="+mj-cs"/>
              </a:rPr>
              <a:t>9</a:t>
            </a:r>
            <a:r>
              <a:rPr lang="zh-CN" sz="2400" spc="300" dirty="0">
                <a:latin typeface="微软雅黑" panose="020B0503020204020204" pitchFamily="34" charset="-122"/>
                <a:ea typeface="微软雅黑" panose="020B0503020204020204" pitchFamily="34" charset="-122"/>
                <a:cs typeface="+mj-cs"/>
              </a:rPr>
              <a:t>种，旅鸟有</a:t>
            </a:r>
            <a:r>
              <a:rPr lang="zh-CN" altLang="zh-CN" sz="2400" spc="300" dirty="0">
                <a:latin typeface="微软雅黑" panose="020B0503020204020204" pitchFamily="34" charset="-122"/>
                <a:ea typeface="微软雅黑" panose="020B0503020204020204" pitchFamily="34" charset="-122"/>
                <a:cs typeface="+mj-cs"/>
              </a:rPr>
              <a:t>8</a:t>
            </a:r>
            <a:r>
              <a:rPr lang="zh-CN" sz="2400" spc="300" dirty="0">
                <a:latin typeface="微软雅黑" panose="020B0503020204020204" pitchFamily="34" charset="-122"/>
                <a:ea typeface="微软雅黑" panose="020B0503020204020204" pitchFamily="34" charset="-122"/>
                <a:cs typeface="+mj-cs"/>
              </a:rPr>
              <a:t>种，夏候鸟有</a:t>
            </a:r>
            <a:r>
              <a:rPr lang="zh-CN" altLang="zh-CN" sz="2400" spc="300" dirty="0">
                <a:latin typeface="微软雅黑" panose="020B0503020204020204" pitchFamily="34" charset="-122"/>
                <a:ea typeface="微软雅黑" panose="020B0503020204020204" pitchFamily="34" charset="-122"/>
                <a:cs typeface="+mj-cs"/>
              </a:rPr>
              <a:t>4</a:t>
            </a:r>
            <a:r>
              <a:rPr lang="zh-CN" sz="2400" spc="300" dirty="0">
                <a:latin typeface="微软雅黑" panose="020B0503020204020204" pitchFamily="34" charset="-122"/>
                <a:ea typeface="微软雅黑" panose="020B0503020204020204" pitchFamily="34" charset="-122"/>
                <a:cs typeface="+mj-cs"/>
              </a:rPr>
              <a:t>种。进一步处理这些数据，能得出以下鸟类居留留型种数的柱状图</a:t>
            </a:r>
            <a:r>
              <a:rPr lang="zh-CN" altLang="zh-CN" sz="2400" spc="300" dirty="0">
                <a:latin typeface="微软雅黑" panose="020B0503020204020204" pitchFamily="34" charset="-122"/>
                <a:ea typeface="微软雅黑" panose="020B0503020204020204" pitchFamily="34" charset="-122"/>
                <a:cs typeface="+mj-cs"/>
              </a:rPr>
              <a:t>(</a:t>
            </a:r>
            <a:r>
              <a:rPr lang="zh-CN" sz="2400" spc="300" dirty="0">
                <a:latin typeface="微软雅黑" panose="020B0503020204020204" pitchFamily="34" charset="-122"/>
                <a:ea typeface="微软雅黑" panose="020B0503020204020204" pitchFamily="34" charset="-122"/>
                <a:cs typeface="+mj-cs"/>
              </a:rPr>
              <a:t>图</a:t>
            </a:r>
            <a:r>
              <a:rPr lang="zh-CN" altLang="zh-CN" sz="2400" spc="300" dirty="0">
                <a:latin typeface="微软雅黑" panose="020B0503020204020204" pitchFamily="34" charset="-122"/>
                <a:ea typeface="微软雅黑" panose="020B0503020204020204" pitchFamily="34" charset="-122"/>
                <a:cs typeface="+mj-cs"/>
              </a:rPr>
              <a:t>1-7)</a:t>
            </a:r>
            <a:r>
              <a:rPr lang="zh-CN" sz="2400" spc="300" dirty="0">
                <a:latin typeface="微软雅黑" panose="020B0503020204020204" pitchFamily="34" charset="-122"/>
                <a:ea typeface="微软雅黑" panose="020B0503020204020204" pitchFamily="34" charset="-122"/>
                <a:cs typeface="+mj-cs"/>
              </a:rPr>
              <a:t>及居留型比例的饼图</a:t>
            </a:r>
            <a:r>
              <a:rPr lang="zh-CN" altLang="zh-CN" sz="2400" spc="300" dirty="0">
                <a:latin typeface="微软雅黑" panose="020B0503020204020204" pitchFamily="34" charset="-122"/>
                <a:ea typeface="微软雅黑" panose="020B0503020204020204" pitchFamily="34" charset="-122"/>
                <a:cs typeface="+mj-cs"/>
              </a:rPr>
              <a:t>(</a:t>
            </a:r>
            <a:r>
              <a:rPr lang="zh-CN" sz="2400" spc="300" dirty="0">
                <a:latin typeface="微软雅黑" panose="020B0503020204020204" pitchFamily="34" charset="-122"/>
                <a:ea typeface="微软雅黑" panose="020B0503020204020204" pitchFamily="34" charset="-122"/>
                <a:cs typeface="+mj-cs"/>
              </a:rPr>
              <a:t>图</a:t>
            </a:r>
            <a:r>
              <a:rPr lang="zh-CN" altLang="zh-CN" sz="2400" spc="300" dirty="0">
                <a:latin typeface="微软雅黑" panose="020B0503020204020204" pitchFamily="34" charset="-122"/>
                <a:ea typeface="微软雅黑" panose="020B0503020204020204" pitchFamily="34" charset="-122"/>
                <a:cs typeface="+mj-cs"/>
              </a:rPr>
              <a:t>1-8)</a:t>
            </a:r>
            <a:r>
              <a:rPr lang="zh-CN" sz="2400" spc="300" dirty="0">
                <a:latin typeface="微软雅黑" panose="020B0503020204020204" pitchFamily="34" charset="-122"/>
                <a:ea typeface="微软雅黑" panose="020B0503020204020204" pitchFamily="34" charset="-122"/>
                <a:cs typeface="+mj-cs"/>
              </a:rPr>
              <a:t>。</a:t>
            </a:r>
            <a:endParaRPr lang="zh-CN" sz="2400" spc="300" dirty="0">
              <a:latin typeface="微软雅黑" panose="020B0503020204020204" pitchFamily="34" charset="-122"/>
              <a:ea typeface="微软雅黑" panose="020B0503020204020204" pitchFamily="34" charset="-122"/>
              <a:cs typeface="+mj-cs"/>
            </a:endParaRPr>
          </a:p>
        </p:txBody>
      </p:sp>
      <p:sp>
        <p:nvSpPr>
          <p:cNvPr id="2" name="文本框 1"/>
          <p:cNvSpPr txBox="1"/>
          <p:nvPr>
            <p:custDataLst>
              <p:tags r:id="rId5"/>
            </p:custDataLst>
          </p:nvPr>
        </p:nvSpPr>
        <p:spPr>
          <a:xfrm>
            <a:off x="3409950" y="1176338"/>
            <a:ext cx="1333500" cy="639762"/>
          </a:xfrm>
          <a:prstGeom prst="rect">
            <a:avLst/>
          </a:prstGeom>
        </p:spPr>
        <p:txBody>
          <a:bodyPr lIns="90000" tIns="46800" rIns="90000" bIns="0" anchor="b">
            <a:normAutofit/>
          </a:bodyPr>
          <a:lstStyle>
            <a:defPPr>
              <a:defRPr lang="zh-CN"/>
            </a:defPPr>
            <a:lvl1pPr lvl="0" defTabSz="913765">
              <a:lnSpc>
                <a:spcPct val="130000"/>
              </a:lnSpc>
              <a:defRPr b="1">
                <a:latin typeface="+mj-lt"/>
                <a:ea typeface="+mj-ea"/>
                <a:cs typeface="+mj-cs"/>
              </a:defRPr>
            </a:lvl1pPr>
          </a:lstStyle>
          <a:p>
            <a:pPr algn="ctr">
              <a:lnSpc>
                <a:spcPct val="120000"/>
              </a:lnSpc>
              <a:defRPr/>
            </a:pPr>
            <a:r>
              <a:rPr lang="zh-CN" altLang="en-US" sz="2800" spc="300" dirty="0">
                <a:solidFill>
                  <a:srgbClr val="0070C0"/>
                </a:solidFill>
                <a:latin typeface="微软雅黑" panose="020B0503020204020204" pitchFamily="34" charset="-122"/>
                <a:ea typeface="微软雅黑" panose="020B0503020204020204" pitchFamily="34" charset="-122"/>
              </a:rPr>
              <a:t>案例</a:t>
            </a:r>
            <a:endParaRPr lang="zh-CN" altLang="en-US" sz="2800" spc="300" dirty="0">
              <a:solidFill>
                <a:srgbClr val="0070C0"/>
              </a:solidFill>
              <a:latin typeface="微软雅黑" panose="020B0503020204020204" pitchFamily="34" charset="-122"/>
              <a:ea typeface="微软雅黑" panose="020B0503020204020204" pitchFamily="34" charset="-122"/>
            </a:endParaRPr>
          </a:p>
        </p:txBody>
      </p:sp>
    </p:spTree>
    <p:custDataLst>
      <p:tags r:id="rId6"/>
    </p:custDataLst>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482" name="图表 2"/>
          <p:cNvGraphicFramePr/>
          <p:nvPr/>
        </p:nvGraphicFramePr>
        <p:xfrm>
          <a:off x="1949450" y="1249363"/>
          <a:ext cx="8580438" cy="4359275"/>
        </p:xfrm>
        <a:graphic>
          <a:graphicData uri="http://schemas.openxmlformats.org/presentationml/2006/ole">
            <mc:AlternateContent xmlns:mc="http://schemas.openxmlformats.org/markup-compatibility/2006">
              <mc:Choice xmlns:v="urn:schemas-microsoft-com:vml" Requires="v">
                <p:oleObj spid="_x0000_s20492" name="" r:id="rId1" imgW="8576945" imgH="4358640" progId="Excel.Chart.8">
                  <p:embed/>
                </p:oleObj>
              </mc:Choice>
              <mc:Fallback>
                <p:oleObj name="" r:id="rId1" imgW="8576945" imgH="4358640" progId="Excel.Chart.8">
                  <p:embed/>
                  <p:pic>
                    <p:nvPicPr>
                      <p:cNvPr id="0" name="图表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49450" y="1249363"/>
                        <a:ext cx="8580438" cy="435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506" name="图表 4"/>
          <p:cNvGraphicFramePr/>
          <p:nvPr/>
        </p:nvGraphicFramePr>
        <p:xfrm>
          <a:off x="2579053" y="670560"/>
          <a:ext cx="7032625" cy="5516563"/>
        </p:xfrm>
        <a:graphic>
          <a:graphicData uri="http://schemas.openxmlformats.org/presentationml/2006/ole">
            <mc:AlternateContent xmlns:mc="http://schemas.openxmlformats.org/markup-compatibility/2006">
              <mc:Choice xmlns:v="urn:schemas-microsoft-com:vml" Requires="v">
                <p:oleObj spid="_x0000_s21516" name="" r:id="rId1" imgW="7034530" imgH="5516880" progId="Excel.Chart.8">
                  <p:embed/>
                </p:oleObj>
              </mc:Choice>
              <mc:Fallback>
                <p:oleObj name="" r:id="rId1" imgW="7034530" imgH="5516880" progId="Excel.Chart.8">
                  <p:embed/>
                  <p:pic>
                    <p:nvPicPr>
                      <p:cNvPr id="0" name="图表 4"/>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79053" y="670560"/>
                        <a:ext cx="7032625" cy="551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图片 1" descr="微信图片_20200918112516"/>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755650" y="711200"/>
            <a:ext cx="2963863" cy="81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1" name="文本框 11"/>
          <p:cNvSpPr txBox="1">
            <a:spLocks noChangeArrowheads="1"/>
          </p:cNvSpPr>
          <p:nvPr>
            <p:custDataLst>
              <p:tags r:id="rId2"/>
            </p:custDataLst>
          </p:nvPr>
        </p:nvSpPr>
        <p:spPr bwMode="auto">
          <a:xfrm>
            <a:off x="1347788" y="1663699"/>
            <a:ext cx="9769475" cy="4652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0" rIns="90000" bIns="46800"/>
          <a:lstStyle>
            <a:lvl1pPr defTabSz="913130" eaLnBrk="0" hangingPunct="0">
              <a:defRPr>
                <a:solidFill>
                  <a:schemeClr val="tx1"/>
                </a:solidFill>
                <a:latin typeface="Calibri" panose="020F0502020204030204" pitchFamily="34" charset="0"/>
                <a:ea typeface="宋体" panose="02010600030101010101" pitchFamily="2" charset="-122"/>
              </a:defRPr>
            </a:lvl1pPr>
            <a:lvl2pPr marL="742950" indent="-285750" defTabSz="913130" eaLnBrk="0" hangingPunct="0">
              <a:defRPr>
                <a:solidFill>
                  <a:schemeClr val="tx1"/>
                </a:solidFill>
                <a:latin typeface="Calibri" panose="020F0502020204030204" pitchFamily="34" charset="0"/>
                <a:ea typeface="宋体" panose="02010600030101010101" pitchFamily="2" charset="-122"/>
              </a:defRPr>
            </a:lvl2pPr>
            <a:lvl3pPr marL="1143000" indent="-228600" defTabSz="913130" eaLnBrk="0" hangingPunct="0">
              <a:defRPr>
                <a:solidFill>
                  <a:schemeClr val="tx1"/>
                </a:solidFill>
                <a:latin typeface="Calibri" panose="020F0502020204030204" pitchFamily="34" charset="0"/>
                <a:ea typeface="宋体" panose="02010600030101010101" pitchFamily="2" charset="-122"/>
              </a:defRPr>
            </a:lvl3pPr>
            <a:lvl4pPr marL="1600200" indent="-228600" defTabSz="913130" eaLnBrk="0" hangingPunct="0">
              <a:defRPr>
                <a:solidFill>
                  <a:schemeClr val="tx1"/>
                </a:solidFill>
                <a:latin typeface="Calibri" panose="020F0502020204030204" pitchFamily="34" charset="0"/>
                <a:ea typeface="宋体" panose="02010600030101010101" pitchFamily="2" charset="-122"/>
              </a:defRPr>
            </a:lvl4pPr>
            <a:lvl5pPr marL="2057400" indent="-228600" defTabSz="913130" eaLnBrk="0" hangingPunct="0">
              <a:defRPr>
                <a:solidFill>
                  <a:schemeClr val="tx1"/>
                </a:solidFill>
                <a:latin typeface="Calibri" panose="020F0502020204030204" pitchFamily="34" charset="0"/>
                <a:ea typeface="宋体" panose="02010600030101010101" pitchFamily="2" charset="-122"/>
              </a:defRPr>
            </a:lvl5pPr>
            <a:lvl6pPr marL="2514600" indent="-228600" defTabSz="91313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91313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91313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91313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720090" defTabSz="913765" eaLnBrk="1" hangingPunct="1">
              <a:lnSpc>
                <a:spcPct val="150000"/>
              </a:lnSpc>
              <a:spcAft>
                <a:spcPts val="1200"/>
              </a:spcAft>
              <a:defRPr/>
            </a:pPr>
            <a:r>
              <a:rPr lang="zh-CN" sz="2400" spc="300" dirty="0">
                <a:latin typeface="微软雅黑" panose="020B0503020204020204" pitchFamily="34" charset="-122"/>
                <a:ea typeface="微软雅黑" panose="020B0503020204020204" pitchFamily="34" charset="-122"/>
                <a:cs typeface="+mj-cs"/>
              </a:rPr>
              <a:t>１</a:t>
            </a:r>
            <a:r>
              <a:rPr lang="zh-CN" altLang="en-US" sz="2400" spc="300" dirty="0">
                <a:latin typeface="微软雅黑" panose="020B0503020204020204" pitchFamily="34" charset="-122"/>
                <a:ea typeface="微软雅黑" panose="020B0503020204020204" pitchFamily="34" charset="-122"/>
                <a:cs typeface="+mj-cs"/>
              </a:rPr>
              <a:t>、</a:t>
            </a:r>
            <a:r>
              <a:rPr lang="zh-CN" sz="2400" spc="300" dirty="0">
                <a:latin typeface="微软雅黑" panose="020B0503020204020204" pitchFamily="34" charset="-122"/>
                <a:ea typeface="微软雅黑" panose="020B0503020204020204" pitchFamily="34" charset="-122"/>
                <a:cs typeface="+mj-cs"/>
              </a:rPr>
              <a:t>该林地的野外数据采集工作是由多名工作人员共同完成的，但数据大家都可以使用。这反映了数据的什么特征？</a:t>
            </a:r>
            <a:endParaRPr lang="zh-CN" sz="2400" spc="300" dirty="0">
              <a:latin typeface="微软雅黑" panose="020B0503020204020204" pitchFamily="34" charset="-122"/>
              <a:ea typeface="微软雅黑" panose="020B0503020204020204" pitchFamily="34" charset="-122"/>
              <a:cs typeface="+mj-cs"/>
            </a:endParaRPr>
          </a:p>
          <a:p>
            <a:pPr indent="720090" defTabSz="913765" eaLnBrk="1" hangingPunct="1">
              <a:lnSpc>
                <a:spcPct val="150000"/>
              </a:lnSpc>
              <a:defRPr/>
            </a:pPr>
            <a:r>
              <a:rPr lang="zh-CN" sz="2400" spc="300" dirty="0">
                <a:latin typeface="微软雅黑" panose="020B0503020204020204" pitchFamily="34" charset="-122"/>
                <a:ea typeface="微软雅黑" panose="020B0503020204020204" pitchFamily="34" charset="-122"/>
                <a:cs typeface="+mj-cs"/>
              </a:rPr>
              <a:t>２</a:t>
            </a:r>
            <a:r>
              <a:rPr lang="zh-CN" altLang="en-US" sz="2400" spc="300" dirty="0">
                <a:latin typeface="微软雅黑" panose="020B0503020204020204" pitchFamily="34" charset="-122"/>
                <a:ea typeface="微软雅黑" panose="020B0503020204020204" pitchFamily="34" charset="-122"/>
                <a:cs typeface="+mj-cs"/>
              </a:rPr>
              <a:t>、</a:t>
            </a:r>
            <a:r>
              <a:rPr lang="zh-CN" sz="2400" spc="300" dirty="0">
                <a:latin typeface="微软雅黑" panose="020B0503020204020204" pitchFamily="34" charset="-122"/>
                <a:ea typeface="微软雅黑" panose="020B0503020204020204" pitchFamily="34" charset="-122"/>
                <a:cs typeface="+mj-cs"/>
              </a:rPr>
              <a:t>同一份鸟类研究数据，鸟类学家可以从中获取鸟类的生存状况与栖息地环境改变之间联系的信息，从而指导人们开展</a:t>
            </a:r>
            <a:r>
              <a:rPr lang="zh-CN" sz="2400" b="1" spc="300" dirty="0">
                <a:latin typeface="微软雅黑" panose="020B0503020204020204" pitchFamily="34" charset="-122"/>
                <a:ea typeface="微软雅黑" panose="020B0503020204020204" pitchFamily="34" charset="-122"/>
                <a:cs typeface="+mj-cs"/>
              </a:rPr>
              <a:t>环境保护工作</a:t>
            </a:r>
            <a:r>
              <a:rPr lang="zh-CN" sz="2400" spc="300" dirty="0">
                <a:latin typeface="微软雅黑" panose="020B0503020204020204" pitchFamily="34" charset="-122"/>
                <a:ea typeface="微软雅黑" panose="020B0503020204020204" pitchFamily="34" charset="-122"/>
                <a:cs typeface="+mj-cs"/>
              </a:rPr>
              <a:t>；卫生防疫部门可以从中获取候鸟迁徙路线的相关信息，从而指导人们开展</a:t>
            </a:r>
            <a:r>
              <a:rPr lang="zh-CN" sz="2400" b="1" spc="300" dirty="0">
                <a:latin typeface="微软雅黑" panose="020B0503020204020204" pitchFamily="34" charset="-122"/>
                <a:ea typeface="微软雅黑" panose="020B0503020204020204" pitchFamily="34" charset="-122"/>
                <a:cs typeface="+mj-cs"/>
              </a:rPr>
              <a:t>禽流感防护工作</a:t>
            </a:r>
            <a:r>
              <a:rPr lang="zh-CN" sz="2400" spc="300" dirty="0">
                <a:latin typeface="微软雅黑" panose="020B0503020204020204" pitchFamily="34" charset="-122"/>
                <a:ea typeface="微软雅黑" panose="020B0503020204020204" pitchFamily="34" charset="-122"/>
                <a:cs typeface="+mj-cs"/>
              </a:rPr>
              <a:t>。这反映了数据和信息的什么特征？这说明数据和信息之间有怎样的关系？你能列举出类似的例子吗？</a:t>
            </a:r>
            <a:endParaRPr lang="zh-CN" sz="2400" spc="300" dirty="0">
              <a:latin typeface="微软雅黑" panose="020B0503020204020204" pitchFamily="34" charset="-122"/>
              <a:ea typeface="微软雅黑" panose="020B0503020204020204" pitchFamily="34" charset="-122"/>
              <a:cs typeface="+mj-cs"/>
            </a:endParaRPr>
          </a:p>
        </p:txBody>
      </p:sp>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文本框 115"/>
          <p:cNvSpPr txBox="1">
            <a:spLocks noChangeArrowheads="1"/>
          </p:cNvSpPr>
          <p:nvPr>
            <p:custDataLst>
              <p:tags r:id="rId1"/>
            </p:custDataLst>
          </p:nvPr>
        </p:nvSpPr>
        <p:spPr bwMode="auto">
          <a:xfrm>
            <a:off x="1435100" y="1509713"/>
            <a:ext cx="5584825" cy="39050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720090" defTabSz="913765" eaLnBrk="1" hangingPunct="1">
              <a:lnSpc>
                <a:spcPct val="150000"/>
              </a:lnSpc>
              <a:defRPr/>
            </a:pPr>
            <a:r>
              <a:rPr lang="zh-CN" altLang="en-US" sz="2400" spc="300" dirty="0">
                <a:latin typeface="微软雅黑" panose="020B0503020204020204" pitchFamily="34" charset="-122"/>
                <a:ea typeface="微软雅黑" panose="020B0503020204020204" pitchFamily="34" charset="-122"/>
                <a:cs typeface="+mj-cs"/>
              </a:rPr>
              <a:t>通过对大量数据、信息的归纳整理和反复验证，科学家完成了许多研究论文和学术著作，构建了比较多关于鸟类的知识，如植物群落多样性与鸟类行存的关系等。为鸟类栖息地保护和物种多样性保护提供了理论依据。</a:t>
            </a:r>
            <a:endParaRPr lang="zh-CN" altLang="en-US" sz="2400" spc="300" dirty="0">
              <a:latin typeface="微软雅黑" panose="020B0503020204020204" pitchFamily="34" charset="-122"/>
              <a:ea typeface="微软雅黑" panose="020B0503020204020204" pitchFamily="34" charset="-122"/>
              <a:cs typeface="+mj-cs"/>
            </a:endParaRPr>
          </a:p>
        </p:txBody>
      </p:sp>
      <p:sp>
        <p:nvSpPr>
          <p:cNvPr id="238" name="Rectangle 5"/>
          <p:cNvSpPr>
            <a:spLocks noChangeArrowheads="1"/>
          </p:cNvSpPr>
          <p:nvPr>
            <p:custDataLst>
              <p:tags r:id="rId2"/>
            </p:custDataLst>
          </p:nvPr>
        </p:nvSpPr>
        <p:spPr bwMode="auto">
          <a:xfrm>
            <a:off x="7945438" y="3282950"/>
            <a:ext cx="2805112" cy="65088"/>
          </a:xfrm>
          <a:prstGeom prst="rect">
            <a:avLst/>
          </a:prstGeom>
          <a:solidFill>
            <a:schemeClr val="accent1">
              <a:lumMod val="60000"/>
              <a:lumOff val="40000"/>
            </a:schemeClr>
          </a:solidFill>
          <a:ln>
            <a:noFill/>
          </a:ln>
        </p:spPr>
        <p:txBody>
          <a:bodyPr/>
          <a:lstStyle/>
          <a:p>
            <a:pPr>
              <a:defRPr/>
            </a:pPr>
            <a:endParaRPr lang="zh-CN" altLang="en-US">
              <a:latin typeface="微软雅黑" panose="020B0503020204020204" pitchFamily="34" charset="-122"/>
              <a:ea typeface="微软雅黑" panose="020B0503020204020204" pitchFamily="34" charset="-122"/>
            </a:endParaRPr>
          </a:p>
        </p:txBody>
      </p:sp>
      <p:sp>
        <p:nvSpPr>
          <p:cNvPr id="239" name="Rectangle 6"/>
          <p:cNvSpPr>
            <a:spLocks noChangeArrowheads="1"/>
          </p:cNvSpPr>
          <p:nvPr>
            <p:custDataLst>
              <p:tags r:id="rId3"/>
            </p:custDataLst>
          </p:nvPr>
        </p:nvSpPr>
        <p:spPr bwMode="auto">
          <a:xfrm>
            <a:off x="7997825" y="3375025"/>
            <a:ext cx="2697163" cy="100013"/>
          </a:xfrm>
          <a:prstGeom prst="rect">
            <a:avLst/>
          </a:prstGeom>
          <a:solidFill>
            <a:schemeClr val="accent1">
              <a:lumMod val="60000"/>
              <a:lumOff val="40000"/>
            </a:schemeClr>
          </a:solidFill>
          <a:ln>
            <a:noFill/>
          </a:ln>
        </p:spPr>
        <p:txBody>
          <a:bodyPr/>
          <a:lstStyle/>
          <a:p>
            <a:pPr>
              <a:defRPr/>
            </a:pPr>
            <a:endParaRPr lang="zh-CN" altLang="en-US">
              <a:latin typeface="微软雅黑" panose="020B0503020204020204" pitchFamily="34" charset="-122"/>
              <a:ea typeface="微软雅黑" panose="020B0503020204020204" pitchFamily="34" charset="-122"/>
            </a:endParaRPr>
          </a:p>
        </p:txBody>
      </p:sp>
      <p:sp>
        <p:nvSpPr>
          <p:cNvPr id="23557" name="Rectangle 7"/>
          <p:cNvSpPr>
            <a:spLocks noChangeArrowheads="1"/>
          </p:cNvSpPr>
          <p:nvPr>
            <p:custDataLst>
              <p:tags r:id="rId4"/>
            </p:custDataLst>
          </p:nvPr>
        </p:nvSpPr>
        <p:spPr bwMode="auto">
          <a:xfrm>
            <a:off x="7997825" y="3348038"/>
            <a:ext cx="2697163" cy="26987"/>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41" name="Rectangle 8"/>
          <p:cNvSpPr>
            <a:spLocks noChangeArrowheads="1"/>
          </p:cNvSpPr>
          <p:nvPr>
            <p:custDataLst>
              <p:tags r:id="rId5"/>
            </p:custDataLst>
          </p:nvPr>
        </p:nvSpPr>
        <p:spPr bwMode="auto">
          <a:xfrm>
            <a:off x="8335963" y="3282950"/>
            <a:ext cx="617537" cy="65088"/>
          </a:xfrm>
          <a:prstGeom prst="rect">
            <a:avLst/>
          </a:prstGeom>
          <a:solidFill>
            <a:schemeClr val="accent1">
              <a:lumMod val="40000"/>
              <a:lumOff val="60000"/>
            </a:schemeClr>
          </a:solidFill>
          <a:ln>
            <a:noFill/>
          </a:ln>
        </p:spPr>
        <p:txBody>
          <a:bodyPr/>
          <a:lstStyle/>
          <a:p>
            <a:pPr>
              <a:defRPr/>
            </a:pPr>
            <a:endParaRPr lang="zh-CN" altLang="en-US">
              <a:latin typeface="微软雅黑" panose="020B0503020204020204" pitchFamily="34" charset="-122"/>
              <a:ea typeface="微软雅黑" panose="020B0503020204020204" pitchFamily="34" charset="-122"/>
            </a:endParaRPr>
          </a:p>
        </p:txBody>
      </p:sp>
      <p:sp>
        <p:nvSpPr>
          <p:cNvPr id="23559" name="Rectangle 9"/>
          <p:cNvSpPr>
            <a:spLocks noChangeArrowheads="1"/>
          </p:cNvSpPr>
          <p:nvPr>
            <p:custDataLst>
              <p:tags r:id="rId6"/>
            </p:custDataLst>
          </p:nvPr>
        </p:nvSpPr>
        <p:spPr bwMode="auto">
          <a:xfrm>
            <a:off x="8343900" y="3348038"/>
            <a:ext cx="609600" cy="26987"/>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43" name="Rectangle 10"/>
          <p:cNvSpPr>
            <a:spLocks noChangeArrowheads="1"/>
          </p:cNvSpPr>
          <p:nvPr>
            <p:custDataLst>
              <p:tags r:id="rId7"/>
            </p:custDataLst>
          </p:nvPr>
        </p:nvSpPr>
        <p:spPr bwMode="auto">
          <a:xfrm>
            <a:off x="8337550" y="3375025"/>
            <a:ext cx="615950" cy="100013"/>
          </a:xfrm>
          <a:prstGeom prst="rect">
            <a:avLst/>
          </a:prstGeom>
          <a:solidFill>
            <a:schemeClr val="accent1">
              <a:lumMod val="40000"/>
              <a:lumOff val="60000"/>
            </a:schemeClr>
          </a:solidFill>
          <a:ln>
            <a:noFill/>
          </a:ln>
        </p:spPr>
        <p:txBody>
          <a:bodyPr/>
          <a:lstStyle/>
          <a:p>
            <a:pPr>
              <a:defRPr/>
            </a:pPr>
            <a:endParaRPr lang="zh-CN" altLang="en-US">
              <a:latin typeface="微软雅黑" panose="020B0503020204020204" pitchFamily="34" charset="-122"/>
              <a:ea typeface="微软雅黑" panose="020B0503020204020204" pitchFamily="34" charset="-122"/>
            </a:endParaRPr>
          </a:p>
        </p:txBody>
      </p:sp>
      <p:sp>
        <p:nvSpPr>
          <p:cNvPr id="23561" name="Freeform 11"/>
          <p:cNvSpPr/>
          <p:nvPr>
            <p:custDataLst>
              <p:tags r:id="rId8"/>
            </p:custDataLst>
          </p:nvPr>
        </p:nvSpPr>
        <p:spPr bwMode="auto">
          <a:xfrm>
            <a:off x="7997825" y="3473450"/>
            <a:ext cx="2698750" cy="52388"/>
          </a:xfrm>
          <a:custGeom>
            <a:avLst/>
            <a:gdLst>
              <a:gd name="T0" fmla="*/ 0 w 1125"/>
              <a:gd name="T1" fmla="*/ 0 h 22"/>
              <a:gd name="T2" fmla="*/ 2147483647 w 1125"/>
              <a:gd name="T3" fmla="*/ 0 h 22"/>
              <a:gd name="T4" fmla="*/ 2147483647 w 1125"/>
              <a:gd name="T5" fmla="*/ 2147483647 h 22"/>
              <a:gd name="T6" fmla="*/ 2147483647 w 1125"/>
              <a:gd name="T7" fmla="*/ 2147483647 h 22"/>
              <a:gd name="T8" fmla="*/ 0 w 1125"/>
              <a:gd name="T9" fmla="*/ 0 h 22"/>
              <a:gd name="T10" fmla="*/ 0 60000 65536"/>
              <a:gd name="T11" fmla="*/ 0 60000 65536"/>
              <a:gd name="T12" fmla="*/ 0 60000 65536"/>
              <a:gd name="T13" fmla="*/ 0 60000 65536"/>
              <a:gd name="T14" fmla="*/ 0 60000 65536"/>
              <a:gd name="T15" fmla="*/ 0 w 1125"/>
              <a:gd name="T16" fmla="*/ 0 h 22"/>
              <a:gd name="T17" fmla="*/ 1125 w 1125"/>
              <a:gd name="T18" fmla="*/ 22 h 22"/>
            </a:gdLst>
            <a:ahLst/>
            <a:cxnLst>
              <a:cxn ang="T10">
                <a:pos x="T0" y="T1"/>
              </a:cxn>
              <a:cxn ang="T11">
                <a:pos x="T2" y="T3"/>
              </a:cxn>
              <a:cxn ang="T12">
                <a:pos x="T4" y="T5"/>
              </a:cxn>
              <a:cxn ang="T13">
                <a:pos x="T6" y="T7"/>
              </a:cxn>
              <a:cxn ang="T14">
                <a:pos x="T8" y="T9"/>
              </a:cxn>
            </a:cxnLst>
            <a:rect l="T15" t="T16" r="T17" b="T18"/>
            <a:pathLst>
              <a:path w="1125" h="22">
                <a:moveTo>
                  <a:pt x="0" y="0"/>
                </a:moveTo>
                <a:cubicBezTo>
                  <a:pt x="375" y="0"/>
                  <a:pt x="750" y="0"/>
                  <a:pt x="1125" y="0"/>
                </a:cubicBezTo>
                <a:cubicBezTo>
                  <a:pt x="1119" y="8"/>
                  <a:pt x="1113" y="15"/>
                  <a:pt x="1108" y="22"/>
                </a:cubicBezTo>
                <a:cubicBezTo>
                  <a:pt x="743" y="22"/>
                  <a:pt x="378" y="22"/>
                  <a:pt x="13" y="22"/>
                </a:cubicBezTo>
                <a:cubicBezTo>
                  <a:pt x="9" y="15"/>
                  <a:pt x="4" y="8"/>
                  <a:pt x="0" y="0"/>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245" name="Freeform 12"/>
          <p:cNvSpPr/>
          <p:nvPr>
            <p:custDataLst>
              <p:tags r:id="rId9"/>
            </p:custDataLst>
          </p:nvPr>
        </p:nvSpPr>
        <p:spPr bwMode="auto">
          <a:xfrm>
            <a:off x="8337550" y="3475038"/>
            <a:ext cx="628650" cy="50800"/>
          </a:xfrm>
          <a:custGeom>
            <a:avLst/>
            <a:gdLst>
              <a:gd name="T0" fmla="*/ 0 w 262"/>
              <a:gd name="T1" fmla="*/ 0 h 21"/>
              <a:gd name="T2" fmla="*/ 17 w 262"/>
              <a:gd name="T3" fmla="*/ 21 h 21"/>
              <a:gd name="T4" fmla="*/ 262 w 262"/>
              <a:gd name="T5" fmla="*/ 21 h 21"/>
              <a:gd name="T6" fmla="*/ 256 w 262"/>
              <a:gd name="T7" fmla="*/ 0 h 21"/>
              <a:gd name="T8" fmla="*/ 0 w 262"/>
              <a:gd name="T9" fmla="*/ 0 h 21"/>
            </a:gdLst>
            <a:ahLst/>
            <a:cxnLst>
              <a:cxn ang="0">
                <a:pos x="T0" y="T1"/>
              </a:cxn>
              <a:cxn ang="0">
                <a:pos x="T2" y="T3"/>
              </a:cxn>
              <a:cxn ang="0">
                <a:pos x="T4" y="T5"/>
              </a:cxn>
              <a:cxn ang="0">
                <a:pos x="T6" y="T7"/>
              </a:cxn>
              <a:cxn ang="0">
                <a:pos x="T8" y="T9"/>
              </a:cxn>
            </a:cxnLst>
            <a:rect l="0" t="0" r="r" b="b"/>
            <a:pathLst>
              <a:path w="262" h="21">
                <a:moveTo>
                  <a:pt x="0" y="0"/>
                </a:moveTo>
                <a:cubicBezTo>
                  <a:pt x="6" y="7"/>
                  <a:pt x="11" y="14"/>
                  <a:pt x="17" y="21"/>
                </a:cubicBezTo>
                <a:cubicBezTo>
                  <a:pt x="99" y="21"/>
                  <a:pt x="180" y="21"/>
                  <a:pt x="262" y="21"/>
                </a:cubicBezTo>
                <a:cubicBezTo>
                  <a:pt x="260" y="14"/>
                  <a:pt x="258" y="7"/>
                  <a:pt x="256" y="0"/>
                </a:cubicBezTo>
                <a:cubicBezTo>
                  <a:pt x="171" y="0"/>
                  <a:pt x="85" y="0"/>
                  <a:pt x="0" y="0"/>
                </a:cubicBezTo>
                <a:close/>
              </a:path>
            </a:pathLst>
          </a:custGeom>
          <a:solidFill>
            <a:schemeClr val="accent1">
              <a:lumMod val="60000"/>
              <a:lumOff val="40000"/>
            </a:schemeClr>
          </a:solidFill>
          <a:ln>
            <a:noFill/>
          </a:ln>
        </p:spPr>
        <p:txBody>
          <a:bodyPr/>
          <a:lstStyle/>
          <a:p>
            <a:pPr>
              <a:defRPr/>
            </a:pPr>
            <a:endParaRPr lang="zh-CN" altLang="en-US">
              <a:latin typeface="微软雅黑" panose="020B0503020204020204" pitchFamily="34" charset="-122"/>
              <a:ea typeface="微软雅黑" panose="020B0503020204020204" pitchFamily="34" charset="-122"/>
            </a:endParaRPr>
          </a:p>
        </p:txBody>
      </p:sp>
      <p:sp>
        <p:nvSpPr>
          <p:cNvPr id="23563" name="Freeform 13"/>
          <p:cNvSpPr/>
          <p:nvPr>
            <p:custDataLst>
              <p:tags r:id="rId10"/>
            </p:custDataLst>
          </p:nvPr>
        </p:nvSpPr>
        <p:spPr bwMode="auto">
          <a:xfrm>
            <a:off x="8031163" y="3525838"/>
            <a:ext cx="2622550" cy="1944687"/>
          </a:xfrm>
          <a:custGeom>
            <a:avLst/>
            <a:gdLst>
              <a:gd name="T0" fmla="*/ 2147483647 w 1093"/>
              <a:gd name="T1" fmla="*/ 0 h 813"/>
              <a:gd name="T2" fmla="*/ 0 w 1093"/>
              <a:gd name="T3" fmla="*/ 0 h 813"/>
              <a:gd name="T4" fmla="*/ 2147483647 w 1093"/>
              <a:gd name="T5" fmla="*/ 2147483647 h 813"/>
              <a:gd name="T6" fmla="*/ 2147483647 w 1093"/>
              <a:gd name="T7" fmla="*/ 2147483647 h 813"/>
              <a:gd name="T8" fmla="*/ 2147483647 w 1093"/>
              <a:gd name="T9" fmla="*/ 2147483647 h 813"/>
              <a:gd name="T10" fmla="*/ 2147483647 w 1093"/>
              <a:gd name="T11" fmla="*/ 2147483647 h 813"/>
              <a:gd name="T12" fmla="*/ 2147483647 w 1093"/>
              <a:gd name="T13" fmla="*/ 0 h 813"/>
              <a:gd name="T14" fmla="*/ 0 60000 65536"/>
              <a:gd name="T15" fmla="*/ 0 60000 65536"/>
              <a:gd name="T16" fmla="*/ 0 60000 65536"/>
              <a:gd name="T17" fmla="*/ 0 60000 65536"/>
              <a:gd name="T18" fmla="*/ 0 60000 65536"/>
              <a:gd name="T19" fmla="*/ 0 60000 65536"/>
              <a:gd name="T20" fmla="*/ 0 60000 65536"/>
              <a:gd name="T21" fmla="*/ 0 w 1093"/>
              <a:gd name="T22" fmla="*/ 0 h 813"/>
              <a:gd name="T23" fmla="*/ 1093 w 1093"/>
              <a:gd name="T24" fmla="*/ 813 h 8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93" h="813">
                <a:moveTo>
                  <a:pt x="1093" y="0"/>
                </a:moveTo>
                <a:cubicBezTo>
                  <a:pt x="0" y="0"/>
                  <a:pt x="0" y="0"/>
                  <a:pt x="0" y="0"/>
                </a:cubicBezTo>
                <a:cubicBezTo>
                  <a:pt x="447" y="541"/>
                  <a:pt x="447" y="541"/>
                  <a:pt x="447" y="541"/>
                </a:cubicBezTo>
                <a:cubicBezTo>
                  <a:pt x="447" y="813"/>
                  <a:pt x="447" y="813"/>
                  <a:pt x="447" y="813"/>
                </a:cubicBezTo>
                <a:cubicBezTo>
                  <a:pt x="515" y="788"/>
                  <a:pt x="584" y="762"/>
                  <a:pt x="652" y="737"/>
                </a:cubicBezTo>
                <a:cubicBezTo>
                  <a:pt x="652" y="669"/>
                  <a:pt x="653" y="600"/>
                  <a:pt x="653" y="532"/>
                </a:cubicBezTo>
                <a:lnTo>
                  <a:pt x="1093" y="0"/>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247" name="Freeform 14"/>
          <p:cNvSpPr/>
          <p:nvPr>
            <p:custDataLst>
              <p:tags r:id="rId11"/>
            </p:custDataLst>
          </p:nvPr>
        </p:nvSpPr>
        <p:spPr bwMode="auto">
          <a:xfrm>
            <a:off x="8380413" y="3525838"/>
            <a:ext cx="928687" cy="1903412"/>
          </a:xfrm>
          <a:custGeom>
            <a:avLst/>
            <a:gdLst>
              <a:gd name="T0" fmla="*/ 387 w 387"/>
              <a:gd name="T1" fmla="*/ 539 h 796"/>
              <a:gd name="T2" fmla="*/ 294 w 387"/>
              <a:gd name="T3" fmla="*/ 203 h 796"/>
              <a:gd name="T4" fmla="*/ 245 w 387"/>
              <a:gd name="T5" fmla="*/ 0 h 796"/>
              <a:gd name="T6" fmla="*/ 0 w 387"/>
              <a:gd name="T7" fmla="*/ 0 h 796"/>
              <a:gd name="T8" fmla="*/ 346 w 387"/>
              <a:gd name="T9" fmla="*/ 538 h 796"/>
              <a:gd name="T10" fmla="*/ 347 w 387"/>
              <a:gd name="T11" fmla="*/ 796 h 796"/>
              <a:gd name="T12" fmla="*/ 387 w 387"/>
              <a:gd name="T13" fmla="*/ 781 h 796"/>
              <a:gd name="T14" fmla="*/ 387 w 387"/>
              <a:gd name="T15" fmla="*/ 539 h 7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87" h="796">
                <a:moveTo>
                  <a:pt x="387" y="539"/>
                </a:moveTo>
                <a:cubicBezTo>
                  <a:pt x="355" y="431"/>
                  <a:pt x="324" y="319"/>
                  <a:pt x="294" y="203"/>
                </a:cubicBezTo>
                <a:cubicBezTo>
                  <a:pt x="277" y="134"/>
                  <a:pt x="260" y="67"/>
                  <a:pt x="245" y="0"/>
                </a:cubicBezTo>
                <a:cubicBezTo>
                  <a:pt x="163" y="0"/>
                  <a:pt x="82" y="0"/>
                  <a:pt x="0" y="0"/>
                </a:cubicBezTo>
                <a:cubicBezTo>
                  <a:pt x="116" y="179"/>
                  <a:pt x="231" y="359"/>
                  <a:pt x="346" y="538"/>
                </a:cubicBezTo>
                <a:cubicBezTo>
                  <a:pt x="347" y="624"/>
                  <a:pt x="347" y="710"/>
                  <a:pt x="347" y="796"/>
                </a:cubicBezTo>
                <a:cubicBezTo>
                  <a:pt x="360" y="791"/>
                  <a:pt x="373" y="786"/>
                  <a:pt x="387" y="781"/>
                </a:cubicBezTo>
                <a:cubicBezTo>
                  <a:pt x="387" y="700"/>
                  <a:pt x="387" y="620"/>
                  <a:pt x="387" y="539"/>
                </a:cubicBezTo>
                <a:close/>
              </a:path>
            </a:pathLst>
          </a:custGeom>
          <a:solidFill>
            <a:schemeClr val="accent1">
              <a:lumMod val="40000"/>
              <a:lumOff val="60000"/>
            </a:schemeClr>
          </a:solidFill>
          <a:ln>
            <a:noFill/>
          </a:ln>
        </p:spPr>
        <p:txBody>
          <a:bodyPr/>
          <a:lstStyle/>
          <a:p>
            <a:pPr>
              <a:defRPr/>
            </a:pPr>
            <a:endParaRPr lang="zh-CN" altLang="en-US">
              <a:latin typeface="微软雅黑" panose="020B0503020204020204" pitchFamily="34" charset="-122"/>
              <a:ea typeface="微软雅黑" panose="020B0503020204020204" pitchFamily="34" charset="-122"/>
            </a:endParaRPr>
          </a:p>
        </p:txBody>
      </p:sp>
      <p:sp>
        <p:nvSpPr>
          <p:cNvPr id="248" name="Oval 15"/>
          <p:cNvSpPr>
            <a:spLocks noChangeArrowheads="1"/>
          </p:cNvSpPr>
          <p:nvPr>
            <p:custDataLst>
              <p:tags r:id="rId12"/>
            </p:custDataLst>
          </p:nvPr>
        </p:nvSpPr>
        <p:spPr bwMode="auto">
          <a:xfrm>
            <a:off x="8799513" y="1316038"/>
            <a:ext cx="84137" cy="84137"/>
          </a:xfrm>
          <a:prstGeom prst="ellipse">
            <a:avLst/>
          </a:prstGeom>
          <a:solidFill>
            <a:schemeClr val="accent4"/>
          </a:solidFill>
          <a:ln>
            <a:noFill/>
          </a:ln>
        </p:spPr>
        <p:txBody>
          <a:bodyPr/>
          <a:lstStyle/>
          <a:p>
            <a:pPr>
              <a:defRPr/>
            </a:pPr>
            <a:endParaRPr lang="zh-CN" altLang="en-US">
              <a:latin typeface="微软雅黑" panose="020B0503020204020204" pitchFamily="34" charset="-122"/>
              <a:ea typeface="微软雅黑" panose="020B0503020204020204" pitchFamily="34" charset="-122"/>
            </a:endParaRPr>
          </a:p>
        </p:txBody>
      </p:sp>
      <p:sp>
        <p:nvSpPr>
          <p:cNvPr id="249" name="Oval 16"/>
          <p:cNvSpPr>
            <a:spLocks noChangeArrowheads="1"/>
          </p:cNvSpPr>
          <p:nvPr>
            <p:custDataLst>
              <p:tags r:id="rId13"/>
            </p:custDataLst>
          </p:nvPr>
        </p:nvSpPr>
        <p:spPr bwMode="auto">
          <a:xfrm>
            <a:off x="8359775" y="1925638"/>
            <a:ext cx="85725" cy="84137"/>
          </a:xfrm>
          <a:prstGeom prst="ellipse">
            <a:avLst/>
          </a:prstGeom>
          <a:solidFill>
            <a:schemeClr val="accent3">
              <a:lumMod val="60000"/>
              <a:lumOff val="40000"/>
            </a:schemeClr>
          </a:solidFill>
          <a:ln>
            <a:noFill/>
          </a:ln>
        </p:spPr>
        <p:txBody>
          <a:bodyPr/>
          <a:lstStyle/>
          <a:p>
            <a:pPr>
              <a:defRPr/>
            </a:pPr>
            <a:endParaRPr lang="zh-CN" altLang="en-US">
              <a:latin typeface="微软雅黑" panose="020B0503020204020204" pitchFamily="34" charset="-122"/>
              <a:ea typeface="微软雅黑" panose="020B0503020204020204" pitchFamily="34" charset="-122"/>
            </a:endParaRPr>
          </a:p>
        </p:txBody>
      </p:sp>
      <p:sp>
        <p:nvSpPr>
          <p:cNvPr id="250" name="Oval 17"/>
          <p:cNvSpPr>
            <a:spLocks noChangeArrowheads="1"/>
          </p:cNvSpPr>
          <p:nvPr>
            <p:custDataLst>
              <p:tags r:id="rId14"/>
            </p:custDataLst>
          </p:nvPr>
        </p:nvSpPr>
        <p:spPr bwMode="auto">
          <a:xfrm>
            <a:off x="9861550" y="1973263"/>
            <a:ext cx="84138" cy="84137"/>
          </a:xfrm>
          <a:prstGeom prst="ellipse">
            <a:avLst/>
          </a:prstGeom>
          <a:solidFill>
            <a:schemeClr val="accent5"/>
          </a:solidFill>
          <a:ln>
            <a:noFill/>
          </a:ln>
        </p:spPr>
        <p:txBody>
          <a:bodyPr/>
          <a:lstStyle/>
          <a:p>
            <a:pPr>
              <a:defRPr/>
            </a:pPr>
            <a:endParaRPr lang="zh-CN" altLang="en-US">
              <a:latin typeface="微软雅黑" panose="020B0503020204020204" pitchFamily="34" charset="-122"/>
              <a:ea typeface="微软雅黑" panose="020B0503020204020204" pitchFamily="34" charset="-122"/>
            </a:endParaRPr>
          </a:p>
        </p:txBody>
      </p:sp>
      <p:sp>
        <p:nvSpPr>
          <p:cNvPr id="251" name="Oval 18"/>
          <p:cNvSpPr>
            <a:spLocks noChangeArrowheads="1"/>
          </p:cNvSpPr>
          <p:nvPr>
            <p:custDataLst>
              <p:tags r:id="rId15"/>
            </p:custDataLst>
          </p:nvPr>
        </p:nvSpPr>
        <p:spPr bwMode="auto">
          <a:xfrm>
            <a:off x="9448800" y="2205038"/>
            <a:ext cx="117475" cy="119062"/>
          </a:xfrm>
          <a:prstGeom prst="ellipse">
            <a:avLst/>
          </a:prstGeom>
          <a:solidFill>
            <a:schemeClr val="accent3">
              <a:lumMod val="60000"/>
              <a:lumOff val="40000"/>
            </a:schemeClr>
          </a:solidFill>
          <a:ln>
            <a:noFill/>
          </a:ln>
        </p:spPr>
        <p:txBody>
          <a:bodyPr/>
          <a:lstStyle/>
          <a:p>
            <a:pPr>
              <a:defRPr/>
            </a:pPr>
            <a:endParaRPr lang="zh-CN" altLang="en-US">
              <a:latin typeface="微软雅黑" panose="020B0503020204020204" pitchFamily="34" charset="-122"/>
              <a:ea typeface="微软雅黑" panose="020B0503020204020204" pitchFamily="34" charset="-122"/>
            </a:endParaRPr>
          </a:p>
        </p:txBody>
      </p:sp>
      <p:sp>
        <p:nvSpPr>
          <p:cNvPr id="252" name="Oval 19"/>
          <p:cNvSpPr>
            <a:spLocks noChangeArrowheads="1"/>
          </p:cNvSpPr>
          <p:nvPr>
            <p:custDataLst>
              <p:tags r:id="rId16"/>
            </p:custDataLst>
          </p:nvPr>
        </p:nvSpPr>
        <p:spPr bwMode="auto">
          <a:xfrm>
            <a:off x="8653463" y="2936875"/>
            <a:ext cx="119062" cy="117475"/>
          </a:xfrm>
          <a:prstGeom prst="ellipse">
            <a:avLst/>
          </a:prstGeom>
          <a:solidFill>
            <a:schemeClr val="accent5">
              <a:lumMod val="20000"/>
              <a:lumOff val="80000"/>
            </a:schemeClr>
          </a:solidFill>
          <a:ln>
            <a:noFill/>
          </a:ln>
        </p:spPr>
        <p:txBody>
          <a:bodyPr/>
          <a:lstStyle/>
          <a:p>
            <a:pPr>
              <a:defRPr/>
            </a:pPr>
            <a:endParaRPr lang="zh-CN" altLang="en-US">
              <a:latin typeface="微软雅黑" panose="020B0503020204020204" pitchFamily="34" charset="-122"/>
              <a:ea typeface="微软雅黑" panose="020B0503020204020204" pitchFamily="34" charset="-122"/>
            </a:endParaRPr>
          </a:p>
        </p:txBody>
      </p:sp>
      <p:sp>
        <p:nvSpPr>
          <p:cNvPr id="23570" name="Oval 20"/>
          <p:cNvSpPr>
            <a:spLocks noChangeArrowheads="1"/>
          </p:cNvSpPr>
          <p:nvPr>
            <p:custDataLst>
              <p:tags r:id="rId17"/>
            </p:custDataLst>
          </p:nvPr>
        </p:nvSpPr>
        <p:spPr bwMode="auto">
          <a:xfrm>
            <a:off x="8715375" y="2370138"/>
            <a:ext cx="85725" cy="84137"/>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3571" name="Oval 21"/>
          <p:cNvSpPr>
            <a:spLocks noChangeArrowheads="1"/>
          </p:cNvSpPr>
          <p:nvPr>
            <p:custDataLst>
              <p:tags r:id="rId18"/>
            </p:custDataLst>
          </p:nvPr>
        </p:nvSpPr>
        <p:spPr bwMode="auto">
          <a:xfrm>
            <a:off x="8089900" y="3048000"/>
            <a:ext cx="57150" cy="58738"/>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55" name="Oval 22"/>
          <p:cNvSpPr>
            <a:spLocks noChangeArrowheads="1"/>
          </p:cNvSpPr>
          <p:nvPr>
            <p:custDataLst>
              <p:tags r:id="rId19"/>
            </p:custDataLst>
          </p:nvPr>
        </p:nvSpPr>
        <p:spPr bwMode="auto">
          <a:xfrm>
            <a:off x="10202863" y="2289175"/>
            <a:ext cx="84137" cy="84138"/>
          </a:xfrm>
          <a:prstGeom prst="ellipse">
            <a:avLst/>
          </a:prstGeom>
          <a:solidFill>
            <a:schemeClr val="accent4"/>
          </a:solidFill>
          <a:ln>
            <a:noFill/>
          </a:ln>
        </p:spPr>
        <p:txBody>
          <a:bodyPr/>
          <a:lstStyle/>
          <a:p>
            <a:pPr>
              <a:defRPr/>
            </a:pPr>
            <a:endParaRPr lang="zh-CN" altLang="en-US">
              <a:latin typeface="微软雅黑" panose="020B0503020204020204" pitchFamily="34" charset="-122"/>
              <a:ea typeface="微软雅黑" panose="020B0503020204020204" pitchFamily="34" charset="-122"/>
            </a:endParaRPr>
          </a:p>
        </p:txBody>
      </p:sp>
      <p:sp>
        <p:nvSpPr>
          <p:cNvPr id="23573" name="Oval 23"/>
          <p:cNvSpPr>
            <a:spLocks noChangeArrowheads="1"/>
          </p:cNvSpPr>
          <p:nvPr>
            <p:custDataLst>
              <p:tags r:id="rId20"/>
            </p:custDataLst>
          </p:nvPr>
        </p:nvSpPr>
        <p:spPr bwMode="auto">
          <a:xfrm>
            <a:off x="10391775" y="3038475"/>
            <a:ext cx="85725" cy="85725"/>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grpSp>
        <p:nvGrpSpPr>
          <p:cNvPr id="23574" name="组合 256"/>
          <p:cNvGrpSpPr/>
          <p:nvPr>
            <p:custDataLst>
              <p:tags r:id="rId21"/>
            </p:custDataLst>
          </p:nvPr>
        </p:nvGrpSpPr>
        <p:grpSpPr bwMode="auto">
          <a:xfrm>
            <a:off x="8902700" y="1905000"/>
            <a:ext cx="376238" cy="376238"/>
            <a:chOff x="5768645" y="1838107"/>
            <a:chExt cx="377085" cy="375932"/>
          </a:xfrm>
        </p:grpSpPr>
        <p:sp>
          <p:nvSpPr>
            <p:cNvPr id="23606" name="Oval 30"/>
            <p:cNvSpPr>
              <a:spLocks noChangeArrowheads="1"/>
            </p:cNvSpPr>
            <p:nvPr>
              <p:custDataLst>
                <p:tags r:id="rId22"/>
              </p:custDataLst>
            </p:nvPr>
          </p:nvSpPr>
          <p:spPr bwMode="auto">
            <a:xfrm>
              <a:off x="5768645" y="1838107"/>
              <a:ext cx="377085" cy="375932"/>
            </a:xfrm>
            <a:prstGeom prst="ellipse">
              <a:avLst/>
            </a:pr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59" name="Oval 31"/>
            <p:cNvSpPr>
              <a:spLocks noChangeArrowheads="1"/>
            </p:cNvSpPr>
            <p:nvPr>
              <p:custDataLst>
                <p:tags r:id="rId23"/>
              </p:custDataLst>
            </p:nvPr>
          </p:nvSpPr>
          <p:spPr bwMode="auto">
            <a:xfrm>
              <a:off x="5814787" y="1884108"/>
              <a:ext cx="284802" cy="285518"/>
            </a:xfrm>
            <a:prstGeom prst="ellipse">
              <a:avLst/>
            </a:prstGeom>
            <a:solidFill>
              <a:schemeClr val="accent3"/>
            </a:solidFill>
            <a:ln>
              <a:noFill/>
            </a:ln>
          </p:spPr>
          <p:txBody>
            <a:bodyPr/>
            <a:lstStyle/>
            <a:p>
              <a:pPr>
                <a:defRPr/>
              </a:pPr>
              <a:endParaRPr lang="zh-CN" altLang="en-US">
                <a:latin typeface="微软雅黑" panose="020B0503020204020204" pitchFamily="34" charset="-122"/>
                <a:ea typeface="微软雅黑" panose="020B0503020204020204" pitchFamily="34" charset="-122"/>
              </a:endParaRPr>
            </a:p>
          </p:txBody>
        </p:sp>
        <p:sp>
          <p:nvSpPr>
            <p:cNvPr id="23608" name="Freeform 34"/>
            <p:cNvSpPr>
              <a:spLocks noEditPoints="1"/>
            </p:cNvSpPr>
            <p:nvPr>
              <p:custDataLst>
                <p:tags r:id="rId24"/>
              </p:custDataLst>
            </p:nvPr>
          </p:nvSpPr>
          <p:spPr bwMode="auto">
            <a:xfrm>
              <a:off x="5775564" y="1853098"/>
              <a:ext cx="266381" cy="241012"/>
            </a:xfrm>
            <a:custGeom>
              <a:avLst/>
              <a:gdLst>
                <a:gd name="T0" fmla="*/ 2147483647 w 110"/>
                <a:gd name="T1" fmla="*/ 2147483647 h 100"/>
                <a:gd name="T2" fmla="*/ 2147483647 w 110"/>
                <a:gd name="T3" fmla="*/ 2147483647 h 100"/>
                <a:gd name="T4" fmla="*/ 2147483647 w 110"/>
                <a:gd name="T5" fmla="*/ 2147483647 h 100"/>
                <a:gd name="T6" fmla="*/ 2147483647 w 110"/>
                <a:gd name="T7" fmla="*/ 2147483647 h 100"/>
                <a:gd name="T8" fmla="*/ 0 w 110"/>
                <a:gd name="T9" fmla="*/ 2147483647 h 100"/>
                <a:gd name="T10" fmla="*/ 0 w 110"/>
                <a:gd name="T11" fmla="*/ 2147483647 h 100"/>
                <a:gd name="T12" fmla="*/ 2147483647 w 110"/>
                <a:gd name="T13" fmla="*/ 2147483647 h 100"/>
                <a:gd name="T14" fmla="*/ 0 w 110"/>
                <a:gd name="T15" fmla="*/ 2147483647 h 100"/>
                <a:gd name="T16" fmla="*/ 2147483647 w 110"/>
                <a:gd name="T17" fmla="*/ 0 h 100"/>
                <a:gd name="T18" fmla="*/ 2147483647 w 110"/>
                <a:gd name="T19" fmla="*/ 2147483647 h 100"/>
                <a:gd name="T20" fmla="*/ 2147483647 w 110"/>
                <a:gd name="T21" fmla="*/ 2147483647 h 100"/>
                <a:gd name="T22" fmla="*/ 2147483647 w 110"/>
                <a:gd name="T23" fmla="*/ 0 h 100"/>
                <a:gd name="T24" fmla="*/ 2147483647 w 110"/>
                <a:gd name="T25" fmla="*/ 0 h 1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10"/>
                <a:gd name="T40" fmla="*/ 0 h 100"/>
                <a:gd name="T41" fmla="*/ 110 w 110"/>
                <a:gd name="T42" fmla="*/ 100 h 1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10" h="100">
                  <a:moveTo>
                    <a:pt x="2" y="100"/>
                  </a:moveTo>
                  <a:cubicBezTo>
                    <a:pt x="2" y="100"/>
                    <a:pt x="2" y="101"/>
                    <a:pt x="2" y="101"/>
                  </a:cubicBezTo>
                  <a:cubicBezTo>
                    <a:pt x="2" y="101"/>
                    <a:pt x="2" y="101"/>
                    <a:pt x="2" y="101"/>
                  </a:cubicBezTo>
                  <a:cubicBezTo>
                    <a:pt x="2" y="101"/>
                    <a:pt x="2" y="100"/>
                    <a:pt x="2" y="100"/>
                  </a:cubicBezTo>
                  <a:moveTo>
                    <a:pt x="0" y="93"/>
                  </a:moveTo>
                  <a:cubicBezTo>
                    <a:pt x="0" y="93"/>
                    <a:pt x="0" y="93"/>
                    <a:pt x="0" y="93"/>
                  </a:cubicBezTo>
                  <a:cubicBezTo>
                    <a:pt x="0" y="94"/>
                    <a:pt x="0" y="95"/>
                    <a:pt x="1" y="96"/>
                  </a:cubicBezTo>
                  <a:cubicBezTo>
                    <a:pt x="0" y="95"/>
                    <a:pt x="0" y="94"/>
                    <a:pt x="0" y="93"/>
                  </a:cubicBezTo>
                  <a:moveTo>
                    <a:pt x="106" y="0"/>
                  </a:moveTo>
                  <a:cubicBezTo>
                    <a:pt x="107" y="1"/>
                    <a:pt x="109" y="1"/>
                    <a:pt x="111" y="2"/>
                  </a:cubicBezTo>
                  <a:cubicBezTo>
                    <a:pt x="111" y="2"/>
                    <a:pt x="111" y="2"/>
                    <a:pt x="111" y="2"/>
                  </a:cubicBezTo>
                  <a:cubicBezTo>
                    <a:pt x="109" y="2"/>
                    <a:pt x="108" y="1"/>
                    <a:pt x="106" y="0"/>
                  </a:cubicBezTo>
                  <a:cubicBezTo>
                    <a:pt x="106" y="0"/>
                    <a:pt x="106" y="0"/>
                    <a:pt x="106" y="0"/>
                  </a:cubicBezTo>
                </a:path>
              </a:pathLst>
            </a:custGeom>
            <a:solidFill>
              <a:srgbClr val="FFF57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261" name="Freeform 35"/>
            <p:cNvSpPr>
              <a:spLocks noEditPoints="1"/>
            </p:cNvSpPr>
            <p:nvPr>
              <p:custDataLst>
                <p:tags r:id="rId25"/>
              </p:custDataLst>
            </p:nvPr>
          </p:nvSpPr>
          <p:spPr bwMode="auto">
            <a:xfrm>
              <a:off x="5775009" y="1850797"/>
              <a:ext cx="267300" cy="242690"/>
            </a:xfrm>
            <a:custGeom>
              <a:avLst/>
              <a:gdLst>
                <a:gd name="T0" fmla="*/ 16 w 111"/>
                <a:gd name="T1" fmla="*/ 79 h 102"/>
                <a:gd name="T2" fmla="*/ 0 w 111"/>
                <a:gd name="T3" fmla="*/ 94 h 102"/>
                <a:gd name="T4" fmla="*/ 1 w 111"/>
                <a:gd name="T5" fmla="*/ 97 h 102"/>
                <a:gd name="T6" fmla="*/ 1 w 111"/>
                <a:gd name="T7" fmla="*/ 98 h 102"/>
                <a:gd name="T8" fmla="*/ 2 w 111"/>
                <a:gd name="T9" fmla="*/ 101 h 102"/>
                <a:gd name="T10" fmla="*/ 2 w 111"/>
                <a:gd name="T11" fmla="*/ 102 h 102"/>
                <a:gd name="T12" fmla="*/ 18 w 111"/>
                <a:gd name="T13" fmla="*/ 88 h 102"/>
                <a:gd name="T14" fmla="*/ 16 w 111"/>
                <a:gd name="T15" fmla="*/ 79 h 102"/>
                <a:gd name="T16" fmla="*/ 103 w 111"/>
                <a:gd name="T17" fmla="*/ 0 h 102"/>
                <a:gd name="T18" fmla="*/ 86 w 111"/>
                <a:gd name="T19" fmla="*/ 15 h 102"/>
                <a:gd name="T20" fmla="*/ 95 w 111"/>
                <a:gd name="T21" fmla="*/ 17 h 102"/>
                <a:gd name="T22" fmla="*/ 111 w 111"/>
                <a:gd name="T23" fmla="*/ 3 h 102"/>
                <a:gd name="T24" fmla="*/ 106 w 111"/>
                <a:gd name="T25" fmla="*/ 1 h 102"/>
                <a:gd name="T26" fmla="*/ 103 w 111"/>
                <a:gd name="T27" fmla="*/ 0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0" h="102">
                  <a:moveTo>
                    <a:pt x="16" y="79"/>
                  </a:moveTo>
                  <a:cubicBezTo>
                    <a:pt x="11" y="84"/>
                    <a:pt x="5" y="89"/>
                    <a:pt x="0" y="94"/>
                  </a:cubicBezTo>
                  <a:cubicBezTo>
                    <a:pt x="0" y="95"/>
                    <a:pt x="0" y="96"/>
                    <a:pt x="1" y="97"/>
                  </a:cubicBezTo>
                  <a:cubicBezTo>
                    <a:pt x="1" y="97"/>
                    <a:pt x="1" y="98"/>
                    <a:pt x="1" y="98"/>
                  </a:cubicBezTo>
                  <a:cubicBezTo>
                    <a:pt x="1" y="99"/>
                    <a:pt x="2" y="100"/>
                    <a:pt x="2" y="101"/>
                  </a:cubicBezTo>
                  <a:cubicBezTo>
                    <a:pt x="2" y="101"/>
                    <a:pt x="2" y="102"/>
                    <a:pt x="2" y="102"/>
                  </a:cubicBezTo>
                  <a:cubicBezTo>
                    <a:pt x="8" y="97"/>
                    <a:pt x="13" y="93"/>
                    <a:pt x="18" y="88"/>
                  </a:cubicBezTo>
                  <a:cubicBezTo>
                    <a:pt x="17" y="85"/>
                    <a:pt x="17" y="82"/>
                    <a:pt x="16" y="79"/>
                  </a:cubicBezTo>
                  <a:moveTo>
                    <a:pt x="103" y="0"/>
                  </a:moveTo>
                  <a:cubicBezTo>
                    <a:pt x="97" y="5"/>
                    <a:pt x="92" y="10"/>
                    <a:pt x="86" y="15"/>
                  </a:cubicBezTo>
                  <a:cubicBezTo>
                    <a:pt x="89" y="16"/>
                    <a:pt x="92" y="16"/>
                    <a:pt x="95" y="17"/>
                  </a:cubicBezTo>
                  <a:cubicBezTo>
                    <a:pt x="100" y="13"/>
                    <a:pt x="106" y="8"/>
                    <a:pt x="111" y="3"/>
                  </a:cubicBezTo>
                  <a:cubicBezTo>
                    <a:pt x="109" y="2"/>
                    <a:pt x="107" y="2"/>
                    <a:pt x="106" y="1"/>
                  </a:cubicBezTo>
                  <a:cubicBezTo>
                    <a:pt x="105" y="1"/>
                    <a:pt x="104" y="0"/>
                    <a:pt x="103" y="0"/>
                  </a:cubicBezTo>
                </a:path>
              </a:pathLst>
            </a:custGeom>
            <a:solidFill>
              <a:schemeClr val="accent3">
                <a:lumMod val="60000"/>
                <a:lumOff val="40000"/>
              </a:schemeClr>
            </a:solidFill>
            <a:ln>
              <a:noFill/>
            </a:ln>
          </p:spPr>
          <p:txBody>
            <a:bodyPr/>
            <a:lstStyle/>
            <a:p>
              <a:pPr>
                <a:defRPr/>
              </a:pPr>
              <a:endParaRPr lang="zh-CN" altLang="en-US">
                <a:latin typeface="微软雅黑" panose="020B0503020204020204" pitchFamily="34" charset="-122"/>
                <a:ea typeface="微软雅黑" panose="020B0503020204020204" pitchFamily="34" charset="-122"/>
              </a:endParaRPr>
            </a:p>
          </p:txBody>
        </p:sp>
        <p:sp>
          <p:nvSpPr>
            <p:cNvPr id="262" name="Freeform 36"/>
            <p:cNvSpPr/>
            <p:nvPr>
              <p:custDataLst>
                <p:tags r:id="rId26"/>
              </p:custDataLst>
            </p:nvPr>
          </p:nvSpPr>
          <p:spPr bwMode="auto">
            <a:xfrm>
              <a:off x="5814787" y="1887280"/>
              <a:ext cx="189337" cy="172896"/>
            </a:xfrm>
            <a:custGeom>
              <a:avLst/>
              <a:gdLst>
                <a:gd name="T0" fmla="*/ 70 w 79"/>
                <a:gd name="T1" fmla="*/ 0 h 73"/>
                <a:gd name="T2" fmla="*/ 0 w 79"/>
                <a:gd name="T3" fmla="*/ 64 h 73"/>
                <a:gd name="T4" fmla="*/ 2 w 79"/>
                <a:gd name="T5" fmla="*/ 73 h 73"/>
                <a:gd name="T6" fmla="*/ 79 w 79"/>
                <a:gd name="T7" fmla="*/ 2 h 73"/>
                <a:gd name="T8" fmla="*/ 70 w 79"/>
                <a:gd name="T9" fmla="*/ 0 h 73"/>
              </a:gdLst>
              <a:ahLst/>
              <a:cxnLst>
                <a:cxn ang="0">
                  <a:pos x="T0" y="T1"/>
                </a:cxn>
                <a:cxn ang="0">
                  <a:pos x="T2" y="T3"/>
                </a:cxn>
                <a:cxn ang="0">
                  <a:pos x="T4" y="T5"/>
                </a:cxn>
                <a:cxn ang="0">
                  <a:pos x="T6" y="T7"/>
                </a:cxn>
                <a:cxn ang="0">
                  <a:pos x="T8" y="T9"/>
                </a:cxn>
              </a:cxnLst>
              <a:rect l="0" t="0" r="r" b="b"/>
              <a:pathLst>
                <a:path w="79" h="73">
                  <a:moveTo>
                    <a:pt x="70" y="0"/>
                  </a:moveTo>
                  <a:cubicBezTo>
                    <a:pt x="47" y="21"/>
                    <a:pt x="24" y="43"/>
                    <a:pt x="0" y="64"/>
                  </a:cubicBezTo>
                  <a:cubicBezTo>
                    <a:pt x="1" y="67"/>
                    <a:pt x="1" y="70"/>
                    <a:pt x="2" y="73"/>
                  </a:cubicBezTo>
                  <a:cubicBezTo>
                    <a:pt x="28" y="49"/>
                    <a:pt x="53" y="26"/>
                    <a:pt x="79" y="2"/>
                  </a:cubicBezTo>
                  <a:cubicBezTo>
                    <a:pt x="76" y="1"/>
                    <a:pt x="73" y="1"/>
                    <a:pt x="70" y="0"/>
                  </a:cubicBezTo>
                </a:path>
              </a:pathLst>
            </a:custGeom>
            <a:solidFill>
              <a:schemeClr val="accent3">
                <a:lumMod val="40000"/>
                <a:lumOff val="60000"/>
              </a:schemeClr>
            </a:solidFill>
            <a:ln>
              <a:noFill/>
            </a:ln>
          </p:spPr>
          <p:txBody>
            <a:bodyPr/>
            <a:lstStyle/>
            <a:p>
              <a:pPr>
                <a:defRPr/>
              </a:pPr>
              <a:endParaRPr lang="zh-CN" altLang="en-US">
                <a:latin typeface="微软雅黑" panose="020B0503020204020204" pitchFamily="34" charset="-122"/>
                <a:ea typeface="微软雅黑" panose="020B0503020204020204" pitchFamily="34" charset="-122"/>
              </a:endParaRPr>
            </a:p>
          </p:txBody>
        </p:sp>
        <p:sp>
          <p:nvSpPr>
            <p:cNvPr id="23611" name="Freeform 37"/>
            <p:cNvSpPr>
              <a:spLocks noEditPoints="1"/>
            </p:cNvSpPr>
            <p:nvPr>
              <p:custDataLst>
                <p:tags r:id="rId27"/>
              </p:custDataLst>
            </p:nvPr>
          </p:nvSpPr>
          <p:spPr bwMode="auto">
            <a:xfrm>
              <a:off x="5785942" y="1862324"/>
              <a:ext cx="335571" cy="313661"/>
            </a:xfrm>
            <a:custGeom>
              <a:avLst/>
              <a:gdLst>
                <a:gd name="T0" fmla="*/ 0 w 140"/>
                <a:gd name="T1" fmla="*/ 2147483647 h 131"/>
                <a:gd name="T2" fmla="*/ 0 w 140"/>
                <a:gd name="T3" fmla="*/ 2147483647 h 131"/>
                <a:gd name="T4" fmla="*/ 2147483647 w 140"/>
                <a:gd name="T5" fmla="*/ 2147483647 h 131"/>
                <a:gd name="T6" fmla="*/ 2147483647 w 140"/>
                <a:gd name="T7" fmla="*/ 2147483647 h 131"/>
                <a:gd name="T8" fmla="*/ 2147483647 w 140"/>
                <a:gd name="T9" fmla="*/ 2147483647 h 131"/>
                <a:gd name="T10" fmla="*/ 0 w 140"/>
                <a:gd name="T11" fmla="*/ 2147483647 h 131"/>
                <a:gd name="T12" fmla="*/ 2147483647 w 140"/>
                <a:gd name="T13" fmla="*/ 0 h 131"/>
                <a:gd name="T14" fmla="*/ 2147483647 w 140"/>
                <a:gd name="T15" fmla="*/ 0 h 131"/>
                <a:gd name="T16" fmla="*/ 2147483647 w 140"/>
                <a:gd name="T17" fmla="*/ 2147483647 h 131"/>
                <a:gd name="T18" fmla="*/ 2147483647 w 140"/>
                <a:gd name="T19" fmla="*/ 2147483647 h 131"/>
                <a:gd name="T20" fmla="*/ 2147483647 w 140"/>
                <a:gd name="T21" fmla="*/ 2147483647 h 131"/>
                <a:gd name="T22" fmla="*/ 2147483647 w 140"/>
                <a:gd name="T23" fmla="*/ 0 h 13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40"/>
                <a:gd name="T37" fmla="*/ 0 h 131"/>
                <a:gd name="T38" fmla="*/ 140 w 140"/>
                <a:gd name="T39" fmla="*/ 131 h 13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40" h="131">
                  <a:moveTo>
                    <a:pt x="0" y="101"/>
                  </a:moveTo>
                  <a:cubicBezTo>
                    <a:pt x="0" y="101"/>
                    <a:pt x="0" y="101"/>
                    <a:pt x="0" y="101"/>
                  </a:cubicBezTo>
                  <a:cubicBezTo>
                    <a:pt x="2" y="106"/>
                    <a:pt x="5" y="112"/>
                    <a:pt x="11" y="118"/>
                  </a:cubicBezTo>
                  <a:cubicBezTo>
                    <a:pt x="15" y="124"/>
                    <a:pt x="20" y="128"/>
                    <a:pt x="23" y="131"/>
                  </a:cubicBezTo>
                  <a:cubicBezTo>
                    <a:pt x="24" y="131"/>
                    <a:pt x="24" y="131"/>
                    <a:pt x="24" y="131"/>
                  </a:cubicBezTo>
                  <a:cubicBezTo>
                    <a:pt x="13" y="123"/>
                    <a:pt x="5" y="113"/>
                    <a:pt x="0" y="101"/>
                  </a:cubicBezTo>
                  <a:moveTo>
                    <a:pt x="109" y="0"/>
                  </a:moveTo>
                  <a:cubicBezTo>
                    <a:pt x="109" y="0"/>
                    <a:pt x="109" y="0"/>
                    <a:pt x="109" y="0"/>
                  </a:cubicBezTo>
                  <a:cubicBezTo>
                    <a:pt x="122" y="7"/>
                    <a:pt x="133" y="17"/>
                    <a:pt x="140" y="30"/>
                  </a:cubicBezTo>
                  <a:cubicBezTo>
                    <a:pt x="140" y="30"/>
                    <a:pt x="140" y="30"/>
                    <a:pt x="140" y="30"/>
                  </a:cubicBezTo>
                  <a:cubicBezTo>
                    <a:pt x="137" y="25"/>
                    <a:pt x="132" y="17"/>
                    <a:pt x="124" y="10"/>
                  </a:cubicBezTo>
                  <a:cubicBezTo>
                    <a:pt x="119" y="5"/>
                    <a:pt x="114" y="2"/>
                    <a:pt x="109" y="0"/>
                  </a:cubicBezTo>
                </a:path>
              </a:pathLst>
            </a:custGeom>
            <a:solidFill>
              <a:srgbClr val="FFF57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264" name="Freeform 38"/>
            <p:cNvSpPr>
              <a:spLocks noEditPoints="1"/>
            </p:cNvSpPr>
            <p:nvPr>
              <p:custDataLst>
                <p:tags r:id="rId28"/>
              </p:custDataLst>
            </p:nvPr>
          </p:nvSpPr>
          <p:spPr bwMode="auto">
            <a:xfrm>
              <a:off x="5786147" y="1861901"/>
              <a:ext cx="335716" cy="314069"/>
            </a:xfrm>
            <a:custGeom>
              <a:avLst/>
              <a:gdLst>
                <a:gd name="T0" fmla="*/ 15 w 140"/>
                <a:gd name="T1" fmla="*/ 87 h 131"/>
                <a:gd name="T2" fmla="*/ 0 w 140"/>
                <a:gd name="T3" fmla="*/ 101 h 131"/>
                <a:gd name="T4" fmla="*/ 24 w 140"/>
                <a:gd name="T5" fmla="*/ 131 h 131"/>
                <a:gd name="T6" fmla="*/ 39 w 140"/>
                <a:gd name="T7" fmla="*/ 118 h 131"/>
                <a:gd name="T8" fmla="*/ 15 w 140"/>
                <a:gd name="T9" fmla="*/ 87 h 131"/>
                <a:gd name="T10" fmla="*/ 109 w 140"/>
                <a:gd name="T11" fmla="*/ 0 h 131"/>
                <a:gd name="T12" fmla="*/ 94 w 140"/>
                <a:gd name="T13" fmla="*/ 14 h 131"/>
                <a:gd name="T14" fmla="*/ 125 w 140"/>
                <a:gd name="T15" fmla="*/ 43 h 131"/>
                <a:gd name="T16" fmla="*/ 140 w 140"/>
                <a:gd name="T17" fmla="*/ 30 h 131"/>
                <a:gd name="T18" fmla="*/ 109 w 140"/>
                <a:gd name="T19" fmla="*/ 0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0" h="131">
                  <a:moveTo>
                    <a:pt x="15" y="87"/>
                  </a:moveTo>
                  <a:cubicBezTo>
                    <a:pt x="10" y="91"/>
                    <a:pt x="5" y="96"/>
                    <a:pt x="0" y="101"/>
                  </a:cubicBezTo>
                  <a:cubicBezTo>
                    <a:pt x="5" y="113"/>
                    <a:pt x="13" y="123"/>
                    <a:pt x="24" y="131"/>
                  </a:cubicBezTo>
                  <a:cubicBezTo>
                    <a:pt x="29" y="127"/>
                    <a:pt x="34" y="122"/>
                    <a:pt x="39" y="118"/>
                  </a:cubicBezTo>
                  <a:cubicBezTo>
                    <a:pt x="28" y="111"/>
                    <a:pt x="19" y="100"/>
                    <a:pt x="15" y="87"/>
                  </a:cubicBezTo>
                  <a:moveTo>
                    <a:pt x="109" y="0"/>
                  </a:moveTo>
                  <a:cubicBezTo>
                    <a:pt x="104" y="4"/>
                    <a:pt x="99" y="9"/>
                    <a:pt x="94" y="14"/>
                  </a:cubicBezTo>
                  <a:cubicBezTo>
                    <a:pt x="108" y="19"/>
                    <a:pt x="119" y="30"/>
                    <a:pt x="125" y="43"/>
                  </a:cubicBezTo>
                  <a:cubicBezTo>
                    <a:pt x="130" y="39"/>
                    <a:pt x="135" y="35"/>
                    <a:pt x="140" y="30"/>
                  </a:cubicBezTo>
                  <a:cubicBezTo>
                    <a:pt x="133" y="17"/>
                    <a:pt x="122" y="7"/>
                    <a:pt x="109" y="0"/>
                  </a:cubicBezTo>
                </a:path>
              </a:pathLst>
            </a:custGeom>
            <a:solidFill>
              <a:schemeClr val="accent3">
                <a:lumMod val="60000"/>
                <a:lumOff val="40000"/>
              </a:schemeClr>
            </a:solidFill>
            <a:ln>
              <a:noFill/>
            </a:ln>
          </p:spPr>
          <p:txBody>
            <a:bodyPr/>
            <a:lstStyle/>
            <a:p>
              <a:pPr>
                <a:defRPr/>
              </a:pPr>
              <a:endParaRPr lang="zh-CN" altLang="en-US">
                <a:latin typeface="微软雅黑" panose="020B0503020204020204" pitchFamily="34" charset="-122"/>
                <a:ea typeface="微软雅黑" panose="020B0503020204020204" pitchFamily="34" charset="-122"/>
              </a:endParaRPr>
            </a:p>
          </p:txBody>
        </p:sp>
        <p:sp>
          <p:nvSpPr>
            <p:cNvPr id="265" name="Freeform 39"/>
            <p:cNvSpPr/>
            <p:nvPr>
              <p:custDataLst>
                <p:tags r:id="rId29"/>
              </p:custDataLst>
            </p:nvPr>
          </p:nvSpPr>
          <p:spPr bwMode="auto">
            <a:xfrm>
              <a:off x="5821151" y="1895211"/>
              <a:ext cx="264118" cy="249035"/>
            </a:xfrm>
            <a:custGeom>
              <a:avLst/>
              <a:gdLst>
                <a:gd name="T0" fmla="*/ 79 w 110"/>
                <a:gd name="T1" fmla="*/ 0 h 104"/>
                <a:gd name="T2" fmla="*/ 0 w 110"/>
                <a:gd name="T3" fmla="*/ 73 h 104"/>
                <a:gd name="T4" fmla="*/ 24 w 110"/>
                <a:gd name="T5" fmla="*/ 104 h 104"/>
                <a:gd name="T6" fmla="*/ 110 w 110"/>
                <a:gd name="T7" fmla="*/ 29 h 104"/>
                <a:gd name="T8" fmla="*/ 79 w 110"/>
                <a:gd name="T9" fmla="*/ 0 h 104"/>
              </a:gdLst>
              <a:ahLst/>
              <a:cxnLst>
                <a:cxn ang="0">
                  <a:pos x="T0" y="T1"/>
                </a:cxn>
                <a:cxn ang="0">
                  <a:pos x="T2" y="T3"/>
                </a:cxn>
                <a:cxn ang="0">
                  <a:pos x="T4" y="T5"/>
                </a:cxn>
                <a:cxn ang="0">
                  <a:pos x="T6" y="T7"/>
                </a:cxn>
                <a:cxn ang="0">
                  <a:pos x="T8" y="T9"/>
                </a:cxn>
              </a:cxnLst>
              <a:rect l="0" t="0" r="r" b="b"/>
              <a:pathLst>
                <a:path w="110" h="104">
                  <a:moveTo>
                    <a:pt x="79" y="0"/>
                  </a:moveTo>
                  <a:cubicBezTo>
                    <a:pt x="53" y="24"/>
                    <a:pt x="26" y="48"/>
                    <a:pt x="0" y="73"/>
                  </a:cubicBezTo>
                  <a:cubicBezTo>
                    <a:pt x="4" y="86"/>
                    <a:pt x="13" y="97"/>
                    <a:pt x="24" y="104"/>
                  </a:cubicBezTo>
                  <a:cubicBezTo>
                    <a:pt x="52" y="79"/>
                    <a:pt x="81" y="54"/>
                    <a:pt x="110" y="29"/>
                  </a:cubicBezTo>
                  <a:cubicBezTo>
                    <a:pt x="104" y="16"/>
                    <a:pt x="93" y="5"/>
                    <a:pt x="79" y="0"/>
                  </a:cubicBezTo>
                </a:path>
              </a:pathLst>
            </a:custGeom>
            <a:solidFill>
              <a:schemeClr val="accent3">
                <a:lumMod val="40000"/>
                <a:lumOff val="60000"/>
              </a:schemeClr>
            </a:solidFill>
            <a:ln>
              <a:noFill/>
            </a:ln>
          </p:spPr>
          <p:txBody>
            <a:bodyPr/>
            <a:lstStyle/>
            <a:p>
              <a:pPr>
                <a:defRPr/>
              </a:pPr>
              <a:endParaRPr lang="zh-CN" altLang="en-US">
                <a:latin typeface="微软雅黑" panose="020B0503020204020204" pitchFamily="34" charset="-122"/>
                <a:ea typeface="微软雅黑" panose="020B0503020204020204" pitchFamily="34" charset="-122"/>
              </a:endParaRPr>
            </a:p>
          </p:txBody>
        </p:sp>
      </p:grpSp>
      <p:grpSp>
        <p:nvGrpSpPr>
          <p:cNvPr id="23575" name="组合 265"/>
          <p:cNvGrpSpPr/>
          <p:nvPr>
            <p:custDataLst>
              <p:tags r:id="rId30"/>
            </p:custDataLst>
          </p:nvPr>
        </p:nvGrpSpPr>
        <p:grpSpPr bwMode="auto">
          <a:xfrm>
            <a:off x="9915525" y="2566988"/>
            <a:ext cx="376238" cy="376237"/>
            <a:chOff x="6781125" y="2498871"/>
            <a:chExt cx="377085" cy="375932"/>
          </a:xfrm>
        </p:grpSpPr>
        <p:sp>
          <p:nvSpPr>
            <p:cNvPr id="23600" name="Oval 32"/>
            <p:cNvSpPr>
              <a:spLocks noChangeArrowheads="1"/>
            </p:cNvSpPr>
            <p:nvPr>
              <p:custDataLst>
                <p:tags r:id="rId31"/>
              </p:custDataLst>
            </p:nvPr>
          </p:nvSpPr>
          <p:spPr bwMode="auto">
            <a:xfrm>
              <a:off x="6781125" y="2498871"/>
              <a:ext cx="377085" cy="375932"/>
            </a:xfrm>
            <a:prstGeom prst="ellipse">
              <a:avLst/>
            </a:pr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68" name="Oval 33"/>
            <p:cNvSpPr>
              <a:spLocks noChangeArrowheads="1"/>
            </p:cNvSpPr>
            <p:nvPr>
              <p:custDataLst>
                <p:tags r:id="rId32"/>
              </p:custDataLst>
            </p:nvPr>
          </p:nvSpPr>
          <p:spPr bwMode="auto">
            <a:xfrm>
              <a:off x="6827267" y="2543285"/>
              <a:ext cx="284802" cy="285518"/>
            </a:xfrm>
            <a:prstGeom prst="ellipse">
              <a:avLst/>
            </a:prstGeom>
            <a:solidFill>
              <a:schemeClr val="accent3"/>
            </a:solidFill>
            <a:ln>
              <a:noFill/>
            </a:ln>
          </p:spPr>
          <p:txBody>
            <a:bodyPr/>
            <a:lstStyle/>
            <a:p>
              <a:pPr>
                <a:defRPr/>
              </a:pPr>
              <a:endParaRPr lang="zh-CN" altLang="en-US">
                <a:latin typeface="微软雅黑" panose="020B0503020204020204" pitchFamily="34" charset="-122"/>
                <a:ea typeface="微软雅黑" panose="020B0503020204020204" pitchFamily="34" charset="-122"/>
              </a:endParaRPr>
            </a:p>
          </p:txBody>
        </p:sp>
        <p:sp>
          <p:nvSpPr>
            <p:cNvPr id="269" name="Freeform 40"/>
            <p:cNvSpPr>
              <a:spLocks noEditPoints="1"/>
            </p:cNvSpPr>
            <p:nvPr>
              <p:custDataLst>
                <p:tags r:id="rId33"/>
              </p:custDataLst>
            </p:nvPr>
          </p:nvSpPr>
          <p:spPr bwMode="auto">
            <a:xfrm>
              <a:off x="6787489" y="2509974"/>
              <a:ext cx="267300" cy="244277"/>
            </a:xfrm>
            <a:custGeom>
              <a:avLst/>
              <a:gdLst>
                <a:gd name="T0" fmla="*/ 17 w 111"/>
                <a:gd name="T1" fmla="*/ 79 h 102"/>
                <a:gd name="T2" fmla="*/ 0 w 111"/>
                <a:gd name="T3" fmla="*/ 94 h 102"/>
                <a:gd name="T4" fmla="*/ 1 w 111"/>
                <a:gd name="T5" fmla="*/ 98 h 102"/>
                <a:gd name="T6" fmla="*/ 3 w 111"/>
                <a:gd name="T7" fmla="*/ 102 h 102"/>
                <a:gd name="T8" fmla="*/ 18 w 111"/>
                <a:gd name="T9" fmla="*/ 88 h 102"/>
                <a:gd name="T10" fmla="*/ 17 w 111"/>
                <a:gd name="T11" fmla="*/ 79 h 102"/>
                <a:gd name="T12" fmla="*/ 103 w 111"/>
                <a:gd name="T13" fmla="*/ 0 h 102"/>
                <a:gd name="T14" fmla="*/ 87 w 111"/>
                <a:gd name="T15" fmla="*/ 15 h 102"/>
                <a:gd name="T16" fmla="*/ 96 w 111"/>
                <a:gd name="T17" fmla="*/ 17 h 102"/>
                <a:gd name="T18" fmla="*/ 111 w 111"/>
                <a:gd name="T19" fmla="*/ 3 h 102"/>
                <a:gd name="T20" fmla="*/ 107 w 111"/>
                <a:gd name="T21" fmla="*/ 1 h 102"/>
                <a:gd name="T22" fmla="*/ 103 w 111"/>
                <a:gd name="T23" fmla="*/ 0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10" h="102">
                  <a:moveTo>
                    <a:pt x="17" y="79"/>
                  </a:moveTo>
                  <a:cubicBezTo>
                    <a:pt x="11" y="84"/>
                    <a:pt x="6" y="89"/>
                    <a:pt x="0" y="94"/>
                  </a:cubicBezTo>
                  <a:cubicBezTo>
                    <a:pt x="0" y="96"/>
                    <a:pt x="1" y="97"/>
                    <a:pt x="1" y="98"/>
                  </a:cubicBezTo>
                  <a:cubicBezTo>
                    <a:pt x="2" y="100"/>
                    <a:pt x="2" y="101"/>
                    <a:pt x="3" y="102"/>
                  </a:cubicBezTo>
                  <a:cubicBezTo>
                    <a:pt x="8" y="97"/>
                    <a:pt x="13" y="93"/>
                    <a:pt x="18" y="88"/>
                  </a:cubicBezTo>
                  <a:cubicBezTo>
                    <a:pt x="17" y="85"/>
                    <a:pt x="17" y="82"/>
                    <a:pt x="17" y="79"/>
                  </a:cubicBezTo>
                  <a:moveTo>
                    <a:pt x="103" y="0"/>
                  </a:moveTo>
                  <a:cubicBezTo>
                    <a:pt x="98" y="5"/>
                    <a:pt x="92" y="10"/>
                    <a:pt x="87" y="15"/>
                  </a:cubicBezTo>
                  <a:cubicBezTo>
                    <a:pt x="90" y="16"/>
                    <a:pt x="93" y="16"/>
                    <a:pt x="96" y="17"/>
                  </a:cubicBezTo>
                  <a:cubicBezTo>
                    <a:pt x="101" y="13"/>
                    <a:pt x="106" y="8"/>
                    <a:pt x="111" y="3"/>
                  </a:cubicBezTo>
                  <a:cubicBezTo>
                    <a:pt x="110" y="3"/>
                    <a:pt x="108" y="2"/>
                    <a:pt x="107" y="1"/>
                  </a:cubicBezTo>
                  <a:cubicBezTo>
                    <a:pt x="105" y="1"/>
                    <a:pt x="104" y="0"/>
                    <a:pt x="103" y="0"/>
                  </a:cubicBezTo>
                </a:path>
              </a:pathLst>
            </a:custGeom>
            <a:solidFill>
              <a:schemeClr val="accent3"/>
            </a:solidFill>
            <a:ln>
              <a:noFill/>
            </a:ln>
          </p:spPr>
          <p:txBody>
            <a:bodyPr/>
            <a:lstStyle/>
            <a:p>
              <a:pPr>
                <a:defRPr/>
              </a:pPr>
              <a:endParaRPr lang="zh-CN" altLang="en-US">
                <a:latin typeface="微软雅黑" panose="020B0503020204020204" pitchFamily="34" charset="-122"/>
                <a:ea typeface="微软雅黑" panose="020B0503020204020204" pitchFamily="34" charset="-122"/>
              </a:endParaRPr>
            </a:p>
          </p:txBody>
        </p:sp>
        <p:sp>
          <p:nvSpPr>
            <p:cNvPr id="270" name="Freeform 41"/>
            <p:cNvSpPr/>
            <p:nvPr>
              <p:custDataLst>
                <p:tags r:id="rId34"/>
              </p:custDataLst>
            </p:nvPr>
          </p:nvSpPr>
          <p:spPr bwMode="auto">
            <a:xfrm>
              <a:off x="6828857" y="2546457"/>
              <a:ext cx="189338" cy="174483"/>
            </a:xfrm>
            <a:custGeom>
              <a:avLst/>
              <a:gdLst>
                <a:gd name="T0" fmla="*/ 70 w 79"/>
                <a:gd name="T1" fmla="*/ 0 h 73"/>
                <a:gd name="T2" fmla="*/ 0 w 79"/>
                <a:gd name="T3" fmla="*/ 64 h 73"/>
                <a:gd name="T4" fmla="*/ 1 w 79"/>
                <a:gd name="T5" fmla="*/ 73 h 73"/>
                <a:gd name="T6" fmla="*/ 79 w 79"/>
                <a:gd name="T7" fmla="*/ 2 h 73"/>
                <a:gd name="T8" fmla="*/ 70 w 79"/>
                <a:gd name="T9" fmla="*/ 0 h 73"/>
              </a:gdLst>
              <a:ahLst/>
              <a:cxnLst>
                <a:cxn ang="0">
                  <a:pos x="T0" y="T1"/>
                </a:cxn>
                <a:cxn ang="0">
                  <a:pos x="T2" y="T3"/>
                </a:cxn>
                <a:cxn ang="0">
                  <a:pos x="T4" y="T5"/>
                </a:cxn>
                <a:cxn ang="0">
                  <a:pos x="T6" y="T7"/>
                </a:cxn>
                <a:cxn ang="0">
                  <a:pos x="T8" y="T9"/>
                </a:cxn>
              </a:cxnLst>
              <a:rect l="0" t="0" r="r" b="b"/>
              <a:pathLst>
                <a:path w="79" h="73">
                  <a:moveTo>
                    <a:pt x="70" y="0"/>
                  </a:moveTo>
                  <a:cubicBezTo>
                    <a:pt x="46" y="21"/>
                    <a:pt x="23" y="43"/>
                    <a:pt x="0" y="64"/>
                  </a:cubicBezTo>
                  <a:cubicBezTo>
                    <a:pt x="0" y="67"/>
                    <a:pt x="0" y="70"/>
                    <a:pt x="1" y="73"/>
                  </a:cubicBezTo>
                  <a:cubicBezTo>
                    <a:pt x="27" y="50"/>
                    <a:pt x="53" y="26"/>
                    <a:pt x="79" y="2"/>
                  </a:cubicBezTo>
                  <a:cubicBezTo>
                    <a:pt x="76" y="1"/>
                    <a:pt x="73" y="1"/>
                    <a:pt x="70" y="0"/>
                  </a:cubicBezTo>
                </a:path>
              </a:pathLst>
            </a:custGeom>
            <a:solidFill>
              <a:schemeClr val="accent3">
                <a:lumMod val="60000"/>
                <a:lumOff val="40000"/>
              </a:schemeClr>
            </a:solidFill>
            <a:ln>
              <a:noFill/>
            </a:ln>
          </p:spPr>
          <p:txBody>
            <a:bodyPr/>
            <a:lstStyle/>
            <a:p>
              <a:pPr>
                <a:defRPr/>
              </a:pPr>
              <a:endParaRPr lang="zh-CN" altLang="en-US">
                <a:latin typeface="微软雅黑" panose="020B0503020204020204" pitchFamily="34" charset="-122"/>
                <a:ea typeface="微软雅黑" panose="020B0503020204020204" pitchFamily="34" charset="-122"/>
              </a:endParaRPr>
            </a:p>
          </p:txBody>
        </p:sp>
        <p:sp>
          <p:nvSpPr>
            <p:cNvPr id="271" name="Freeform 43"/>
            <p:cNvSpPr>
              <a:spLocks noEditPoints="1"/>
            </p:cNvSpPr>
            <p:nvPr>
              <p:custDataLst>
                <p:tags r:id="rId35"/>
              </p:custDataLst>
            </p:nvPr>
          </p:nvSpPr>
          <p:spPr bwMode="auto">
            <a:xfrm>
              <a:off x="6798627" y="2522664"/>
              <a:ext cx="337308" cy="312484"/>
            </a:xfrm>
            <a:custGeom>
              <a:avLst/>
              <a:gdLst>
                <a:gd name="T0" fmla="*/ 15 w 141"/>
                <a:gd name="T1" fmla="*/ 87 h 131"/>
                <a:gd name="T2" fmla="*/ 0 w 141"/>
                <a:gd name="T3" fmla="*/ 101 h 131"/>
                <a:gd name="T4" fmla="*/ 10 w 141"/>
                <a:gd name="T5" fmla="*/ 117 h 131"/>
                <a:gd name="T6" fmla="*/ 24 w 141"/>
                <a:gd name="T7" fmla="*/ 131 h 131"/>
                <a:gd name="T8" fmla="*/ 39 w 141"/>
                <a:gd name="T9" fmla="*/ 118 h 131"/>
                <a:gd name="T10" fmla="*/ 15 w 141"/>
                <a:gd name="T11" fmla="*/ 87 h 131"/>
                <a:gd name="T12" fmla="*/ 110 w 141"/>
                <a:gd name="T13" fmla="*/ 0 h 131"/>
                <a:gd name="T14" fmla="*/ 95 w 141"/>
                <a:gd name="T15" fmla="*/ 14 h 131"/>
                <a:gd name="T16" fmla="*/ 126 w 141"/>
                <a:gd name="T17" fmla="*/ 43 h 131"/>
                <a:gd name="T18" fmla="*/ 141 w 141"/>
                <a:gd name="T19" fmla="*/ 30 h 131"/>
                <a:gd name="T20" fmla="*/ 121 w 141"/>
                <a:gd name="T21" fmla="*/ 7 h 131"/>
                <a:gd name="T22" fmla="*/ 110 w 141"/>
                <a:gd name="T23" fmla="*/ 0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1" h="131">
                  <a:moveTo>
                    <a:pt x="15" y="87"/>
                  </a:moveTo>
                  <a:cubicBezTo>
                    <a:pt x="10" y="92"/>
                    <a:pt x="5" y="96"/>
                    <a:pt x="0" y="101"/>
                  </a:cubicBezTo>
                  <a:cubicBezTo>
                    <a:pt x="2" y="105"/>
                    <a:pt x="5" y="111"/>
                    <a:pt x="10" y="117"/>
                  </a:cubicBezTo>
                  <a:cubicBezTo>
                    <a:pt x="14" y="122"/>
                    <a:pt x="19" y="127"/>
                    <a:pt x="24" y="131"/>
                  </a:cubicBezTo>
                  <a:cubicBezTo>
                    <a:pt x="29" y="127"/>
                    <a:pt x="34" y="122"/>
                    <a:pt x="39" y="118"/>
                  </a:cubicBezTo>
                  <a:cubicBezTo>
                    <a:pt x="28" y="111"/>
                    <a:pt x="19" y="100"/>
                    <a:pt x="15" y="87"/>
                  </a:cubicBezTo>
                  <a:moveTo>
                    <a:pt x="110" y="0"/>
                  </a:moveTo>
                  <a:cubicBezTo>
                    <a:pt x="105" y="4"/>
                    <a:pt x="100" y="9"/>
                    <a:pt x="95" y="14"/>
                  </a:cubicBezTo>
                  <a:cubicBezTo>
                    <a:pt x="108" y="19"/>
                    <a:pt x="119" y="30"/>
                    <a:pt x="126" y="43"/>
                  </a:cubicBezTo>
                  <a:cubicBezTo>
                    <a:pt x="131" y="39"/>
                    <a:pt x="136" y="35"/>
                    <a:pt x="141" y="30"/>
                  </a:cubicBezTo>
                  <a:cubicBezTo>
                    <a:pt x="136" y="21"/>
                    <a:pt x="129" y="14"/>
                    <a:pt x="121" y="7"/>
                  </a:cubicBezTo>
                  <a:cubicBezTo>
                    <a:pt x="117" y="4"/>
                    <a:pt x="113" y="2"/>
                    <a:pt x="110" y="0"/>
                  </a:cubicBezTo>
                </a:path>
              </a:pathLst>
            </a:custGeom>
            <a:solidFill>
              <a:schemeClr val="accent3"/>
            </a:solidFill>
            <a:ln>
              <a:noFill/>
            </a:ln>
          </p:spPr>
          <p:txBody>
            <a:bodyPr/>
            <a:lstStyle/>
            <a:p>
              <a:pPr>
                <a:defRPr/>
              </a:pPr>
              <a:endParaRPr lang="zh-CN" altLang="en-US">
                <a:latin typeface="微软雅黑" panose="020B0503020204020204" pitchFamily="34" charset="-122"/>
                <a:ea typeface="微软雅黑" panose="020B0503020204020204" pitchFamily="34" charset="-122"/>
              </a:endParaRPr>
            </a:p>
          </p:txBody>
        </p:sp>
        <p:sp>
          <p:nvSpPr>
            <p:cNvPr id="272" name="Freeform 44"/>
            <p:cNvSpPr/>
            <p:nvPr>
              <p:custDataLst>
                <p:tags r:id="rId36"/>
              </p:custDataLst>
            </p:nvPr>
          </p:nvSpPr>
          <p:spPr bwMode="auto">
            <a:xfrm>
              <a:off x="6833631" y="2555975"/>
              <a:ext cx="267300" cy="249035"/>
            </a:xfrm>
            <a:custGeom>
              <a:avLst/>
              <a:gdLst>
                <a:gd name="T0" fmla="*/ 80 w 111"/>
                <a:gd name="T1" fmla="*/ 0 h 104"/>
                <a:gd name="T2" fmla="*/ 0 w 111"/>
                <a:gd name="T3" fmla="*/ 73 h 104"/>
                <a:gd name="T4" fmla="*/ 24 w 111"/>
                <a:gd name="T5" fmla="*/ 104 h 104"/>
                <a:gd name="T6" fmla="*/ 111 w 111"/>
                <a:gd name="T7" fmla="*/ 29 h 104"/>
                <a:gd name="T8" fmla="*/ 80 w 111"/>
                <a:gd name="T9" fmla="*/ 0 h 104"/>
              </a:gdLst>
              <a:ahLst/>
              <a:cxnLst>
                <a:cxn ang="0">
                  <a:pos x="T0" y="T1"/>
                </a:cxn>
                <a:cxn ang="0">
                  <a:pos x="T2" y="T3"/>
                </a:cxn>
                <a:cxn ang="0">
                  <a:pos x="T4" y="T5"/>
                </a:cxn>
                <a:cxn ang="0">
                  <a:pos x="T6" y="T7"/>
                </a:cxn>
                <a:cxn ang="0">
                  <a:pos x="T8" y="T9"/>
                </a:cxn>
              </a:cxnLst>
              <a:rect l="0" t="0" r="r" b="b"/>
              <a:pathLst>
                <a:path w="110" h="104">
                  <a:moveTo>
                    <a:pt x="80" y="0"/>
                  </a:moveTo>
                  <a:cubicBezTo>
                    <a:pt x="53" y="24"/>
                    <a:pt x="27" y="49"/>
                    <a:pt x="0" y="73"/>
                  </a:cubicBezTo>
                  <a:cubicBezTo>
                    <a:pt x="4" y="86"/>
                    <a:pt x="13" y="97"/>
                    <a:pt x="24" y="104"/>
                  </a:cubicBezTo>
                  <a:cubicBezTo>
                    <a:pt x="53" y="79"/>
                    <a:pt x="82" y="54"/>
                    <a:pt x="111" y="29"/>
                  </a:cubicBezTo>
                  <a:cubicBezTo>
                    <a:pt x="104" y="16"/>
                    <a:pt x="93" y="5"/>
                    <a:pt x="80" y="0"/>
                  </a:cubicBezTo>
                </a:path>
              </a:pathLst>
            </a:custGeom>
            <a:solidFill>
              <a:schemeClr val="accent3">
                <a:lumMod val="60000"/>
                <a:lumOff val="40000"/>
              </a:schemeClr>
            </a:solidFill>
            <a:ln>
              <a:noFill/>
            </a:ln>
          </p:spPr>
          <p:txBody>
            <a:bodyPr/>
            <a:lstStyle/>
            <a:p>
              <a:pPr>
                <a:defRPr/>
              </a:pPr>
              <a:endParaRPr lang="zh-CN" altLang="en-US">
                <a:latin typeface="微软雅黑" panose="020B0503020204020204" pitchFamily="34" charset="-122"/>
                <a:ea typeface="微软雅黑" panose="020B0503020204020204" pitchFamily="34" charset="-122"/>
              </a:endParaRPr>
            </a:p>
          </p:txBody>
        </p:sp>
      </p:grpSp>
      <p:grpSp>
        <p:nvGrpSpPr>
          <p:cNvPr id="23576" name="组合 272"/>
          <p:cNvGrpSpPr/>
          <p:nvPr>
            <p:custDataLst>
              <p:tags r:id="rId37"/>
            </p:custDataLst>
          </p:nvPr>
        </p:nvGrpSpPr>
        <p:grpSpPr bwMode="auto">
          <a:xfrm>
            <a:off x="9483725" y="1462088"/>
            <a:ext cx="376238" cy="376237"/>
            <a:chOff x="6349841" y="1394138"/>
            <a:chExt cx="375932" cy="377085"/>
          </a:xfrm>
        </p:grpSpPr>
        <p:sp>
          <p:nvSpPr>
            <p:cNvPr id="274" name="Oval 26"/>
            <p:cNvSpPr>
              <a:spLocks noChangeArrowheads="1"/>
            </p:cNvSpPr>
            <p:nvPr>
              <p:custDataLst>
                <p:tags r:id="rId38"/>
              </p:custDataLst>
            </p:nvPr>
          </p:nvSpPr>
          <p:spPr bwMode="auto">
            <a:xfrm>
              <a:off x="6349841" y="1394138"/>
              <a:ext cx="375932" cy="377085"/>
            </a:xfrm>
            <a:prstGeom prst="ellipse">
              <a:avLst/>
            </a:prstGeom>
            <a:solidFill>
              <a:schemeClr val="accent4"/>
            </a:solidFill>
            <a:ln>
              <a:noFill/>
            </a:ln>
          </p:spPr>
          <p:txBody>
            <a:bodyPr/>
            <a:lstStyle/>
            <a:p>
              <a:pPr>
                <a:defRPr/>
              </a:pPr>
              <a:endParaRPr lang="zh-CN" altLang="en-US">
                <a:latin typeface="微软雅黑" panose="020B0503020204020204" pitchFamily="34" charset="-122"/>
                <a:ea typeface="微软雅黑" panose="020B0503020204020204" pitchFamily="34" charset="-122"/>
              </a:endParaRPr>
            </a:p>
          </p:txBody>
        </p:sp>
        <p:sp>
          <p:nvSpPr>
            <p:cNvPr id="275" name="Oval 27"/>
            <p:cNvSpPr>
              <a:spLocks noChangeArrowheads="1"/>
            </p:cNvSpPr>
            <p:nvPr>
              <p:custDataLst>
                <p:tags r:id="rId39"/>
              </p:custDataLst>
            </p:nvPr>
          </p:nvSpPr>
          <p:spPr bwMode="auto">
            <a:xfrm>
              <a:off x="6394255" y="1441870"/>
              <a:ext cx="287104" cy="284802"/>
            </a:xfrm>
            <a:prstGeom prst="ellipse">
              <a:avLst/>
            </a:prstGeom>
            <a:solidFill>
              <a:schemeClr val="accent4">
                <a:lumMod val="60000"/>
                <a:lumOff val="40000"/>
              </a:schemeClr>
            </a:solidFill>
            <a:ln>
              <a:noFill/>
            </a:ln>
          </p:spPr>
          <p:txBody>
            <a:bodyPr/>
            <a:lstStyle/>
            <a:p>
              <a:pPr>
                <a:defRPr/>
              </a:pPr>
              <a:endParaRPr lang="zh-CN" altLang="en-US">
                <a:latin typeface="微软雅黑" panose="020B0503020204020204" pitchFamily="34" charset="-122"/>
                <a:ea typeface="微软雅黑" panose="020B0503020204020204" pitchFamily="34" charset="-122"/>
              </a:endParaRPr>
            </a:p>
          </p:txBody>
        </p:sp>
        <p:sp>
          <p:nvSpPr>
            <p:cNvPr id="23594" name="Freeform 45"/>
            <p:cNvSpPr>
              <a:spLocks noEditPoints="1"/>
            </p:cNvSpPr>
            <p:nvPr>
              <p:custDataLst>
                <p:tags r:id="rId40"/>
              </p:custDataLst>
            </p:nvPr>
          </p:nvSpPr>
          <p:spPr bwMode="auto">
            <a:xfrm>
              <a:off x="6356760" y="1407976"/>
              <a:ext cx="266381" cy="242165"/>
            </a:xfrm>
            <a:custGeom>
              <a:avLst/>
              <a:gdLst>
                <a:gd name="T0" fmla="*/ 0 w 110"/>
                <a:gd name="T1" fmla="*/ 2147483647 h 100"/>
                <a:gd name="T2" fmla="*/ 0 w 110"/>
                <a:gd name="T3" fmla="*/ 2147483647 h 100"/>
                <a:gd name="T4" fmla="*/ 2147483647 w 110"/>
                <a:gd name="T5" fmla="*/ 2147483647 h 100"/>
                <a:gd name="T6" fmla="*/ 2147483647 w 110"/>
                <a:gd name="T7" fmla="*/ 2147483647 h 100"/>
                <a:gd name="T8" fmla="*/ 2147483647 w 110"/>
                <a:gd name="T9" fmla="*/ 2147483647 h 100"/>
                <a:gd name="T10" fmla="*/ 0 w 110"/>
                <a:gd name="T11" fmla="*/ 2147483647 h 100"/>
                <a:gd name="T12" fmla="*/ 2147483647 w 110"/>
                <a:gd name="T13" fmla="*/ 0 h 100"/>
                <a:gd name="T14" fmla="*/ 2147483647 w 110"/>
                <a:gd name="T15" fmla="*/ 2147483647 h 100"/>
                <a:gd name="T16" fmla="*/ 2147483647 w 110"/>
                <a:gd name="T17" fmla="*/ 2147483647 h 100"/>
                <a:gd name="T18" fmla="*/ 2147483647 w 110"/>
                <a:gd name="T19" fmla="*/ 2147483647 h 100"/>
                <a:gd name="T20" fmla="*/ 2147483647 w 110"/>
                <a:gd name="T21" fmla="*/ 0 h 1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10"/>
                <a:gd name="T34" fmla="*/ 0 h 100"/>
                <a:gd name="T35" fmla="*/ 110 w 110"/>
                <a:gd name="T36" fmla="*/ 100 h 10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10" h="100">
                  <a:moveTo>
                    <a:pt x="0" y="94"/>
                  </a:moveTo>
                  <a:cubicBezTo>
                    <a:pt x="0" y="94"/>
                    <a:pt x="0" y="94"/>
                    <a:pt x="0" y="94"/>
                  </a:cubicBezTo>
                  <a:cubicBezTo>
                    <a:pt x="0" y="95"/>
                    <a:pt x="1" y="96"/>
                    <a:pt x="1" y="97"/>
                  </a:cubicBezTo>
                  <a:cubicBezTo>
                    <a:pt x="1" y="99"/>
                    <a:pt x="2" y="100"/>
                    <a:pt x="2" y="101"/>
                  </a:cubicBezTo>
                  <a:cubicBezTo>
                    <a:pt x="2" y="101"/>
                    <a:pt x="2" y="101"/>
                    <a:pt x="2" y="101"/>
                  </a:cubicBezTo>
                  <a:cubicBezTo>
                    <a:pt x="1" y="99"/>
                    <a:pt x="1" y="96"/>
                    <a:pt x="0" y="94"/>
                  </a:cubicBezTo>
                  <a:moveTo>
                    <a:pt x="105" y="0"/>
                  </a:moveTo>
                  <a:cubicBezTo>
                    <a:pt x="107" y="1"/>
                    <a:pt x="109" y="2"/>
                    <a:pt x="111" y="3"/>
                  </a:cubicBezTo>
                  <a:cubicBezTo>
                    <a:pt x="111" y="3"/>
                    <a:pt x="111" y="3"/>
                    <a:pt x="111" y="3"/>
                  </a:cubicBezTo>
                  <a:cubicBezTo>
                    <a:pt x="109" y="2"/>
                    <a:pt x="108" y="1"/>
                    <a:pt x="106" y="1"/>
                  </a:cubicBezTo>
                  <a:cubicBezTo>
                    <a:pt x="106" y="1"/>
                    <a:pt x="106" y="0"/>
                    <a:pt x="105" y="0"/>
                  </a:cubicBezTo>
                </a:path>
              </a:pathLst>
            </a:custGeom>
            <a:solidFill>
              <a:srgbClr val="09B3FE"/>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277" name="Freeform 46"/>
            <p:cNvSpPr>
              <a:spLocks noEditPoints="1"/>
            </p:cNvSpPr>
            <p:nvPr>
              <p:custDataLst>
                <p:tags r:id="rId41"/>
              </p:custDataLst>
            </p:nvPr>
          </p:nvSpPr>
          <p:spPr bwMode="auto">
            <a:xfrm>
              <a:off x="6356186" y="1405275"/>
              <a:ext cx="266483" cy="245026"/>
            </a:xfrm>
            <a:custGeom>
              <a:avLst/>
              <a:gdLst>
                <a:gd name="T0" fmla="*/ 17 w 111"/>
                <a:gd name="T1" fmla="*/ 79 h 102"/>
                <a:gd name="T2" fmla="*/ 0 w 111"/>
                <a:gd name="T3" fmla="*/ 95 h 102"/>
                <a:gd name="T4" fmla="*/ 2 w 111"/>
                <a:gd name="T5" fmla="*/ 102 h 102"/>
                <a:gd name="T6" fmla="*/ 18 w 111"/>
                <a:gd name="T7" fmla="*/ 88 h 102"/>
                <a:gd name="T8" fmla="*/ 17 w 111"/>
                <a:gd name="T9" fmla="*/ 79 h 102"/>
                <a:gd name="T10" fmla="*/ 103 w 111"/>
                <a:gd name="T11" fmla="*/ 0 h 102"/>
                <a:gd name="T12" fmla="*/ 86 w 111"/>
                <a:gd name="T13" fmla="*/ 16 h 102"/>
                <a:gd name="T14" fmla="*/ 95 w 111"/>
                <a:gd name="T15" fmla="*/ 18 h 102"/>
                <a:gd name="T16" fmla="*/ 111 w 111"/>
                <a:gd name="T17" fmla="*/ 4 h 102"/>
                <a:gd name="T18" fmla="*/ 105 w 111"/>
                <a:gd name="T19" fmla="*/ 1 h 102"/>
                <a:gd name="T20" fmla="*/ 103 w 111"/>
                <a:gd name="T21" fmla="*/ 0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0" h="102">
                  <a:moveTo>
                    <a:pt x="17" y="79"/>
                  </a:moveTo>
                  <a:cubicBezTo>
                    <a:pt x="11" y="84"/>
                    <a:pt x="5" y="90"/>
                    <a:pt x="0" y="95"/>
                  </a:cubicBezTo>
                  <a:cubicBezTo>
                    <a:pt x="1" y="97"/>
                    <a:pt x="1" y="100"/>
                    <a:pt x="2" y="102"/>
                  </a:cubicBezTo>
                  <a:cubicBezTo>
                    <a:pt x="8" y="98"/>
                    <a:pt x="13" y="93"/>
                    <a:pt x="18" y="88"/>
                  </a:cubicBezTo>
                  <a:cubicBezTo>
                    <a:pt x="17" y="85"/>
                    <a:pt x="17" y="82"/>
                    <a:pt x="17" y="79"/>
                  </a:cubicBezTo>
                  <a:moveTo>
                    <a:pt x="103" y="0"/>
                  </a:moveTo>
                  <a:cubicBezTo>
                    <a:pt x="97" y="5"/>
                    <a:pt x="92" y="10"/>
                    <a:pt x="86" y="16"/>
                  </a:cubicBezTo>
                  <a:cubicBezTo>
                    <a:pt x="89" y="16"/>
                    <a:pt x="92" y="17"/>
                    <a:pt x="95" y="18"/>
                  </a:cubicBezTo>
                  <a:cubicBezTo>
                    <a:pt x="100" y="13"/>
                    <a:pt x="106" y="8"/>
                    <a:pt x="111" y="4"/>
                  </a:cubicBezTo>
                  <a:cubicBezTo>
                    <a:pt x="109" y="3"/>
                    <a:pt x="107" y="2"/>
                    <a:pt x="105" y="1"/>
                  </a:cubicBezTo>
                  <a:cubicBezTo>
                    <a:pt x="105" y="1"/>
                    <a:pt x="104" y="1"/>
                    <a:pt x="103" y="0"/>
                  </a:cubicBezTo>
                </a:path>
              </a:pathLst>
            </a:custGeom>
            <a:solidFill>
              <a:schemeClr val="accent4">
                <a:lumMod val="60000"/>
                <a:lumOff val="40000"/>
              </a:schemeClr>
            </a:solidFill>
            <a:ln>
              <a:noFill/>
            </a:ln>
          </p:spPr>
          <p:txBody>
            <a:bodyPr/>
            <a:lstStyle/>
            <a:p>
              <a:pPr>
                <a:defRPr/>
              </a:pPr>
              <a:endParaRPr lang="zh-CN" altLang="en-US">
                <a:latin typeface="微软雅黑" panose="020B0503020204020204" pitchFamily="34" charset="-122"/>
                <a:ea typeface="微软雅黑" panose="020B0503020204020204" pitchFamily="34" charset="-122"/>
              </a:endParaRPr>
            </a:p>
          </p:txBody>
        </p:sp>
        <p:sp>
          <p:nvSpPr>
            <p:cNvPr id="278" name="Freeform 47"/>
            <p:cNvSpPr/>
            <p:nvPr>
              <p:custDataLst>
                <p:tags r:id="rId42"/>
              </p:custDataLst>
            </p:nvPr>
          </p:nvSpPr>
          <p:spPr bwMode="auto">
            <a:xfrm>
              <a:off x="6397427" y="1443461"/>
              <a:ext cx="187173" cy="171836"/>
            </a:xfrm>
            <a:custGeom>
              <a:avLst/>
              <a:gdLst>
                <a:gd name="T0" fmla="*/ 69 w 78"/>
                <a:gd name="T1" fmla="*/ 0 h 72"/>
                <a:gd name="T2" fmla="*/ 0 w 78"/>
                <a:gd name="T3" fmla="*/ 63 h 72"/>
                <a:gd name="T4" fmla="*/ 1 w 78"/>
                <a:gd name="T5" fmla="*/ 72 h 72"/>
                <a:gd name="T6" fmla="*/ 78 w 78"/>
                <a:gd name="T7" fmla="*/ 2 h 72"/>
                <a:gd name="T8" fmla="*/ 69 w 78"/>
                <a:gd name="T9" fmla="*/ 0 h 72"/>
              </a:gdLst>
              <a:ahLst/>
              <a:cxnLst>
                <a:cxn ang="0">
                  <a:pos x="T0" y="T1"/>
                </a:cxn>
                <a:cxn ang="0">
                  <a:pos x="T2" y="T3"/>
                </a:cxn>
                <a:cxn ang="0">
                  <a:pos x="T4" y="T5"/>
                </a:cxn>
                <a:cxn ang="0">
                  <a:pos x="T6" y="T7"/>
                </a:cxn>
                <a:cxn ang="0">
                  <a:pos x="T8" y="T9"/>
                </a:cxn>
              </a:cxnLst>
              <a:rect l="0" t="0" r="r" b="b"/>
              <a:pathLst>
                <a:path w="78" h="72">
                  <a:moveTo>
                    <a:pt x="69" y="0"/>
                  </a:moveTo>
                  <a:cubicBezTo>
                    <a:pt x="46" y="21"/>
                    <a:pt x="23" y="42"/>
                    <a:pt x="0" y="63"/>
                  </a:cubicBezTo>
                  <a:cubicBezTo>
                    <a:pt x="0" y="66"/>
                    <a:pt x="0" y="69"/>
                    <a:pt x="1" y="72"/>
                  </a:cubicBezTo>
                  <a:cubicBezTo>
                    <a:pt x="27" y="49"/>
                    <a:pt x="53" y="25"/>
                    <a:pt x="78" y="2"/>
                  </a:cubicBezTo>
                  <a:cubicBezTo>
                    <a:pt x="75" y="1"/>
                    <a:pt x="72" y="0"/>
                    <a:pt x="69" y="0"/>
                  </a:cubicBezTo>
                </a:path>
              </a:pathLst>
            </a:custGeom>
            <a:solidFill>
              <a:schemeClr val="accent4">
                <a:lumMod val="40000"/>
                <a:lumOff val="60000"/>
              </a:schemeClr>
            </a:solidFill>
            <a:ln>
              <a:noFill/>
            </a:ln>
          </p:spPr>
          <p:txBody>
            <a:bodyPr/>
            <a:lstStyle/>
            <a:p>
              <a:pPr>
                <a:defRPr/>
              </a:pPr>
              <a:endParaRPr lang="zh-CN" altLang="en-US">
                <a:latin typeface="微软雅黑" panose="020B0503020204020204" pitchFamily="34" charset="-122"/>
                <a:ea typeface="微软雅黑" panose="020B0503020204020204" pitchFamily="34" charset="-122"/>
              </a:endParaRPr>
            </a:p>
          </p:txBody>
        </p:sp>
        <p:sp>
          <p:nvSpPr>
            <p:cNvPr id="23597" name="Freeform 48"/>
            <p:cNvSpPr>
              <a:spLocks noEditPoints="1"/>
            </p:cNvSpPr>
            <p:nvPr>
              <p:custDataLst>
                <p:tags r:id="rId43"/>
              </p:custDataLst>
            </p:nvPr>
          </p:nvSpPr>
          <p:spPr bwMode="auto">
            <a:xfrm>
              <a:off x="6365985" y="1417201"/>
              <a:ext cx="335571" cy="313661"/>
            </a:xfrm>
            <a:custGeom>
              <a:avLst/>
              <a:gdLst>
                <a:gd name="T0" fmla="*/ 0 w 140"/>
                <a:gd name="T1" fmla="*/ 2147483647 h 131"/>
                <a:gd name="T2" fmla="*/ 0 w 140"/>
                <a:gd name="T3" fmla="*/ 2147483647 h 131"/>
                <a:gd name="T4" fmla="*/ 2147483647 w 140"/>
                <a:gd name="T5" fmla="*/ 2147483647 h 131"/>
                <a:gd name="T6" fmla="*/ 2147483647 w 140"/>
                <a:gd name="T7" fmla="*/ 2147483647 h 131"/>
                <a:gd name="T8" fmla="*/ 2147483647 w 140"/>
                <a:gd name="T9" fmla="*/ 2147483647 h 131"/>
                <a:gd name="T10" fmla="*/ 0 w 140"/>
                <a:gd name="T11" fmla="*/ 2147483647 h 131"/>
                <a:gd name="T12" fmla="*/ 2147483647 w 140"/>
                <a:gd name="T13" fmla="*/ 0 h 131"/>
                <a:gd name="T14" fmla="*/ 2147483647 w 140"/>
                <a:gd name="T15" fmla="*/ 0 h 131"/>
                <a:gd name="T16" fmla="*/ 2147483647 w 140"/>
                <a:gd name="T17" fmla="*/ 2147483647 h 131"/>
                <a:gd name="T18" fmla="*/ 2147483647 w 140"/>
                <a:gd name="T19" fmla="*/ 2147483647 h 131"/>
                <a:gd name="T20" fmla="*/ 2147483647 w 140"/>
                <a:gd name="T21" fmla="*/ 2147483647 h 131"/>
                <a:gd name="T22" fmla="*/ 2147483647 w 140"/>
                <a:gd name="T23" fmla="*/ 0 h 13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40"/>
                <a:gd name="T37" fmla="*/ 0 h 131"/>
                <a:gd name="T38" fmla="*/ 140 w 140"/>
                <a:gd name="T39" fmla="*/ 131 h 13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40" h="131">
                  <a:moveTo>
                    <a:pt x="0" y="101"/>
                  </a:moveTo>
                  <a:cubicBezTo>
                    <a:pt x="0" y="101"/>
                    <a:pt x="0" y="101"/>
                    <a:pt x="0" y="101"/>
                  </a:cubicBezTo>
                  <a:cubicBezTo>
                    <a:pt x="2" y="106"/>
                    <a:pt x="6" y="112"/>
                    <a:pt x="11" y="119"/>
                  </a:cubicBezTo>
                  <a:cubicBezTo>
                    <a:pt x="15" y="124"/>
                    <a:pt x="20" y="128"/>
                    <a:pt x="24" y="131"/>
                  </a:cubicBezTo>
                  <a:cubicBezTo>
                    <a:pt x="24" y="131"/>
                    <a:pt x="24" y="131"/>
                    <a:pt x="24" y="131"/>
                  </a:cubicBezTo>
                  <a:cubicBezTo>
                    <a:pt x="14" y="123"/>
                    <a:pt x="5" y="113"/>
                    <a:pt x="0" y="101"/>
                  </a:cubicBezTo>
                  <a:moveTo>
                    <a:pt x="110" y="0"/>
                  </a:moveTo>
                  <a:cubicBezTo>
                    <a:pt x="109" y="0"/>
                    <a:pt x="109" y="0"/>
                    <a:pt x="109" y="0"/>
                  </a:cubicBezTo>
                  <a:cubicBezTo>
                    <a:pt x="122" y="7"/>
                    <a:pt x="133" y="18"/>
                    <a:pt x="140" y="31"/>
                  </a:cubicBezTo>
                  <a:cubicBezTo>
                    <a:pt x="140" y="31"/>
                    <a:pt x="140" y="31"/>
                    <a:pt x="140" y="31"/>
                  </a:cubicBezTo>
                  <a:cubicBezTo>
                    <a:pt x="137" y="25"/>
                    <a:pt x="132" y="18"/>
                    <a:pt x="124" y="10"/>
                  </a:cubicBezTo>
                  <a:cubicBezTo>
                    <a:pt x="119" y="6"/>
                    <a:pt x="114" y="2"/>
                    <a:pt x="110" y="0"/>
                  </a:cubicBezTo>
                </a:path>
              </a:pathLst>
            </a:custGeom>
            <a:solidFill>
              <a:srgbClr val="09B3FE"/>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280" name="Freeform 49"/>
            <p:cNvSpPr>
              <a:spLocks noEditPoints="1"/>
            </p:cNvSpPr>
            <p:nvPr>
              <p:custDataLst>
                <p:tags r:id="rId44"/>
              </p:custDataLst>
            </p:nvPr>
          </p:nvSpPr>
          <p:spPr bwMode="auto">
            <a:xfrm>
              <a:off x="6365703" y="1416413"/>
              <a:ext cx="336276" cy="315033"/>
            </a:xfrm>
            <a:custGeom>
              <a:avLst/>
              <a:gdLst>
                <a:gd name="T0" fmla="*/ 15 w 140"/>
                <a:gd name="T1" fmla="*/ 87 h 131"/>
                <a:gd name="T2" fmla="*/ 0 w 140"/>
                <a:gd name="T3" fmla="*/ 101 h 131"/>
                <a:gd name="T4" fmla="*/ 24 w 140"/>
                <a:gd name="T5" fmla="*/ 131 h 131"/>
                <a:gd name="T6" fmla="*/ 39 w 140"/>
                <a:gd name="T7" fmla="*/ 118 h 131"/>
                <a:gd name="T8" fmla="*/ 15 w 140"/>
                <a:gd name="T9" fmla="*/ 87 h 131"/>
                <a:gd name="T10" fmla="*/ 109 w 140"/>
                <a:gd name="T11" fmla="*/ 0 h 131"/>
                <a:gd name="T12" fmla="*/ 94 w 140"/>
                <a:gd name="T13" fmla="*/ 14 h 131"/>
                <a:gd name="T14" fmla="*/ 125 w 140"/>
                <a:gd name="T15" fmla="*/ 44 h 131"/>
                <a:gd name="T16" fmla="*/ 140 w 140"/>
                <a:gd name="T17" fmla="*/ 31 h 131"/>
                <a:gd name="T18" fmla="*/ 109 w 140"/>
                <a:gd name="T19" fmla="*/ 0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0" h="131">
                  <a:moveTo>
                    <a:pt x="15" y="87"/>
                  </a:moveTo>
                  <a:cubicBezTo>
                    <a:pt x="10" y="92"/>
                    <a:pt x="5" y="97"/>
                    <a:pt x="0" y="101"/>
                  </a:cubicBezTo>
                  <a:cubicBezTo>
                    <a:pt x="5" y="113"/>
                    <a:pt x="14" y="123"/>
                    <a:pt x="24" y="131"/>
                  </a:cubicBezTo>
                  <a:cubicBezTo>
                    <a:pt x="29" y="127"/>
                    <a:pt x="34" y="123"/>
                    <a:pt x="39" y="118"/>
                  </a:cubicBezTo>
                  <a:cubicBezTo>
                    <a:pt x="28" y="111"/>
                    <a:pt x="19" y="100"/>
                    <a:pt x="15" y="87"/>
                  </a:cubicBezTo>
                  <a:moveTo>
                    <a:pt x="109" y="0"/>
                  </a:moveTo>
                  <a:cubicBezTo>
                    <a:pt x="104" y="5"/>
                    <a:pt x="99" y="9"/>
                    <a:pt x="94" y="14"/>
                  </a:cubicBezTo>
                  <a:cubicBezTo>
                    <a:pt x="108" y="20"/>
                    <a:pt x="119" y="30"/>
                    <a:pt x="125" y="44"/>
                  </a:cubicBezTo>
                  <a:cubicBezTo>
                    <a:pt x="130" y="39"/>
                    <a:pt x="135" y="35"/>
                    <a:pt x="140" y="31"/>
                  </a:cubicBezTo>
                  <a:cubicBezTo>
                    <a:pt x="133" y="18"/>
                    <a:pt x="122" y="7"/>
                    <a:pt x="109" y="0"/>
                  </a:cubicBezTo>
                </a:path>
              </a:pathLst>
            </a:custGeom>
            <a:solidFill>
              <a:schemeClr val="accent4">
                <a:lumMod val="60000"/>
                <a:lumOff val="40000"/>
              </a:schemeClr>
            </a:solidFill>
            <a:ln>
              <a:noFill/>
            </a:ln>
          </p:spPr>
          <p:txBody>
            <a:bodyPr/>
            <a:lstStyle/>
            <a:p>
              <a:pPr>
                <a:defRPr/>
              </a:pPr>
              <a:endParaRPr lang="zh-CN" altLang="en-US">
                <a:latin typeface="微软雅黑" panose="020B0503020204020204" pitchFamily="34" charset="-122"/>
                <a:ea typeface="微软雅黑" panose="020B0503020204020204" pitchFamily="34" charset="-122"/>
              </a:endParaRPr>
            </a:p>
          </p:txBody>
        </p:sp>
        <p:sp>
          <p:nvSpPr>
            <p:cNvPr id="281" name="Freeform 50"/>
            <p:cNvSpPr/>
            <p:nvPr>
              <p:custDataLst>
                <p:tags r:id="rId45"/>
              </p:custDataLst>
            </p:nvPr>
          </p:nvSpPr>
          <p:spPr bwMode="auto">
            <a:xfrm>
              <a:off x="6402186" y="1451417"/>
              <a:ext cx="263311" cy="248208"/>
            </a:xfrm>
            <a:custGeom>
              <a:avLst/>
              <a:gdLst>
                <a:gd name="T0" fmla="*/ 79 w 110"/>
                <a:gd name="T1" fmla="*/ 0 h 104"/>
                <a:gd name="T2" fmla="*/ 0 w 110"/>
                <a:gd name="T3" fmla="*/ 73 h 104"/>
                <a:gd name="T4" fmla="*/ 24 w 110"/>
                <a:gd name="T5" fmla="*/ 104 h 104"/>
                <a:gd name="T6" fmla="*/ 110 w 110"/>
                <a:gd name="T7" fmla="*/ 30 h 104"/>
                <a:gd name="T8" fmla="*/ 79 w 110"/>
                <a:gd name="T9" fmla="*/ 0 h 104"/>
              </a:gdLst>
              <a:ahLst/>
              <a:cxnLst>
                <a:cxn ang="0">
                  <a:pos x="T0" y="T1"/>
                </a:cxn>
                <a:cxn ang="0">
                  <a:pos x="T2" y="T3"/>
                </a:cxn>
                <a:cxn ang="0">
                  <a:pos x="T4" y="T5"/>
                </a:cxn>
                <a:cxn ang="0">
                  <a:pos x="T6" y="T7"/>
                </a:cxn>
                <a:cxn ang="0">
                  <a:pos x="T8" y="T9"/>
                </a:cxn>
              </a:cxnLst>
              <a:rect l="0" t="0" r="r" b="b"/>
              <a:pathLst>
                <a:path w="110" h="104">
                  <a:moveTo>
                    <a:pt x="79" y="0"/>
                  </a:moveTo>
                  <a:cubicBezTo>
                    <a:pt x="53" y="24"/>
                    <a:pt x="27" y="49"/>
                    <a:pt x="0" y="73"/>
                  </a:cubicBezTo>
                  <a:cubicBezTo>
                    <a:pt x="4" y="86"/>
                    <a:pt x="13" y="97"/>
                    <a:pt x="24" y="104"/>
                  </a:cubicBezTo>
                  <a:cubicBezTo>
                    <a:pt x="53" y="79"/>
                    <a:pt x="82" y="55"/>
                    <a:pt x="110" y="30"/>
                  </a:cubicBezTo>
                  <a:cubicBezTo>
                    <a:pt x="104" y="16"/>
                    <a:pt x="93" y="6"/>
                    <a:pt x="79" y="0"/>
                  </a:cubicBezTo>
                </a:path>
              </a:pathLst>
            </a:custGeom>
            <a:solidFill>
              <a:schemeClr val="accent4">
                <a:lumMod val="40000"/>
                <a:lumOff val="60000"/>
              </a:schemeClr>
            </a:solidFill>
            <a:ln>
              <a:noFill/>
            </a:ln>
          </p:spPr>
          <p:txBody>
            <a:bodyPr/>
            <a:lstStyle/>
            <a:p>
              <a:pPr>
                <a:defRPr/>
              </a:pPr>
              <a:endParaRPr lang="zh-CN" altLang="en-US">
                <a:latin typeface="微软雅黑" panose="020B0503020204020204" pitchFamily="34" charset="-122"/>
                <a:ea typeface="微软雅黑" panose="020B0503020204020204" pitchFamily="34" charset="-122"/>
              </a:endParaRPr>
            </a:p>
          </p:txBody>
        </p:sp>
      </p:grpSp>
      <p:grpSp>
        <p:nvGrpSpPr>
          <p:cNvPr id="23577" name="组合 281"/>
          <p:cNvGrpSpPr/>
          <p:nvPr>
            <p:custDataLst>
              <p:tags r:id="rId46"/>
            </p:custDataLst>
          </p:nvPr>
        </p:nvGrpSpPr>
        <p:grpSpPr bwMode="auto">
          <a:xfrm>
            <a:off x="8077200" y="2459038"/>
            <a:ext cx="376238" cy="374650"/>
            <a:chOff x="4942978" y="2391627"/>
            <a:chExt cx="377085" cy="374779"/>
          </a:xfrm>
        </p:grpSpPr>
        <p:sp>
          <p:nvSpPr>
            <p:cNvPr id="283" name="Oval 28"/>
            <p:cNvSpPr>
              <a:spLocks noChangeArrowheads="1"/>
            </p:cNvSpPr>
            <p:nvPr>
              <p:custDataLst>
                <p:tags r:id="rId47"/>
              </p:custDataLst>
            </p:nvPr>
          </p:nvSpPr>
          <p:spPr bwMode="auto">
            <a:xfrm>
              <a:off x="4942978" y="2391627"/>
              <a:ext cx="377085" cy="374779"/>
            </a:xfrm>
            <a:prstGeom prst="ellipse">
              <a:avLst/>
            </a:prstGeom>
            <a:solidFill>
              <a:schemeClr val="accent4">
                <a:lumMod val="50000"/>
              </a:schemeClr>
            </a:solidFill>
            <a:ln>
              <a:noFill/>
            </a:ln>
          </p:spPr>
          <p:txBody>
            <a:bodyPr/>
            <a:lstStyle/>
            <a:p>
              <a:pPr>
                <a:defRPr/>
              </a:pPr>
              <a:endParaRPr lang="zh-CN" altLang="en-US">
                <a:latin typeface="微软雅黑" panose="020B0503020204020204" pitchFamily="34" charset="-122"/>
                <a:ea typeface="微软雅黑" panose="020B0503020204020204" pitchFamily="34" charset="-122"/>
              </a:endParaRPr>
            </a:p>
          </p:txBody>
        </p:sp>
        <p:sp>
          <p:nvSpPr>
            <p:cNvPr id="284" name="Oval 29"/>
            <p:cNvSpPr>
              <a:spLocks noChangeArrowheads="1"/>
            </p:cNvSpPr>
            <p:nvPr>
              <p:custDataLst>
                <p:tags r:id="rId48"/>
              </p:custDataLst>
            </p:nvPr>
          </p:nvSpPr>
          <p:spPr bwMode="auto">
            <a:xfrm>
              <a:off x="4989120" y="2436092"/>
              <a:ext cx="286393" cy="285848"/>
            </a:xfrm>
            <a:prstGeom prst="ellipse">
              <a:avLst/>
            </a:prstGeom>
            <a:solidFill>
              <a:schemeClr val="accent5"/>
            </a:solidFill>
            <a:ln>
              <a:noFill/>
            </a:ln>
          </p:spPr>
          <p:txBody>
            <a:bodyPr/>
            <a:lstStyle/>
            <a:p>
              <a:pPr>
                <a:defRPr/>
              </a:pPr>
              <a:endParaRPr lang="zh-CN" altLang="en-US">
                <a:latin typeface="微软雅黑" panose="020B0503020204020204" pitchFamily="34" charset="-122"/>
                <a:ea typeface="微软雅黑" panose="020B0503020204020204" pitchFamily="34" charset="-122"/>
              </a:endParaRPr>
            </a:p>
          </p:txBody>
        </p:sp>
        <p:sp>
          <p:nvSpPr>
            <p:cNvPr id="285" name="Freeform 52"/>
            <p:cNvSpPr>
              <a:spLocks noEditPoints="1"/>
            </p:cNvSpPr>
            <p:nvPr>
              <p:custDataLst>
                <p:tags r:id="rId49"/>
              </p:custDataLst>
            </p:nvPr>
          </p:nvSpPr>
          <p:spPr bwMode="auto">
            <a:xfrm>
              <a:off x="4949342" y="2402743"/>
              <a:ext cx="265710" cy="244559"/>
            </a:xfrm>
            <a:custGeom>
              <a:avLst/>
              <a:gdLst>
                <a:gd name="T0" fmla="*/ 17 w 111"/>
                <a:gd name="T1" fmla="*/ 79 h 102"/>
                <a:gd name="T2" fmla="*/ 0 w 111"/>
                <a:gd name="T3" fmla="*/ 94 h 102"/>
                <a:gd name="T4" fmla="*/ 3 w 111"/>
                <a:gd name="T5" fmla="*/ 102 h 102"/>
                <a:gd name="T6" fmla="*/ 18 w 111"/>
                <a:gd name="T7" fmla="*/ 88 h 102"/>
                <a:gd name="T8" fmla="*/ 17 w 111"/>
                <a:gd name="T9" fmla="*/ 79 h 102"/>
                <a:gd name="T10" fmla="*/ 103 w 111"/>
                <a:gd name="T11" fmla="*/ 0 h 102"/>
                <a:gd name="T12" fmla="*/ 86 w 111"/>
                <a:gd name="T13" fmla="*/ 15 h 102"/>
                <a:gd name="T14" fmla="*/ 95 w 111"/>
                <a:gd name="T15" fmla="*/ 18 h 102"/>
                <a:gd name="T16" fmla="*/ 111 w 111"/>
                <a:gd name="T17" fmla="*/ 3 h 102"/>
                <a:gd name="T18" fmla="*/ 107 w 111"/>
                <a:gd name="T19" fmla="*/ 1 h 102"/>
                <a:gd name="T20" fmla="*/ 103 w 111"/>
                <a:gd name="T21" fmla="*/ 0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0" h="102">
                  <a:moveTo>
                    <a:pt x="17" y="79"/>
                  </a:moveTo>
                  <a:cubicBezTo>
                    <a:pt x="11" y="84"/>
                    <a:pt x="6" y="89"/>
                    <a:pt x="0" y="94"/>
                  </a:cubicBezTo>
                  <a:cubicBezTo>
                    <a:pt x="1" y="97"/>
                    <a:pt x="2" y="99"/>
                    <a:pt x="3" y="102"/>
                  </a:cubicBezTo>
                  <a:cubicBezTo>
                    <a:pt x="8" y="97"/>
                    <a:pt x="13" y="93"/>
                    <a:pt x="18" y="88"/>
                  </a:cubicBezTo>
                  <a:cubicBezTo>
                    <a:pt x="18" y="85"/>
                    <a:pt x="17" y="82"/>
                    <a:pt x="17" y="79"/>
                  </a:cubicBezTo>
                  <a:moveTo>
                    <a:pt x="103" y="0"/>
                  </a:moveTo>
                  <a:cubicBezTo>
                    <a:pt x="97" y="5"/>
                    <a:pt x="92" y="10"/>
                    <a:pt x="86" y="15"/>
                  </a:cubicBezTo>
                  <a:cubicBezTo>
                    <a:pt x="89" y="16"/>
                    <a:pt x="93" y="17"/>
                    <a:pt x="95" y="18"/>
                  </a:cubicBezTo>
                  <a:cubicBezTo>
                    <a:pt x="101" y="13"/>
                    <a:pt x="106" y="8"/>
                    <a:pt x="111" y="3"/>
                  </a:cubicBezTo>
                  <a:cubicBezTo>
                    <a:pt x="110" y="3"/>
                    <a:pt x="108" y="2"/>
                    <a:pt x="107" y="1"/>
                  </a:cubicBezTo>
                  <a:cubicBezTo>
                    <a:pt x="105" y="1"/>
                    <a:pt x="104" y="0"/>
                    <a:pt x="103" y="0"/>
                  </a:cubicBezTo>
                </a:path>
              </a:pathLst>
            </a:custGeom>
            <a:solidFill>
              <a:schemeClr val="accent4"/>
            </a:solidFill>
            <a:ln>
              <a:noFill/>
            </a:ln>
          </p:spPr>
          <p:txBody>
            <a:bodyPr/>
            <a:lstStyle/>
            <a:p>
              <a:pPr>
                <a:defRPr/>
              </a:pPr>
              <a:endParaRPr lang="zh-CN" altLang="en-US">
                <a:latin typeface="微软雅黑" panose="020B0503020204020204" pitchFamily="34" charset="-122"/>
                <a:ea typeface="微软雅黑" panose="020B0503020204020204" pitchFamily="34" charset="-122"/>
              </a:endParaRPr>
            </a:p>
          </p:txBody>
        </p:sp>
        <p:sp>
          <p:nvSpPr>
            <p:cNvPr id="286" name="Freeform 53"/>
            <p:cNvSpPr/>
            <p:nvPr>
              <p:custDataLst>
                <p:tags r:id="rId50"/>
              </p:custDataLst>
            </p:nvPr>
          </p:nvSpPr>
          <p:spPr bwMode="auto">
            <a:xfrm>
              <a:off x="4989120" y="2439268"/>
              <a:ext cx="186155" cy="174685"/>
            </a:xfrm>
            <a:custGeom>
              <a:avLst/>
              <a:gdLst>
                <a:gd name="T0" fmla="*/ 69 w 78"/>
                <a:gd name="T1" fmla="*/ 0 h 73"/>
                <a:gd name="T2" fmla="*/ 0 w 78"/>
                <a:gd name="T3" fmla="*/ 64 h 73"/>
                <a:gd name="T4" fmla="*/ 1 w 78"/>
                <a:gd name="T5" fmla="*/ 73 h 73"/>
                <a:gd name="T6" fmla="*/ 78 w 78"/>
                <a:gd name="T7" fmla="*/ 3 h 73"/>
                <a:gd name="T8" fmla="*/ 69 w 78"/>
                <a:gd name="T9" fmla="*/ 0 h 73"/>
              </a:gdLst>
              <a:ahLst/>
              <a:cxnLst>
                <a:cxn ang="0">
                  <a:pos x="T0" y="T1"/>
                </a:cxn>
                <a:cxn ang="0">
                  <a:pos x="T2" y="T3"/>
                </a:cxn>
                <a:cxn ang="0">
                  <a:pos x="T4" y="T5"/>
                </a:cxn>
                <a:cxn ang="0">
                  <a:pos x="T6" y="T7"/>
                </a:cxn>
                <a:cxn ang="0">
                  <a:pos x="T8" y="T9"/>
                </a:cxn>
              </a:cxnLst>
              <a:rect l="0" t="0" r="r" b="b"/>
              <a:pathLst>
                <a:path w="78" h="73">
                  <a:moveTo>
                    <a:pt x="69" y="0"/>
                  </a:moveTo>
                  <a:cubicBezTo>
                    <a:pt x="46" y="21"/>
                    <a:pt x="23" y="43"/>
                    <a:pt x="0" y="64"/>
                  </a:cubicBezTo>
                  <a:cubicBezTo>
                    <a:pt x="0" y="67"/>
                    <a:pt x="1" y="70"/>
                    <a:pt x="1" y="73"/>
                  </a:cubicBezTo>
                  <a:cubicBezTo>
                    <a:pt x="27" y="49"/>
                    <a:pt x="53" y="26"/>
                    <a:pt x="78" y="3"/>
                  </a:cubicBezTo>
                  <a:cubicBezTo>
                    <a:pt x="76" y="2"/>
                    <a:pt x="72" y="1"/>
                    <a:pt x="69" y="0"/>
                  </a:cubicBezTo>
                </a:path>
              </a:pathLst>
            </a:custGeom>
            <a:solidFill>
              <a:schemeClr val="accent4">
                <a:lumMod val="40000"/>
                <a:lumOff val="60000"/>
              </a:schemeClr>
            </a:solidFill>
            <a:ln>
              <a:noFill/>
            </a:ln>
          </p:spPr>
          <p:txBody>
            <a:bodyPr/>
            <a:lstStyle/>
            <a:p>
              <a:pPr>
                <a:defRPr/>
              </a:pPr>
              <a:endParaRPr lang="zh-CN" altLang="en-US">
                <a:latin typeface="微软雅黑" panose="020B0503020204020204" pitchFamily="34" charset="-122"/>
                <a:ea typeface="微软雅黑" panose="020B0503020204020204" pitchFamily="34" charset="-122"/>
              </a:endParaRPr>
            </a:p>
          </p:txBody>
        </p:sp>
        <p:sp>
          <p:nvSpPr>
            <p:cNvPr id="287" name="Freeform 55"/>
            <p:cNvSpPr>
              <a:spLocks noEditPoints="1"/>
            </p:cNvSpPr>
            <p:nvPr>
              <p:custDataLst>
                <p:tags r:id="rId51"/>
              </p:custDataLst>
            </p:nvPr>
          </p:nvSpPr>
          <p:spPr bwMode="auto">
            <a:xfrm>
              <a:off x="4957298" y="2415447"/>
              <a:ext cx="338898" cy="312846"/>
            </a:xfrm>
            <a:custGeom>
              <a:avLst/>
              <a:gdLst>
                <a:gd name="T0" fmla="*/ 15 w 141"/>
                <a:gd name="T1" fmla="*/ 87 h 131"/>
                <a:gd name="T2" fmla="*/ 0 w 141"/>
                <a:gd name="T3" fmla="*/ 101 h 131"/>
                <a:gd name="T4" fmla="*/ 24 w 141"/>
                <a:gd name="T5" fmla="*/ 131 h 131"/>
                <a:gd name="T6" fmla="*/ 39 w 141"/>
                <a:gd name="T7" fmla="*/ 118 h 131"/>
                <a:gd name="T8" fmla="*/ 15 w 141"/>
                <a:gd name="T9" fmla="*/ 87 h 131"/>
                <a:gd name="T10" fmla="*/ 110 w 141"/>
                <a:gd name="T11" fmla="*/ 0 h 131"/>
                <a:gd name="T12" fmla="*/ 95 w 141"/>
                <a:gd name="T13" fmla="*/ 14 h 131"/>
                <a:gd name="T14" fmla="*/ 126 w 141"/>
                <a:gd name="T15" fmla="*/ 43 h 131"/>
                <a:gd name="T16" fmla="*/ 141 w 141"/>
                <a:gd name="T17" fmla="*/ 30 h 131"/>
                <a:gd name="T18" fmla="*/ 124 w 141"/>
                <a:gd name="T19" fmla="*/ 10 h 131"/>
                <a:gd name="T20" fmla="*/ 110 w 141"/>
                <a:gd name="T21" fmla="*/ 0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1" h="131">
                  <a:moveTo>
                    <a:pt x="15" y="87"/>
                  </a:moveTo>
                  <a:cubicBezTo>
                    <a:pt x="10" y="91"/>
                    <a:pt x="5" y="96"/>
                    <a:pt x="0" y="101"/>
                  </a:cubicBezTo>
                  <a:cubicBezTo>
                    <a:pt x="6" y="113"/>
                    <a:pt x="14" y="123"/>
                    <a:pt x="24" y="131"/>
                  </a:cubicBezTo>
                  <a:cubicBezTo>
                    <a:pt x="29" y="127"/>
                    <a:pt x="34" y="122"/>
                    <a:pt x="39" y="118"/>
                  </a:cubicBezTo>
                  <a:cubicBezTo>
                    <a:pt x="28" y="111"/>
                    <a:pt x="20" y="100"/>
                    <a:pt x="15" y="87"/>
                  </a:cubicBezTo>
                  <a:moveTo>
                    <a:pt x="110" y="0"/>
                  </a:moveTo>
                  <a:cubicBezTo>
                    <a:pt x="105" y="4"/>
                    <a:pt x="100" y="9"/>
                    <a:pt x="95" y="14"/>
                  </a:cubicBezTo>
                  <a:cubicBezTo>
                    <a:pt x="108" y="19"/>
                    <a:pt x="119" y="30"/>
                    <a:pt x="126" y="43"/>
                  </a:cubicBezTo>
                  <a:cubicBezTo>
                    <a:pt x="131" y="39"/>
                    <a:pt x="136" y="35"/>
                    <a:pt x="141" y="30"/>
                  </a:cubicBezTo>
                  <a:cubicBezTo>
                    <a:pt x="137" y="25"/>
                    <a:pt x="132" y="17"/>
                    <a:pt x="124" y="10"/>
                  </a:cubicBezTo>
                  <a:cubicBezTo>
                    <a:pt x="119" y="6"/>
                    <a:pt x="114" y="2"/>
                    <a:pt x="110" y="0"/>
                  </a:cubicBezTo>
                </a:path>
              </a:pathLst>
            </a:custGeom>
            <a:solidFill>
              <a:schemeClr val="accent4"/>
            </a:solidFill>
            <a:ln>
              <a:noFill/>
            </a:ln>
          </p:spPr>
          <p:txBody>
            <a:bodyPr/>
            <a:lstStyle/>
            <a:p>
              <a:pPr>
                <a:defRPr/>
              </a:pPr>
              <a:endParaRPr lang="zh-CN" altLang="en-US">
                <a:latin typeface="微软雅黑" panose="020B0503020204020204" pitchFamily="34" charset="-122"/>
                <a:ea typeface="微软雅黑" panose="020B0503020204020204" pitchFamily="34" charset="-122"/>
              </a:endParaRPr>
            </a:p>
          </p:txBody>
        </p:sp>
        <p:sp>
          <p:nvSpPr>
            <p:cNvPr id="288" name="Freeform 56"/>
            <p:cNvSpPr/>
            <p:nvPr>
              <p:custDataLst>
                <p:tags r:id="rId52"/>
              </p:custDataLst>
            </p:nvPr>
          </p:nvSpPr>
          <p:spPr bwMode="auto">
            <a:xfrm>
              <a:off x="4993892" y="2448797"/>
              <a:ext cx="265710" cy="247735"/>
            </a:xfrm>
            <a:custGeom>
              <a:avLst/>
              <a:gdLst>
                <a:gd name="T0" fmla="*/ 80 w 111"/>
                <a:gd name="T1" fmla="*/ 0 h 104"/>
                <a:gd name="T2" fmla="*/ 0 w 111"/>
                <a:gd name="T3" fmla="*/ 73 h 104"/>
                <a:gd name="T4" fmla="*/ 24 w 111"/>
                <a:gd name="T5" fmla="*/ 104 h 104"/>
                <a:gd name="T6" fmla="*/ 111 w 111"/>
                <a:gd name="T7" fmla="*/ 29 h 104"/>
                <a:gd name="T8" fmla="*/ 80 w 111"/>
                <a:gd name="T9" fmla="*/ 0 h 104"/>
              </a:gdLst>
              <a:ahLst/>
              <a:cxnLst>
                <a:cxn ang="0">
                  <a:pos x="T0" y="T1"/>
                </a:cxn>
                <a:cxn ang="0">
                  <a:pos x="T2" y="T3"/>
                </a:cxn>
                <a:cxn ang="0">
                  <a:pos x="T4" y="T5"/>
                </a:cxn>
                <a:cxn ang="0">
                  <a:pos x="T6" y="T7"/>
                </a:cxn>
                <a:cxn ang="0">
                  <a:pos x="T8" y="T9"/>
                </a:cxn>
              </a:cxnLst>
              <a:rect l="0" t="0" r="r" b="b"/>
              <a:pathLst>
                <a:path w="110" h="104">
                  <a:moveTo>
                    <a:pt x="80" y="0"/>
                  </a:moveTo>
                  <a:cubicBezTo>
                    <a:pt x="53" y="24"/>
                    <a:pt x="27" y="48"/>
                    <a:pt x="0" y="73"/>
                  </a:cubicBezTo>
                  <a:cubicBezTo>
                    <a:pt x="5" y="86"/>
                    <a:pt x="13" y="97"/>
                    <a:pt x="24" y="104"/>
                  </a:cubicBezTo>
                  <a:cubicBezTo>
                    <a:pt x="53" y="79"/>
                    <a:pt x="82" y="54"/>
                    <a:pt x="111" y="29"/>
                  </a:cubicBezTo>
                  <a:cubicBezTo>
                    <a:pt x="104" y="16"/>
                    <a:pt x="93" y="5"/>
                    <a:pt x="80" y="0"/>
                  </a:cubicBezTo>
                </a:path>
              </a:pathLst>
            </a:custGeom>
            <a:solidFill>
              <a:schemeClr val="accent4">
                <a:lumMod val="40000"/>
                <a:lumOff val="60000"/>
              </a:schemeClr>
            </a:solidFill>
            <a:ln>
              <a:noFill/>
            </a:ln>
          </p:spPr>
          <p:txBody>
            <a:bodyPr/>
            <a:lstStyle/>
            <a:p>
              <a:pPr>
                <a:defRPr/>
              </a:pPr>
              <a:endParaRPr lang="zh-CN" altLang="en-US">
                <a:latin typeface="微软雅黑" panose="020B0503020204020204" pitchFamily="34" charset="-122"/>
                <a:ea typeface="微软雅黑" panose="020B0503020204020204" pitchFamily="34" charset="-122"/>
              </a:endParaRPr>
            </a:p>
          </p:txBody>
        </p:sp>
      </p:grpSp>
      <p:grpSp>
        <p:nvGrpSpPr>
          <p:cNvPr id="23578" name="组合 288"/>
          <p:cNvGrpSpPr/>
          <p:nvPr>
            <p:custDataLst>
              <p:tags r:id="rId53"/>
            </p:custDataLst>
          </p:nvPr>
        </p:nvGrpSpPr>
        <p:grpSpPr bwMode="auto">
          <a:xfrm>
            <a:off x="9002713" y="2676525"/>
            <a:ext cx="376237" cy="374650"/>
            <a:chOff x="5720110" y="2608422"/>
            <a:chExt cx="377085" cy="375932"/>
          </a:xfrm>
        </p:grpSpPr>
        <p:sp>
          <p:nvSpPr>
            <p:cNvPr id="290" name="Oval 24"/>
            <p:cNvSpPr>
              <a:spLocks noChangeArrowheads="1"/>
            </p:cNvSpPr>
            <p:nvPr>
              <p:custDataLst>
                <p:tags r:id="rId54"/>
              </p:custDataLst>
            </p:nvPr>
          </p:nvSpPr>
          <p:spPr bwMode="auto">
            <a:xfrm>
              <a:off x="5720110" y="2608422"/>
              <a:ext cx="377085" cy="375932"/>
            </a:xfrm>
            <a:prstGeom prst="ellipse">
              <a:avLst/>
            </a:prstGeom>
            <a:solidFill>
              <a:schemeClr val="accent6"/>
            </a:solidFill>
            <a:ln>
              <a:noFill/>
            </a:ln>
          </p:spPr>
          <p:txBody>
            <a:bodyPr/>
            <a:lstStyle/>
            <a:p>
              <a:pPr>
                <a:defRPr/>
              </a:pPr>
              <a:endParaRPr lang="zh-CN" altLang="en-US">
                <a:latin typeface="微软雅黑" panose="020B0503020204020204" pitchFamily="34" charset="-122"/>
                <a:ea typeface="微软雅黑" panose="020B0503020204020204" pitchFamily="34" charset="-122"/>
              </a:endParaRPr>
            </a:p>
          </p:txBody>
        </p:sp>
        <p:sp>
          <p:nvSpPr>
            <p:cNvPr id="291" name="Oval 25"/>
            <p:cNvSpPr>
              <a:spLocks noChangeArrowheads="1"/>
            </p:cNvSpPr>
            <p:nvPr>
              <p:custDataLst>
                <p:tags r:id="rId55"/>
              </p:custDataLst>
            </p:nvPr>
          </p:nvSpPr>
          <p:spPr bwMode="auto">
            <a:xfrm>
              <a:off x="5766251" y="2654618"/>
              <a:ext cx="286394" cy="285134"/>
            </a:xfrm>
            <a:prstGeom prst="ellipse">
              <a:avLst/>
            </a:prstGeom>
            <a:solidFill>
              <a:schemeClr val="accent6">
                <a:lumMod val="40000"/>
                <a:lumOff val="60000"/>
              </a:schemeClr>
            </a:solidFill>
            <a:ln>
              <a:noFill/>
            </a:ln>
          </p:spPr>
          <p:txBody>
            <a:bodyPr/>
            <a:lstStyle/>
            <a:p>
              <a:pPr>
                <a:defRPr/>
              </a:pPr>
              <a:endParaRPr lang="zh-CN" altLang="en-US">
                <a:latin typeface="微软雅黑" panose="020B0503020204020204" pitchFamily="34" charset="-122"/>
                <a:ea typeface="微软雅黑" panose="020B0503020204020204" pitchFamily="34" charset="-122"/>
              </a:endParaRPr>
            </a:p>
          </p:txBody>
        </p:sp>
        <p:sp>
          <p:nvSpPr>
            <p:cNvPr id="292" name="Freeform 57"/>
            <p:cNvSpPr>
              <a:spLocks noEditPoints="1"/>
            </p:cNvSpPr>
            <p:nvPr>
              <p:custDataLst>
                <p:tags r:id="rId56"/>
              </p:custDataLst>
            </p:nvPr>
          </p:nvSpPr>
          <p:spPr bwMode="auto">
            <a:xfrm>
              <a:off x="5728065" y="2621165"/>
              <a:ext cx="265711" cy="243719"/>
            </a:xfrm>
            <a:custGeom>
              <a:avLst/>
              <a:gdLst>
                <a:gd name="T0" fmla="*/ 17 w 111"/>
                <a:gd name="T1" fmla="*/ 79 h 102"/>
                <a:gd name="T2" fmla="*/ 0 w 111"/>
                <a:gd name="T3" fmla="*/ 94 h 102"/>
                <a:gd name="T4" fmla="*/ 1 w 111"/>
                <a:gd name="T5" fmla="*/ 98 h 102"/>
                <a:gd name="T6" fmla="*/ 3 w 111"/>
                <a:gd name="T7" fmla="*/ 102 h 102"/>
                <a:gd name="T8" fmla="*/ 18 w 111"/>
                <a:gd name="T9" fmla="*/ 88 h 102"/>
                <a:gd name="T10" fmla="*/ 17 w 111"/>
                <a:gd name="T11" fmla="*/ 79 h 102"/>
                <a:gd name="T12" fmla="*/ 103 w 111"/>
                <a:gd name="T13" fmla="*/ 0 h 102"/>
                <a:gd name="T14" fmla="*/ 87 w 111"/>
                <a:gd name="T15" fmla="*/ 15 h 102"/>
                <a:gd name="T16" fmla="*/ 96 w 111"/>
                <a:gd name="T17" fmla="*/ 17 h 102"/>
                <a:gd name="T18" fmla="*/ 111 w 111"/>
                <a:gd name="T19" fmla="*/ 3 h 102"/>
                <a:gd name="T20" fmla="*/ 107 w 111"/>
                <a:gd name="T21" fmla="*/ 1 h 102"/>
                <a:gd name="T22" fmla="*/ 103 w 111"/>
                <a:gd name="T23" fmla="*/ 0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10" h="102">
                  <a:moveTo>
                    <a:pt x="17" y="79"/>
                  </a:moveTo>
                  <a:cubicBezTo>
                    <a:pt x="11" y="84"/>
                    <a:pt x="6" y="89"/>
                    <a:pt x="0" y="94"/>
                  </a:cubicBezTo>
                  <a:cubicBezTo>
                    <a:pt x="0" y="95"/>
                    <a:pt x="1" y="97"/>
                    <a:pt x="1" y="98"/>
                  </a:cubicBezTo>
                  <a:cubicBezTo>
                    <a:pt x="2" y="99"/>
                    <a:pt x="2" y="101"/>
                    <a:pt x="3" y="102"/>
                  </a:cubicBezTo>
                  <a:cubicBezTo>
                    <a:pt x="8" y="97"/>
                    <a:pt x="13" y="93"/>
                    <a:pt x="18" y="88"/>
                  </a:cubicBezTo>
                  <a:cubicBezTo>
                    <a:pt x="17" y="85"/>
                    <a:pt x="17" y="82"/>
                    <a:pt x="17" y="79"/>
                  </a:cubicBezTo>
                  <a:moveTo>
                    <a:pt x="103" y="0"/>
                  </a:moveTo>
                  <a:cubicBezTo>
                    <a:pt x="98" y="5"/>
                    <a:pt x="92" y="10"/>
                    <a:pt x="87" y="15"/>
                  </a:cubicBezTo>
                  <a:cubicBezTo>
                    <a:pt x="90" y="15"/>
                    <a:pt x="93" y="16"/>
                    <a:pt x="96" y="17"/>
                  </a:cubicBezTo>
                  <a:cubicBezTo>
                    <a:pt x="101" y="13"/>
                    <a:pt x="106" y="8"/>
                    <a:pt x="111" y="3"/>
                  </a:cubicBezTo>
                  <a:cubicBezTo>
                    <a:pt x="110" y="3"/>
                    <a:pt x="108" y="2"/>
                    <a:pt x="107" y="1"/>
                  </a:cubicBezTo>
                  <a:cubicBezTo>
                    <a:pt x="105" y="1"/>
                    <a:pt x="104" y="0"/>
                    <a:pt x="103" y="0"/>
                  </a:cubicBezTo>
                </a:path>
              </a:pathLst>
            </a:custGeom>
            <a:solidFill>
              <a:schemeClr val="accent6">
                <a:lumMod val="20000"/>
                <a:lumOff val="80000"/>
              </a:schemeClr>
            </a:solidFill>
            <a:ln>
              <a:noFill/>
            </a:ln>
          </p:spPr>
          <p:txBody>
            <a:bodyPr/>
            <a:lstStyle/>
            <a:p>
              <a:pPr>
                <a:defRPr/>
              </a:pPr>
              <a:endParaRPr lang="zh-CN" altLang="en-US">
                <a:latin typeface="微软雅黑" panose="020B0503020204020204" pitchFamily="34" charset="-122"/>
                <a:ea typeface="微软雅黑" panose="020B0503020204020204" pitchFamily="34" charset="-122"/>
              </a:endParaRPr>
            </a:p>
          </p:txBody>
        </p:sp>
        <p:sp>
          <p:nvSpPr>
            <p:cNvPr id="293" name="Freeform 58"/>
            <p:cNvSpPr/>
            <p:nvPr>
              <p:custDataLst>
                <p:tags r:id="rId57"/>
              </p:custDataLst>
            </p:nvPr>
          </p:nvSpPr>
          <p:spPr bwMode="auto">
            <a:xfrm>
              <a:off x="5767842" y="2656210"/>
              <a:ext cx="189338" cy="175223"/>
            </a:xfrm>
            <a:custGeom>
              <a:avLst/>
              <a:gdLst>
                <a:gd name="T0" fmla="*/ 70 w 79"/>
                <a:gd name="T1" fmla="*/ 0 h 73"/>
                <a:gd name="T2" fmla="*/ 0 w 79"/>
                <a:gd name="T3" fmla="*/ 64 h 73"/>
                <a:gd name="T4" fmla="*/ 1 w 79"/>
                <a:gd name="T5" fmla="*/ 73 h 73"/>
                <a:gd name="T6" fmla="*/ 79 w 79"/>
                <a:gd name="T7" fmla="*/ 2 h 73"/>
                <a:gd name="T8" fmla="*/ 70 w 79"/>
                <a:gd name="T9" fmla="*/ 0 h 73"/>
              </a:gdLst>
              <a:ahLst/>
              <a:cxnLst>
                <a:cxn ang="0">
                  <a:pos x="T0" y="T1"/>
                </a:cxn>
                <a:cxn ang="0">
                  <a:pos x="T2" y="T3"/>
                </a:cxn>
                <a:cxn ang="0">
                  <a:pos x="T4" y="T5"/>
                </a:cxn>
                <a:cxn ang="0">
                  <a:pos x="T6" y="T7"/>
                </a:cxn>
                <a:cxn ang="0">
                  <a:pos x="T8" y="T9"/>
                </a:cxn>
              </a:cxnLst>
              <a:rect l="0" t="0" r="r" b="b"/>
              <a:pathLst>
                <a:path w="79" h="73">
                  <a:moveTo>
                    <a:pt x="70" y="0"/>
                  </a:moveTo>
                  <a:cubicBezTo>
                    <a:pt x="46" y="21"/>
                    <a:pt x="23" y="43"/>
                    <a:pt x="0" y="64"/>
                  </a:cubicBezTo>
                  <a:cubicBezTo>
                    <a:pt x="0" y="67"/>
                    <a:pt x="0" y="70"/>
                    <a:pt x="1" y="73"/>
                  </a:cubicBezTo>
                  <a:cubicBezTo>
                    <a:pt x="27" y="49"/>
                    <a:pt x="53" y="26"/>
                    <a:pt x="79" y="2"/>
                  </a:cubicBezTo>
                  <a:cubicBezTo>
                    <a:pt x="76" y="1"/>
                    <a:pt x="73" y="0"/>
                    <a:pt x="70" y="0"/>
                  </a:cubicBezTo>
                </a:path>
              </a:pathLst>
            </a:custGeom>
            <a:solidFill>
              <a:schemeClr val="accent6">
                <a:lumMod val="20000"/>
                <a:lumOff val="80000"/>
              </a:schemeClr>
            </a:solidFill>
            <a:ln>
              <a:noFill/>
            </a:ln>
          </p:spPr>
          <p:txBody>
            <a:bodyPr/>
            <a:lstStyle/>
            <a:p>
              <a:pPr>
                <a:defRPr/>
              </a:pPr>
              <a:endParaRPr lang="zh-CN" altLang="en-US">
                <a:latin typeface="微软雅黑" panose="020B0503020204020204" pitchFamily="34" charset="-122"/>
                <a:ea typeface="微软雅黑" panose="020B0503020204020204" pitchFamily="34" charset="-122"/>
              </a:endParaRPr>
            </a:p>
          </p:txBody>
        </p:sp>
        <p:sp>
          <p:nvSpPr>
            <p:cNvPr id="23583" name="Freeform 59"/>
            <p:cNvSpPr>
              <a:spLocks noEditPoints="1"/>
            </p:cNvSpPr>
            <p:nvPr>
              <p:custDataLst>
                <p:tags r:id="rId58"/>
              </p:custDataLst>
            </p:nvPr>
          </p:nvSpPr>
          <p:spPr bwMode="auto">
            <a:xfrm>
              <a:off x="5766237" y="2652243"/>
              <a:ext cx="309049" cy="294057"/>
            </a:xfrm>
            <a:custGeom>
              <a:avLst/>
              <a:gdLst>
                <a:gd name="T0" fmla="*/ 0 w 129"/>
                <a:gd name="T1" fmla="*/ 2147483647 h 123"/>
                <a:gd name="T2" fmla="*/ 2147483647 w 129"/>
                <a:gd name="T3" fmla="*/ 2147483647 h 123"/>
                <a:gd name="T4" fmla="*/ 2147483647 w 129"/>
                <a:gd name="T5" fmla="*/ 2147483647 h 123"/>
                <a:gd name="T6" fmla="*/ 0 w 129"/>
                <a:gd name="T7" fmla="*/ 2147483647 h 123"/>
                <a:gd name="T8" fmla="*/ 2147483647 w 129"/>
                <a:gd name="T9" fmla="*/ 0 h 123"/>
                <a:gd name="T10" fmla="*/ 2147483647 w 129"/>
                <a:gd name="T11" fmla="*/ 2147483647 h 123"/>
                <a:gd name="T12" fmla="*/ 2147483647 w 129"/>
                <a:gd name="T13" fmla="*/ 2147483647 h 123"/>
                <a:gd name="T14" fmla="*/ 2147483647 w 129"/>
                <a:gd name="T15" fmla="*/ 2147483647 h 123"/>
                <a:gd name="T16" fmla="*/ 2147483647 w 129"/>
                <a:gd name="T17" fmla="*/ 0 h 12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29"/>
                <a:gd name="T28" fmla="*/ 0 h 123"/>
                <a:gd name="T29" fmla="*/ 129 w 129"/>
                <a:gd name="T30" fmla="*/ 123 h 12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29" h="123">
                  <a:moveTo>
                    <a:pt x="0" y="111"/>
                  </a:moveTo>
                  <a:cubicBezTo>
                    <a:pt x="4" y="116"/>
                    <a:pt x="8" y="120"/>
                    <a:pt x="12" y="123"/>
                  </a:cubicBezTo>
                  <a:cubicBezTo>
                    <a:pt x="12" y="123"/>
                    <a:pt x="12" y="123"/>
                    <a:pt x="12" y="123"/>
                  </a:cubicBezTo>
                  <a:cubicBezTo>
                    <a:pt x="8" y="119"/>
                    <a:pt x="4" y="115"/>
                    <a:pt x="0" y="111"/>
                  </a:cubicBezTo>
                  <a:moveTo>
                    <a:pt x="111" y="0"/>
                  </a:moveTo>
                  <a:cubicBezTo>
                    <a:pt x="118" y="7"/>
                    <a:pt x="124" y="14"/>
                    <a:pt x="129" y="22"/>
                  </a:cubicBezTo>
                  <a:cubicBezTo>
                    <a:pt x="129" y="22"/>
                    <a:pt x="129" y="22"/>
                    <a:pt x="129" y="22"/>
                  </a:cubicBezTo>
                  <a:cubicBezTo>
                    <a:pt x="126" y="17"/>
                    <a:pt x="120" y="9"/>
                    <a:pt x="112" y="2"/>
                  </a:cubicBezTo>
                  <a:cubicBezTo>
                    <a:pt x="112" y="1"/>
                    <a:pt x="111" y="1"/>
                    <a:pt x="111" y="0"/>
                  </a:cubicBezTo>
                </a:path>
              </a:pathLst>
            </a:custGeom>
            <a:solidFill>
              <a:srgbClr val="09B3FE"/>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295" name="Freeform 60"/>
            <p:cNvSpPr>
              <a:spLocks noEditPoints="1"/>
            </p:cNvSpPr>
            <p:nvPr>
              <p:custDataLst>
                <p:tags r:id="rId59"/>
              </p:custDataLst>
            </p:nvPr>
          </p:nvSpPr>
          <p:spPr bwMode="auto">
            <a:xfrm>
              <a:off x="5737611" y="2632316"/>
              <a:ext cx="337309" cy="313807"/>
            </a:xfrm>
            <a:custGeom>
              <a:avLst/>
              <a:gdLst>
                <a:gd name="T0" fmla="*/ 15 w 141"/>
                <a:gd name="T1" fmla="*/ 87 h 131"/>
                <a:gd name="T2" fmla="*/ 0 w 141"/>
                <a:gd name="T3" fmla="*/ 101 h 131"/>
                <a:gd name="T4" fmla="*/ 11 w 141"/>
                <a:gd name="T5" fmla="*/ 118 h 131"/>
                <a:gd name="T6" fmla="*/ 12 w 141"/>
                <a:gd name="T7" fmla="*/ 119 h 131"/>
                <a:gd name="T8" fmla="*/ 24 w 141"/>
                <a:gd name="T9" fmla="*/ 131 h 131"/>
                <a:gd name="T10" fmla="*/ 39 w 141"/>
                <a:gd name="T11" fmla="*/ 118 h 131"/>
                <a:gd name="T12" fmla="*/ 15 w 141"/>
                <a:gd name="T13" fmla="*/ 87 h 131"/>
                <a:gd name="T14" fmla="*/ 110 w 141"/>
                <a:gd name="T15" fmla="*/ 0 h 131"/>
                <a:gd name="T16" fmla="*/ 95 w 141"/>
                <a:gd name="T17" fmla="*/ 13 h 131"/>
                <a:gd name="T18" fmla="*/ 126 w 141"/>
                <a:gd name="T19" fmla="*/ 43 h 131"/>
                <a:gd name="T20" fmla="*/ 141 w 141"/>
                <a:gd name="T21" fmla="*/ 30 h 131"/>
                <a:gd name="T22" fmla="*/ 123 w 141"/>
                <a:gd name="T23" fmla="*/ 8 h 131"/>
                <a:gd name="T24" fmla="*/ 110 w 141"/>
                <a:gd name="T25" fmla="*/ 0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1" h="131">
                  <a:moveTo>
                    <a:pt x="15" y="87"/>
                  </a:moveTo>
                  <a:cubicBezTo>
                    <a:pt x="10" y="92"/>
                    <a:pt x="5" y="96"/>
                    <a:pt x="0" y="101"/>
                  </a:cubicBezTo>
                  <a:cubicBezTo>
                    <a:pt x="2" y="106"/>
                    <a:pt x="6" y="112"/>
                    <a:pt x="11" y="118"/>
                  </a:cubicBezTo>
                  <a:cubicBezTo>
                    <a:pt x="11" y="119"/>
                    <a:pt x="12" y="119"/>
                    <a:pt x="12" y="119"/>
                  </a:cubicBezTo>
                  <a:cubicBezTo>
                    <a:pt x="16" y="123"/>
                    <a:pt x="20" y="127"/>
                    <a:pt x="24" y="131"/>
                  </a:cubicBezTo>
                  <a:cubicBezTo>
                    <a:pt x="29" y="126"/>
                    <a:pt x="34" y="122"/>
                    <a:pt x="39" y="118"/>
                  </a:cubicBezTo>
                  <a:cubicBezTo>
                    <a:pt x="28" y="111"/>
                    <a:pt x="19" y="100"/>
                    <a:pt x="15" y="87"/>
                  </a:cubicBezTo>
                  <a:moveTo>
                    <a:pt x="110" y="0"/>
                  </a:moveTo>
                  <a:cubicBezTo>
                    <a:pt x="105" y="4"/>
                    <a:pt x="100" y="9"/>
                    <a:pt x="95" y="13"/>
                  </a:cubicBezTo>
                  <a:cubicBezTo>
                    <a:pt x="108" y="19"/>
                    <a:pt x="119" y="30"/>
                    <a:pt x="126" y="43"/>
                  </a:cubicBezTo>
                  <a:cubicBezTo>
                    <a:pt x="131" y="39"/>
                    <a:pt x="136" y="35"/>
                    <a:pt x="141" y="30"/>
                  </a:cubicBezTo>
                  <a:cubicBezTo>
                    <a:pt x="136" y="22"/>
                    <a:pt x="130" y="15"/>
                    <a:pt x="123" y="8"/>
                  </a:cubicBezTo>
                  <a:cubicBezTo>
                    <a:pt x="118" y="5"/>
                    <a:pt x="114" y="2"/>
                    <a:pt x="110" y="0"/>
                  </a:cubicBezTo>
                </a:path>
              </a:pathLst>
            </a:custGeom>
            <a:solidFill>
              <a:schemeClr val="accent6">
                <a:lumMod val="60000"/>
                <a:lumOff val="40000"/>
              </a:schemeClr>
            </a:solidFill>
            <a:ln>
              <a:noFill/>
            </a:ln>
          </p:spPr>
          <p:txBody>
            <a:bodyPr/>
            <a:lstStyle/>
            <a:p>
              <a:pPr>
                <a:defRPr/>
              </a:pPr>
              <a:endParaRPr lang="zh-CN" altLang="en-US">
                <a:latin typeface="微软雅黑" panose="020B0503020204020204" pitchFamily="34" charset="-122"/>
                <a:ea typeface="微软雅黑" panose="020B0503020204020204" pitchFamily="34" charset="-122"/>
              </a:endParaRPr>
            </a:p>
          </p:txBody>
        </p:sp>
        <p:sp>
          <p:nvSpPr>
            <p:cNvPr id="296" name="Freeform 61"/>
            <p:cNvSpPr/>
            <p:nvPr>
              <p:custDataLst>
                <p:tags r:id="rId60"/>
              </p:custDataLst>
            </p:nvPr>
          </p:nvSpPr>
          <p:spPr bwMode="auto">
            <a:xfrm>
              <a:off x="5772615" y="2664175"/>
              <a:ext cx="267301" cy="251683"/>
            </a:xfrm>
            <a:custGeom>
              <a:avLst/>
              <a:gdLst>
                <a:gd name="T0" fmla="*/ 80 w 111"/>
                <a:gd name="T1" fmla="*/ 0 h 105"/>
                <a:gd name="T2" fmla="*/ 0 w 111"/>
                <a:gd name="T3" fmla="*/ 74 h 105"/>
                <a:gd name="T4" fmla="*/ 24 w 111"/>
                <a:gd name="T5" fmla="*/ 105 h 105"/>
                <a:gd name="T6" fmla="*/ 111 w 111"/>
                <a:gd name="T7" fmla="*/ 30 h 105"/>
                <a:gd name="T8" fmla="*/ 80 w 111"/>
                <a:gd name="T9" fmla="*/ 0 h 105"/>
              </a:gdLst>
              <a:ahLst/>
              <a:cxnLst>
                <a:cxn ang="0">
                  <a:pos x="T0" y="T1"/>
                </a:cxn>
                <a:cxn ang="0">
                  <a:pos x="T2" y="T3"/>
                </a:cxn>
                <a:cxn ang="0">
                  <a:pos x="T4" y="T5"/>
                </a:cxn>
                <a:cxn ang="0">
                  <a:pos x="T6" y="T7"/>
                </a:cxn>
                <a:cxn ang="0">
                  <a:pos x="T8" y="T9"/>
                </a:cxn>
              </a:cxnLst>
              <a:rect l="0" t="0" r="r" b="b"/>
              <a:pathLst>
                <a:path w="110" h="105">
                  <a:moveTo>
                    <a:pt x="80" y="0"/>
                  </a:moveTo>
                  <a:cubicBezTo>
                    <a:pt x="53" y="25"/>
                    <a:pt x="27" y="49"/>
                    <a:pt x="0" y="74"/>
                  </a:cubicBezTo>
                  <a:cubicBezTo>
                    <a:pt x="4" y="87"/>
                    <a:pt x="13" y="98"/>
                    <a:pt x="24" y="105"/>
                  </a:cubicBezTo>
                  <a:cubicBezTo>
                    <a:pt x="53" y="80"/>
                    <a:pt x="82" y="55"/>
                    <a:pt x="111" y="30"/>
                  </a:cubicBezTo>
                  <a:cubicBezTo>
                    <a:pt x="104" y="17"/>
                    <a:pt x="93" y="6"/>
                    <a:pt x="80" y="0"/>
                  </a:cubicBezTo>
                </a:path>
              </a:pathLst>
            </a:custGeom>
            <a:solidFill>
              <a:schemeClr val="accent6">
                <a:lumMod val="20000"/>
                <a:lumOff val="80000"/>
              </a:schemeClr>
            </a:solidFill>
            <a:ln>
              <a:noFill/>
            </a:ln>
          </p:spPr>
          <p:txBody>
            <a:bodyPr/>
            <a:lstStyle/>
            <a:p>
              <a:pPr>
                <a:defRPr/>
              </a:pPr>
              <a:endParaRPr lang="zh-CN" altLang="en-US">
                <a:latin typeface="微软雅黑" panose="020B0503020204020204" pitchFamily="34" charset="-122"/>
                <a:ea typeface="微软雅黑" panose="020B0503020204020204" pitchFamily="34" charset="-122"/>
              </a:endParaRPr>
            </a:p>
          </p:txBody>
        </p:sp>
      </p:grpSp>
    </p:spTree>
    <p:custDataLst>
      <p:tags r:id="rId61"/>
    </p:custDataLst>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图片 5" descr="微信图片_20201024153926_副本"/>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373313" y="850900"/>
            <a:ext cx="7215187" cy="4595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79" name="TextBox 1"/>
          <p:cNvSpPr txBox="1">
            <a:spLocks noChangeArrowheads="1"/>
          </p:cNvSpPr>
          <p:nvPr/>
        </p:nvSpPr>
        <p:spPr bwMode="auto">
          <a:xfrm>
            <a:off x="4703763" y="5786438"/>
            <a:ext cx="2779712"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000">
                <a:latin typeface="微软雅黑" panose="020B0503020204020204" pitchFamily="34" charset="-122"/>
                <a:ea typeface="微软雅黑" panose="020B0503020204020204" pitchFamily="34" charset="-122"/>
              </a:rPr>
              <a:t>图</a:t>
            </a:r>
            <a:r>
              <a:rPr lang="en-US" altLang="zh-CN" sz="2000">
                <a:latin typeface="微软雅黑" panose="020B0503020204020204" pitchFamily="34" charset="-122"/>
                <a:ea typeface="微软雅黑" panose="020B0503020204020204" pitchFamily="34" charset="-122"/>
              </a:rPr>
              <a:t>1-9</a:t>
            </a:r>
            <a:r>
              <a:rPr lang="zh-CN" altLang="en-US" sz="2000">
                <a:latin typeface="微软雅黑" panose="020B0503020204020204" pitchFamily="34" charset="-122"/>
                <a:ea typeface="微软雅黑" panose="020B0503020204020204" pitchFamily="34" charset="-122"/>
              </a:rPr>
              <a:t>鸟类知识的构建</a:t>
            </a:r>
            <a:endParaRPr lang="zh-CN" altLang="en-US" sz="200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矩形 98"/>
          <p:cNvSpPr/>
          <p:nvPr>
            <p:custDataLst>
              <p:tags r:id="rId1"/>
            </p:custDataLst>
          </p:nvPr>
        </p:nvSpPr>
        <p:spPr bwMode="auto">
          <a:xfrm>
            <a:off x="4211955" y="2118743"/>
            <a:ext cx="2753479" cy="3902935"/>
          </a:xfrm>
          <a:prstGeom prst="rect">
            <a:avLst/>
          </a:prstGeom>
          <a:solidFill>
            <a:schemeClr val="tx2">
              <a:lumMod val="20000"/>
              <a:lumOff val="80000"/>
            </a:schemeClr>
          </a:solidFill>
          <a:ln w="57150">
            <a:solidFill>
              <a:schemeClr val="bg1"/>
            </a:solidFill>
            <a:round/>
          </a:ln>
          <a:effectLst/>
        </p:spPr>
        <p:txBody>
          <a:bodyPr vert="horz" wrap="square" lIns="91440" tIns="0" rIns="91440" bIns="1260000" anchor="b" anchorCtr="1" compatLnSpc="1">
            <a:normAutofit/>
          </a:bodyPr>
          <a:lstStyle/>
          <a:p>
            <a:pPr algn="ctr">
              <a:lnSpc>
                <a:spcPct val="120000"/>
              </a:lnSpc>
            </a:pPr>
            <a:endParaRPr lang="zh-CN" altLang="en-US" sz="120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00" name="任意多边形 6"/>
          <p:cNvSpPr/>
          <p:nvPr>
            <p:custDataLst>
              <p:tags r:id="rId2"/>
            </p:custDataLst>
          </p:nvPr>
        </p:nvSpPr>
        <p:spPr bwMode="auto">
          <a:xfrm>
            <a:off x="6963167" y="1101917"/>
            <a:ext cx="245988" cy="1428318"/>
          </a:xfrm>
          <a:custGeom>
            <a:avLst/>
            <a:gdLst/>
            <a:ahLst/>
            <a:cxnLst>
              <a:cxn ang="0">
                <a:pos x="54" y="575"/>
              </a:cxn>
              <a:cxn ang="0">
                <a:pos x="54" y="0"/>
              </a:cxn>
              <a:cxn ang="0">
                <a:pos x="0" y="10"/>
              </a:cxn>
              <a:cxn ang="0">
                <a:pos x="0" y="627"/>
              </a:cxn>
              <a:cxn ang="0">
                <a:pos x="54" y="617"/>
              </a:cxn>
              <a:cxn ang="0">
                <a:pos x="54" y="617"/>
              </a:cxn>
              <a:cxn ang="0">
                <a:pos x="80" y="586"/>
              </a:cxn>
              <a:cxn ang="0">
                <a:pos x="54" y="575"/>
              </a:cxn>
            </a:cxnLst>
            <a:rect l="0" t="0" r="r" b="b"/>
            <a:pathLst>
              <a:path w="81" h="627">
                <a:moveTo>
                  <a:pt x="54" y="575"/>
                </a:moveTo>
                <a:cubicBezTo>
                  <a:pt x="54" y="0"/>
                  <a:pt x="54" y="0"/>
                  <a:pt x="54" y="0"/>
                </a:cubicBezTo>
                <a:cubicBezTo>
                  <a:pt x="0" y="10"/>
                  <a:pt x="0" y="10"/>
                  <a:pt x="0" y="10"/>
                </a:cubicBezTo>
                <a:cubicBezTo>
                  <a:pt x="0" y="627"/>
                  <a:pt x="0" y="627"/>
                  <a:pt x="0" y="627"/>
                </a:cubicBezTo>
                <a:cubicBezTo>
                  <a:pt x="54" y="617"/>
                  <a:pt x="54" y="617"/>
                  <a:pt x="54" y="617"/>
                </a:cubicBezTo>
                <a:cubicBezTo>
                  <a:pt x="54" y="617"/>
                  <a:pt x="54" y="617"/>
                  <a:pt x="54" y="617"/>
                </a:cubicBezTo>
                <a:cubicBezTo>
                  <a:pt x="54" y="617"/>
                  <a:pt x="81" y="612"/>
                  <a:pt x="80" y="586"/>
                </a:cubicBezTo>
                <a:cubicBezTo>
                  <a:pt x="79" y="567"/>
                  <a:pt x="54" y="575"/>
                  <a:pt x="54" y="575"/>
                </a:cubicBezTo>
                <a:close/>
              </a:path>
            </a:pathLst>
          </a:custGeom>
          <a:solidFill>
            <a:schemeClr val="accent5">
              <a:lumMod val="75000"/>
            </a:schemeClr>
          </a:solidFill>
          <a:ln w="9525">
            <a:noFill/>
            <a:round/>
          </a:ln>
        </p:spPr>
        <p:txBody>
          <a:bodyPr anchor="ctr"/>
          <a:lstStyle/>
          <a:p>
            <a:pPr algn="ctr">
              <a:lnSpc>
                <a:spcPct val="120000"/>
              </a:lnSpc>
            </a:pPr>
            <a:endParaRPr sz="1800" dirty="0">
              <a:latin typeface="微软雅黑" panose="020B0503020204020204" pitchFamily="34" charset="-122"/>
              <a:ea typeface="微软雅黑" panose="020B0503020204020204" pitchFamily="34" charset="-122"/>
            </a:endParaRPr>
          </a:p>
        </p:txBody>
      </p:sp>
      <p:sp>
        <p:nvSpPr>
          <p:cNvPr id="101" name="任意多边形 7"/>
          <p:cNvSpPr/>
          <p:nvPr>
            <p:custDataLst>
              <p:tags r:id="rId3"/>
            </p:custDataLst>
          </p:nvPr>
        </p:nvSpPr>
        <p:spPr bwMode="auto">
          <a:xfrm>
            <a:off x="4214222" y="987425"/>
            <a:ext cx="2992666" cy="1850011"/>
          </a:xfrm>
          <a:custGeom>
            <a:avLst/>
            <a:gdLst/>
            <a:ahLst/>
            <a:cxnLst>
              <a:cxn ang="0">
                <a:pos x="954" y="8"/>
              </a:cxn>
              <a:cxn ang="0">
                <a:pos x="954" y="8"/>
              </a:cxn>
              <a:cxn ang="0">
                <a:pos x="0" y="196"/>
              </a:cxn>
              <a:cxn ang="0">
                <a:pos x="0" y="813"/>
              </a:cxn>
              <a:cxn ang="0">
                <a:pos x="954" y="625"/>
              </a:cxn>
              <a:cxn ang="0">
                <a:pos x="980" y="636"/>
              </a:cxn>
              <a:cxn ang="0">
                <a:pos x="980" y="19"/>
              </a:cxn>
              <a:cxn ang="0">
                <a:pos x="954" y="8"/>
              </a:cxn>
            </a:cxnLst>
            <a:rect l="0" t="0" r="r" b="b"/>
            <a:pathLst>
              <a:path w="980" h="813">
                <a:moveTo>
                  <a:pt x="954" y="8"/>
                </a:moveTo>
                <a:cubicBezTo>
                  <a:pt x="954" y="8"/>
                  <a:pt x="954" y="8"/>
                  <a:pt x="954" y="8"/>
                </a:cubicBezTo>
                <a:cubicBezTo>
                  <a:pt x="0" y="196"/>
                  <a:pt x="0" y="196"/>
                  <a:pt x="0" y="196"/>
                </a:cubicBezTo>
                <a:cubicBezTo>
                  <a:pt x="0" y="813"/>
                  <a:pt x="0" y="813"/>
                  <a:pt x="0" y="813"/>
                </a:cubicBezTo>
                <a:cubicBezTo>
                  <a:pt x="954" y="625"/>
                  <a:pt x="954" y="625"/>
                  <a:pt x="954" y="625"/>
                </a:cubicBezTo>
                <a:cubicBezTo>
                  <a:pt x="954" y="625"/>
                  <a:pt x="979" y="617"/>
                  <a:pt x="980" y="636"/>
                </a:cubicBezTo>
                <a:cubicBezTo>
                  <a:pt x="980" y="19"/>
                  <a:pt x="980" y="19"/>
                  <a:pt x="980" y="19"/>
                </a:cubicBezTo>
                <a:cubicBezTo>
                  <a:pt x="979" y="0"/>
                  <a:pt x="954" y="8"/>
                  <a:pt x="954" y="8"/>
                </a:cubicBezTo>
                <a:close/>
              </a:path>
            </a:pathLst>
          </a:custGeom>
          <a:solidFill>
            <a:schemeClr val="accent5"/>
          </a:solidFill>
          <a:ln w="9525">
            <a:noFill/>
            <a:round/>
          </a:ln>
        </p:spPr>
        <p:txBody>
          <a:bodyPr anchor="ctr"/>
          <a:lstStyle/>
          <a:p>
            <a:pPr algn="ctr">
              <a:lnSpc>
                <a:spcPct val="120000"/>
              </a:lnSpc>
            </a:pPr>
            <a:endParaRPr sz="1800" dirty="0">
              <a:latin typeface="微软雅黑" panose="020B0503020204020204" pitchFamily="34" charset="-122"/>
              <a:ea typeface="微软雅黑" panose="020B0503020204020204" pitchFamily="34" charset="-122"/>
            </a:endParaRPr>
          </a:p>
        </p:txBody>
      </p:sp>
      <p:sp>
        <p:nvSpPr>
          <p:cNvPr id="102" name="任意多边形 8"/>
          <p:cNvSpPr/>
          <p:nvPr>
            <p:custDataLst>
              <p:tags r:id="rId4"/>
            </p:custDataLst>
          </p:nvPr>
        </p:nvSpPr>
        <p:spPr bwMode="auto">
          <a:xfrm>
            <a:off x="6963167" y="4786070"/>
            <a:ext cx="245988" cy="298133"/>
          </a:xfrm>
          <a:custGeom>
            <a:avLst/>
            <a:gdLst/>
            <a:ahLst/>
            <a:cxnLst>
              <a:cxn ang="0">
                <a:pos x="54" y="79"/>
              </a:cxn>
              <a:cxn ang="0">
                <a:pos x="54" y="0"/>
              </a:cxn>
              <a:cxn ang="0">
                <a:pos x="0" y="10"/>
              </a:cxn>
              <a:cxn ang="0">
                <a:pos x="0" y="131"/>
              </a:cxn>
              <a:cxn ang="0">
                <a:pos x="54" y="121"/>
              </a:cxn>
              <a:cxn ang="0">
                <a:pos x="54" y="121"/>
              </a:cxn>
              <a:cxn ang="0">
                <a:pos x="80" y="90"/>
              </a:cxn>
              <a:cxn ang="0">
                <a:pos x="54" y="79"/>
              </a:cxn>
            </a:cxnLst>
            <a:rect l="0" t="0" r="r" b="b"/>
            <a:pathLst>
              <a:path w="81" h="131">
                <a:moveTo>
                  <a:pt x="54" y="79"/>
                </a:moveTo>
                <a:cubicBezTo>
                  <a:pt x="54" y="0"/>
                  <a:pt x="54" y="0"/>
                  <a:pt x="54" y="0"/>
                </a:cubicBezTo>
                <a:cubicBezTo>
                  <a:pt x="0" y="10"/>
                  <a:pt x="0" y="10"/>
                  <a:pt x="0" y="10"/>
                </a:cubicBezTo>
                <a:cubicBezTo>
                  <a:pt x="0" y="131"/>
                  <a:pt x="0" y="131"/>
                  <a:pt x="0" y="131"/>
                </a:cubicBezTo>
                <a:cubicBezTo>
                  <a:pt x="54" y="121"/>
                  <a:pt x="54" y="121"/>
                  <a:pt x="54" y="121"/>
                </a:cubicBezTo>
                <a:cubicBezTo>
                  <a:pt x="54" y="121"/>
                  <a:pt x="54" y="121"/>
                  <a:pt x="54" y="121"/>
                </a:cubicBezTo>
                <a:cubicBezTo>
                  <a:pt x="54" y="121"/>
                  <a:pt x="81" y="116"/>
                  <a:pt x="80" y="90"/>
                </a:cubicBezTo>
                <a:cubicBezTo>
                  <a:pt x="79" y="71"/>
                  <a:pt x="54" y="79"/>
                  <a:pt x="54" y="79"/>
                </a:cubicBezTo>
                <a:close/>
              </a:path>
            </a:pathLst>
          </a:custGeom>
          <a:solidFill>
            <a:schemeClr val="accent5">
              <a:lumMod val="75000"/>
            </a:schemeClr>
          </a:solidFill>
          <a:ln w="9525">
            <a:noFill/>
            <a:round/>
          </a:ln>
        </p:spPr>
        <p:txBody>
          <a:bodyPr anchor="ctr"/>
          <a:lstStyle/>
          <a:p>
            <a:pPr algn="ctr">
              <a:lnSpc>
                <a:spcPct val="120000"/>
              </a:lnSpc>
            </a:pPr>
            <a:endParaRPr sz="1800" dirty="0">
              <a:latin typeface="微软雅黑" panose="020B0503020204020204" pitchFamily="34" charset="-122"/>
              <a:ea typeface="微软雅黑" panose="020B0503020204020204" pitchFamily="34" charset="-122"/>
            </a:endParaRPr>
          </a:p>
        </p:txBody>
      </p:sp>
      <p:sp>
        <p:nvSpPr>
          <p:cNvPr id="103" name="任意多边形 9"/>
          <p:cNvSpPr/>
          <p:nvPr>
            <p:custDataLst>
              <p:tags r:id="rId5"/>
            </p:custDataLst>
          </p:nvPr>
        </p:nvSpPr>
        <p:spPr bwMode="auto">
          <a:xfrm>
            <a:off x="4214222" y="4671578"/>
            <a:ext cx="2992666" cy="722094"/>
          </a:xfrm>
          <a:custGeom>
            <a:avLst/>
            <a:gdLst/>
            <a:ahLst/>
            <a:cxnLst>
              <a:cxn ang="0">
                <a:pos x="954" y="8"/>
              </a:cxn>
              <a:cxn ang="0">
                <a:pos x="954" y="8"/>
              </a:cxn>
              <a:cxn ang="0">
                <a:pos x="0" y="196"/>
              </a:cxn>
              <a:cxn ang="0">
                <a:pos x="0" y="317"/>
              </a:cxn>
              <a:cxn ang="0">
                <a:pos x="954" y="129"/>
              </a:cxn>
              <a:cxn ang="0">
                <a:pos x="980" y="140"/>
              </a:cxn>
              <a:cxn ang="0">
                <a:pos x="980" y="19"/>
              </a:cxn>
              <a:cxn ang="0">
                <a:pos x="954" y="8"/>
              </a:cxn>
            </a:cxnLst>
            <a:rect l="0" t="0" r="r" b="b"/>
            <a:pathLst>
              <a:path w="980" h="317">
                <a:moveTo>
                  <a:pt x="954" y="8"/>
                </a:moveTo>
                <a:cubicBezTo>
                  <a:pt x="954" y="8"/>
                  <a:pt x="954" y="8"/>
                  <a:pt x="954" y="8"/>
                </a:cubicBezTo>
                <a:cubicBezTo>
                  <a:pt x="0" y="196"/>
                  <a:pt x="0" y="196"/>
                  <a:pt x="0" y="196"/>
                </a:cubicBezTo>
                <a:cubicBezTo>
                  <a:pt x="0" y="317"/>
                  <a:pt x="0" y="317"/>
                  <a:pt x="0" y="317"/>
                </a:cubicBezTo>
                <a:cubicBezTo>
                  <a:pt x="954" y="129"/>
                  <a:pt x="954" y="129"/>
                  <a:pt x="954" y="129"/>
                </a:cubicBezTo>
                <a:cubicBezTo>
                  <a:pt x="954" y="129"/>
                  <a:pt x="979" y="121"/>
                  <a:pt x="980" y="140"/>
                </a:cubicBezTo>
                <a:cubicBezTo>
                  <a:pt x="980" y="19"/>
                  <a:pt x="980" y="19"/>
                  <a:pt x="980" y="19"/>
                </a:cubicBezTo>
                <a:cubicBezTo>
                  <a:pt x="979" y="0"/>
                  <a:pt x="954" y="8"/>
                  <a:pt x="954" y="8"/>
                </a:cubicBezTo>
                <a:close/>
              </a:path>
            </a:pathLst>
          </a:custGeom>
          <a:solidFill>
            <a:schemeClr val="accent5"/>
          </a:solidFill>
          <a:ln w="9525">
            <a:noFill/>
            <a:round/>
          </a:ln>
        </p:spPr>
        <p:txBody>
          <a:bodyPr anchor="ctr"/>
          <a:lstStyle/>
          <a:p>
            <a:pPr algn="ctr">
              <a:lnSpc>
                <a:spcPct val="120000"/>
              </a:lnSpc>
            </a:pPr>
            <a:endParaRPr sz="1800" dirty="0">
              <a:latin typeface="微软雅黑" panose="020B0503020204020204" pitchFamily="34" charset="-122"/>
              <a:ea typeface="微软雅黑" panose="020B0503020204020204" pitchFamily="34" charset="-122"/>
            </a:endParaRPr>
          </a:p>
        </p:txBody>
      </p:sp>
      <p:sp>
        <p:nvSpPr>
          <p:cNvPr id="104" name="任意多边形 10"/>
          <p:cNvSpPr/>
          <p:nvPr>
            <p:custDataLst>
              <p:tags r:id="rId6"/>
            </p:custDataLst>
          </p:nvPr>
        </p:nvSpPr>
        <p:spPr bwMode="auto">
          <a:xfrm>
            <a:off x="6963167" y="5177157"/>
            <a:ext cx="245988" cy="298133"/>
          </a:xfrm>
          <a:custGeom>
            <a:avLst/>
            <a:gdLst/>
            <a:ahLst/>
            <a:cxnLst>
              <a:cxn ang="0">
                <a:pos x="54" y="79"/>
              </a:cxn>
              <a:cxn ang="0">
                <a:pos x="54" y="0"/>
              </a:cxn>
              <a:cxn ang="0">
                <a:pos x="0" y="10"/>
              </a:cxn>
              <a:cxn ang="0">
                <a:pos x="0" y="131"/>
              </a:cxn>
              <a:cxn ang="0">
                <a:pos x="54" y="121"/>
              </a:cxn>
              <a:cxn ang="0">
                <a:pos x="54" y="121"/>
              </a:cxn>
              <a:cxn ang="0">
                <a:pos x="80" y="90"/>
              </a:cxn>
              <a:cxn ang="0">
                <a:pos x="54" y="79"/>
              </a:cxn>
            </a:cxnLst>
            <a:rect l="0" t="0" r="r" b="b"/>
            <a:pathLst>
              <a:path w="81" h="131">
                <a:moveTo>
                  <a:pt x="54" y="79"/>
                </a:moveTo>
                <a:cubicBezTo>
                  <a:pt x="54" y="0"/>
                  <a:pt x="54" y="0"/>
                  <a:pt x="54" y="0"/>
                </a:cubicBezTo>
                <a:cubicBezTo>
                  <a:pt x="0" y="10"/>
                  <a:pt x="0" y="10"/>
                  <a:pt x="0" y="10"/>
                </a:cubicBezTo>
                <a:cubicBezTo>
                  <a:pt x="0" y="131"/>
                  <a:pt x="0" y="131"/>
                  <a:pt x="0" y="131"/>
                </a:cubicBezTo>
                <a:cubicBezTo>
                  <a:pt x="54" y="121"/>
                  <a:pt x="54" y="121"/>
                  <a:pt x="54" y="121"/>
                </a:cubicBezTo>
                <a:cubicBezTo>
                  <a:pt x="54" y="121"/>
                  <a:pt x="54" y="121"/>
                  <a:pt x="54" y="121"/>
                </a:cubicBezTo>
                <a:cubicBezTo>
                  <a:pt x="54" y="121"/>
                  <a:pt x="81" y="116"/>
                  <a:pt x="80" y="90"/>
                </a:cubicBezTo>
                <a:cubicBezTo>
                  <a:pt x="79" y="71"/>
                  <a:pt x="54" y="79"/>
                  <a:pt x="54" y="79"/>
                </a:cubicBezTo>
                <a:close/>
              </a:path>
            </a:pathLst>
          </a:custGeom>
          <a:solidFill>
            <a:schemeClr val="accent5">
              <a:lumMod val="75000"/>
            </a:schemeClr>
          </a:solidFill>
          <a:ln w="9525">
            <a:noFill/>
            <a:round/>
          </a:ln>
        </p:spPr>
        <p:txBody>
          <a:bodyPr anchor="ctr"/>
          <a:lstStyle/>
          <a:p>
            <a:pPr algn="ctr">
              <a:lnSpc>
                <a:spcPct val="120000"/>
              </a:lnSpc>
            </a:pPr>
            <a:endParaRPr sz="1800" dirty="0">
              <a:latin typeface="微软雅黑" panose="020B0503020204020204" pitchFamily="34" charset="-122"/>
              <a:ea typeface="微软雅黑" panose="020B0503020204020204" pitchFamily="34" charset="-122"/>
            </a:endParaRPr>
          </a:p>
        </p:txBody>
      </p:sp>
      <p:sp>
        <p:nvSpPr>
          <p:cNvPr id="105" name="任意多边形 11"/>
          <p:cNvSpPr/>
          <p:nvPr>
            <p:custDataLst>
              <p:tags r:id="rId7"/>
            </p:custDataLst>
          </p:nvPr>
        </p:nvSpPr>
        <p:spPr bwMode="auto">
          <a:xfrm>
            <a:off x="4214222" y="5062665"/>
            <a:ext cx="2992666" cy="722094"/>
          </a:xfrm>
          <a:custGeom>
            <a:avLst/>
            <a:gdLst/>
            <a:ahLst/>
            <a:cxnLst>
              <a:cxn ang="0">
                <a:pos x="954" y="8"/>
              </a:cxn>
              <a:cxn ang="0">
                <a:pos x="954" y="8"/>
              </a:cxn>
              <a:cxn ang="0">
                <a:pos x="0" y="196"/>
              </a:cxn>
              <a:cxn ang="0">
                <a:pos x="0" y="317"/>
              </a:cxn>
              <a:cxn ang="0">
                <a:pos x="954" y="129"/>
              </a:cxn>
              <a:cxn ang="0">
                <a:pos x="980" y="140"/>
              </a:cxn>
              <a:cxn ang="0">
                <a:pos x="980" y="19"/>
              </a:cxn>
              <a:cxn ang="0">
                <a:pos x="954" y="8"/>
              </a:cxn>
            </a:cxnLst>
            <a:rect l="0" t="0" r="r" b="b"/>
            <a:pathLst>
              <a:path w="980" h="317">
                <a:moveTo>
                  <a:pt x="954" y="8"/>
                </a:moveTo>
                <a:cubicBezTo>
                  <a:pt x="954" y="8"/>
                  <a:pt x="954" y="8"/>
                  <a:pt x="954" y="8"/>
                </a:cubicBezTo>
                <a:cubicBezTo>
                  <a:pt x="0" y="196"/>
                  <a:pt x="0" y="196"/>
                  <a:pt x="0" y="196"/>
                </a:cubicBezTo>
                <a:cubicBezTo>
                  <a:pt x="0" y="317"/>
                  <a:pt x="0" y="317"/>
                  <a:pt x="0" y="317"/>
                </a:cubicBezTo>
                <a:cubicBezTo>
                  <a:pt x="954" y="129"/>
                  <a:pt x="954" y="129"/>
                  <a:pt x="954" y="129"/>
                </a:cubicBezTo>
                <a:cubicBezTo>
                  <a:pt x="954" y="129"/>
                  <a:pt x="979" y="121"/>
                  <a:pt x="980" y="140"/>
                </a:cubicBezTo>
                <a:cubicBezTo>
                  <a:pt x="980" y="19"/>
                  <a:pt x="980" y="19"/>
                  <a:pt x="980" y="19"/>
                </a:cubicBezTo>
                <a:cubicBezTo>
                  <a:pt x="979" y="0"/>
                  <a:pt x="954" y="8"/>
                  <a:pt x="954" y="8"/>
                </a:cubicBezTo>
                <a:close/>
              </a:path>
            </a:pathLst>
          </a:custGeom>
          <a:solidFill>
            <a:schemeClr val="accent5"/>
          </a:solidFill>
          <a:ln w="9525">
            <a:noFill/>
            <a:round/>
          </a:ln>
        </p:spPr>
        <p:txBody>
          <a:bodyPr anchor="ctr"/>
          <a:lstStyle/>
          <a:p>
            <a:pPr algn="ctr">
              <a:lnSpc>
                <a:spcPct val="120000"/>
              </a:lnSpc>
            </a:pPr>
            <a:endParaRPr sz="1800" dirty="0">
              <a:latin typeface="微软雅黑" panose="020B0503020204020204" pitchFamily="34" charset="-122"/>
              <a:ea typeface="微软雅黑" panose="020B0503020204020204" pitchFamily="34" charset="-122"/>
            </a:endParaRPr>
          </a:p>
        </p:txBody>
      </p:sp>
      <p:sp>
        <p:nvSpPr>
          <p:cNvPr id="106" name="椭圆 105"/>
          <p:cNvSpPr/>
          <p:nvPr>
            <p:custDataLst>
              <p:tags r:id="rId8"/>
            </p:custDataLst>
          </p:nvPr>
        </p:nvSpPr>
        <p:spPr bwMode="auto">
          <a:xfrm>
            <a:off x="5218579" y="1478268"/>
            <a:ext cx="985086" cy="915937"/>
          </a:xfrm>
          <a:prstGeom prst="ellipse">
            <a:avLst/>
          </a:prstGeom>
          <a:solidFill>
            <a:schemeClr val="bg1"/>
          </a:solidFill>
          <a:ln w="19050">
            <a:solidFill>
              <a:schemeClr val="accent3">
                <a:lumMod val="75000"/>
              </a:schemeClr>
            </a:solidFill>
            <a:round/>
          </a:ln>
        </p:spPr>
        <p:txBody>
          <a:bodyPr anchor="ctr"/>
          <a:lstStyle/>
          <a:p>
            <a:pPr algn="ctr">
              <a:lnSpc>
                <a:spcPct val="120000"/>
              </a:lnSpc>
            </a:pPr>
            <a:endParaRPr sz="1800" dirty="0">
              <a:latin typeface="微软雅黑" panose="020B0503020204020204" pitchFamily="34" charset="-122"/>
              <a:ea typeface="微软雅黑" panose="020B0503020204020204" pitchFamily="34" charset="-122"/>
            </a:endParaRPr>
          </a:p>
        </p:txBody>
      </p:sp>
      <p:sp>
        <p:nvSpPr>
          <p:cNvPr id="107" name="任意多边形 13"/>
          <p:cNvSpPr/>
          <p:nvPr>
            <p:custDataLst>
              <p:tags r:id="rId9"/>
            </p:custDataLst>
          </p:nvPr>
        </p:nvSpPr>
        <p:spPr bwMode="auto">
          <a:xfrm>
            <a:off x="5448697" y="1674378"/>
            <a:ext cx="522583" cy="529384"/>
          </a:xfrm>
          <a:custGeom>
            <a:avLst/>
            <a:gdLst>
              <a:gd name="connsiteX0" fmla="*/ 127959 w 398592"/>
              <a:gd name="connsiteY0" fmla="*/ 191264 h 403698"/>
              <a:gd name="connsiteX1" fmla="*/ 146193 w 398592"/>
              <a:gd name="connsiteY1" fmla="*/ 202511 h 403698"/>
              <a:gd name="connsiteX2" fmla="*/ 152271 w 398592"/>
              <a:gd name="connsiteY2" fmla="*/ 213757 h 403698"/>
              <a:gd name="connsiteX3" fmla="*/ 146193 w 398592"/>
              <a:gd name="connsiteY3" fmla="*/ 241873 h 403698"/>
              <a:gd name="connsiteX4" fmla="*/ 146193 w 398592"/>
              <a:gd name="connsiteY4" fmla="*/ 247497 h 403698"/>
              <a:gd name="connsiteX5" fmla="*/ 91491 w 398592"/>
              <a:gd name="connsiteY5" fmla="*/ 298106 h 403698"/>
              <a:gd name="connsiteX6" fmla="*/ 73256 w 398592"/>
              <a:gd name="connsiteY6" fmla="*/ 298106 h 403698"/>
              <a:gd name="connsiteX7" fmla="*/ 73256 w 398592"/>
              <a:gd name="connsiteY7" fmla="*/ 281236 h 403698"/>
              <a:gd name="connsiteX8" fmla="*/ 115803 w 398592"/>
              <a:gd name="connsiteY8" fmla="*/ 230627 h 403698"/>
              <a:gd name="connsiteX9" fmla="*/ 127959 w 398592"/>
              <a:gd name="connsiteY9" fmla="*/ 191264 h 403698"/>
              <a:gd name="connsiteX10" fmla="*/ 314042 w 398592"/>
              <a:gd name="connsiteY10" fmla="*/ 164190 h 403698"/>
              <a:gd name="connsiteX11" fmla="*/ 386514 w 398592"/>
              <a:gd name="connsiteY11" fmla="*/ 164190 h 403698"/>
              <a:gd name="connsiteX12" fmla="*/ 398592 w 398592"/>
              <a:gd name="connsiteY12" fmla="*/ 164190 h 403698"/>
              <a:gd name="connsiteX13" fmla="*/ 398592 w 398592"/>
              <a:gd name="connsiteY13" fmla="*/ 175330 h 403698"/>
              <a:gd name="connsiteX14" fmla="*/ 398592 w 398592"/>
              <a:gd name="connsiteY14" fmla="*/ 236600 h 403698"/>
              <a:gd name="connsiteX15" fmla="*/ 386514 w 398592"/>
              <a:gd name="connsiteY15" fmla="*/ 247739 h 403698"/>
              <a:gd name="connsiteX16" fmla="*/ 374435 w 398592"/>
              <a:gd name="connsiteY16" fmla="*/ 236600 h 403698"/>
              <a:gd name="connsiteX17" fmla="*/ 374435 w 398592"/>
              <a:gd name="connsiteY17" fmla="*/ 203180 h 403698"/>
              <a:gd name="connsiteX18" fmla="*/ 368396 w 398592"/>
              <a:gd name="connsiteY18" fmla="*/ 203180 h 403698"/>
              <a:gd name="connsiteX19" fmla="*/ 205336 w 398592"/>
              <a:gd name="connsiteY19" fmla="*/ 353569 h 403698"/>
              <a:gd name="connsiteX20" fmla="*/ 193257 w 398592"/>
              <a:gd name="connsiteY20" fmla="*/ 359139 h 403698"/>
              <a:gd name="connsiteX21" fmla="*/ 187218 w 398592"/>
              <a:gd name="connsiteY21" fmla="*/ 353569 h 403698"/>
              <a:gd name="connsiteX22" fmla="*/ 144943 w 398592"/>
              <a:gd name="connsiteY22" fmla="*/ 314579 h 403698"/>
              <a:gd name="connsiteX23" fmla="*/ 138904 w 398592"/>
              <a:gd name="connsiteY23" fmla="*/ 314579 h 403698"/>
              <a:gd name="connsiteX24" fmla="*/ 36236 w 398592"/>
              <a:gd name="connsiteY24" fmla="*/ 403698 h 403698"/>
              <a:gd name="connsiteX25" fmla="*/ 0 w 398592"/>
              <a:gd name="connsiteY25" fmla="*/ 403698 h 403698"/>
              <a:gd name="connsiteX26" fmla="*/ 132864 w 398592"/>
              <a:gd name="connsiteY26" fmla="*/ 286729 h 403698"/>
              <a:gd name="connsiteX27" fmla="*/ 138904 w 398592"/>
              <a:gd name="connsiteY27" fmla="*/ 286729 h 403698"/>
              <a:gd name="connsiteX28" fmla="*/ 150982 w 398592"/>
              <a:gd name="connsiteY28" fmla="*/ 286729 h 403698"/>
              <a:gd name="connsiteX29" fmla="*/ 193257 w 398592"/>
              <a:gd name="connsiteY29" fmla="*/ 325719 h 403698"/>
              <a:gd name="connsiteX30" fmla="*/ 193257 w 398592"/>
              <a:gd name="connsiteY30" fmla="*/ 331289 h 403698"/>
              <a:gd name="connsiteX31" fmla="*/ 199296 w 398592"/>
              <a:gd name="connsiteY31" fmla="*/ 325719 h 403698"/>
              <a:gd name="connsiteX32" fmla="*/ 344239 w 398592"/>
              <a:gd name="connsiteY32" fmla="*/ 192040 h 403698"/>
              <a:gd name="connsiteX33" fmla="*/ 344239 w 398592"/>
              <a:gd name="connsiteY33" fmla="*/ 186470 h 403698"/>
              <a:gd name="connsiteX34" fmla="*/ 320082 w 398592"/>
              <a:gd name="connsiteY34" fmla="*/ 186470 h 403698"/>
              <a:gd name="connsiteX35" fmla="*/ 314042 w 398592"/>
              <a:gd name="connsiteY35" fmla="*/ 186470 h 403698"/>
              <a:gd name="connsiteX36" fmla="*/ 308003 w 398592"/>
              <a:gd name="connsiteY36" fmla="*/ 175330 h 403698"/>
              <a:gd name="connsiteX37" fmla="*/ 314042 w 398592"/>
              <a:gd name="connsiteY37" fmla="*/ 164190 h 403698"/>
              <a:gd name="connsiteX38" fmla="*/ 259584 w 398592"/>
              <a:gd name="connsiteY38" fmla="*/ 74634 h 403698"/>
              <a:gd name="connsiteX39" fmla="*/ 277671 w 398592"/>
              <a:gd name="connsiteY39" fmla="*/ 80101 h 403698"/>
              <a:gd name="connsiteX40" fmla="*/ 271642 w 398592"/>
              <a:gd name="connsiteY40" fmla="*/ 96502 h 403698"/>
              <a:gd name="connsiteX41" fmla="*/ 235469 w 398592"/>
              <a:gd name="connsiteY41" fmla="*/ 118370 h 403698"/>
              <a:gd name="connsiteX42" fmla="*/ 223411 w 398592"/>
              <a:gd name="connsiteY42" fmla="*/ 118370 h 403698"/>
              <a:gd name="connsiteX43" fmla="*/ 199295 w 398592"/>
              <a:gd name="connsiteY43" fmla="*/ 112903 h 403698"/>
              <a:gd name="connsiteX44" fmla="*/ 205324 w 398592"/>
              <a:gd name="connsiteY44" fmla="*/ 101969 h 403698"/>
              <a:gd name="connsiteX45" fmla="*/ 199295 w 398592"/>
              <a:gd name="connsiteY45" fmla="*/ 91035 h 403698"/>
              <a:gd name="connsiteX46" fmla="*/ 223411 w 398592"/>
              <a:gd name="connsiteY46" fmla="*/ 96502 h 403698"/>
              <a:gd name="connsiteX47" fmla="*/ 259584 w 398592"/>
              <a:gd name="connsiteY47" fmla="*/ 74634 h 403698"/>
              <a:gd name="connsiteX48" fmla="*/ 109187 w 398592"/>
              <a:gd name="connsiteY48" fmla="*/ 68387 h 403698"/>
              <a:gd name="connsiteX49" fmla="*/ 151823 w 398592"/>
              <a:gd name="connsiteY49" fmla="*/ 68387 h 403698"/>
              <a:gd name="connsiteX50" fmla="*/ 164005 w 398592"/>
              <a:gd name="connsiteY50" fmla="*/ 68387 h 403698"/>
              <a:gd name="connsiteX51" fmla="*/ 176186 w 398592"/>
              <a:gd name="connsiteY51" fmla="*/ 113373 h 403698"/>
              <a:gd name="connsiteX52" fmla="*/ 182277 w 398592"/>
              <a:gd name="connsiteY52" fmla="*/ 85257 h 403698"/>
              <a:gd name="connsiteX53" fmla="*/ 176186 w 398592"/>
              <a:gd name="connsiteY53" fmla="*/ 79633 h 403698"/>
              <a:gd name="connsiteX54" fmla="*/ 182277 w 398592"/>
              <a:gd name="connsiteY54" fmla="*/ 74010 h 403698"/>
              <a:gd name="connsiteX55" fmla="*/ 188368 w 398592"/>
              <a:gd name="connsiteY55" fmla="*/ 79633 h 403698"/>
              <a:gd name="connsiteX56" fmla="*/ 188368 w 398592"/>
              <a:gd name="connsiteY56" fmla="*/ 85257 h 403698"/>
              <a:gd name="connsiteX57" fmla="*/ 182277 w 398592"/>
              <a:gd name="connsiteY57" fmla="*/ 113373 h 403698"/>
              <a:gd name="connsiteX58" fmla="*/ 194459 w 398592"/>
              <a:gd name="connsiteY58" fmla="*/ 85257 h 403698"/>
              <a:gd name="connsiteX59" fmla="*/ 194459 w 398592"/>
              <a:gd name="connsiteY59" fmla="*/ 96503 h 403698"/>
              <a:gd name="connsiteX60" fmla="*/ 176186 w 398592"/>
              <a:gd name="connsiteY60" fmla="*/ 175229 h 403698"/>
              <a:gd name="connsiteX61" fmla="*/ 206640 w 398592"/>
              <a:gd name="connsiteY61" fmla="*/ 208968 h 403698"/>
              <a:gd name="connsiteX62" fmla="*/ 206640 w 398592"/>
              <a:gd name="connsiteY62" fmla="*/ 225838 h 403698"/>
              <a:gd name="connsiteX63" fmla="*/ 200550 w 398592"/>
              <a:gd name="connsiteY63" fmla="*/ 282071 h 403698"/>
              <a:gd name="connsiteX64" fmla="*/ 182277 w 398592"/>
              <a:gd name="connsiteY64" fmla="*/ 293317 h 403698"/>
              <a:gd name="connsiteX65" fmla="*/ 170095 w 398592"/>
              <a:gd name="connsiteY65" fmla="*/ 276447 h 403698"/>
              <a:gd name="connsiteX66" fmla="*/ 176186 w 398592"/>
              <a:gd name="connsiteY66" fmla="*/ 225838 h 403698"/>
              <a:gd name="connsiteX67" fmla="*/ 145732 w 398592"/>
              <a:gd name="connsiteY67" fmla="*/ 192099 h 403698"/>
              <a:gd name="connsiteX68" fmla="*/ 121369 w 398592"/>
              <a:gd name="connsiteY68" fmla="*/ 169606 h 403698"/>
              <a:gd name="connsiteX69" fmla="*/ 115278 w 398592"/>
              <a:gd name="connsiteY69" fmla="*/ 163982 h 403698"/>
              <a:gd name="connsiteX70" fmla="*/ 133550 w 398592"/>
              <a:gd name="connsiteY70" fmla="*/ 96503 h 403698"/>
              <a:gd name="connsiteX71" fmla="*/ 145732 w 398592"/>
              <a:gd name="connsiteY71" fmla="*/ 96503 h 403698"/>
              <a:gd name="connsiteX72" fmla="*/ 115278 w 398592"/>
              <a:gd name="connsiteY72" fmla="*/ 90880 h 403698"/>
              <a:gd name="connsiteX73" fmla="*/ 78733 w 398592"/>
              <a:gd name="connsiteY73" fmla="*/ 118996 h 403698"/>
              <a:gd name="connsiteX74" fmla="*/ 60460 w 398592"/>
              <a:gd name="connsiteY74" fmla="*/ 118996 h 403698"/>
              <a:gd name="connsiteX75" fmla="*/ 60460 w 398592"/>
              <a:gd name="connsiteY75" fmla="*/ 102126 h 403698"/>
              <a:gd name="connsiteX76" fmla="*/ 109187 w 398592"/>
              <a:gd name="connsiteY76" fmla="*/ 68387 h 403698"/>
              <a:gd name="connsiteX77" fmla="*/ 175120 w 398592"/>
              <a:gd name="connsiteY77" fmla="*/ 749 h 403698"/>
              <a:gd name="connsiteX78" fmla="*/ 187852 w 398592"/>
              <a:gd name="connsiteY78" fmla="*/ 1099 h 403698"/>
              <a:gd name="connsiteX79" fmla="*/ 212733 w 398592"/>
              <a:gd name="connsiteY79" fmla="*/ 29135 h 403698"/>
              <a:gd name="connsiteX80" fmla="*/ 187852 w 398592"/>
              <a:gd name="connsiteY80" fmla="*/ 62778 h 403698"/>
              <a:gd name="connsiteX81" fmla="*/ 156750 w 398592"/>
              <a:gd name="connsiteY81" fmla="*/ 29135 h 403698"/>
              <a:gd name="connsiteX82" fmla="*/ 175120 w 398592"/>
              <a:gd name="connsiteY82" fmla="*/ 749 h 4036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398592" h="403698">
                <a:moveTo>
                  <a:pt x="127959" y="191264"/>
                </a:moveTo>
                <a:cubicBezTo>
                  <a:pt x="134037" y="196887"/>
                  <a:pt x="140115" y="196887"/>
                  <a:pt x="146193" y="202511"/>
                </a:cubicBezTo>
                <a:cubicBezTo>
                  <a:pt x="146193" y="202511"/>
                  <a:pt x="152271" y="208134"/>
                  <a:pt x="152271" y="213757"/>
                </a:cubicBezTo>
                <a:cubicBezTo>
                  <a:pt x="152271" y="213757"/>
                  <a:pt x="152271" y="213757"/>
                  <a:pt x="146193" y="241873"/>
                </a:cubicBezTo>
                <a:cubicBezTo>
                  <a:pt x="146193" y="241873"/>
                  <a:pt x="146193" y="247497"/>
                  <a:pt x="146193" y="247497"/>
                </a:cubicBezTo>
                <a:cubicBezTo>
                  <a:pt x="146193" y="247497"/>
                  <a:pt x="146193" y="247497"/>
                  <a:pt x="91491" y="298106"/>
                </a:cubicBezTo>
                <a:cubicBezTo>
                  <a:pt x="85412" y="303729"/>
                  <a:pt x="79334" y="303729"/>
                  <a:pt x="73256" y="298106"/>
                </a:cubicBezTo>
                <a:cubicBezTo>
                  <a:pt x="67178" y="292483"/>
                  <a:pt x="67178" y="286859"/>
                  <a:pt x="73256" y="281236"/>
                </a:cubicBezTo>
                <a:cubicBezTo>
                  <a:pt x="73256" y="281236"/>
                  <a:pt x="73256" y="281236"/>
                  <a:pt x="115803" y="230627"/>
                </a:cubicBezTo>
                <a:cubicBezTo>
                  <a:pt x="115803" y="230627"/>
                  <a:pt x="115803" y="230627"/>
                  <a:pt x="127959" y="191264"/>
                </a:cubicBezTo>
                <a:close/>
                <a:moveTo>
                  <a:pt x="314042" y="164190"/>
                </a:moveTo>
                <a:cubicBezTo>
                  <a:pt x="314042" y="164190"/>
                  <a:pt x="314042" y="164190"/>
                  <a:pt x="386514" y="164190"/>
                </a:cubicBezTo>
                <a:cubicBezTo>
                  <a:pt x="392553" y="164190"/>
                  <a:pt x="392553" y="164190"/>
                  <a:pt x="398592" y="164190"/>
                </a:cubicBezTo>
                <a:cubicBezTo>
                  <a:pt x="398592" y="169760"/>
                  <a:pt x="398592" y="169760"/>
                  <a:pt x="398592" y="175330"/>
                </a:cubicBezTo>
                <a:lnTo>
                  <a:pt x="398592" y="236600"/>
                </a:lnTo>
                <a:cubicBezTo>
                  <a:pt x="398592" y="242169"/>
                  <a:pt x="392553" y="247739"/>
                  <a:pt x="386514" y="247739"/>
                </a:cubicBezTo>
                <a:cubicBezTo>
                  <a:pt x="380474" y="247739"/>
                  <a:pt x="374435" y="242169"/>
                  <a:pt x="374435" y="236600"/>
                </a:cubicBezTo>
                <a:cubicBezTo>
                  <a:pt x="374435" y="236600"/>
                  <a:pt x="374435" y="236600"/>
                  <a:pt x="374435" y="203180"/>
                </a:cubicBezTo>
                <a:cubicBezTo>
                  <a:pt x="374435" y="203180"/>
                  <a:pt x="374435" y="203180"/>
                  <a:pt x="368396" y="203180"/>
                </a:cubicBezTo>
                <a:cubicBezTo>
                  <a:pt x="368396" y="203180"/>
                  <a:pt x="368396" y="203180"/>
                  <a:pt x="205336" y="353569"/>
                </a:cubicBezTo>
                <a:cubicBezTo>
                  <a:pt x="199296" y="359139"/>
                  <a:pt x="199296" y="359139"/>
                  <a:pt x="193257" y="359139"/>
                </a:cubicBezTo>
                <a:cubicBezTo>
                  <a:pt x="193257" y="359139"/>
                  <a:pt x="187218" y="359139"/>
                  <a:pt x="187218" y="353569"/>
                </a:cubicBezTo>
                <a:cubicBezTo>
                  <a:pt x="187218" y="353569"/>
                  <a:pt x="187218" y="353569"/>
                  <a:pt x="144943" y="314579"/>
                </a:cubicBezTo>
                <a:cubicBezTo>
                  <a:pt x="144943" y="314579"/>
                  <a:pt x="144943" y="314579"/>
                  <a:pt x="138904" y="314579"/>
                </a:cubicBezTo>
                <a:cubicBezTo>
                  <a:pt x="138904" y="314579"/>
                  <a:pt x="138904" y="314579"/>
                  <a:pt x="36236" y="403698"/>
                </a:cubicBezTo>
                <a:cubicBezTo>
                  <a:pt x="36236" y="403698"/>
                  <a:pt x="36236" y="403698"/>
                  <a:pt x="0" y="403698"/>
                </a:cubicBezTo>
                <a:cubicBezTo>
                  <a:pt x="0" y="403698"/>
                  <a:pt x="0" y="403698"/>
                  <a:pt x="132864" y="286729"/>
                </a:cubicBezTo>
                <a:cubicBezTo>
                  <a:pt x="132864" y="286729"/>
                  <a:pt x="138904" y="286729"/>
                  <a:pt x="138904" y="286729"/>
                </a:cubicBezTo>
                <a:cubicBezTo>
                  <a:pt x="144943" y="286729"/>
                  <a:pt x="144943" y="286729"/>
                  <a:pt x="150982" y="286729"/>
                </a:cubicBezTo>
                <a:cubicBezTo>
                  <a:pt x="150982" y="286729"/>
                  <a:pt x="150982" y="286729"/>
                  <a:pt x="193257" y="325719"/>
                </a:cubicBezTo>
                <a:cubicBezTo>
                  <a:pt x="193257" y="325719"/>
                  <a:pt x="193257" y="325719"/>
                  <a:pt x="193257" y="331289"/>
                </a:cubicBezTo>
                <a:cubicBezTo>
                  <a:pt x="193257" y="331289"/>
                  <a:pt x="193257" y="331289"/>
                  <a:pt x="199296" y="325719"/>
                </a:cubicBezTo>
                <a:cubicBezTo>
                  <a:pt x="199296" y="325719"/>
                  <a:pt x="199296" y="325719"/>
                  <a:pt x="344239" y="192040"/>
                </a:cubicBezTo>
                <a:cubicBezTo>
                  <a:pt x="344239" y="192040"/>
                  <a:pt x="344239" y="192040"/>
                  <a:pt x="344239" y="186470"/>
                </a:cubicBezTo>
                <a:cubicBezTo>
                  <a:pt x="344239" y="186470"/>
                  <a:pt x="344239" y="186470"/>
                  <a:pt x="320082" y="186470"/>
                </a:cubicBezTo>
                <a:cubicBezTo>
                  <a:pt x="320082" y="186470"/>
                  <a:pt x="320082" y="186470"/>
                  <a:pt x="314042" y="186470"/>
                </a:cubicBezTo>
                <a:cubicBezTo>
                  <a:pt x="308003" y="180900"/>
                  <a:pt x="308003" y="180900"/>
                  <a:pt x="308003" y="175330"/>
                </a:cubicBezTo>
                <a:cubicBezTo>
                  <a:pt x="308003" y="169760"/>
                  <a:pt x="308003" y="164190"/>
                  <a:pt x="314042" y="164190"/>
                </a:cubicBezTo>
                <a:close/>
                <a:moveTo>
                  <a:pt x="259584" y="74634"/>
                </a:moveTo>
                <a:cubicBezTo>
                  <a:pt x="265613" y="74634"/>
                  <a:pt x="271642" y="74634"/>
                  <a:pt x="277671" y="80101"/>
                </a:cubicBezTo>
                <a:cubicBezTo>
                  <a:pt x="277671" y="85568"/>
                  <a:pt x="277671" y="91035"/>
                  <a:pt x="271642" y="96502"/>
                </a:cubicBezTo>
                <a:cubicBezTo>
                  <a:pt x="271642" y="96502"/>
                  <a:pt x="271642" y="96502"/>
                  <a:pt x="235469" y="118370"/>
                </a:cubicBezTo>
                <a:cubicBezTo>
                  <a:pt x="229440" y="118370"/>
                  <a:pt x="229440" y="118370"/>
                  <a:pt x="223411" y="118370"/>
                </a:cubicBezTo>
                <a:cubicBezTo>
                  <a:pt x="223411" y="118370"/>
                  <a:pt x="223411" y="118370"/>
                  <a:pt x="199295" y="112903"/>
                </a:cubicBezTo>
                <a:cubicBezTo>
                  <a:pt x="199295" y="112903"/>
                  <a:pt x="199295" y="107436"/>
                  <a:pt x="205324" y="101969"/>
                </a:cubicBezTo>
                <a:cubicBezTo>
                  <a:pt x="205324" y="96502"/>
                  <a:pt x="199295" y="91035"/>
                  <a:pt x="199295" y="91035"/>
                </a:cubicBezTo>
                <a:cubicBezTo>
                  <a:pt x="199295" y="91035"/>
                  <a:pt x="199295" y="91035"/>
                  <a:pt x="223411" y="96502"/>
                </a:cubicBezTo>
                <a:cubicBezTo>
                  <a:pt x="223411" y="96502"/>
                  <a:pt x="223411" y="96502"/>
                  <a:pt x="259584" y="74634"/>
                </a:cubicBezTo>
                <a:close/>
                <a:moveTo>
                  <a:pt x="109187" y="68387"/>
                </a:moveTo>
                <a:cubicBezTo>
                  <a:pt x="127459" y="68387"/>
                  <a:pt x="145732" y="68387"/>
                  <a:pt x="151823" y="68387"/>
                </a:cubicBezTo>
                <a:cubicBezTo>
                  <a:pt x="151823" y="68387"/>
                  <a:pt x="164005" y="68387"/>
                  <a:pt x="164005" y="68387"/>
                </a:cubicBezTo>
                <a:cubicBezTo>
                  <a:pt x="170095" y="68387"/>
                  <a:pt x="176186" y="79633"/>
                  <a:pt x="176186" y="113373"/>
                </a:cubicBezTo>
                <a:cubicBezTo>
                  <a:pt x="176186" y="102126"/>
                  <a:pt x="182277" y="85257"/>
                  <a:pt x="182277" y="85257"/>
                </a:cubicBezTo>
                <a:cubicBezTo>
                  <a:pt x="176186" y="85257"/>
                  <a:pt x="176186" y="79633"/>
                  <a:pt x="176186" y="79633"/>
                </a:cubicBezTo>
                <a:cubicBezTo>
                  <a:pt x="176186" y="79633"/>
                  <a:pt x="176186" y="79633"/>
                  <a:pt x="182277" y="74010"/>
                </a:cubicBezTo>
                <a:cubicBezTo>
                  <a:pt x="182277" y="74010"/>
                  <a:pt x="182277" y="74010"/>
                  <a:pt x="188368" y="79633"/>
                </a:cubicBezTo>
                <a:cubicBezTo>
                  <a:pt x="188368" y="79633"/>
                  <a:pt x="188368" y="85257"/>
                  <a:pt x="188368" y="85257"/>
                </a:cubicBezTo>
                <a:cubicBezTo>
                  <a:pt x="188368" y="90880"/>
                  <a:pt x="182277" y="113373"/>
                  <a:pt x="182277" y="113373"/>
                </a:cubicBezTo>
                <a:cubicBezTo>
                  <a:pt x="182277" y="113373"/>
                  <a:pt x="194459" y="102126"/>
                  <a:pt x="194459" y="85257"/>
                </a:cubicBezTo>
                <a:lnTo>
                  <a:pt x="194459" y="96503"/>
                </a:lnTo>
                <a:cubicBezTo>
                  <a:pt x="200550" y="102126"/>
                  <a:pt x="182277" y="130243"/>
                  <a:pt x="176186" y="175229"/>
                </a:cubicBezTo>
                <a:cubicBezTo>
                  <a:pt x="176186" y="175229"/>
                  <a:pt x="206640" y="208968"/>
                  <a:pt x="206640" y="208968"/>
                </a:cubicBezTo>
                <a:cubicBezTo>
                  <a:pt x="206640" y="214592"/>
                  <a:pt x="212731" y="214592"/>
                  <a:pt x="206640" y="225838"/>
                </a:cubicBezTo>
                <a:cubicBezTo>
                  <a:pt x="206640" y="225838"/>
                  <a:pt x="206640" y="225838"/>
                  <a:pt x="200550" y="282071"/>
                </a:cubicBezTo>
                <a:cubicBezTo>
                  <a:pt x="200550" y="287694"/>
                  <a:pt x="188368" y="293317"/>
                  <a:pt x="182277" y="293317"/>
                </a:cubicBezTo>
                <a:cubicBezTo>
                  <a:pt x="176186" y="293317"/>
                  <a:pt x="170095" y="287694"/>
                  <a:pt x="170095" y="276447"/>
                </a:cubicBezTo>
                <a:cubicBezTo>
                  <a:pt x="170095" y="276447"/>
                  <a:pt x="170095" y="276447"/>
                  <a:pt x="176186" y="225838"/>
                </a:cubicBezTo>
                <a:cubicBezTo>
                  <a:pt x="176186" y="225838"/>
                  <a:pt x="151823" y="197722"/>
                  <a:pt x="145732" y="192099"/>
                </a:cubicBezTo>
                <a:cubicBezTo>
                  <a:pt x="127459" y="186475"/>
                  <a:pt x="121369" y="175229"/>
                  <a:pt x="121369" y="169606"/>
                </a:cubicBezTo>
                <a:cubicBezTo>
                  <a:pt x="121369" y="169606"/>
                  <a:pt x="121369" y="169606"/>
                  <a:pt x="115278" y="163982"/>
                </a:cubicBezTo>
                <a:cubicBezTo>
                  <a:pt x="121369" y="147112"/>
                  <a:pt x="133550" y="113373"/>
                  <a:pt x="133550" y="96503"/>
                </a:cubicBezTo>
                <a:cubicBezTo>
                  <a:pt x="133550" y="96503"/>
                  <a:pt x="133550" y="96503"/>
                  <a:pt x="145732" y="96503"/>
                </a:cubicBezTo>
                <a:cubicBezTo>
                  <a:pt x="145732" y="96503"/>
                  <a:pt x="145732" y="96503"/>
                  <a:pt x="115278" y="90880"/>
                </a:cubicBezTo>
                <a:cubicBezTo>
                  <a:pt x="115278" y="90880"/>
                  <a:pt x="115278" y="90880"/>
                  <a:pt x="78733" y="118996"/>
                </a:cubicBezTo>
                <a:cubicBezTo>
                  <a:pt x="72642" y="124619"/>
                  <a:pt x="66551" y="124619"/>
                  <a:pt x="60460" y="118996"/>
                </a:cubicBezTo>
                <a:cubicBezTo>
                  <a:pt x="60460" y="113373"/>
                  <a:pt x="60460" y="107750"/>
                  <a:pt x="60460" y="102126"/>
                </a:cubicBezTo>
                <a:cubicBezTo>
                  <a:pt x="60460" y="102126"/>
                  <a:pt x="60460" y="102126"/>
                  <a:pt x="109187" y="68387"/>
                </a:cubicBezTo>
                <a:close/>
                <a:moveTo>
                  <a:pt x="175120" y="749"/>
                </a:moveTo>
                <a:cubicBezTo>
                  <a:pt x="178910" y="-303"/>
                  <a:pt x="183187" y="-303"/>
                  <a:pt x="187852" y="1099"/>
                </a:cubicBezTo>
                <a:cubicBezTo>
                  <a:pt x="200293" y="1099"/>
                  <a:pt x="212733" y="12313"/>
                  <a:pt x="212733" y="29135"/>
                </a:cubicBezTo>
                <a:cubicBezTo>
                  <a:pt x="212733" y="40349"/>
                  <a:pt x="206513" y="62778"/>
                  <a:pt x="187852" y="62778"/>
                </a:cubicBezTo>
                <a:cubicBezTo>
                  <a:pt x="181632" y="68385"/>
                  <a:pt x="156750" y="51563"/>
                  <a:pt x="156750" y="29135"/>
                </a:cubicBezTo>
                <a:cubicBezTo>
                  <a:pt x="156750" y="16519"/>
                  <a:pt x="163748" y="3903"/>
                  <a:pt x="175120" y="749"/>
                </a:cubicBezTo>
                <a:close/>
              </a:path>
            </a:pathLst>
          </a:custGeom>
          <a:solidFill>
            <a:schemeClr val="accent5"/>
          </a:solidFill>
          <a:ln w="9525">
            <a:noFill/>
            <a:round/>
          </a:ln>
        </p:spPr>
        <p:txBody>
          <a:bodyPr anchor="ctr"/>
          <a:lstStyle/>
          <a:p>
            <a:pPr algn="ctr">
              <a:lnSpc>
                <a:spcPct val="120000"/>
              </a:lnSpc>
            </a:pPr>
            <a:endParaRPr sz="1800" dirty="0">
              <a:latin typeface="微软雅黑" panose="020B0503020204020204" pitchFamily="34" charset="-122"/>
              <a:ea typeface="微软雅黑" panose="020B0503020204020204" pitchFamily="34" charset="-122"/>
            </a:endParaRPr>
          </a:p>
        </p:txBody>
      </p:sp>
      <p:sp>
        <p:nvSpPr>
          <p:cNvPr id="108" name="文本框 107"/>
          <p:cNvSpPr txBox="1"/>
          <p:nvPr>
            <p:custDataLst>
              <p:tags r:id="rId10"/>
            </p:custDataLst>
          </p:nvPr>
        </p:nvSpPr>
        <p:spPr bwMode="auto">
          <a:xfrm>
            <a:off x="4293516" y="3495660"/>
            <a:ext cx="2591376" cy="723228"/>
          </a:xfrm>
          <a:prstGeom prst="rect">
            <a:avLst/>
          </a:prstGeom>
          <a:noFill/>
        </p:spPr>
        <p:txBody>
          <a:bodyPr wrap="square" lIns="90000" tIns="46800" rIns="90000" bIns="0" anchor="ctr" anchorCtr="1">
            <a:normAutofit/>
          </a:bodyPr>
          <a:lstStyle/>
          <a:p>
            <a:pPr latinLnBrk="0">
              <a:lnSpc>
                <a:spcPct val="120000"/>
              </a:lnSpc>
            </a:pPr>
            <a:r>
              <a:rPr lang="zh-CN" altLang="en-US" sz="3200" spc="300" dirty="0">
                <a:solidFill>
                  <a:schemeClr val="tx1"/>
                </a:solidFill>
                <a:effectLst/>
                <a:latin typeface="微软雅黑" panose="020B0503020204020204" pitchFamily="34" charset="-122"/>
                <a:ea typeface="微软雅黑" panose="020B0503020204020204" pitchFamily="34" charset="-122"/>
                <a:cs typeface="+mj-cs"/>
              </a:rPr>
              <a:t>大数据</a:t>
            </a:r>
            <a:endParaRPr lang="zh-CN" altLang="en-US" sz="3200" spc="300" dirty="0">
              <a:solidFill>
                <a:schemeClr val="tx1"/>
              </a:solidFill>
              <a:effectLst/>
              <a:latin typeface="微软雅黑" panose="020B0503020204020204" pitchFamily="34" charset="-122"/>
              <a:ea typeface="微软雅黑" panose="020B0503020204020204" pitchFamily="34" charset="-122"/>
              <a:cs typeface="+mj-cs"/>
            </a:endParaRPr>
          </a:p>
        </p:txBody>
      </p:sp>
    </p:spTree>
    <p:custDataLst>
      <p:tags r:id="rId11"/>
    </p:custDataLst>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p:nvPr>
            <p:custDataLst>
              <p:tags r:id="rId1"/>
            </p:custDataLst>
          </p:nvPr>
        </p:nvGrpSpPr>
        <p:grpSpPr>
          <a:xfrm>
            <a:off x="889635" y="3994150"/>
            <a:ext cx="1130300" cy="2510790"/>
            <a:chOff x="252930" y="3218038"/>
            <a:chExt cx="1286138" cy="2738569"/>
          </a:xfrm>
        </p:grpSpPr>
        <p:sp>
          <p:nvSpPr>
            <p:cNvPr id="7" name="流程图: 过程 6"/>
            <p:cNvSpPr/>
            <p:nvPr>
              <p:custDataLst>
                <p:tags r:id="rId2"/>
              </p:custDataLst>
            </p:nvPr>
          </p:nvSpPr>
          <p:spPr>
            <a:xfrm>
              <a:off x="252930" y="3218038"/>
              <a:ext cx="1286138" cy="2738569"/>
            </a:xfrm>
            <a:prstGeom prst="flowChartProcess">
              <a:avLst/>
            </a:prstGeom>
            <a:solidFill>
              <a:srgbClr val="5B9BD5"/>
            </a:solidFill>
            <a:ln>
              <a:noFill/>
            </a:ln>
            <a:effectLst/>
          </p:spPr>
          <p:style>
            <a:lnRef idx="2">
              <a:srgbClr val="5B9BD5">
                <a:shade val="50000"/>
              </a:srgbClr>
            </a:lnRef>
            <a:fillRef idx="1">
              <a:srgbClr val="5B9BD5"/>
            </a:fillRef>
            <a:effectRef idx="0">
              <a:srgbClr val="5B9BD5"/>
            </a:effectRef>
            <a:fontRef idx="minor">
              <a:srgbClr val="FFFFFF"/>
            </a:fontRef>
          </p:style>
          <p:txBody>
            <a:bodyPr rtlCol="0" anchor="ctr"/>
            <a:lstStyle/>
            <a:p>
              <a:pPr algn="ctr" defTabSz="913765"/>
              <a:endParaRPr lang="zh-CN" altLang="en-US" sz="1400">
                <a:solidFill>
                  <a:srgbClr val="FFFFFF"/>
                </a:solidFill>
                <a:latin typeface="微软雅黑" panose="020B0503020204020204" pitchFamily="34" charset="-122"/>
                <a:ea typeface="微软雅黑" panose="020B0503020204020204" pitchFamily="34" charset="-122"/>
              </a:endParaRPr>
            </a:p>
          </p:txBody>
        </p:sp>
        <p:sp>
          <p:nvSpPr>
            <p:cNvPr id="16" name="Shape 3869"/>
            <p:cNvSpPr/>
            <p:nvPr>
              <p:custDataLst>
                <p:tags r:id="rId3"/>
              </p:custDataLst>
            </p:nvPr>
          </p:nvSpPr>
          <p:spPr>
            <a:xfrm>
              <a:off x="678277" y="3357175"/>
              <a:ext cx="435204" cy="435204"/>
            </a:xfrm>
            <a:custGeom>
              <a:avLst/>
              <a:gdLst/>
              <a:ahLst/>
              <a:cxnLst/>
              <a:rect l="0" t="0" r="0" b="0"/>
              <a:pathLst>
                <a:path w="119999" h="119999" extrusionOk="0">
                  <a:moveTo>
                    <a:pt x="60022" y="114544"/>
                  </a:moveTo>
                  <a:lnTo>
                    <a:pt x="83716" y="73511"/>
                  </a:lnTo>
                  <a:lnTo>
                    <a:pt x="83683" y="73488"/>
                  </a:lnTo>
                  <a:cubicBezTo>
                    <a:pt x="85955" y="69511"/>
                    <a:pt x="87272" y="64911"/>
                    <a:pt x="87272" y="60000"/>
                  </a:cubicBezTo>
                  <a:cubicBezTo>
                    <a:pt x="87272" y="51066"/>
                    <a:pt x="82955" y="43155"/>
                    <a:pt x="76316" y="38183"/>
                  </a:cubicBezTo>
                  <a:lnTo>
                    <a:pt x="109977" y="38183"/>
                  </a:lnTo>
                  <a:cubicBezTo>
                    <a:pt x="112900" y="44866"/>
                    <a:pt x="114544" y="52238"/>
                    <a:pt x="114544" y="60000"/>
                  </a:cubicBezTo>
                  <a:cubicBezTo>
                    <a:pt x="114544" y="90116"/>
                    <a:pt x="90138" y="114527"/>
                    <a:pt x="60022" y="114544"/>
                  </a:cubicBezTo>
                  <a:moveTo>
                    <a:pt x="53933" y="114188"/>
                  </a:moveTo>
                  <a:cubicBezTo>
                    <a:pt x="26666" y="111166"/>
                    <a:pt x="5455" y="88072"/>
                    <a:pt x="5455" y="60000"/>
                  </a:cubicBezTo>
                  <a:cubicBezTo>
                    <a:pt x="5455" y="50055"/>
                    <a:pt x="8155" y="40761"/>
                    <a:pt x="12805" y="32733"/>
                  </a:cubicBezTo>
                  <a:lnTo>
                    <a:pt x="35844" y="72644"/>
                  </a:lnTo>
                  <a:cubicBezTo>
                    <a:pt x="40405" y="81333"/>
                    <a:pt x="49505" y="87272"/>
                    <a:pt x="60000" y="87272"/>
                  </a:cubicBezTo>
                  <a:cubicBezTo>
                    <a:pt x="63816" y="87272"/>
                    <a:pt x="67450" y="86483"/>
                    <a:pt x="70744" y="85066"/>
                  </a:cubicBezTo>
                  <a:cubicBezTo>
                    <a:pt x="70744" y="85066"/>
                    <a:pt x="53933" y="114188"/>
                    <a:pt x="53933" y="114188"/>
                  </a:cubicBezTo>
                  <a:close/>
                  <a:moveTo>
                    <a:pt x="40638" y="70038"/>
                  </a:moveTo>
                  <a:cubicBezTo>
                    <a:pt x="39077" y="67027"/>
                    <a:pt x="38183" y="63622"/>
                    <a:pt x="38183" y="60000"/>
                  </a:cubicBezTo>
                  <a:cubicBezTo>
                    <a:pt x="38183" y="47950"/>
                    <a:pt x="47950" y="38183"/>
                    <a:pt x="60000" y="38183"/>
                  </a:cubicBezTo>
                  <a:cubicBezTo>
                    <a:pt x="72050" y="38183"/>
                    <a:pt x="81816" y="47950"/>
                    <a:pt x="81816" y="60000"/>
                  </a:cubicBezTo>
                  <a:cubicBezTo>
                    <a:pt x="81816" y="72050"/>
                    <a:pt x="72050" y="81816"/>
                    <a:pt x="60000" y="81816"/>
                  </a:cubicBezTo>
                  <a:cubicBezTo>
                    <a:pt x="51766" y="81816"/>
                    <a:pt x="44605" y="77255"/>
                    <a:pt x="40888" y="70522"/>
                  </a:cubicBezTo>
                  <a:lnTo>
                    <a:pt x="40911" y="70505"/>
                  </a:lnTo>
                  <a:cubicBezTo>
                    <a:pt x="40911" y="70505"/>
                    <a:pt x="40638" y="70038"/>
                    <a:pt x="40638" y="70038"/>
                  </a:cubicBezTo>
                  <a:close/>
                  <a:moveTo>
                    <a:pt x="60000" y="5455"/>
                  </a:moveTo>
                  <a:cubicBezTo>
                    <a:pt x="80177" y="5455"/>
                    <a:pt x="97755" y="16438"/>
                    <a:pt x="107188" y="32727"/>
                  </a:cubicBezTo>
                  <a:lnTo>
                    <a:pt x="60000" y="32727"/>
                  </a:lnTo>
                  <a:cubicBezTo>
                    <a:pt x="46055" y="32727"/>
                    <a:pt x="34572" y="43200"/>
                    <a:pt x="32944" y="56705"/>
                  </a:cubicBezTo>
                  <a:lnTo>
                    <a:pt x="16161" y="27638"/>
                  </a:lnTo>
                  <a:cubicBezTo>
                    <a:pt x="26094" y="14205"/>
                    <a:pt x="42005" y="5455"/>
                    <a:pt x="60000" y="5455"/>
                  </a:cubicBezTo>
                  <a:moveTo>
                    <a:pt x="60000" y="0"/>
                  </a:moveTo>
                  <a:cubicBezTo>
                    <a:pt x="26861" y="0"/>
                    <a:pt x="0" y="26866"/>
                    <a:pt x="0" y="60000"/>
                  </a:cubicBezTo>
                  <a:cubicBezTo>
                    <a:pt x="0" y="93138"/>
                    <a:pt x="26861" y="120000"/>
                    <a:pt x="60000" y="120000"/>
                  </a:cubicBezTo>
                  <a:cubicBezTo>
                    <a:pt x="93138" y="120000"/>
                    <a:pt x="120000" y="93138"/>
                    <a:pt x="120000" y="60000"/>
                  </a:cubicBezTo>
                  <a:cubicBezTo>
                    <a:pt x="120000" y="26866"/>
                    <a:pt x="93138" y="0"/>
                    <a:pt x="60000" y="0"/>
                  </a:cubicBezTo>
                </a:path>
              </a:pathLst>
            </a:custGeom>
            <a:solidFill>
              <a:srgbClr val="FFFFFF"/>
            </a:solidFill>
            <a:ln>
              <a:noFill/>
            </a:ln>
          </p:spPr>
          <p:txBody>
            <a:bodyPr lIns="38075" tIns="38075" rIns="38075" bIns="38075" anchor="ctr" anchorCtr="0">
              <a:noAutofit/>
            </a:bodyPr>
            <a:lstStyle/>
            <a:p>
              <a:pPr marL="0" marR="0" lvl="0" indent="0" algn="l" rtl="0">
                <a:spcBef>
                  <a:spcPct val="0"/>
                </a:spcBef>
                <a:buNone/>
              </a:pPr>
              <a:endParaRPr sz="2400" dirty="0">
                <a:solidFill>
                  <a:srgbClr val="000000"/>
                </a:solidFill>
                <a:latin typeface="微软雅黑" panose="020B0503020204020204" pitchFamily="34" charset="-122"/>
                <a:ea typeface="微软雅黑" panose="020B0503020204020204" pitchFamily="34" charset="-122"/>
                <a:sym typeface="Lato" panose="020F0502020204030203"/>
              </a:endParaRPr>
            </a:p>
          </p:txBody>
        </p:sp>
        <p:sp>
          <p:nvSpPr>
            <p:cNvPr id="18" name="文本框 17"/>
            <p:cNvSpPr txBox="1"/>
            <p:nvPr>
              <p:custDataLst>
                <p:tags r:id="rId4"/>
              </p:custDataLst>
            </p:nvPr>
          </p:nvSpPr>
          <p:spPr>
            <a:xfrm>
              <a:off x="529065" y="3996975"/>
              <a:ext cx="733628" cy="1509191"/>
            </a:xfrm>
            <a:prstGeom prst="rect">
              <a:avLst/>
            </a:prstGeom>
            <a:noFill/>
          </p:spPr>
          <p:txBody>
            <a:bodyPr wrap="square" rtlCol="0">
              <a:spAutoFit/>
            </a:bodyPr>
            <a:lstStyle/>
            <a:p>
              <a:pPr algn="ctr"/>
              <a:r>
                <a:rPr lang="zh-CN" altLang="en-US" sz="2800">
                  <a:solidFill>
                    <a:srgbClr val="FFFFFF"/>
                  </a:solidFill>
                  <a:latin typeface="微软雅黑" panose="020B0503020204020204" pitchFamily="34" charset="-122"/>
                  <a:ea typeface="微软雅黑" panose="020B0503020204020204" pitchFamily="34" charset="-122"/>
                </a:rPr>
                <a:t>数据量</a:t>
              </a:r>
              <a:endParaRPr lang="zh-CN" altLang="en-US" sz="2800">
                <a:solidFill>
                  <a:srgbClr val="FFFFFF"/>
                </a:solidFill>
                <a:latin typeface="微软雅黑" panose="020B0503020204020204" pitchFamily="34" charset="-122"/>
                <a:ea typeface="微软雅黑" panose="020B0503020204020204" pitchFamily="34" charset="-122"/>
              </a:endParaRPr>
            </a:p>
          </p:txBody>
        </p:sp>
      </p:grpSp>
      <p:grpSp>
        <p:nvGrpSpPr>
          <p:cNvPr id="11" name="组合 10"/>
          <p:cNvGrpSpPr/>
          <p:nvPr>
            <p:custDataLst>
              <p:tags r:id="rId5"/>
            </p:custDataLst>
          </p:nvPr>
        </p:nvGrpSpPr>
        <p:grpSpPr>
          <a:xfrm>
            <a:off x="2517775" y="3994150"/>
            <a:ext cx="1130300" cy="2529019"/>
            <a:chOff x="2046078" y="3218038"/>
            <a:chExt cx="1285898" cy="2758298"/>
          </a:xfrm>
        </p:grpSpPr>
        <p:sp>
          <p:nvSpPr>
            <p:cNvPr id="4" name="流程图: 过程 3"/>
            <p:cNvSpPr/>
            <p:nvPr>
              <p:custDataLst>
                <p:tags r:id="rId6"/>
              </p:custDataLst>
            </p:nvPr>
          </p:nvSpPr>
          <p:spPr>
            <a:xfrm>
              <a:off x="2046078" y="3218038"/>
              <a:ext cx="1285898" cy="2739165"/>
            </a:xfrm>
            <a:prstGeom prst="flowChartProcess">
              <a:avLst/>
            </a:prstGeom>
            <a:solidFill>
              <a:srgbClr val="5B9BD5"/>
            </a:solidFill>
            <a:ln>
              <a:noFill/>
            </a:ln>
            <a:effectLst/>
          </p:spPr>
          <p:style>
            <a:lnRef idx="2">
              <a:srgbClr val="5B9BD5">
                <a:shade val="50000"/>
              </a:srgbClr>
            </a:lnRef>
            <a:fillRef idx="1">
              <a:srgbClr val="5B9BD5"/>
            </a:fillRef>
            <a:effectRef idx="0">
              <a:srgbClr val="5B9BD5"/>
            </a:effectRef>
            <a:fontRef idx="minor">
              <a:srgbClr val="FFFFFF"/>
            </a:fontRef>
          </p:style>
          <p:txBody>
            <a:bodyPr rtlCol="0" anchor="ctr"/>
            <a:lstStyle/>
            <a:p>
              <a:pPr algn="ctr" defTabSz="913765"/>
              <a:endParaRPr lang="zh-CN" altLang="en-US" sz="1400">
                <a:solidFill>
                  <a:srgbClr val="FFFFFF"/>
                </a:solidFill>
                <a:latin typeface="微软雅黑" panose="020B0503020204020204" pitchFamily="34" charset="-122"/>
                <a:ea typeface="微软雅黑" panose="020B0503020204020204" pitchFamily="34" charset="-122"/>
              </a:endParaRPr>
            </a:p>
          </p:txBody>
        </p:sp>
        <p:sp>
          <p:nvSpPr>
            <p:cNvPr id="9" name="Shape 3753"/>
            <p:cNvSpPr/>
            <p:nvPr>
              <p:custDataLst>
                <p:tags r:id="rId7"/>
              </p:custDataLst>
            </p:nvPr>
          </p:nvSpPr>
          <p:spPr>
            <a:xfrm>
              <a:off x="2466224" y="3357175"/>
              <a:ext cx="468906" cy="468906"/>
            </a:xfrm>
            <a:custGeom>
              <a:avLst/>
              <a:gdLst/>
              <a:ahLst/>
              <a:cxnLst/>
              <a:rect l="0" t="0" r="0" b="0"/>
              <a:pathLst>
                <a:path w="119999" h="119999" extrusionOk="0">
                  <a:moveTo>
                    <a:pt x="68227" y="110255"/>
                  </a:moveTo>
                  <a:lnTo>
                    <a:pt x="52294" y="71566"/>
                  </a:lnTo>
                  <a:lnTo>
                    <a:pt x="109194" y="14666"/>
                  </a:lnTo>
                  <a:cubicBezTo>
                    <a:pt x="109194" y="14666"/>
                    <a:pt x="68227" y="110255"/>
                    <a:pt x="68227" y="110255"/>
                  </a:cubicBezTo>
                  <a:close/>
                  <a:moveTo>
                    <a:pt x="9750" y="51777"/>
                  </a:moveTo>
                  <a:lnTo>
                    <a:pt x="105333" y="10805"/>
                  </a:lnTo>
                  <a:lnTo>
                    <a:pt x="48438" y="67705"/>
                  </a:lnTo>
                  <a:cubicBezTo>
                    <a:pt x="48438" y="67705"/>
                    <a:pt x="9750" y="51777"/>
                    <a:pt x="9750" y="51777"/>
                  </a:cubicBezTo>
                  <a:close/>
                  <a:moveTo>
                    <a:pt x="120000" y="2727"/>
                  </a:moveTo>
                  <a:cubicBezTo>
                    <a:pt x="120000" y="1222"/>
                    <a:pt x="118777" y="0"/>
                    <a:pt x="117272" y="0"/>
                  </a:cubicBezTo>
                  <a:cubicBezTo>
                    <a:pt x="116855" y="0"/>
                    <a:pt x="116466" y="111"/>
                    <a:pt x="116111" y="288"/>
                  </a:cubicBezTo>
                  <a:lnTo>
                    <a:pt x="116100" y="266"/>
                  </a:lnTo>
                  <a:lnTo>
                    <a:pt x="1677" y="49305"/>
                  </a:lnTo>
                  <a:cubicBezTo>
                    <a:pt x="1672" y="49305"/>
                    <a:pt x="1661" y="49311"/>
                    <a:pt x="1650" y="49316"/>
                  </a:cubicBezTo>
                  <a:lnTo>
                    <a:pt x="1555" y="49361"/>
                  </a:lnTo>
                  <a:lnTo>
                    <a:pt x="1561" y="49372"/>
                  </a:lnTo>
                  <a:cubicBezTo>
                    <a:pt x="644" y="49816"/>
                    <a:pt x="0" y="50733"/>
                    <a:pt x="0" y="51816"/>
                  </a:cubicBezTo>
                  <a:cubicBezTo>
                    <a:pt x="0" y="53055"/>
                    <a:pt x="838" y="54061"/>
                    <a:pt x="1972" y="54394"/>
                  </a:cubicBezTo>
                  <a:lnTo>
                    <a:pt x="1961" y="54438"/>
                  </a:lnTo>
                  <a:lnTo>
                    <a:pt x="47011" y="72988"/>
                  </a:lnTo>
                  <a:lnTo>
                    <a:pt x="65561" y="118044"/>
                  </a:lnTo>
                  <a:lnTo>
                    <a:pt x="65605" y="118027"/>
                  </a:lnTo>
                  <a:cubicBezTo>
                    <a:pt x="65938" y="119161"/>
                    <a:pt x="66944" y="120000"/>
                    <a:pt x="68183" y="120000"/>
                  </a:cubicBezTo>
                  <a:cubicBezTo>
                    <a:pt x="69266" y="120000"/>
                    <a:pt x="70188" y="119355"/>
                    <a:pt x="70627" y="118438"/>
                  </a:cubicBezTo>
                  <a:lnTo>
                    <a:pt x="70644" y="118444"/>
                  </a:lnTo>
                  <a:lnTo>
                    <a:pt x="70683" y="118350"/>
                  </a:lnTo>
                  <a:cubicBezTo>
                    <a:pt x="70688" y="118338"/>
                    <a:pt x="70694" y="118333"/>
                    <a:pt x="70694" y="118322"/>
                  </a:cubicBezTo>
                  <a:lnTo>
                    <a:pt x="119738" y="3900"/>
                  </a:lnTo>
                  <a:lnTo>
                    <a:pt x="119705" y="3883"/>
                  </a:lnTo>
                  <a:cubicBezTo>
                    <a:pt x="119877" y="3533"/>
                    <a:pt x="120000" y="3150"/>
                    <a:pt x="120000" y="2727"/>
                  </a:cubicBezTo>
                  <a:moveTo>
                    <a:pt x="43638" y="90000"/>
                  </a:moveTo>
                  <a:cubicBezTo>
                    <a:pt x="42883" y="90000"/>
                    <a:pt x="42200" y="90305"/>
                    <a:pt x="41705" y="90800"/>
                  </a:cubicBezTo>
                  <a:lnTo>
                    <a:pt x="33527" y="98983"/>
                  </a:lnTo>
                  <a:cubicBezTo>
                    <a:pt x="33033" y="99472"/>
                    <a:pt x="32727" y="100161"/>
                    <a:pt x="32727" y="100911"/>
                  </a:cubicBezTo>
                  <a:cubicBezTo>
                    <a:pt x="32727" y="102416"/>
                    <a:pt x="33950" y="103638"/>
                    <a:pt x="35455" y="103638"/>
                  </a:cubicBezTo>
                  <a:cubicBezTo>
                    <a:pt x="36205" y="103638"/>
                    <a:pt x="36888" y="103333"/>
                    <a:pt x="37383" y="102838"/>
                  </a:cubicBezTo>
                  <a:lnTo>
                    <a:pt x="45566" y="94655"/>
                  </a:lnTo>
                  <a:cubicBezTo>
                    <a:pt x="46061" y="94166"/>
                    <a:pt x="46361" y="93483"/>
                    <a:pt x="46361" y="92727"/>
                  </a:cubicBezTo>
                  <a:cubicBezTo>
                    <a:pt x="46361" y="91222"/>
                    <a:pt x="45144" y="90000"/>
                    <a:pt x="43638" y="90000"/>
                  </a:cubicBezTo>
                  <a:moveTo>
                    <a:pt x="43638" y="79094"/>
                  </a:moveTo>
                  <a:cubicBezTo>
                    <a:pt x="43638" y="77588"/>
                    <a:pt x="42416" y="76361"/>
                    <a:pt x="40911" y="76361"/>
                  </a:cubicBezTo>
                  <a:cubicBezTo>
                    <a:pt x="40155" y="76361"/>
                    <a:pt x="39472" y="76672"/>
                    <a:pt x="38983" y="77161"/>
                  </a:cubicBezTo>
                  <a:lnTo>
                    <a:pt x="11705" y="104433"/>
                  </a:lnTo>
                  <a:cubicBezTo>
                    <a:pt x="11216" y="104933"/>
                    <a:pt x="10911" y="105616"/>
                    <a:pt x="10911" y="106361"/>
                  </a:cubicBezTo>
                  <a:cubicBezTo>
                    <a:pt x="10911" y="107872"/>
                    <a:pt x="12133" y="109088"/>
                    <a:pt x="13638" y="109088"/>
                  </a:cubicBezTo>
                  <a:cubicBezTo>
                    <a:pt x="14388" y="109088"/>
                    <a:pt x="15072" y="108788"/>
                    <a:pt x="15566" y="108294"/>
                  </a:cubicBezTo>
                  <a:lnTo>
                    <a:pt x="42838" y="81016"/>
                  </a:lnTo>
                  <a:cubicBezTo>
                    <a:pt x="43333" y="80527"/>
                    <a:pt x="43638" y="79844"/>
                    <a:pt x="43638" y="79094"/>
                  </a:cubicBezTo>
                  <a:moveTo>
                    <a:pt x="26472" y="81016"/>
                  </a:moveTo>
                  <a:lnTo>
                    <a:pt x="29200" y="78294"/>
                  </a:lnTo>
                  <a:cubicBezTo>
                    <a:pt x="29694" y="77800"/>
                    <a:pt x="30000" y="77116"/>
                    <a:pt x="30000" y="76361"/>
                  </a:cubicBezTo>
                  <a:cubicBezTo>
                    <a:pt x="30000" y="74861"/>
                    <a:pt x="28777" y="73638"/>
                    <a:pt x="27272" y="73638"/>
                  </a:cubicBezTo>
                  <a:cubicBezTo>
                    <a:pt x="26522" y="73638"/>
                    <a:pt x="25838" y="73944"/>
                    <a:pt x="25344" y="74433"/>
                  </a:cubicBezTo>
                  <a:lnTo>
                    <a:pt x="22616" y="77161"/>
                  </a:lnTo>
                  <a:cubicBezTo>
                    <a:pt x="22122" y="77661"/>
                    <a:pt x="21816" y="78338"/>
                    <a:pt x="21816" y="79094"/>
                  </a:cubicBezTo>
                  <a:cubicBezTo>
                    <a:pt x="21816" y="80594"/>
                    <a:pt x="23038" y="81816"/>
                    <a:pt x="24544" y="81816"/>
                  </a:cubicBezTo>
                  <a:cubicBezTo>
                    <a:pt x="25300" y="81816"/>
                    <a:pt x="25977" y="81516"/>
                    <a:pt x="26472" y="81016"/>
                  </a:cubicBezTo>
                </a:path>
              </a:pathLst>
            </a:custGeom>
            <a:solidFill>
              <a:srgbClr val="FFFFFF"/>
            </a:solidFill>
            <a:ln>
              <a:noFill/>
            </a:ln>
          </p:spPr>
          <p:txBody>
            <a:bodyPr lIns="38075" tIns="38075" rIns="38075" bIns="38075" anchor="ctr" anchorCtr="0">
              <a:noAutofit/>
            </a:bodyPr>
            <a:lstStyle>
              <a:defPPr marR="0" lvl="0" algn="l" rtl="0">
                <a:lnSpc>
                  <a:spcPct val="100000"/>
                </a:lnSpc>
                <a:spcBef>
                  <a:spcPct val="0"/>
                </a:spcBef>
                <a:spcAft>
                  <a:spcPct val="0"/>
                </a:spcAft>
              </a:defPPr>
              <a:lvl1pPr marR="0" lvl="0" algn="l" rtl="0">
                <a:lnSpc>
                  <a:spcPct val="100000"/>
                </a:lnSpc>
                <a:spcBef>
                  <a:spcPct val="0"/>
                </a:spcBef>
                <a:spcAft>
                  <a:spcPct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ct val="0"/>
                </a:spcBef>
                <a:spcAft>
                  <a:spcPct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ct val="0"/>
                </a:spcBef>
                <a:spcAft>
                  <a:spcPct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ct val="0"/>
                </a:spcBef>
                <a:spcAft>
                  <a:spcPct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ct val="0"/>
                </a:spcBef>
                <a:spcAft>
                  <a:spcPct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ct val="0"/>
                </a:spcBef>
                <a:spcAft>
                  <a:spcPct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ct val="0"/>
                </a:spcBef>
                <a:spcAft>
                  <a:spcPct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ct val="0"/>
                </a:spcBef>
                <a:spcAft>
                  <a:spcPct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ct val="0"/>
                </a:spcBef>
                <a:spcAft>
                  <a:spcPct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defTabSz="913765"/>
              <a:endParaRPr sz="2400" dirty="0">
                <a:latin typeface="微软雅黑" panose="020B0503020204020204" pitchFamily="34" charset="-122"/>
                <a:ea typeface="微软雅黑" panose="020B0503020204020204" pitchFamily="34" charset="-122"/>
                <a:cs typeface="+mn-ea"/>
                <a:sym typeface="Lato" panose="020F0502020204030203"/>
              </a:endParaRPr>
            </a:p>
          </p:txBody>
        </p:sp>
        <p:sp>
          <p:nvSpPr>
            <p:cNvPr id="19" name="文本框 18"/>
            <p:cNvSpPr txBox="1"/>
            <p:nvPr>
              <p:custDataLst>
                <p:tags r:id="rId8"/>
              </p:custDataLst>
            </p:nvPr>
          </p:nvSpPr>
          <p:spPr>
            <a:xfrm>
              <a:off x="2327342" y="3996975"/>
              <a:ext cx="733628" cy="1979361"/>
            </a:xfrm>
            <a:prstGeom prst="rect">
              <a:avLst/>
            </a:prstGeom>
            <a:noFill/>
          </p:spPr>
          <p:txBody>
            <a:bodyPr wrap="square" rtlCol="0">
              <a:spAutoFit/>
            </a:bodyPr>
            <a:lstStyle/>
            <a:p>
              <a:pPr algn="ctr"/>
              <a:r>
                <a:rPr lang="zh-CN" altLang="en-US" sz="2800" dirty="0">
                  <a:solidFill>
                    <a:srgbClr val="FFFFFF"/>
                  </a:solidFill>
                  <a:latin typeface="微软雅黑" panose="020B0503020204020204" pitchFamily="34" charset="-122"/>
                  <a:ea typeface="微软雅黑" panose="020B0503020204020204" pitchFamily="34" charset="-122"/>
                </a:rPr>
                <a:t>处理速度</a:t>
              </a:r>
              <a:endParaRPr lang="zh-CN" altLang="en-US" sz="2800" dirty="0">
                <a:solidFill>
                  <a:srgbClr val="FFFFFF"/>
                </a:solidFill>
                <a:latin typeface="微软雅黑" panose="020B0503020204020204" pitchFamily="34" charset="-122"/>
                <a:ea typeface="微软雅黑" panose="020B0503020204020204" pitchFamily="34" charset="-122"/>
              </a:endParaRPr>
            </a:p>
          </p:txBody>
        </p:sp>
      </p:grpSp>
      <p:grpSp>
        <p:nvGrpSpPr>
          <p:cNvPr id="8" name="组合 7"/>
          <p:cNvGrpSpPr/>
          <p:nvPr>
            <p:custDataLst>
              <p:tags r:id="rId9"/>
            </p:custDataLst>
          </p:nvPr>
        </p:nvGrpSpPr>
        <p:grpSpPr>
          <a:xfrm>
            <a:off x="4146550" y="3994150"/>
            <a:ext cx="1130300" cy="2512060"/>
            <a:chOff x="3934477" y="3218038"/>
            <a:chExt cx="1286138" cy="2739271"/>
          </a:xfrm>
        </p:grpSpPr>
        <p:sp>
          <p:nvSpPr>
            <p:cNvPr id="3" name="流程图: 过程 2"/>
            <p:cNvSpPr/>
            <p:nvPr>
              <p:custDataLst>
                <p:tags r:id="rId10"/>
              </p:custDataLst>
            </p:nvPr>
          </p:nvSpPr>
          <p:spPr>
            <a:xfrm>
              <a:off x="3934477" y="3218038"/>
              <a:ext cx="1286138" cy="2739271"/>
            </a:xfrm>
            <a:prstGeom prst="flowChartProcess">
              <a:avLst/>
            </a:prstGeom>
            <a:solidFill>
              <a:srgbClr val="5B9BD5"/>
            </a:solidFill>
            <a:ln>
              <a:noFill/>
            </a:ln>
            <a:effectLst/>
          </p:spPr>
          <p:style>
            <a:lnRef idx="2">
              <a:srgbClr val="5B9BD5">
                <a:shade val="50000"/>
              </a:srgbClr>
            </a:lnRef>
            <a:fillRef idx="1">
              <a:srgbClr val="5B9BD5"/>
            </a:fillRef>
            <a:effectRef idx="0">
              <a:srgbClr val="5B9BD5"/>
            </a:effectRef>
            <a:fontRef idx="minor">
              <a:srgbClr val="FFFFFF"/>
            </a:fontRef>
          </p:style>
          <p:txBody>
            <a:bodyPr rtlCol="0" anchor="ctr"/>
            <a:lstStyle/>
            <a:p>
              <a:pPr algn="ctr" defTabSz="913765"/>
              <a:endParaRPr lang="zh-CN" altLang="en-US" sz="1400">
                <a:solidFill>
                  <a:srgbClr val="FFFFFF"/>
                </a:solidFill>
                <a:latin typeface="微软雅黑" panose="020B0503020204020204" pitchFamily="34" charset="-122"/>
                <a:ea typeface="微软雅黑" panose="020B0503020204020204" pitchFamily="34" charset="-122"/>
              </a:endParaRPr>
            </a:p>
          </p:txBody>
        </p:sp>
        <p:sp>
          <p:nvSpPr>
            <p:cNvPr id="10" name="Shape 4119"/>
            <p:cNvSpPr/>
            <p:nvPr>
              <p:custDataLst>
                <p:tags r:id="rId11"/>
              </p:custDataLst>
            </p:nvPr>
          </p:nvSpPr>
          <p:spPr>
            <a:xfrm>
              <a:off x="4336380" y="3340325"/>
              <a:ext cx="502608" cy="502606"/>
            </a:xfrm>
            <a:custGeom>
              <a:avLst/>
              <a:gdLst/>
              <a:ahLst/>
              <a:cxnLst/>
              <a:rect l="0" t="0" r="0" b="0"/>
              <a:pathLst>
                <a:path w="119999" h="119999" extrusionOk="0">
                  <a:moveTo>
                    <a:pt x="99166" y="97888"/>
                  </a:moveTo>
                  <a:cubicBezTo>
                    <a:pt x="95944" y="95122"/>
                    <a:pt x="92244" y="92677"/>
                    <a:pt x="88083" y="90688"/>
                  </a:cubicBezTo>
                  <a:cubicBezTo>
                    <a:pt x="88155" y="90466"/>
                    <a:pt x="88233" y="90244"/>
                    <a:pt x="88311" y="90016"/>
                  </a:cubicBezTo>
                  <a:cubicBezTo>
                    <a:pt x="89616" y="85866"/>
                    <a:pt x="90666" y="81422"/>
                    <a:pt x="91411" y="76727"/>
                  </a:cubicBezTo>
                  <a:cubicBezTo>
                    <a:pt x="91505" y="76133"/>
                    <a:pt x="91577" y="75533"/>
                    <a:pt x="91661" y="74933"/>
                  </a:cubicBezTo>
                  <a:cubicBezTo>
                    <a:pt x="91911" y="73144"/>
                    <a:pt x="92116" y="71327"/>
                    <a:pt x="92277" y="69483"/>
                  </a:cubicBezTo>
                  <a:cubicBezTo>
                    <a:pt x="92338" y="68794"/>
                    <a:pt x="92400" y="68111"/>
                    <a:pt x="92450" y="67416"/>
                  </a:cubicBezTo>
                  <a:cubicBezTo>
                    <a:pt x="92555" y="65877"/>
                    <a:pt x="92577" y="64300"/>
                    <a:pt x="92627" y="62727"/>
                  </a:cubicBezTo>
                  <a:lnTo>
                    <a:pt x="114433" y="62727"/>
                  </a:lnTo>
                  <a:cubicBezTo>
                    <a:pt x="113755" y="76372"/>
                    <a:pt x="108055" y="88677"/>
                    <a:pt x="99166" y="97888"/>
                  </a:cubicBezTo>
                  <a:moveTo>
                    <a:pt x="76188" y="112100"/>
                  </a:moveTo>
                  <a:cubicBezTo>
                    <a:pt x="77361" y="110872"/>
                    <a:pt x="78483" y="109500"/>
                    <a:pt x="79561" y="108022"/>
                  </a:cubicBezTo>
                  <a:cubicBezTo>
                    <a:pt x="79661" y="107883"/>
                    <a:pt x="79761" y="107744"/>
                    <a:pt x="79861" y="107605"/>
                  </a:cubicBezTo>
                  <a:cubicBezTo>
                    <a:pt x="82022" y="104566"/>
                    <a:pt x="83977" y="101066"/>
                    <a:pt x="85666" y="97155"/>
                  </a:cubicBezTo>
                  <a:cubicBezTo>
                    <a:pt x="85755" y="96944"/>
                    <a:pt x="85838" y="96722"/>
                    <a:pt x="85927" y="96511"/>
                  </a:cubicBezTo>
                  <a:cubicBezTo>
                    <a:pt x="86027" y="96272"/>
                    <a:pt x="86105" y="96011"/>
                    <a:pt x="86205" y="95772"/>
                  </a:cubicBezTo>
                  <a:cubicBezTo>
                    <a:pt x="89572" y="97416"/>
                    <a:pt x="92583" y="99388"/>
                    <a:pt x="95233" y="101583"/>
                  </a:cubicBezTo>
                  <a:cubicBezTo>
                    <a:pt x="89716" y="106272"/>
                    <a:pt x="83272" y="109900"/>
                    <a:pt x="76188" y="112100"/>
                  </a:cubicBezTo>
                  <a:moveTo>
                    <a:pt x="62727" y="114272"/>
                  </a:moveTo>
                  <a:lnTo>
                    <a:pt x="62727" y="90116"/>
                  </a:lnTo>
                  <a:cubicBezTo>
                    <a:pt x="69433" y="90394"/>
                    <a:pt x="75766" y="91627"/>
                    <a:pt x="81400" y="93716"/>
                  </a:cubicBezTo>
                  <a:cubicBezTo>
                    <a:pt x="76944" y="105050"/>
                    <a:pt x="70300" y="112766"/>
                    <a:pt x="62727" y="114272"/>
                  </a:cubicBezTo>
                  <a:moveTo>
                    <a:pt x="62727" y="62727"/>
                  </a:moveTo>
                  <a:lnTo>
                    <a:pt x="87205" y="62727"/>
                  </a:lnTo>
                  <a:cubicBezTo>
                    <a:pt x="86972" y="72194"/>
                    <a:pt x="85511" y="81005"/>
                    <a:pt x="83172" y="88600"/>
                  </a:cubicBezTo>
                  <a:cubicBezTo>
                    <a:pt x="76972" y="86300"/>
                    <a:pt x="70044" y="84950"/>
                    <a:pt x="62727" y="84666"/>
                  </a:cubicBezTo>
                  <a:cubicBezTo>
                    <a:pt x="62727" y="84666"/>
                    <a:pt x="62727" y="62727"/>
                    <a:pt x="62727" y="62727"/>
                  </a:cubicBezTo>
                  <a:close/>
                  <a:moveTo>
                    <a:pt x="62727" y="35333"/>
                  </a:moveTo>
                  <a:cubicBezTo>
                    <a:pt x="70044" y="35050"/>
                    <a:pt x="76972" y="33700"/>
                    <a:pt x="83172" y="31400"/>
                  </a:cubicBezTo>
                  <a:cubicBezTo>
                    <a:pt x="85511" y="38994"/>
                    <a:pt x="86972" y="47805"/>
                    <a:pt x="87205" y="57272"/>
                  </a:cubicBezTo>
                  <a:lnTo>
                    <a:pt x="62727" y="57272"/>
                  </a:lnTo>
                  <a:cubicBezTo>
                    <a:pt x="62727" y="57272"/>
                    <a:pt x="62727" y="35333"/>
                    <a:pt x="62727" y="35333"/>
                  </a:cubicBezTo>
                  <a:close/>
                  <a:moveTo>
                    <a:pt x="62727" y="5727"/>
                  </a:moveTo>
                  <a:cubicBezTo>
                    <a:pt x="70300" y="7233"/>
                    <a:pt x="76944" y="14950"/>
                    <a:pt x="81400" y="26283"/>
                  </a:cubicBezTo>
                  <a:cubicBezTo>
                    <a:pt x="75766" y="28372"/>
                    <a:pt x="69433" y="29605"/>
                    <a:pt x="62727" y="29883"/>
                  </a:cubicBezTo>
                  <a:cubicBezTo>
                    <a:pt x="62727" y="29883"/>
                    <a:pt x="62727" y="5727"/>
                    <a:pt x="62727" y="5727"/>
                  </a:cubicBezTo>
                  <a:close/>
                  <a:moveTo>
                    <a:pt x="95233" y="18416"/>
                  </a:moveTo>
                  <a:cubicBezTo>
                    <a:pt x="92583" y="20616"/>
                    <a:pt x="89572" y="22583"/>
                    <a:pt x="86205" y="24227"/>
                  </a:cubicBezTo>
                  <a:cubicBezTo>
                    <a:pt x="86105" y="23988"/>
                    <a:pt x="86027" y="23727"/>
                    <a:pt x="85927" y="23494"/>
                  </a:cubicBezTo>
                  <a:cubicBezTo>
                    <a:pt x="85838" y="23277"/>
                    <a:pt x="85755" y="23061"/>
                    <a:pt x="85666" y="22844"/>
                  </a:cubicBezTo>
                  <a:cubicBezTo>
                    <a:pt x="83977" y="18933"/>
                    <a:pt x="82022" y="15433"/>
                    <a:pt x="79861" y="12394"/>
                  </a:cubicBezTo>
                  <a:cubicBezTo>
                    <a:pt x="79761" y="12255"/>
                    <a:pt x="79661" y="12116"/>
                    <a:pt x="79561" y="11977"/>
                  </a:cubicBezTo>
                  <a:cubicBezTo>
                    <a:pt x="78483" y="10500"/>
                    <a:pt x="77361" y="9127"/>
                    <a:pt x="76188" y="7900"/>
                  </a:cubicBezTo>
                  <a:cubicBezTo>
                    <a:pt x="83272" y="10100"/>
                    <a:pt x="89716" y="13727"/>
                    <a:pt x="95233" y="18416"/>
                  </a:cubicBezTo>
                  <a:moveTo>
                    <a:pt x="114433" y="57272"/>
                  </a:moveTo>
                  <a:lnTo>
                    <a:pt x="92627" y="57272"/>
                  </a:lnTo>
                  <a:cubicBezTo>
                    <a:pt x="92577" y="55705"/>
                    <a:pt x="92555" y="54122"/>
                    <a:pt x="92450" y="52583"/>
                  </a:cubicBezTo>
                  <a:cubicBezTo>
                    <a:pt x="92400" y="51888"/>
                    <a:pt x="92338" y="51205"/>
                    <a:pt x="92277" y="50516"/>
                  </a:cubicBezTo>
                  <a:cubicBezTo>
                    <a:pt x="92116" y="48672"/>
                    <a:pt x="91911" y="46855"/>
                    <a:pt x="91661" y="45066"/>
                  </a:cubicBezTo>
                  <a:cubicBezTo>
                    <a:pt x="91577" y="44472"/>
                    <a:pt x="91505" y="43866"/>
                    <a:pt x="91411" y="43272"/>
                  </a:cubicBezTo>
                  <a:cubicBezTo>
                    <a:pt x="90666" y="38577"/>
                    <a:pt x="89616" y="34133"/>
                    <a:pt x="88311" y="29983"/>
                  </a:cubicBezTo>
                  <a:cubicBezTo>
                    <a:pt x="88233" y="29761"/>
                    <a:pt x="88155" y="29538"/>
                    <a:pt x="88083" y="29311"/>
                  </a:cubicBezTo>
                  <a:cubicBezTo>
                    <a:pt x="92244" y="27322"/>
                    <a:pt x="95944" y="24877"/>
                    <a:pt x="99166" y="22116"/>
                  </a:cubicBezTo>
                  <a:cubicBezTo>
                    <a:pt x="108055" y="31322"/>
                    <a:pt x="113755" y="43627"/>
                    <a:pt x="114433" y="57272"/>
                  </a:cubicBezTo>
                  <a:moveTo>
                    <a:pt x="57272" y="29883"/>
                  </a:moveTo>
                  <a:cubicBezTo>
                    <a:pt x="50561" y="29605"/>
                    <a:pt x="44227" y="28372"/>
                    <a:pt x="38594" y="26283"/>
                  </a:cubicBezTo>
                  <a:cubicBezTo>
                    <a:pt x="43050" y="14950"/>
                    <a:pt x="49694" y="7233"/>
                    <a:pt x="57272" y="5727"/>
                  </a:cubicBezTo>
                  <a:cubicBezTo>
                    <a:pt x="57272" y="5727"/>
                    <a:pt x="57272" y="29883"/>
                    <a:pt x="57272" y="29883"/>
                  </a:cubicBezTo>
                  <a:close/>
                  <a:moveTo>
                    <a:pt x="57272" y="57272"/>
                  </a:moveTo>
                  <a:lnTo>
                    <a:pt x="32794" y="57272"/>
                  </a:lnTo>
                  <a:cubicBezTo>
                    <a:pt x="33027" y="47805"/>
                    <a:pt x="34483" y="38994"/>
                    <a:pt x="36827" y="31400"/>
                  </a:cubicBezTo>
                  <a:cubicBezTo>
                    <a:pt x="43027" y="33700"/>
                    <a:pt x="49950" y="35050"/>
                    <a:pt x="57272" y="35333"/>
                  </a:cubicBezTo>
                  <a:cubicBezTo>
                    <a:pt x="57272" y="35333"/>
                    <a:pt x="57272" y="57272"/>
                    <a:pt x="57272" y="57272"/>
                  </a:cubicBezTo>
                  <a:close/>
                  <a:moveTo>
                    <a:pt x="57272" y="84666"/>
                  </a:moveTo>
                  <a:cubicBezTo>
                    <a:pt x="49950" y="84950"/>
                    <a:pt x="43027" y="86300"/>
                    <a:pt x="36827" y="88600"/>
                  </a:cubicBezTo>
                  <a:cubicBezTo>
                    <a:pt x="34483" y="81005"/>
                    <a:pt x="33027" y="72194"/>
                    <a:pt x="32794" y="62727"/>
                  </a:cubicBezTo>
                  <a:lnTo>
                    <a:pt x="57272" y="62727"/>
                  </a:lnTo>
                  <a:cubicBezTo>
                    <a:pt x="57272" y="62727"/>
                    <a:pt x="57272" y="84666"/>
                    <a:pt x="57272" y="84666"/>
                  </a:cubicBezTo>
                  <a:close/>
                  <a:moveTo>
                    <a:pt x="57272" y="114272"/>
                  </a:moveTo>
                  <a:cubicBezTo>
                    <a:pt x="49694" y="112766"/>
                    <a:pt x="43050" y="105050"/>
                    <a:pt x="38594" y="93716"/>
                  </a:cubicBezTo>
                  <a:cubicBezTo>
                    <a:pt x="44227" y="91627"/>
                    <a:pt x="50561" y="90394"/>
                    <a:pt x="57272" y="90116"/>
                  </a:cubicBezTo>
                  <a:cubicBezTo>
                    <a:pt x="57272" y="90116"/>
                    <a:pt x="57272" y="114272"/>
                    <a:pt x="57272" y="114272"/>
                  </a:cubicBezTo>
                  <a:close/>
                  <a:moveTo>
                    <a:pt x="24766" y="101583"/>
                  </a:moveTo>
                  <a:cubicBezTo>
                    <a:pt x="27411" y="99388"/>
                    <a:pt x="30422" y="97416"/>
                    <a:pt x="33794" y="95772"/>
                  </a:cubicBezTo>
                  <a:cubicBezTo>
                    <a:pt x="33888" y="96011"/>
                    <a:pt x="33972" y="96272"/>
                    <a:pt x="34066" y="96511"/>
                  </a:cubicBezTo>
                  <a:cubicBezTo>
                    <a:pt x="34161" y="96722"/>
                    <a:pt x="34238" y="96944"/>
                    <a:pt x="34333" y="97155"/>
                  </a:cubicBezTo>
                  <a:cubicBezTo>
                    <a:pt x="36022" y="101066"/>
                    <a:pt x="37972" y="104566"/>
                    <a:pt x="40133" y="107605"/>
                  </a:cubicBezTo>
                  <a:cubicBezTo>
                    <a:pt x="40233" y="107744"/>
                    <a:pt x="40338" y="107883"/>
                    <a:pt x="40438" y="108022"/>
                  </a:cubicBezTo>
                  <a:cubicBezTo>
                    <a:pt x="41511" y="109500"/>
                    <a:pt x="42633" y="110872"/>
                    <a:pt x="43811" y="112100"/>
                  </a:cubicBezTo>
                  <a:cubicBezTo>
                    <a:pt x="36722" y="109900"/>
                    <a:pt x="30283" y="106272"/>
                    <a:pt x="24766" y="101583"/>
                  </a:cubicBezTo>
                  <a:moveTo>
                    <a:pt x="5566" y="62727"/>
                  </a:moveTo>
                  <a:lnTo>
                    <a:pt x="27372" y="62727"/>
                  </a:lnTo>
                  <a:cubicBezTo>
                    <a:pt x="27416" y="64300"/>
                    <a:pt x="27444" y="65877"/>
                    <a:pt x="27544" y="67416"/>
                  </a:cubicBezTo>
                  <a:cubicBezTo>
                    <a:pt x="27594" y="68111"/>
                    <a:pt x="27661" y="68794"/>
                    <a:pt x="27716" y="69483"/>
                  </a:cubicBezTo>
                  <a:cubicBezTo>
                    <a:pt x="27877" y="71327"/>
                    <a:pt x="28083" y="73144"/>
                    <a:pt x="28333" y="74933"/>
                  </a:cubicBezTo>
                  <a:cubicBezTo>
                    <a:pt x="28422" y="75533"/>
                    <a:pt x="28494" y="76133"/>
                    <a:pt x="28588" y="76727"/>
                  </a:cubicBezTo>
                  <a:cubicBezTo>
                    <a:pt x="29333" y="81422"/>
                    <a:pt x="30377" y="85866"/>
                    <a:pt x="31688" y="90016"/>
                  </a:cubicBezTo>
                  <a:cubicBezTo>
                    <a:pt x="31766" y="90244"/>
                    <a:pt x="31838" y="90466"/>
                    <a:pt x="31911" y="90688"/>
                  </a:cubicBezTo>
                  <a:cubicBezTo>
                    <a:pt x="27755" y="92677"/>
                    <a:pt x="24055" y="95122"/>
                    <a:pt x="20827" y="97888"/>
                  </a:cubicBezTo>
                  <a:cubicBezTo>
                    <a:pt x="11944" y="88677"/>
                    <a:pt x="6238" y="76372"/>
                    <a:pt x="5566" y="62727"/>
                  </a:cubicBezTo>
                  <a:moveTo>
                    <a:pt x="20827" y="22116"/>
                  </a:moveTo>
                  <a:cubicBezTo>
                    <a:pt x="24055" y="24877"/>
                    <a:pt x="27755" y="27322"/>
                    <a:pt x="31911" y="29311"/>
                  </a:cubicBezTo>
                  <a:cubicBezTo>
                    <a:pt x="31838" y="29538"/>
                    <a:pt x="31766" y="29761"/>
                    <a:pt x="31688" y="29983"/>
                  </a:cubicBezTo>
                  <a:cubicBezTo>
                    <a:pt x="30383" y="34133"/>
                    <a:pt x="29333" y="38577"/>
                    <a:pt x="28588" y="43272"/>
                  </a:cubicBezTo>
                  <a:cubicBezTo>
                    <a:pt x="28494" y="43866"/>
                    <a:pt x="28422" y="44472"/>
                    <a:pt x="28333" y="45066"/>
                  </a:cubicBezTo>
                  <a:cubicBezTo>
                    <a:pt x="28083" y="46855"/>
                    <a:pt x="27877" y="48672"/>
                    <a:pt x="27716" y="50516"/>
                  </a:cubicBezTo>
                  <a:cubicBezTo>
                    <a:pt x="27661" y="51205"/>
                    <a:pt x="27594" y="51888"/>
                    <a:pt x="27544" y="52583"/>
                  </a:cubicBezTo>
                  <a:cubicBezTo>
                    <a:pt x="27444" y="54122"/>
                    <a:pt x="27416" y="55705"/>
                    <a:pt x="27372" y="57272"/>
                  </a:cubicBezTo>
                  <a:lnTo>
                    <a:pt x="5566" y="57272"/>
                  </a:lnTo>
                  <a:cubicBezTo>
                    <a:pt x="6238" y="43627"/>
                    <a:pt x="11944" y="31322"/>
                    <a:pt x="20827" y="22116"/>
                  </a:cubicBezTo>
                  <a:moveTo>
                    <a:pt x="43811" y="7900"/>
                  </a:moveTo>
                  <a:cubicBezTo>
                    <a:pt x="42633" y="9127"/>
                    <a:pt x="41511" y="10500"/>
                    <a:pt x="40438" y="11977"/>
                  </a:cubicBezTo>
                  <a:cubicBezTo>
                    <a:pt x="40338" y="12116"/>
                    <a:pt x="40233" y="12255"/>
                    <a:pt x="40133" y="12394"/>
                  </a:cubicBezTo>
                  <a:cubicBezTo>
                    <a:pt x="37972" y="15433"/>
                    <a:pt x="36022" y="18933"/>
                    <a:pt x="34333" y="22844"/>
                  </a:cubicBezTo>
                  <a:cubicBezTo>
                    <a:pt x="34238" y="23061"/>
                    <a:pt x="34161" y="23277"/>
                    <a:pt x="34066" y="23494"/>
                  </a:cubicBezTo>
                  <a:cubicBezTo>
                    <a:pt x="33972" y="23727"/>
                    <a:pt x="33888" y="23988"/>
                    <a:pt x="33794" y="24227"/>
                  </a:cubicBezTo>
                  <a:cubicBezTo>
                    <a:pt x="30422" y="22583"/>
                    <a:pt x="27411" y="20616"/>
                    <a:pt x="24766" y="18416"/>
                  </a:cubicBezTo>
                  <a:cubicBezTo>
                    <a:pt x="30283" y="13727"/>
                    <a:pt x="36722" y="10100"/>
                    <a:pt x="43811" y="7900"/>
                  </a:cubicBezTo>
                  <a:moveTo>
                    <a:pt x="60000" y="0"/>
                  </a:moveTo>
                  <a:cubicBezTo>
                    <a:pt x="26861" y="0"/>
                    <a:pt x="0" y="26861"/>
                    <a:pt x="0" y="60000"/>
                  </a:cubicBezTo>
                  <a:cubicBezTo>
                    <a:pt x="0" y="93138"/>
                    <a:pt x="26861" y="120000"/>
                    <a:pt x="60000" y="120000"/>
                  </a:cubicBezTo>
                  <a:cubicBezTo>
                    <a:pt x="93133" y="120000"/>
                    <a:pt x="120000" y="93138"/>
                    <a:pt x="120000" y="60000"/>
                  </a:cubicBezTo>
                  <a:cubicBezTo>
                    <a:pt x="120000" y="26861"/>
                    <a:pt x="93133" y="0"/>
                    <a:pt x="60000" y="0"/>
                  </a:cubicBezTo>
                </a:path>
              </a:pathLst>
            </a:custGeom>
            <a:solidFill>
              <a:srgbClr val="FFFFFF"/>
            </a:solidFill>
            <a:ln>
              <a:noFill/>
            </a:ln>
          </p:spPr>
          <p:txBody>
            <a:bodyPr lIns="38075" tIns="38075" rIns="38075" bIns="38075" anchor="ctr" anchorCtr="0">
              <a:noAutofit/>
            </a:bodyPr>
            <a:lstStyle>
              <a:defPPr marR="0" lvl="0" algn="l" rtl="0">
                <a:lnSpc>
                  <a:spcPct val="100000"/>
                </a:lnSpc>
                <a:spcBef>
                  <a:spcPct val="0"/>
                </a:spcBef>
                <a:spcAft>
                  <a:spcPct val="0"/>
                </a:spcAft>
              </a:defPPr>
              <a:lvl1pPr marR="0" lvl="0" algn="l" rtl="0">
                <a:lnSpc>
                  <a:spcPct val="100000"/>
                </a:lnSpc>
                <a:spcBef>
                  <a:spcPct val="0"/>
                </a:spcBef>
                <a:spcAft>
                  <a:spcPct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ct val="0"/>
                </a:spcBef>
                <a:spcAft>
                  <a:spcPct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ct val="0"/>
                </a:spcBef>
                <a:spcAft>
                  <a:spcPct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ct val="0"/>
                </a:spcBef>
                <a:spcAft>
                  <a:spcPct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ct val="0"/>
                </a:spcBef>
                <a:spcAft>
                  <a:spcPct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ct val="0"/>
                </a:spcBef>
                <a:spcAft>
                  <a:spcPct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ct val="0"/>
                </a:spcBef>
                <a:spcAft>
                  <a:spcPct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ct val="0"/>
                </a:spcBef>
                <a:spcAft>
                  <a:spcPct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ct val="0"/>
                </a:spcBef>
                <a:spcAft>
                  <a:spcPct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defTabSz="913765"/>
              <a:endParaRPr sz="2400" dirty="0">
                <a:latin typeface="微软雅黑" panose="020B0503020204020204" pitchFamily="34" charset="-122"/>
                <a:ea typeface="微软雅黑" panose="020B0503020204020204" pitchFamily="34" charset="-122"/>
                <a:cs typeface="+mn-ea"/>
                <a:sym typeface="Lato" panose="020F0502020204030203"/>
              </a:endParaRPr>
            </a:p>
          </p:txBody>
        </p:sp>
        <p:sp>
          <p:nvSpPr>
            <p:cNvPr id="20" name="文本框 19"/>
            <p:cNvSpPr txBox="1"/>
            <p:nvPr>
              <p:custDataLst>
                <p:tags r:id="rId12"/>
              </p:custDataLst>
            </p:nvPr>
          </p:nvSpPr>
          <p:spPr>
            <a:xfrm>
              <a:off x="4220870" y="3996975"/>
              <a:ext cx="733628" cy="1508815"/>
            </a:xfrm>
            <a:prstGeom prst="rect">
              <a:avLst/>
            </a:prstGeom>
            <a:noFill/>
          </p:spPr>
          <p:txBody>
            <a:bodyPr wrap="square" rtlCol="0">
              <a:spAutoFit/>
            </a:bodyPr>
            <a:lstStyle/>
            <a:p>
              <a:pPr algn="ctr"/>
              <a:r>
                <a:rPr lang="zh-CN" altLang="en-US" sz="2800">
                  <a:solidFill>
                    <a:srgbClr val="FFFFFF"/>
                  </a:solidFill>
                  <a:latin typeface="微软雅黑" panose="020B0503020204020204" pitchFamily="34" charset="-122"/>
                  <a:ea typeface="微软雅黑" panose="020B0503020204020204" pitchFamily="34" charset="-122"/>
                </a:rPr>
                <a:t>多样性</a:t>
              </a:r>
              <a:endParaRPr lang="zh-CN" altLang="en-US" sz="2800">
                <a:solidFill>
                  <a:srgbClr val="FFFFFF"/>
                </a:solidFill>
                <a:latin typeface="微软雅黑" panose="020B0503020204020204" pitchFamily="34" charset="-122"/>
                <a:ea typeface="微软雅黑" panose="020B0503020204020204" pitchFamily="34" charset="-122"/>
              </a:endParaRPr>
            </a:p>
          </p:txBody>
        </p:sp>
      </p:grpSp>
      <p:sp>
        <p:nvSpPr>
          <p:cNvPr id="21" name="文本框 20"/>
          <p:cNvSpPr txBox="1"/>
          <p:nvPr>
            <p:custDataLst>
              <p:tags r:id="rId13"/>
            </p:custDataLst>
          </p:nvPr>
        </p:nvSpPr>
        <p:spPr>
          <a:xfrm>
            <a:off x="2604770" y="2446655"/>
            <a:ext cx="2326640" cy="521970"/>
          </a:xfrm>
          <a:prstGeom prst="rect">
            <a:avLst/>
          </a:prstGeom>
          <a:noFill/>
        </p:spPr>
        <p:txBody>
          <a:bodyPr wrap="square" rtlCol="0" anchor="t">
            <a:spAutoFit/>
          </a:bodyPr>
          <a:lstStyle/>
          <a:p>
            <a:pPr algn="ctr"/>
            <a:r>
              <a:rPr lang="zh-CN" altLang="en-US" sz="2800" b="1" dirty="0">
                <a:solidFill>
                  <a:srgbClr val="000000"/>
                </a:solidFill>
                <a:latin typeface="微软雅黑" panose="020B0503020204020204" pitchFamily="34" charset="-122"/>
                <a:ea typeface="微软雅黑" panose="020B0503020204020204" pitchFamily="34" charset="-122"/>
                <a:cs typeface="+mn-ea"/>
                <a:sym typeface="微软雅黑" panose="020B0503020204020204" pitchFamily="34" charset="-122"/>
              </a:rPr>
              <a:t>大数据特征</a:t>
            </a:r>
            <a:endParaRPr lang="zh-CN" altLang="en-US" sz="2800" b="1" dirty="0">
              <a:solidFill>
                <a:srgbClr val="000000"/>
              </a:solidFill>
              <a:latin typeface="微软雅黑" panose="020B0503020204020204" pitchFamily="34" charset="-122"/>
              <a:ea typeface="微软雅黑" panose="020B0503020204020204" pitchFamily="34" charset="-122"/>
              <a:cs typeface="+mn-ea"/>
              <a:sym typeface="微软雅黑" panose="020B0503020204020204" pitchFamily="34" charset="-122"/>
            </a:endParaRPr>
          </a:p>
        </p:txBody>
      </p:sp>
      <p:cxnSp>
        <p:nvCxnSpPr>
          <p:cNvPr id="34" name="直接连接符 33"/>
          <p:cNvCxnSpPr/>
          <p:nvPr>
            <p:custDataLst>
              <p:tags r:id="rId14"/>
            </p:custDataLst>
          </p:nvPr>
        </p:nvCxnSpPr>
        <p:spPr>
          <a:xfrm>
            <a:off x="1505016" y="3461362"/>
            <a:ext cx="2254250" cy="0"/>
          </a:xfrm>
          <a:prstGeom prst="line">
            <a:avLst/>
          </a:prstGeom>
        </p:spPr>
        <p:style>
          <a:lnRef idx="1">
            <a:srgbClr val="5B9BD5"/>
          </a:lnRef>
          <a:fillRef idx="0">
            <a:srgbClr val="5B9BD5"/>
          </a:fillRef>
          <a:effectRef idx="0">
            <a:srgbClr val="5B9BD5"/>
          </a:effectRef>
          <a:fontRef idx="minor">
            <a:srgbClr val="000000"/>
          </a:fontRef>
        </p:style>
      </p:cxnSp>
      <p:cxnSp>
        <p:nvCxnSpPr>
          <p:cNvPr id="37" name="直接连接符 36"/>
          <p:cNvCxnSpPr/>
          <p:nvPr>
            <p:custDataLst>
              <p:tags r:id="rId15"/>
            </p:custDataLst>
          </p:nvPr>
        </p:nvCxnSpPr>
        <p:spPr>
          <a:xfrm>
            <a:off x="1437071" y="3459927"/>
            <a:ext cx="0" cy="533400"/>
          </a:xfrm>
          <a:prstGeom prst="line">
            <a:avLst/>
          </a:prstGeom>
        </p:spPr>
        <p:style>
          <a:lnRef idx="1">
            <a:srgbClr val="5B9BD5"/>
          </a:lnRef>
          <a:fillRef idx="0">
            <a:srgbClr val="5B9BD5"/>
          </a:fillRef>
          <a:effectRef idx="0">
            <a:srgbClr val="5B9BD5"/>
          </a:effectRef>
          <a:fontRef idx="minor">
            <a:srgbClr val="000000"/>
          </a:fontRef>
        </p:style>
      </p:cxnSp>
      <p:cxnSp>
        <p:nvCxnSpPr>
          <p:cNvPr id="39" name="直接连接符 38"/>
          <p:cNvCxnSpPr/>
          <p:nvPr>
            <p:custDataLst>
              <p:tags r:id="rId16"/>
            </p:custDataLst>
          </p:nvPr>
        </p:nvCxnSpPr>
        <p:spPr>
          <a:xfrm>
            <a:off x="3761318" y="3018931"/>
            <a:ext cx="0" cy="444500"/>
          </a:xfrm>
          <a:prstGeom prst="line">
            <a:avLst/>
          </a:prstGeom>
        </p:spPr>
        <p:style>
          <a:lnRef idx="1">
            <a:srgbClr val="5B9BD5"/>
          </a:lnRef>
          <a:fillRef idx="0">
            <a:srgbClr val="5B9BD5"/>
          </a:fillRef>
          <a:effectRef idx="0">
            <a:srgbClr val="5B9BD5"/>
          </a:effectRef>
          <a:fontRef idx="minor">
            <a:srgbClr val="000000"/>
          </a:fontRef>
        </p:style>
      </p:cxnSp>
      <p:cxnSp>
        <p:nvCxnSpPr>
          <p:cNvPr id="40" name="直接连接符 39"/>
          <p:cNvCxnSpPr/>
          <p:nvPr>
            <p:custDataLst>
              <p:tags r:id="rId17"/>
            </p:custDataLst>
          </p:nvPr>
        </p:nvCxnSpPr>
        <p:spPr>
          <a:xfrm>
            <a:off x="3840838" y="3461362"/>
            <a:ext cx="2479675" cy="0"/>
          </a:xfrm>
          <a:prstGeom prst="line">
            <a:avLst/>
          </a:prstGeom>
        </p:spPr>
        <p:style>
          <a:lnRef idx="1">
            <a:srgbClr val="5B9BD5"/>
          </a:lnRef>
          <a:fillRef idx="0">
            <a:srgbClr val="5B9BD5"/>
          </a:fillRef>
          <a:effectRef idx="0">
            <a:srgbClr val="5B9BD5"/>
          </a:effectRef>
          <a:fontRef idx="minor">
            <a:srgbClr val="000000"/>
          </a:fontRef>
        </p:style>
      </p:cxnSp>
      <p:cxnSp>
        <p:nvCxnSpPr>
          <p:cNvPr id="41" name="直接连接符 40"/>
          <p:cNvCxnSpPr/>
          <p:nvPr>
            <p:custDataLst>
              <p:tags r:id="rId18"/>
            </p:custDataLst>
          </p:nvPr>
        </p:nvCxnSpPr>
        <p:spPr>
          <a:xfrm>
            <a:off x="6322710" y="3459927"/>
            <a:ext cx="0" cy="537845"/>
          </a:xfrm>
          <a:prstGeom prst="line">
            <a:avLst/>
          </a:prstGeom>
        </p:spPr>
        <p:style>
          <a:lnRef idx="1">
            <a:srgbClr val="5B9BD5"/>
          </a:lnRef>
          <a:fillRef idx="0">
            <a:srgbClr val="5B9BD5"/>
          </a:fillRef>
          <a:effectRef idx="0">
            <a:srgbClr val="5B9BD5"/>
          </a:effectRef>
          <a:fontRef idx="minor">
            <a:srgbClr val="000000"/>
          </a:fontRef>
        </p:style>
      </p:cxnSp>
      <p:sp>
        <p:nvSpPr>
          <p:cNvPr id="22" name="流程图: 过程 21"/>
          <p:cNvSpPr/>
          <p:nvPr>
            <p:custDataLst>
              <p:tags r:id="rId19"/>
            </p:custDataLst>
          </p:nvPr>
        </p:nvSpPr>
        <p:spPr>
          <a:xfrm>
            <a:off x="5775325" y="3994150"/>
            <a:ext cx="1130300" cy="2510790"/>
          </a:xfrm>
          <a:prstGeom prst="flowChartProcess">
            <a:avLst/>
          </a:prstGeom>
          <a:solidFill>
            <a:srgbClr val="5B9BD5"/>
          </a:solidFill>
          <a:ln>
            <a:noFill/>
          </a:ln>
          <a:effectLst/>
        </p:spPr>
        <p:style>
          <a:lnRef idx="2">
            <a:srgbClr val="5B9BD5">
              <a:shade val="50000"/>
            </a:srgbClr>
          </a:lnRef>
          <a:fillRef idx="1">
            <a:srgbClr val="5B9BD5"/>
          </a:fillRef>
          <a:effectRef idx="0">
            <a:srgbClr val="5B9BD5"/>
          </a:effectRef>
          <a:fontRef idx="minor">
            <a:srgbClr val="FFFFFF"/>
          </a:fontRef>
        </p:style>
        <p:txBody>
          <a:bodyPr rtlCol="0" anchor="ctr"/>
          <a:lstStyle/>
          <a:p>
            <a:pPr algn="ctr" defTabSz="913765"/>
            <a:endParaRPr lang="zh-CN" altLang="en-US" sz="1600">
              <a:solidFill>
                <a:srgbClr val="FFFFFF"/>
              </a:solidFill>
              <a:latin typeface="微软雅黑" panose="020B0503020204020204" pitchFamily="34" charset="-122"/>
              <a:ea typeface="微软雅黑" panose="020B0503020204020204" pitchFamily="34" charset="-122"/>
            </a:endParaRPr>
          </a:p>
        </p:txBody>
      </p:sp>
      <p:sp>
        <p:nvSpPr>
          <p:cNvPr id="25" name="文本框 24"/>
          <p:cNvSpPr txBox="1"/>
          <p:nvPr>
            <p:custDataLst>
              <p:tags r:id="rId20"/>
            </p:custDataLst>
          </p:nvPr>
        </p:nvSpPr>
        <p:spPr>
          <a:xfrm>
            <a:off x="6020435" y="4699000"/>
            <a:ext cx="644525" cy="1383665"/>
          </a:xfrm>
          <a:prstGeom prst="rect">
            <a:avLst/>
          </a:prstGeom>
          <a:noFill/>
        </p:spPr>
        <p:txBody>
          <a:bodyPr wrap="square" rtlCol="0">
            <a:spAutoFit/>
          </a:bodyPr>
          <a:lstStyle/>
          <a:p>
            <a:pPr algn="ctr"/>
            <a:r>
              <a:rPr lang="zh-CN" altLang="en-US" sz="2800">
                <a:solidFill>
                  <a:srgbClr val="FFFFFF"/>
                </a:solidFill>
                <a:latin typeface="微软雅黑" panose="020B0503020204020204" pitchFamily="34" charset="-122"/>
                <a:ea typeface="微软雅黑" panose="020B0503020204020204" pitchFamily="34" charset="-122"/>
              </a:rPr>
              <a:t>真实性</a:t>
            </a:r>
            <a:endParaRPr lang="zh-CN" altLang="en-US" sz="2800">
              <a:solidFill>
                <a:srgbClr val="FFFFFF"/>
              </a:solidFill>
              <a:latin typeface="微软雅黑" panose="020B0503020204020204" pitchFamily="34" charset="-122"/>
              <a:ea typeface="微软雅黑" panose="020B0503020204020204" pitchFamily="34" charset="-122"/>
            </a:endParaRPr>
          </a:p>
        </p:txBody>
      </p:sp>
      <p:cxnSp>
        <p:nvCxnSpPr>
          <p:cNvPr id="32" name="直接连接符 31"/>
          <p:cNvCxnSpPr/>
          <p:nvPr>
            <p:custDataLst>
              <p:tags r:id="rId21"/>
            </p:custDataLst>
          </p:nvPr>
        </p:nvCxnSpPr>
        <p:spPr>
          <a:xfrm>
            <a:off x="4694164" y="3459927"/>
            <a:ext cx="0" cy="537845"/>
          </a:xfrm>
          <a:prstGeom prst="line">
            <a:avLst/>
          </a:prstGeom>
        </p:spPr>
        <p:style>
          <a:lnRef idx="1">
            <a:srgbClr val="5B9BD5"/>
          </a:lnRef>
          <a:fillRef idx="0">
            <a:srgbClr val="5B9BD5"/>
          </a:fillRef>
          <a:effectRef idx="0">
            <a:srgbClr val="5B9BD5"/>
          </a:effectRef>
          <a:fontRef idx="minor">
            <a:srgbClr val="000000"/>
          </a:fontRef>
        </p:style>
      </p:cxnSp>
      <p:cxnSp>
        <p:nvCxnSpPr>
          <p:cNvPr id="33" name="直接连接符 32"/>
          <p:cNvCxnSpPr/>
          <p:nvPr>
            <p:custDataLst>
              <p:tags r:id="rId22"/>
            </p:custDataLst>
          </p:nvPr>
        </p:nvCxnSpPr>
        <p:spPr>
          <a:xfrm>
            <a:off x="3065618" y="3459927"/>
            <a:ext cx="0" cy="537845"/>
          </a:xfrm>
          <a:prstGeom prst="line">
            <a:avLst/>
          </a:prstGeom>
        </p:spPr>
        <p:style>
          <a:lnRef idx="1">
            <a:srgbClr val="5B9BD5"/>
          </a:lnRef>
          <a:fillRef idx="0">
            <a:srgbClr val="5B9BD5"/>
          </a:fillRef>
          <a:effectRef idx="0">
            <a:srgbClr val="5B9BD5"/>
          </a:effectRef>
          <a:fontRef idx="minor">
            <a:srgbClr val="000000"/>
          </a:fontRef>
        </p:style>
      </p:cxnSp>
      <p:sp>
        <p:nvSpPr>
          <p:cNvPr id="35" name="KSO_Shape"/>
          <p:cNvSpPr/>
          <p:nvPr>
            <p:custDataLst>
              <p:tags r:id="rId23"/>
            </p:custDataLst>
          </p:nvPr>
        </p:nvSpPr>
        <p:spPr bwMode="auto">
          <a:xfrm>
            <a:off x="6219190" y="4104640"/>
            <a:ext cx="234950" cy="460375"/>
          </a:xfrm>
          <a:custGeom>
            <a:avLst/>
            <a:gdLst>
              <a:gd name="T0" fmla="*/ 134485 w 2938"/>
              <a:gd name="T1" fmla="*/ 2420 h 5511"/>
              <a:gd name="T2" fmla="*/ 89887 w 2938"/>
              <a:gd name="T3" fmla="*/ 15901 h 5511"/>
              <a:gd name="T4" fmla="*/ 51858 w 2938"/>
              <a:gd name="T5" fmla="*/ 41481 h 5511"/>
              <a:gd name="T6" fmla="*/ 22817 w 2938"/>
              <a:gd name="T7" fmla="*/ 77085 h 5511"/>
              <a:gd name="T8" fmla="*/ 4840 w 2938"/>
              <a:gd name="T9" fmla="*/ 119257 h 5511"/>
              <a:gd name="T10" fmla="*/ 0 w 2938"/>
              <a:gd name="T11" fmla="*/ 1746336 h 5511"/>
              <a:gd name="T12" fmla="*/ 4840 w 2938"/>
              <a:gd name="T13" fmla="*/ 1786089 h 5511"/>
              <a:gd name="T14" fmla="*/ 22817 w 2938"/>
              <a:gd name="T15" fmla="*/ 1828606 h 5511"/>
              <a:gd name="T16" fmla="*/ 51858 w 2938"/>
              <a:gd name="T17" fmla="*/ 1863865 h 5511"/>
              <a:gd name="T18" fmla="*/ 89887 w 2938"/>
              <a:gd name="T19" fmla="*/ 1889445 h 5511"/>
              <a:gd name="T20" fmla="*/ 134485 w 2938"/>
              <a:gd name="T21" fmla="*/ 1903272 h 5511"/>
              <a:gd name="T22" fmla="*/ 864989 w 2938"/>
              <a:gd name="T23" fmla="*/ 1905000 h 5511"/>
              <a:gd name="T24" fmla="*/ 911316 w 2938"/>
              <a:gd name="T25" fmla="*/ 1895667 h 5511"/>
              <a:gd name="T26" fmla="*/ 952111 w 2938"/>
              <a:gd name="T27" fmla="*/ 1873544 h 5511"/>
              <a:gd name="T28" fmla="*/ 984263 w 2938"/>
              <a:gd name="T29" fmla="*/ 1841396 h 5511"/>
              <a:gd name="T30" fmla="*/ 1006043 w 2938"/>
              <a:gd name="T31" fmla="*/ 1800953 h 5511"/>
              <a:gd name="T32" fmla="*/ 1015377 w 2938"/>
              <a:gd name="T33" fmla="*/ 1754633 h 5511"/>
              <a:gd name="T34" fmla="*/ 1013994 w 2938"/>
              <a:gd name="T35" fmla="*/ 134812 h 5511"/>
              <a:gd name="T36" fmla="*/ 999820 w 2938"/>
              <a:gd name="T37" fmla="*/ 90220 h 5511"/>
              <a:gd name="T38" fmla="*/ 974237 w 2938"/>
              <a:gd name="T39" fmla="*/ 52542 h 5511"/>
              <a:gd name="T40" fmla="*/ 938973 w 2938"/>
              <a:gd name="T41" fmla="*/ 23160 h 5511"/>
              <a:gd name="T42" fmla="*/ 896450 w 2938"/>
              <a:gd name="T43" fmla="*/ 5531 h 5511"/>
              <a:gd name="T44" fmla="*/ 412789 w 2938"/>
              <a:gd name="T45" fmla="*/ 127553 h 5511"/>
              <a:gd name="T46" fmla="*/ 615380 w 2938"/>
              <a:gd name="T47" fmla="*/ 129973 h 5511"/>
              <a:gd name="T48" fmla="*/ 629209 w 2938"/>
              <a:gd name="T49" fmla="*/ 141034 h 5511"/>
              <a:gd name="T50" fmla="*/ 635086 w 2938"/>
              <a:gd name="T51" fmla="*/ 159009 h 5511"/>
              <a:gd name="T52" fmla="*/ 630938 w 2938"/>
              <a:gd name="T53" fmla="*/ 174219 h 5511"/>
              <a:gd name="T54" fmla="*/ 618146 w 2938"/>
              <a:gd name="T55" fmla="*/ 187009 h 5511"/>
              <a:gd name="T56" fmla="*/ 412789 w 2938"/>
              <a:gd name="T57" fmla="*/ 190811 h 5511"/>
              <a:gd name="T58" fmla="*/ 397577 w 2938"/>
              <a:gd name="T59" fmla="*/ 187009 h 5511"/>
              <a:gd name="T60" fmla="*/ 384440 w 2938"/>
              <a:gd name="T61" fmla="*/ 174219 h 5511"/>
              <a:gd name="T62" fmla="*/ 380637 w 2938"/>
              <a:gd name="T63" fmla="*/ 159009 h 5511"/>
              <a:gd name="T64" fmla="*/ 386168 w 2938"/>
              <a:gd name="T65" fmla="*/ 141034 h 5511"/>
              <a:gd name="T66" fmla="*/ 400343 w 2938"/>
              <a:gd name="T67" fmla="*/ 129973 h 5511"/>
              <a:gd name="T68" fmla="*/ 507516 w 2938"/>
              <a:gd name="T69" fmla="*/ 1841742 h 5511"/>
              <a:gd name="T70" fmla="*/ 479513 w 2938"/>
              <a:gd name="T71" fmla="*/ 1837594 h 5511"/>
              <a:gd name="T72" fmla="*/ 454275 w 2938"/>
              <a:gd name="T73" fmla="*/ 1825495 h 5511"/>
              <a:gd name="T74" fmla="*/ 434223 w 2938"/>
              <a:gd name="T75" fmla="*/ 1806829 h 5511"/>
              <a:gd name="T76" fmla="*/ 420049 w 2938"/>
              <a:gd name="T77" fmla="*/ 1783323 h 5511"/>
              <a:gd name="T78" fmla="*/ 413134 w 2938"/>
              <a:gd name="T79" fmla="*/ 1756015 h 5511"/>
              <a:gd name="T80" fmla="*/ 413826 w 2938"/>
              <a:gd name="T81" fmla="*/ 1731818 h 5511"/>
              <a:gd name="T82" fmla="*/ 422123 w 2938"/>
              <a:gd name="T83" fmla="*/ 1704856 h 5511"/>
              <a:gd name="T84" fmla="*/ 437335 w 2938"/>
              <a:gd name="T85" fmla="*/ 1682387 h 5511"/>
              <a:gd name="T86" fmla="*/ 458078 w 2938"/>
              <a:gd name="T87" fmla="*/ 1665103 h 5511"/>
              <a:gd name="T88" fmla="*/ 483661 w 2938"/>
              <a:gd name="T89" fmla="*/ 1654042 h 5511"/>
              <a:gd name="T90" fmla="*/ 507516 w 2938"/>
              <a:gd name="T91" fmla="*/ 1651277 h 5511"/>
              <a:gd name="T92" fmla="*/ 536210 w 2938"/>
              <a:gd name="T93" fmla="*/ 1655425 h 5511"/>
              <a:gd name="T94" fmla="*/ 561102 w 2938"/>
              <a:gd name="T95" fmla="*/ 1667523 h 5511"/>
              <a:gd name="T96" fmla="*/ 581154 w 2938"/>
              <a:gd name="T97" fmla="*/ 1685498 h 5511"/>
              <a:gd name="T98" fmla="*/ 595674 w 2938"/>
              <a:gd name="T99" fmla="*/ 1709349 h 5511"/>
              <a:gd name="T100" fmla="*/ 602589 w 2938"/>
              <a:gd name="T101" fmla="*/ 1737003 h 5511"/>
              <a:gd name="T102" fmla="*/ 601897 w 2938"/>
              <a:gd name="T103" fmla="*/ 1761200 h 5511"/>
              <a:gd name="T104" fmla="*/ 593600 w 2938"/>
              <a:gd name="T105" fmla="*/ 1787817 h 5511"/>
              <a:gd name="T106" fmla="*/ 578388 w 2938"/>
              <a:gd name="T107" fmla="*/ 1810631 h 5511"/>
              <a:gd name="T108" fmla="*/ 556954 w 2938"/>
              <a:gd name="T109" fmla="*/ 1827915 h 5511"/>
              <a:gd name="T110" fmla="*/ 531370 w 2938"/>
              <a:gd name="T111" fmla="*/ 1838631 h 5511"/>
              <a:gd name="T112" fmla="*/ 952456 w 2938"/>
              <a:gd name="T113" fmla="*/ 1587673 h 5511"/>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938" h="5511">
                <a:moveTo>
                  <a:pt x="2479" y="0"/>
                </a:moveTo>
                <a:lnTo>
                  <a:pt x="458" y="0"/>
                </a:lnTo>
                <a:lnTo>
                  <a:pt x="435" y="1"/>
                </a:lnTo>
                <a:lnTo>
                  <a:pt x="412" y="3"/>
                </a:lnTo>
                <a:lnTo>
                  <a:pt x="389" y="7"/>
                </a:lnTo>
                <a:lnTo>
                  <a:pt x="366" y="11"/>
                </a:lnTo>
                <a:lnTo>
                  <a:pt x="345" y="16"/>
                </a:lnTo>
                <a:lnTo>
                  <a:pt x="322" y="22"/>
                </a:lnTo>
                <a:lnTo>
                  <a:pt x="301" y="29"/>
                </a:lnTo>
                <a:lnTo>
                  <a:pt x="281" y="37"/>
                </a:lnTo>
                <a:lnTo>
                  <a:pt x="260" y="46"/>
                </a:lnTo>
                <a:lnTo>
                  <a:pt x="240" y="56"/>
                </a:lnTo>
                <a:lnTo>
                  <a:pt x="221" y="67"/>
                </a:lnTo>
                <a:lnTo>
                  <a:pt x="203" y="80"/>
                </a:lnTo>
                <a:lnTo>
                  <a:pt x="184" y="93"/>
                </a:lnTo>
                <a:lnTo>
                  <a:pt x="167" y="106"/>
                </a:lnTo>
                <a:lnTo>
                  <a:pt x="150" y="120"/>
                </a:lnTo>
                <a:lnTo>
                  <a:pt x="135" y="135"/>
                </a:lnTo>
                <a:lnTo>
                  <a:pt x="119" y="152"/>
                </a:lnTo>
                <a:lnTo>
                  <a:pt x="104" y="169"/>
                </a:lnTo>
                <a:lnTo>
                  <a:pt x="91" y="186"/>
                </a:lnTo>
                <a:lnTo>
                  <a:pt x="78" y="203"/>
                </a:lnTo>
                <a:lnTo>
                  <a:pt x="66" y="223"/>
                </a:lnTo>
                <a:lnTo>
                  <a:pt x="55" y="242"/>
                </a:lnTo>
                <a:lnTo>
                  <a:pt x="45" y="261"/>
                </a:lnTo>
                <a:lnTo>
                  <a:pt x="35" y="281"/>
                </a:lnTo>
                <a:lnTo>
                  <a:pt x="27" y="303"/>
                </a:lnTo>
                <a:lnTo>
                  <a:pt x="20" y="324"/>
                </a:lnTo>
                <a:lnTo>
                  <a:pt x="14" y="345"/>
                </a:lnTo>
                <a:lnTo>
                  <a:pt x="9" y="368"/>
                </a:lnTo>
                <a:lnTo>
                  <a:pt x="5" y="390"/>
                </a:lnTo>
                <a:lnTo>
                  <a:pt x="2" y="413"/>
                </a:lnTo>
                <a:lnTo>
                  <a:pt x="0" y="437"/>
                </a:lnTo>
                <a:lnTo>
                  <a:pt x="0" y="460"/>
                </a:lnTo>
                <a:lnTo>
                  <a:pt x="0" y="5052"/>
                </a:lnTo>
                <a:lnTo>
                  <a:pt x="0" y="5076"/>
                </a:lnTo>
                <a:lnTo>
                  <a:pt x="2" y="5099"/>
                </a:lnTo>
                <a:lnTo>
                  <a:pt x="5" y="5122"/>
                </a:lnTo>
                <a:lnTo>
                  <a:pt x="9" y="5144"/>
                </a:lnTo>
                <a:lnTo>
                  <a:pt x="14" y="5167"/>
                </a:lnTo>
                <a:lnTo>
                  <a:pt x="20" y="5189"/>
                </a:lnTo>
                <a:lnTo>
                  <a:pt x="27" y="5210"/>
                </a:lnTo>
                <a:lnTo>
                  <a:pt x="35" y="5230"/>
                </a:lnTo>
                <a:lnTo>
                  <a:pt x="45" y="5251"/>
                </a:lnTo>
                <a:lnTo>
                  <a:pt x="55" y="5271"/>
                </a:lnTo>
                <a:lnTo>
                  <a:pt x="66" y="5290"/>
                </a:lnTo>
                <a:lnTo>
                  <a:pt x="78" y="5309"/>
                </a:lnTo>
                <a:lnTo>
                  <a:pt x="91" y="5327"/>
                </a:lnTo>
                <a:lnTo>
                  <a:pt x="104" y="5344"/>
                </a:lnTo>
                <a:lnTo>
                  <a:pt x="119" y="5360"/>
                </a:lnTo>
                <a:lnTo>
                  <a:pt x="135" y="5377"/>
                </a:lnTo>
                <a:lnTo>
                  <a:pt x="150" y="5392"/>
                </a:lnTo>
                <a:lnTo>
                  <a:pt x="167" y="5406"/>
                </a:lnTo>
                <a:lnTo>
                  <a:pt x="184" y="5420"/>
                </a:lnTo>
                <a:lnTo>
                  <a:pt x="203" y="5433"/>
                </a:lnTo>
                <a:lnTo>
                  <a:pt x="221" y="5445"/>
                </a:lnTo>
                <a:lnTo>
                  <a:pt x="240" y="5456"/>
                </a:lnTo>
                <a:lnTo>
                  <a:pt x="260" y="5466"/>
                </a:lnTo>
                <a:lnTo>
                  <a:pt x="281" y="5475"/>
                </a:lnTo>
                <a:lnTo>
                  <a:pt x="301" y="5484"/>
                </a:lnTo>
                <a:lnTo>
                  <a:pt x="322" y="5491"/>
                </a:lnTo>
                <a:lnTo>
                  <a:pt x="345" y="5497"/>
                </a:lnTo>
                <a:lnTo>
                  <a:pt x="366" y="5502"/>
                </a:lnTo>
                <a:lnTo>
                  <a:pt x="389" y="5506"/>
                </a:lnTo>
                <a:lnTo>
                  <a:pt x="412" y="5509"/>
                </a:lnTo>
                <a:lnTo>
                  <a:pt x="435" y="5511"/>
                </a:lnTo>
                <a:lnTo>
                  <a:pt x="458" y="5511"/>
                </a:lnTo>
                <a:lnTo>
                  <a:pt x="2479" y="5511"/>
                </a:lnTo>
                <a:lnTo>
                  <a:pt x="2502" y="5511"/>
                </a:lnTo>
                <a:lnTo>
                  <a:pt x="2525" y="5509"/>
                </a:lnTo>
                <a:lnTo>
                  <a:pt x="2549" y="5506"/>
                </a:lnTo>
                <a:lnTo>
                  <a:pt x="2571" y="5502"/>
                </a:lnTo>
                <a:lnTo>
                  <a:pt x="2593" y="5497"/>
                </a:lnTo>
                <a:lnTo>
                  <a:pt x="2615" y="5491"/>
                </a:lnTo>
                <a:lnTo>
                  <a:pt x="2636" y="5484"/>
                </a:lnTo>
                <a:lnTo>
                  <a:pt x="2657" y="5475"/>
                </a:lnTo>
                <a:lnTo>
                  <a:pt x="2677" y="5466"/>
                </a:lnTo>
                <a:lnTo>
                  <a:pt x="2698" y="5456"/>
                </a:lnTo>
                <a:lnTo>
                  <a:pt x="2716" y="5445"/>
                </a:lnTo>
                <a:lnTo>
                  <a:pt x="2735" y="5433"/>
                </a:lnTo>
                <a:lnTo>
                  <a:pt x="2754" y="5420"/>
                </a:lnTo>
                <a:lnTo>
                  <a:pt x="2771" y="5406"/>
                </a:lnTo>
                <a:lnTo>
                  <a:pt x="2787" y="5392"/>
                </a:lnTo>
                <a:lnTo>
                  <a:pt x="2803" y="5377"/>
                </a:lnTo>
                <a:lnTo>
                  <a:pt x="2818" y="5360"/>
                </a:lnTo>
                <a:lnTo>
                  <a:pt x="2833" y="5344"/>
                </a:lnTo>
                <a:lnTo>
                  <a:pt x="2847" y="5327"/>
                </a:lnTo>
                <a:lnTo>
                  <a:pt x="2859" y="5309"/>
                </a:lnTo>
                <a:lnTo>
                  <a:pt x="2871" y="5290"/>
                </a:lnTo>
                <a:lnTo>
                  <a:pt x="2882" y="5271"/>
                </a:lnTo>
                <a:lnTo>
                  <a:pt x="2892" y="5251"/>
                </a:lnTo>
                <a:lnTo>
                  <a:pt x="2902" y="5230"/>
                </a:lnTo>
                <a:lnTo>
                  <a:pt x="2910" y="5210"/>
                </a:lnTo>
                <a:lnTo>
                  <a:pt x="2918" y="5189"/>
                </a:lnTo>
                <a:lnTo>
                  <a:pt x="2924" y="5167"/>
                </a:lnTo>
                <a:lnTo>
                  <a:pt x="2929" y="5144"/>
                </a:lnTo>
                <a:lnTo>
                  <a:pt x="2933" y="5122"/>
                </a:lnTo>
                <a:lnTo>
                  <a:pt x="2936" y="5099"/>
                </a:lnTo>
                <a:lnTo>
                  <a:pt x="2937" y="5076"/>
                </a:lnTo>
                <a:lnTo>
                  <a:pt x="2938" y="5052"/>
                </a:lnTo>
                <a:lnTo>
                  <a:pt x="2938" y="460"/>
                </a:lnTo>
                <a:lnTo>
                  <a:pt x="2937" y="437"/>
                </a:lnTo>
                <a:lnTo>
                  <a:pt x="2936" y="413"/>
                </a:lnTo>
                <a:lnTo>
                  <a:pt x="2933" y="390"/>
                </a:lnTo>
                <a:lnTo>
                  <a:pt x="2929" y="368"/>
                </a:lnTo>
                <a:lnTo>
                  <a:pt x="2924" y="345"/>
                </a:lnTo>
                <a:lnTo>
                  <a:pt x="2918" y="324"/>
                </a:lnTo>
                <a:lnTo>
                  <a:pt x="2910" y="303"/>
                </a:lnTo>
                <a:lnTo>
                  <a:pt x="2902" y="281"/>
                </a:lnTo>
                <a:lnTo>
                  <a:pt x="2892" y="261"/>
                </a:lnTo>
                <a:lnTo>
                  <a:pt x="2882" y="242"/>
                </a:lnTo>
                <a:lnTo>
                  <a:pt x="2871" y="223"/>
                </a:lnTo>
                <a:lnTo>
                  <a:pt x="2859" y="203"/>
                </a:lnTo>
                <a:lnTo>
                  <a:pt x="2847" y="186"/>
                </a:lnTo>
                <a:lnTo>
                  <a:pt x="2833" y="169"/>
                </a:lnTo>
                <a:lnTo>
                  <a:pt x="2818" y="152"/>
                </a:lnTo>
                <a:lnTo>
                  <a:pt x="2803" y="135"/>
                </a:lnTo>
                <a:lnTo>
                  <a:pt x="2787" y="120"/>
                </a:lnTo>
                <a:lnTo>
                  <a:pt x="2771" y="106"/>
                </a:lnTo>
                <a:lnTo>
                  <a:pt x="2754" y="93"/>
                </a:lnTo>
                <a:lnTo>
                  <a:pt x="2735" y="80"/>
                </a:lnTo>
                <a:lnTo>
                  <a:pt x="2716" y="67"/>
                </a:lnTo>
                <a:lnTo>
                  <a:pt x="2698" y="56"/>
                </a:lnTo>
                <a:lnTo>
                  <a:pt x="2677" y="46"/>
                </a:lnTo>
                <a:lnTo>
                  <a:pt x="2657" y="37"/>
                </a:lnTo>
                <a:lnTo>
                  <a:pt x="2636" y="29"/>
                </a:lnTo>
                <a:lnTo>
                  <a:pt x="2615" y="22"/>
                </a:lnTo>
                <a:lnTo>
                  <a:pt x="2593" y="16"/>
                </a:lnTo>
                <a:lnTo>
                  <a:pt x="2571" y="11"/>
                </a:lnTo>
                <a:lnTo>
                  <a:pt x="2549" y="7"/>
                </a:lnTo>
                <a:lnTo>
                  <a:pt x="2525" y="3"/>
                </a:lnTo>
                <a:lnTo>
                  <a:pt x="2502" y="1"/>
                </a:lnTo>
                <a:lnTo>
                  <a:pt x="2479" y="0"/>
                </a:lnTo>
                <a:close/>
                <a:moveTo>
                  <a:pt x="1194" y="369"/>
                </a:moveTo>
                <a:lnTo>
                  <a:pt x="1744" y="369"/>
                </a:lnTo>
                <a:lnTo>
                  <a:pt x="1753" y="369"/>
                </a:lnTo>
                <a:lnTo>
                  <a:pt x="1763" y="370"/>
                </a:lnTo>
                <a:lnTo>
                  <a:pt x="1772" y="373"/>
                </a:lnTo>
                <a:lnTo>
                  <a:pt x="1780" y="376"/>
                </a:lnTo>
                <a:lnTo>
                  <a:pt x="1788" y="379"/>
                </a:lnTo>
                <a:lnTo>
                  <a:pt x="1796" y="384"/>
                </a:lnTo>
                <a:lnTo>
                  <a:pt x="1803" y="389"/>
                </a:lnTo>
                <a:lnTo>
                  <a:pt x="1809" y="395"/>
                </a:lnTo>
                <a:lnTo>
                  <a:pt x="1815" y="401"/>
                </a:lnTo>
                <a:lnTo>
                  <a:pt x="1820" y="408"/>
                </a:lnTo>
                <a:lnTo>
                  <a:pt x="1825" y="416"/>
                </a:lnTo>
                <a:lnTo>
                  <a:pt x="1828" y="424"/>
                </a:lnTo>
                <a:lnTo>
                  <a:pt x="1833" y="433"/>
                </a:lnTo>
                <a:lnTo>
                  <a:pt x="1835" y="442"/>
                </a:lnTo>
                <a:lnTo>
                  <a:pt x="1836" y="451"/>
                </a:lnTo>
                <a:lnTo>
                  <a:pt x="1837" y="460"/>
                </a:lnTo>
                <a:lnTo>
                  <a:pt x="1836" y="469"/>
                </a:lnTo>
                <a:lnTo>
                  <a:pt x="1835" y="478"/>
                </a:lnTo>
                <a:lnTo>
                  <a:pt x="1833" y="487"/>
                </a:lnTo>
                <a:lnTo>
                  <a:pt x="1828" y="495"/>
                </a:lnTo>
                <a:lnTo>
                  <a:pt x="1825" y="504"/>
                </a:lnTo>
                <a:lnTo>
                  <a:pt x="1820" y="512"/>
                </a:lnTo>
                <a:lnTo>
                  <a:pt x="1815" y="519"/>
                </a:lnTo>
                <a:lnTo>
                  <a:pt x="1809" y="525"/>
                </a:lnTo>
                <a:lnTo>
                  <a:pt x="1803" y="531"/>
                </a:lnTo>
                <a:lnTo>
                  <a:pt x="1796" y="536"/>
                </a:lnTo>
                <a:lnTo>
                  <a:pt x="1788" y="541"/>
                </a:lnTo>
                <a:lnTo>
                  <a:pt x="1780" y="545"/>
                </a:lnTo>
                <a:lnTo>
                  <a:pt x="1772" y="548"/>
                </a:lnTo>
                <a:lnTo>
                  <a:pt x="1763" y="550"/>
                </a:lnTo>
                <a:lnTo>
                  <a:pt x="1753" y="551"/>
                </a:lnTo>
                <a:lnTo>
                  <a:pt x="1744" y="552"/>
                </a:lnTo>
                <a:lnTo>
                  <a:pt x="1194" y="552"/>
                </a:lnTo>
                <a:lnTo>
                  <a:pt x="1184" y="551"/>
                </a:lnTo>
                <a:lnTo>
                  <a:pt x="1175" y="550"/>
                </a:lnTo>
                <a:lnTo>
                  <a:pt x="1166" y="548"/>
                </a:lnTo>
                <a:lnTo>
                  <a:pt x="1158" y="545"/>
                </a:lnTo>
                <a:lnTo>
                  <a:pt x="1150" y="541"/>
                </a:lnTo>
                <a:lnTo>
                  <a:pt x="1142" y="536"/>
                </a:lnTo>
                <a:lnTo>
                  <a:pt x="1135" y="531"/>
                </a:lnTo>
                <a:lnTo>
                  <a:pt x="1129" y="525"/>
                </a:lnTo>
                <a:lnTo>
                  <a:pt x="1123" y="519"/>
                </a:lnTo>
                <a:lnTo>
                  <a:pt x="1117" y="512"/>
                </a:lnTo>
                <a:lnTo>
                  <a:pt x="1112" y="504"/>
                </a:lnTo>
                <a:lnTo>
                  <a:pt x="1108" y="495"/>
                </a:lnTo>
                <a:lnTo>
                  <a:pt x="1105" y="487"/>
                </a:lnTo>
                <a:lnTo>
                  <a:pt x="1103" y="478"/>
                </a:lnTo>
                <a:lnTo>
                  <a:pt x="1102" y="469"/>
                </a:lnTo>
                <a:lnTo>
                  <a:pt x="1101" y="460"/>
                </a:lnTo>
                <a:lnTo>
                  <a:pt x="1102" y="451"/>
                </a:lnTo>
                <a:lnTo>
                  <a:pt x="1103" y="442"/>
                </a:lnTo>
                <a:lnTo>
                  <a:pt x="1105" y="433"/>
                </a:lnTo>
                <a:lnTo>
                  <a:pt x="1108" y="424"/>
                </a:lnTo>
                <a:lnTo>
                  <a:pt x="1112" y="416"/>
                </a:lnTo>
                <a:lnTo>
                  <a:pt x="1117" y="408"/>
                </a:lnTo>
                <a:lnTo>
                  <a:pt x="1123" y="401"/>
                </a:lnTo>
                <a:lnTo>
                  <a:pt x="1129" y="395"/>
                </a:lnTo>
                <a:lnTo>
                  <a:pt x="1135" y="389"/>
                </a:lnTo>
                <a:lnTo>
                  <a:pt x="1142" y="384"/>
                </a:lnTo>
                <a:lnTo>
                  <a:pt x="1150" y="379"/>
                </a:lnTo>
                <a:lnTo>
                  <a:pt x="1158" y="376"/>
                </a:lnTo>
                <a:lnTo>
                  <a:pt x="1166" y="373"/>
                </a:lnTo>
                <a:lnTo>
                  <a:pt x="1175" y="370"/>
                </a:lnTo>
                <a:lnTo>
                  <a:pt x="1184" y="369"/>
                </a:lnTo>
                <a:lnTo>
                  <a:pt x="1194" y="369"/>
                </a:lnTo>
                <a:close/>
                <a:moveTo>
                  <a:pt x="1468" y="5328"/>
                </a:moveTo>
                <a:lnTo>
                  <a:pt x="1468" y="5328"/>
                </a:lnTo>
                <a:lnTo>
                  <a:pt x="1454" y="5328"/>
                </a:lnTo>
                <a:lnTo>
                  <a:pt x="1441" y="5327"/>
                </a:lnTo>
                <a:lnTo>
                  <a:pt x="1427" y="5325"/>
                </a:lnTo>
                <a:lnTo>
                  <a:pt x="1414" y="5322"/>
                </a:lnTo>
                <a:lnTo>
                  <a:pt x="1399" y="5319"/>
                </a:lnTo>
                <a:lnTo>
                  <a:pt x="1387" y="5316"/>
                </a:lnTo>
                <a:lnTo>
                  <a:pt x="1374" y="5312"/>
                </a:lnTo>
                <a:lnTo>
                  <a:pt x="1362" y="5307"/>
                </a:lnTo>
                <a:lnTo>
                  <a:pt x="1350" y="5300"/>
                </a:lnTo>
                <a:lnTo>
                  <a:pt x="1338" y="5294"/>
                </a:lnTo>
                <a:lnTo>
                  <a:pt x="1325" y="5288"/>
                </a:lnTo>
                <a:lnTo>
                  <a:pt x="1314" y="5281"/>
                </a:lnTo>
                <a:lnTo>
                  <a:pt x="1304" y="5273"/>
                </a:lnTo>
                <a:lnTo>
                  <a:pt x="1294" y="5265"/>
                </a:lnTo>
                <a:lnTo>
                  <a:pt x="1284" y="5257"/>
                </a:lnTo>
                <a:lnTo>
                  <a:pt x="1274" y="5248"/>
                </a:lnTo>
                <a:lnTo>
                  <a:pt x="1265" y="5238"/>
                </a:lnTo>
                <a:lnTo>
                  <a:pt x="1256" y="5227"/>
                </a:lnTo>
                <a:lnTo>
                  <a:pt x="1248" y="5217"/>
                </a:lnTo>
                <a:lnTo>
                  <a:pt x="1240" y="5206"/>
                </a:lnTo>
                <a:lnTo>
                  <a:pt x="1233" y="5195"/>
                </a:lnTo>
                <a:lnTo>
                  <a:pt x="1227" y="5184"/>
                </a:lnTo>
                <a:lnTo>
                  <a:pt x="1221" y="5172"/>
                </a:lnTo>
                <a:lnTo>
                  <a:pt x="1215" y="5159"/>
                </a:lnTo>
                <a:lnTo>
                  <a:pt x="1210" y="5147"/>
                </a:lnTo>
                <a:lnTo>
                  <a:pt x="1206" y="5134"/>
                </a:lnTo>
                <a:lnTo>
                  <a:pt x="1202" y="5121"/>
                </a:lnTo>
                <a:lnTo>
                  <a:pt x="1199" y="5108"/>
                </a:lnTo>
                <a:lnTo>
                  <a:pt x="1197" y="5095"/>
                </a:lnTo>
                <a:lnTo>
                  <a:pt x="1195" y="5080"/>
                </a:lnTo>
                <a:lnTo>
                  <a:pt x="1194" y="5066"/>
                </a:lnTo>
                <a:lnTo>
                  <a:pt x="1194" y="5052"/>
                </a:lnTo>
                <a:lnTo>
                  <a:pt x="1194" y="5038"/>
                </a:lnTo>
                <a:lnTo>
                  <a:pt x="1195" y="5025"/>
                </a:lnTo>
                <a:lnTo>
                  <a:pt x="1197" y="5010"/>
                </a:lnTo>
                <a:lnTo>
                  <a:pt x="1199" y="4997"/>
                </a:lnTo>
                <a:lnTo>
                  <a:pt x="1202" y="4983"/>
                </a:lnTo>
                <a:lnTo>
                  <a:pt x="1206" y="4970"/>
                </a:lnTo>
                <a:lnTo>
                  <a:pt x="1210" y="4958"/>
                </a:lnTo>
                <a:lnTo>
                  <a:pt x="1215" y="4945"/>
                </a:lnTo>
                <a:lnTo>
                  <a:pt x="1221" y="4932"/>
                </a:lnTo>
                <a:lnTo>
                  <a:pt x="1227" y="4921"/>
                </a:lnTo>
                <a:lnTo>
                  <a:pt x="1233" y="4909"/>
                </a:lnTo>
                <a:lnTo>
                  <a:pt x="1240" y="4898"/>
                </a:lnTo>
                <a:lnTo>
                  <a:pt x="1248" y="4888"/>
                </a:lnTo>
                <a:lnTo>
                  <a:pt x="1256" y="4876"/>
                </a:lnTo>
                <a:lnTo>
                  <a:pt x="1265" y="4867"/>
                </a:lnTo>
                <a:lnTo>
                  <a:pt x="1274" y="4857"/>
                </a:lnTo>
                <a:lnTo>
                  <a:pt x="1284" y="4848"/>
                </a:lnTo>
                <a:lnTo>
                  <a:pt x="1294" y="4840"/>
                </a:lnTo>
                <a:lnTo>
                  <a:pt x="1304" y="4832"/>
                </a:lnTo>
                <a:lnTo>
                  <a:pt x="1314" y="4824"/>
                </a:lnTo>
                <a:lnTo>
                  <a:pt x="1325" y="4817"/>
                </a:lnTo>
                <a:lnTo>
                  <a:pt x="1338" y="4810"/>
                </a:lnTo>
                <a:lnTo>
                  <a:pt x="1350" y="4803"/>
                </a:lnTo>
                <a:lnTo>
                  <a:pt x="1362" y="4798"/>
                </a:lnTo>
                <a:lnTo>
                  <a:pt x="1374" y="4793"/>
                </a:lnTo>
                <a:lnTo>
                  <a:pt x="1387" y="4789"/>
                </a:lnTo>
                <a:lnTo>
                  <a:pt x="1399" y="4785"/>
                </a:lnTo>
                <a:lnTo>
                  <a:pt x="1414" y="4782"/>
                </a:lnTo>
                <a:lnTo>
                  <a:pt x="1427" y="4780"/>
                </a:lnTo>
                <a:lnTo>
                  <a:pt x="1441" y="4778"/>
                </a:lnTo>
                <a:lnTo>
                  <a:pt x="1454" y="4777"/>
                </a:lnTo>
                <a:lnTo>
                  <a:pt x="1468" y="4777"/>
                </a:lnTo>
                <a:lnTo>
                  <a:pt x="1483" y="4777"/>
                </a:lnTo>
                <a:lnTo>
                  <a:pt x="1497" y="4778"/>
                </a:lnTo>
                <a:lnTo>
                  <a:pt x="1511" y="4780"/>
                </a:lnTo>
                <a:lnTo>
                  <a:pt x="1524" y="4782"/>
                </a:lnTo>
                <a:lnTo>
                  <a:pt x="1537" y="4785"/>
                </a:lnTo>
                <a:lnTo>
                  <a:pt x="1551" y="4789"/>
                </a:lnTo>
                <a:lnTo>
                  <a:pt x="1564" y="4793"/>
                </a:lnTo>
                <a:lnTo>
                  <a:pt x="1576" y="4798"/>
                </a:lnTo>
                <a:lnTo>
                  <a:pt x="1588" y="4803"/>
                </a:lnTo>
                <a:lnTo>
                  <a:pt x="1600" y="4810"/>
                </a:lnTo>
                <a:lnTo>
                  <a:pt x="1611" y="4817"/>
                </a:lnTo>
                <a:lnTo>
                  <a:pt x="1623" y="4824"/>
                </a:lnTo>
                <a:lnTo>
                  <a:pt x="1634" y="4832"/>
                </a:lnTo>
                <a:lnTo>
                  <a:pt x="1644" y="4840"/>
                </a:lnTo>
                <a:lnTo>
                  <a:pt x="1654" y="4848"/>
                </a:lnTo>
                <a:lnTo>
                  <a:pt x="1664" y="4857"/>
                </a:lnTo>
                <a:lnTo>
                  <a:pt x="1673" y="4867"/>
                </a:lnTo>
                <a:lnTo>
                  <a:pt x="1681" y="4876"/>
                </a:lnTo>
                <a:lnTo>
                  <a:pt x="1690" y="4888"/>
                </a:lnTo>
                <a:lnTo>
                  <a:pt x="1698" y="4898"/>
                </a:lnTo>
                <a:lnTo>
                  <a:pt x="1705" y="4909"/>
                </a:lnTo>
                <a:lnTo>
                  <a:pt x="1711" y="4921"/>
                </a:lnTo>
                <a:lnTo>
                  <a:pt x="1717" y="4932"/>
                </a:lnTo>
                <a:lnTo>
                  <a:pt x="1723" y="4945"/>
                </a:lnTo>
                <a:lnTo>
                  <a:pt x="1728" y="4958"/>
                </a:lnTo>
                <a:lnTo>
                  <a:pt x="1732" y="4970"/>
                </a:lnTo>
                <a:lnTo>
                  <a:pt x="1736" y="4983"/>
                </a:lnTo>
                <a:lnTo>
                  <a:pt x="1739" y="4997"/>
                </a:lnTo>
                <a:lnTo>
                  <a:pt x="1741" y="5010"/>
                </a:lnTo>
                <a:lnTo>
                  <a:pt x="1743" y="5025"/>
                </a:lnTo>
                <a:lnTo>
                  <a:pt x="1744" y="5038"/>
                </a:lnTo>
                <a:lnTo>
                  <a:pt x="1744" y="5052"/>
                </a:lnTo>
                <a:lnTo>
                  <a:pt x="1744" y="5066"/>
                </a:lnTo>
                <a:lnTo>
                  <a:pt x="1743" y="5080"/>
                </a:lnTo>
                <a:lnTo>
                  <a:pt x="1741" y="5095"/>
                </a:lnTo>
                <a:lnTo>
                  <a:pt x="1739" y="5108"/>
                </a:lnTo>
                <a:lnTo>
                  <a:pt x="1736" y="5121"/>
                </a:lnTo>
                <a:lnTo>
                  <a:pt x="1732" y="5134"/>
                </a:lnTo>
                <a:lnTo>
                  <a:pt x="1728" y="5147"/>
                </a:lnTo>
                <a:lnTo>
                  <a:pt x="1723" y="5159"/>
                </a:lnTo>
                <a:lnTo>
                  <a:pt x="1717" y="5172"/>
                </a:lnTo>
                <a:lnTo>
                  <a:pt x="1711" y="5184"/>
                </a:lnTo>
                <a:lnTo>
                  <a:pt x="1705" y="5195"/>
                </a:lnTo>
                <a:lnTo>
                  <a:pt x="1698" y="5206"/>
                </a:lnTo>
                <a:lnTo>
                  <a:pt x="1690" y="5217"/>
                </a:lnTo>
                <a:lnTo>
                  <a:pt x="1681" y="5227"/>
                </a:lnTo>
                <a:lnTo>
                  <a:pt x="1673" y="5238"/>
                </a:lnTo>
                <a:lnTo>
                  <a:pt x="1664" y="5248"/>
                </a:lnTo>
                <a:lnTo>
                  <a:pt x="1654" y="5257"/>
                </a:lnTo>
                <a:lnTo>
                  <a:pt x="1644" y="5265"/>
                </a:lnTo>
                <a:lnTo>
                  <a:pt x="1634" y="5273"/>
                </a:lnTo>
                <a:lnTo>
                  <a:pt x="1623" y="5281"/>
                </a:lnTo>
                <a:lnTo>
                  <a:pt x="1611" y="5288"/>
                </a:lnTo>
                <a:lnTo>
                  <a:pt x="1600" y="5294"/>
                </a:lnTo>
                <a:lnTo>
                  <a:pt x="1588" y="5300"/>
                </a:lnTo>
                <a:lnTo>
                  <a:pt x="1576" y="5307"/>
                </a:lnTo>
                <a:lnTo>
                  <a:pt x="1564" y="5312"/>
                </a:lnTo>
                <a:lnTo>
                  <a:pt x="1551" y="5316"/>
                </a:lnTo>
                <a:lnTo>
                  <a:pt x="1537" y="5319"/>
                </a:lnTo>
                <a:lnTo>
                  <a:pt x="1524" y="5322"/>
                </a:lnTo>
                <a:lnTo>
                  <a:pt x="1511" y="5325"/>
                </a:lnTo>
                <a:lnTo>
                  <a:pt x="1497" y="5327"/>
                </a:lnTo>
                <a:lnTo>
                  <a:pt x="1483" y="5328"/>
                </a:lnTo>
                <a:lnTo>
                  <a:pt x="1468" y="5328"/>
                </a:lnTo>
                <a:close/>
                <a:moveTo>
                  <a:pt x="2755" y="4593"/>
                </a:moveTo>
                <a:lnTo>
                  <a:pt x="183" y="4593"/>
                </a:lnTo>
                <a:lnTo>
                  <a:pt x="183" y="919"/>
                </a:lnTo>
                <a:lnTo>
                  <a:pt x="2755" y="919"/>
                </a:lnTo>
                <a:lnTo>
                  <a:pt x="2755" y="459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lIns="38075" tIns="38075" rIns="38075" bIns="38075" anchor="ctr" anchorCtr="0">
            <a:noAutofit/>
          </a:bodyPr>
          <a:lstStyle>
            <a:defPPr>
              <a:defRPr lang="zh-CN"/>
            </a:defPPr>
            <a:lvl1pPr algn="l" rtl="0" eaLnBrk="0" fontAlgn="base" hangingPunct="0">
              <a:spcBef>
                <a:spcPct val="0"/>
              </a:spcBef>
              <a:spcAft>
                <a:spcPct val="0"/>
              </a:spcAft>
              <a:defRPr kern="1200">
                <a:solidFill>
                  <a:srgbClr val="000000"/>
                </a:solidFill>
                <a:latin typeface="Calibri" panose="020F0502020204030204" pitchFamily="34" charset="0"/>
                <a:ea typeface="宋体" panose="02010600030101010101" pitchFamily="2" charset="-122"/>
                <a:cs typeface="+mn-ea"/>
              </a:defRPr>
            </a:lvl1pPr>
            <a:lvl2pPr marL="457200" algn="l" rtl="0" eaLnBrk="0" fontAlgn="base" hangingPunct="0">
              <a:spcBef>
                <a:spcPct val="0"/>
              </a:spcBef>
              <a:spcAft>
                <a:spcPct val="0"/>
              </a:spcAft>
              <a:defRPr kern="1200">
                <a:solidFill>
                  <a:srgbClr val="000000"/>
                </a:solidFill>
                <a:latin typeface="Calibri" panose="020F0502020204030204" pitchFamily="34" charset="0"/>
                <a:ea typeface="宋体" panose="02010600030101010101" pitchFamily="2" charset="-122"/>
                <a:cs typeface="+mn-ea"/>
              </a:defRPr>
            </a:lvl2pPr>
            <a:lvl3pPr marL="914400" algn="l" rtl="0" eaLnBrk="0" fontAlgn="base" hangingPunct="0">
              <a:spcBef>
                <a:spcPct val="0"/>
              </a:spcBef>
              <a:spcAft>
                <a:spcPct val="0"/>
              </a:spcAft>
              <a:defRPr kern="1200">
                <a:solidFill>
                  <a:srgbClr val="000000"/>
                </a:solidFill>
                <a:latin typeface="Calibri" panose="020F0502020204030204" pitchFamily="34" charset="0"/>
                <a:ea typeface="宋体" panose="02010600030101010101" pitchFamily="2" charset="-122"/>
                <a:cs typeface="+mn-ea"/>
              </a:defRPr>
            </a:lvl3pPr>
            <a:lvl4pPr marL="1371600" algn="l" rtl="0" eaLnBrk="0" fontAlgn="base" hangingPunct="0">
              <a:spcBef>
                <a:spcPct val="0"/>
              </a:spcBef>
              <a:spcAft>
                <a:spcPct val="0"/>
              </a:spcAft>
              <a:defRPr kern="1200">
                <a:solidFill>
                  <a:srgbClr val="000000"/>
                </a:solidFill>
                <a:latin typeface="Calibri" panose="020F0502020204030204" pitchFamily="34" charset="0"/>
                <a:ea typeface="宋体" panose="02010600030101010101" pitchFamily="2" charset="-122"/>
                <a:cs typeface="+mn-ea"/>
              </a:defRPr>
            </a:lvl4pPr>
            <a:lvl5pPr marL="1828800" algn="l" rtl="0" eaLnBrk="0" fontAlgn="base" hangingPunct="0">
              <a:spcBef>
                <a:spcPct val="0"/>
              </a:spcBef>
              <a:spcAft>
                <a:spcPct val="0"/>
              </a:spcAft>
              <a:defRPr kern="1200">
                <a:solidFill>
                  <a:srgbClr val="000000"/>
                </a:solidFill>
                <a:latin typeface="Calibri" panose="020F0502020204030204" pitchFamily="34" charset="0"/>
                <a:ea typeface="宋体" panose="02010600030101010101" pitchFamily="2" charset="-122"/>
                <a:cs typeface="+mn-ea"/>
              </a:defRPr>
            </a:lvl5pPr>
            <a:lvl6pPr marL="2286000" algn="l" defTabSz="914400" rtl="0" eaLnBrk="1" latinLnBrk="0" hangingPunct="1">
              <a:defRPr kern="1200">
                <a:solidFill>
                  <a:srgbClr val="000000"/>
                </a:solidFill>
                <a:latin typeface="Calibri" panose="020F0502020204030204" pitchFamily="34" charset="0"/>
                <a:ea typeface="宋体" panose="02010600030101010101" pitchFamily="2" charset="-122"/>
                <a:cs typeface="+mn-ea"/>
              </a:defRPr>
            </a:lvl6pPr>
            <a:lvl7pPr marL="2743200" algn="l" defTabSz="914400" rtl="0" eaLnBrk="1" latinLnBrk="0" hangingPunct="1">
              <a:defRPr kern="1200">
                <a:solidFill>
                  <a:srgbClr val="000000"/>
                </a:solidFill>
                <a:latin typeface="Calibri" panose="020F0502020204030204" pitchFamily="34" charset="0"/>
                <a:ea typeface="宋体" panose="02010600030101010101" pitchFamily="2" charset="-122"/>
                <a:cs typeface="+mn-ea"/>
              </a:defRPr>
            </a:lvl7pPr>
            <a:lvl8pPr marL="3200400" algn="l" defTabSz="914400" rtl="0" eaLnBrk="1" latinLnBrk="0" hangingPunct="1">
              <a:defRPr kern="1200">
                <a:solidFill>
                  <a:srgbClr val="000000"/>
                </a:solidFill>
                <a:latin typeface="Calibri" panose="020F0502020204030204" pitchFamily="34" charset="0"/>
                <a:ea typeface="宋体" panose="02010600030101010101" pitchFamily="2" charset="-122"/>
                <a:cs typeface="+mn-ea"/>
              </a:defRPr>
            </a:lvl8pPr>
            <a:lvl9pPr marL="3657600" algn="l" defTabSz="914400" rtl="0" eaLnBrk="1" latinLnBrk="0" hangingPunct="1">
              <a:defRPr kern="1200">
                <a:solidFill>
                  <a:srgbClr val="000000"/>
                </a:solidFill>
                <a:latin typeface="Calibri" panose="020F0502020204030204" pitchFamily="34" charset="0"/>
                <a:ea typeface="宋体" panose="02010600030101010101" pitchFamily="2" charset="-122"/>
                <a:cs typeface="+mn-ea"/>
              </a:defRPr>
            </a:lvl9pPr>
          </a:lstStyle>
          <a:p>
            <a:pPr defTabSz="913765">
              <a:spcBef>
                <a:spcPct val="0"/>
              </a:spcBef>
              <a:spcAft>
                <a:spcPct val="0"/>
              </a:spcAft>
            </a:pPr>
            <a:endParaRPr lang="zh-CN" altLang="en-US" sz="2800">
              <a:solidFill>
                <a:srgbClr val="000000"/>
              </a:solidFill>
              <a:latin typeface="微软雅黑" panose="020B0503020204020204" pitchFamily="34" charset="-122"/>
              <a:ea typeface="微软雅黑" panose="020B0503020204020204" pitchFamily="34" charset="-122"/>
            </a:endParaRPr>
          </a:p>
        </p:txBody>
      </p:sp>
      <p:sp>
        <p:nvSpPr>
          <p:cNvPr id="5" name="TextBox 4"/>
          <p:cNvSpPr txBox="1"/>
          <p:nvPr/>
        </p:nvSpPr>
        <p:spPr>
          <a:xfrm>
            <a:off x="986866" y="470951"/>
            <a:ext cx="5548904" cy="1845310"/>
          </a:xfrm>
          <a:prstGeom prst="rect">
            <a:avLst/>
          </a:prstGeom>
          <a:noFill/>
        </p:spPr>
        <p:txBody>
          <a:bodyPr wrap="square" rtlCol="0">
            <a:spAutoFit/>
          </a:bodyPr>
          <a:lstStyle/>
          <a:p>
            <a:pPr>
              <a:lnSpc>
                <a:spcPct val="150000"/>
              </a:lnSpc>
            </a:pPr>
            <a:r>
              <a:rPr lang="zh-CN" altLang="en-US" sz="2800" b="1" dirty="0">
                <a:latin typeface="微软雅黑" panose="020B0503020204020204" pitchFamily="34" charset="-122"/>
                <a:ea typeface="微软雅黑" panose="020B0503020204020204" pitchFamily="34" charset="-122"/>
              </a:rPr>
              <a:t>大</a:t>
            </a:r>
            <a:r>
              <a:rPr lang="zh-CN" altLang="en-US" sz="2800" b="1" dirty="0" smtClean="0">
                <a:latin typeface="微软雅黑" panose="020B0503020204020204" pitchFamily="34" charset="-122"/>
                <a:ea typeface="微软雅黑" panose="020B0503020204020204" pitchFamily="34" charset="-122"/>
              </a:rPr>
              <a:t>数据</a:t>
            </a:r>
            <a:r>
              <a:rPr lang="zh-CN" altLang="en-US" sz="2400" dirty="0" smtClean="0">
                <a:latin typeface="微软雅黑" panose="020B0503020204020204" pitchFamily="34" charset="-122"/>
                <a:ea typeface="微软雅黑" panose="020B0503020204020204" pitchFamily="34" charset="-122"/>
              </a:rPr>
              <a:t>是指无法在可承受的时间范围内用常规软件工具进行捕捉、管理和处理的数据集合。</a:t>
            </a:r>
            <a:endParaRPr lang="zh-CN" altLang="en-US" sz="2400" dirty="0" smtClean="0">
              <a:latin typeface="微软雅黑" panose="020B0503020204020204" pitchFamily="34" charset="-122"/>
              <a:ea typeface="微软雅黑" panose="020B0503020204020204" pitchFamily="34" charset="-122"/>
            </a:endParaRPr>
          </a:p>
        </p:txBody>
      </p:sp>
      <p:sp>
        <p:nvSpPr>
          <p:cNvPr id="6" name="文本框 5"/>
          <p:cNvSpPr txBox="1"/>
          <p:nvPr/>
        </p:nvSpPr>
        <p:spPr>
          <a:xfrm>
            <a:off x="7423785" y="1094105"/>
            <a:ext cx="4523105" cy="2896870"/>
          </a:xfrm>
          <a:prstGeom prst="rect">
            <a:avLst/>
          </a:prstGeom>
          <a:noFill/>
        </p:spPr>
        <p:txBody>
          <a:bodyPr wrap="square" rtlCol="0" anchor="t">
            <a:spAutoFit/>
          </a:bodyPr>
          <a:p>
            <a:pPr>
              <a:lnSpc>
                <a:spcPct val="240000"/>
              </a:lnSpc>
            </a:pPr>
            <a:r>
              <a:rPr lang="zh-CN" altLang="en-US" sz="2800" b="1">
                <a:latin typeface="微软雅黑" panose="020B0503020204020204" pitchFamily="34" charset="-122"/>
                <a:ea typeface="微软雅黑" panose="020B0503020204020204" pitchFamily="34" charset="-122"/>
                <a:cs typeface="微软雅黑" panose="020B0503020204020204" pitchFamily="34" charset="-122"/>
              </a:rPr>
              <a:t>本质区别：</a:t>
            </a:r>
            <a:endParaRPr lang="zh-CN" altLang="en-US" sz="2800" b="1">
              <a:latin typeface="微软雅黑" panose="020B0503020204020204" pitchFamily="34" charset="-122"/>
              <a:ea typeface="微软雅黑" panose="020B0503020204020204" pitchFamily="34" charset="-122"/>
              <a:cs typeface="微软雅黑" panose="020B0503020204020204" pitchFamily="34" charset="-122"/>
            </a:endParaRPr>
          </a:p>
          <a:p>
            <a:pPr>
              <a:lnSpc>
                <a:spcPct val="240000"/>
              </a:lnSpc>
            </a:pPr>
            <a:r>
              <a:rPr lang="zh-CN" altLang="en-US" sz="2400">
                <a:latin typeface="微软雅黑" panose="020B0503020204020204" pitchFamily="34" charset="-122"/>
                <a:ea typeface="微软雅黑" panose="020B0503020204020204" pitchFamily="34" charset="-122"/>
                <a:cs typeface="微软雅黑" panose="020B0503020204020204" pitchFamily="34" charset="-122"/>
              </a:rPr>
              <a:t>与传统数据处理的核心差异在于</a:t>
            </a:r>
            <a:r>
              <a:rPr lang="en-US" altLang="zh-CN" sz="24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4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无法用常规工具处理</a:t>
            </a:r>
            <a:r>
              <a:rPr lang="en-US" altLang="zh-CN" sz="240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240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 name="Freeform 217"/>
          <p:cNvSpPr/>
          <p:nvPr>
            <p:custDataLst>
              <p:tags r:id="rId1"/>
            </p:custDataLst>
          </p:nvPr>
        </p:nvSpPr>
        <p:spPr bwMode="auto">
          <a:xfrm>
            <a:off x="4532131" y="2604655"/>
            <a:ext cx="323468" cy="265136"/>
          </a:xfrm>
          <a:custGeom>
            <a:avLst/>
            <a:gdLst>
              <a:gd name="T0" fmla="*/ 34 w 57"/>
              <a:gd name="T1" fmla="*/ 8 h 47"/>
              <a:gd name="T2" fmla="*/ 0 w 57"/>
              <a:gd name="T3" fmla="*/ 9 h 47"/>
              <a:gd name="T4" fmla="*/ 23 w 57"/>
              <a:gd name="T5" fmla="*/ 39 h 47"/>
              <a:gd name="T6" fmla="*/ 57 w 57"/>
              <a:gd name="T7" fmla="*/ 38 h 47"/>
              <a:gd name="T8" fmla="*/ 34 w 57"/>
              <a:gd name="T9" fmla="*/ 8 h 47"/>
            </a:gdLst>
            <a:ahLst/>
            <a:cxnLst>
              <a:cxn ang="0">
                <a:pos x="T0" y="T1"/>
              </a:cxn>
              <a:cxn ang="0">
                <a:pos x="T2" y="T3"/>
              </a:cxn>
              <a:cxn ang="0">
                <a:pos x="T4" y="T5"/>
              </a:cxn>
              <a:cxn ang="0">
                <a:pos x="T6" y="T7"/>
              </a:cxn>
              <a:cxn ang="0">
                <a:pos x="T8" y="T9"/>
              </a:cxn>
            </a:cxnLst>
            <a:rect l="0" t="0" r="r" b="b"/>
            <a:pathLst>
              <a:path w="57" h="47">
                <a:moveTo>
                  <a:pt x="34" y="8"/>
                </a:moveTo>
                <a:cubicBezTo>
                  <a:pt x="18" y="0"/>
                  <a:pt x="0" y="9"/>
                  <a:pt x="0" y="9"/>
                </a:cubicBezTo>
                <a:cubicBezTo>
                  <a:pt x="0" y="9"/>
                  <a:pt x="8" y="31"/>
                  <a:pt x="23" y="39"/>
                </a:cubicBezTo>
                <a:cubicBezTo>
                  <a:pt x="39" y="47"/>
                  <a:pt x="57" y="38"/>
                  <a:pt x="57" y="38"/>
                </a:cubicBezTo>
                <a:cubicBezTo>
                  <a:pt x="57" y="38"/>
                  <a:pt x="50" y="16"/>
                  <a:pt x="34" y="8"/>
                </a:cubicBezTo>
                <a:close/>
              </a:path>
            </a:pathLst>
          </a:custGeom>
          <a:solidFill>
            <a:srgbClr val="1AAEA0"/>
          </a:solidFill>
          <a:ln>
            <a:noFill/>
          </a:ln>
        </p:spPr>
        <p:txBody>
          <a:bodyPr vert="horz" wrap="square" lIns="90000" tIns="46800" rIns="90000" bIns="46800" numCol="1" anchor="t" anchorCtr="0" compatLnSpc="1">
            <a:normAutofit fontScale="85000" lnSpcReduction="20000"/>
          </a:bodyPr>
          <a:lstStyle/>
          <a:p>
            <a:endParaRPr lang="zh-CN" altLang="en-US" sz="1600">
              <a:solidFill>
                <a:srgbClr val="333333"/>
              </a:solidFill>
              <a:latin typeface="微软雅黑" panose="020B0503020204020204" pitchFamily="34" charset="-122"/>
              <a:ea typeface="微软雅黑" panose="020B0503020204020204" pitchFamily="34" charset="-122"/>
            </a:endParaRPr>
          </a:p>
        </p:txBody>
      </p:sp>
      <p:sp>
        <p:nvSpPr>
          <p:cNvPr id="10" name="Freeform 217"/>
          <p:cNvSpPr/>
          <p:nvPr>
            <p:custDataLst>
              <p:tags r:id="rId2"/>
            </p:custDataLst>
          </p:nvPr>
        </p:nvSpPr>
        <p:spPr bwMode="auto">
          <a:xfrm rot="5128671">
            <a:off x="7250743" y="2234748"/>
            <a:ext cx="393270" cy="322351"/>
          </a:xfrm>
          <a:custGeom>
            <a:avLst/>
            <a:gdLst>
              <a:gd name="T0" fmla="*/ 34 w 57"/>
              <a:gd name="T1" fmla="*/ 8 h 47"/>
              <a:gd name="T2" fmla="*/ 0 w 57"/>
              <a:gd name="T3" fmla="*/ 9 h 47"/>
              <a:gd name="T4" fmla="*/ 23 w 57"/>
              <a:gd name="T5" fmla="*/ 39 h 47"/>
              <a:gd name="T6" fmla="*/ 57 w 57"/>
              <a:gd name="T7" fmla="*/ 38 h 47"/>
              <a:gd name="T8" fmla="*/ 34 w 57"/>
              <a:gd name="T9" fmla="*/ 8 h 47"/>
            </a:gdLst>
            <a:ahLst/>
            <a:cxnLst>
              <a:cxn ang="0">
                <a:pos x="T0" y="T1"/>
              </a:cxn>
              <a:cxn ang="0">
                <a:pos x="T2" y="T3"/>
              </a:cxn>
              <a:cxn ang="0">
                <a:pos x="T4" y="T5"/>
              </a:cxn>
              <a:cxn ang="0">
                <a:pos x="T6" y="T7"/>
              </a:cxn>
              <a:cxn ang="0">
                <a:pos x="T8" y="T9"/>
              </a:cxn>
            </a:cxnLst>
            <a:rect l="0" t="0" r="r" b="b"/>
            <a:pathLst>
              <a:path w="57" h="47">
                <a:moveTo>
                  <a:pt x="34" y="8"/>
                </a:moveTo>
                <a:cubicBezTo>
                  <a:pt x="18" y="0"/>
                  <a:pt x="0" y="9"/>
                  <a:pt x="0" y="9"/>
                </a:cubicBezTo>
                <a:cubicBezTo>
                  <a:pt x="0" y="9"/>
                  <a:pt x="8" y="31"/>
                  <a:pt x="23" y="39"/>
                </a:cubicBezTo>
                <a:cubicBezTo>
                  <a:pt x="39" y="47"/>
                  <a:pt x="57" y="38"/>
                  <a:pt x="57" y="38"/>
                </a:cubicBezTo>
                <a:cubicBezTo>
                  <a:pt x="57" y="38"/>
                  <a:pt x="50" y="16"/>
                  <a:pt x="34" y="8"/>
                </a:cubicBezTo>
                <a:close/>
              </a:path>
            </a:pathLst>
          </a:custGeom>
          <a:solidFill>
            <a:srgbClr val="1AAEA0"/>
          </a:solidFill>
          <a:ln>
            <a:noFill/>
          </a:ln>
        </p:spPr>
        <p:txBody>
          <a:bodyPr vert="horz" wrap="square" lIns="90000" tIns="46800" rIns="90000" bIns="46800" numCol="1" anchor="t" anchorCtr="0" compatLnSpc="1">
            <a:normAutofit lnSpcReduction="10000"/>
          </a:bodyPr>
          <a:lstStyle/>
          <a:p>
            <a:endParaRPr lang="zh-CN" altLang="en-US" sz="1600">
              <a:solidFill>
                <a:srgbClr val="333333"/>
              </a:solidFill>
              <a:latin typeface="微软雅黑" panose="020B0503020204020204" pitchFamily="34" charset="-122"/>
              <a:ea typeface="微软雅黑" panose="020B0503020204020204" pitchFamily="34" charset="-122"/>
            </a:endParaRPr>
          </a:p>
        </p:txBody>
      </p:sp>
      <p:pic>
        <p:nvPicPr>
          <p:cNvPr id="261" name="图片 260"/>
          <p:cNvPicPr>
            <a:picLocks noChangeAspect="1"/>
          </p:cNvPicPr>
          <p:nvPr>
            <p:custDataLst>
              <p:tags r:id="rId3"/>
            </p:custDataLst>
          </p:nvPr>
        </p:nvPicPr>
        <p:blipFill>
          <a:blip r:embed="rId4">
            <a:extLst>
              <a:ext uri="{28A0092B-C50C-407E-A947-70E740481C1C}">
                <a14:useLocalDpi xmlns:a14="http://schemas.microsoft.com/office/drawing/2010/main" val="0"/>
              </a:ext>
            </a:extLst>
          </a:blip>
          <a:stretch>
            <a:fillRect/>
          </a:stretch>
        </p:blipFill>
        <p:spPr>
          <a:xfrm>
            <a:off x="4341017" y="1876781"/>
            <a:ext cx="3511600" cy="4084674"/>
          </a:xfrm>
          <a:prstGeom prst="rect">
            <a:avLst/>
          </a:prstGeom>
        </p:spPr>
      </p:pic>
      <p:sp>
        <p:nvSpPr>
          <p:cNvPr id="8" name="文本框 7"/>
          <p:cNvSpPr txBox="1"/>
          <p:nvPr>
            <p:custDataLst>
              <p:tags r:id="rId5"/>
            </p:custDataLst>
          </p:nvPr>
        </p:nvSpPr>
        <p:spPr>
          <a:xfrm>
            <a:off x="1196975" y="2037080"/>
            <a:ext cx="3212465" cy="1109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000" tIns="46800" rIns="90000" bIns="46800" anchor="b" anchorCtr="0"/>
          <a:lstStyle>
            <a:defPPr>
              <a:defRPr lang="zh-CN"/>
            </a:defPPr>
            <a:lvl1pPr algn="r" fontAlgn="base">
              <a:spcBef>
                <a:spcPct val="0"/>
              </a:spcBef>
              <a:spcAft>
                <a:spcPct val="0"/>
              </a:spcAft>
              <a:defRPr>
                <a:solidFill>
                  <a:srgbClr val="333333"/>
                </a:solidFill>
                <a:ea typeface="微软雅黑" panose="020B0503020204020204" pitchFamily="34" charset="-122"/>
              </a:defRPr>
            </a:lvl1pPr>
            <a:lvl2pPr marL="742950" indent="-285750">
              <a:defRPr>
                <a:latin typeface="Calibri" panose="020F0502020204030204" pitchFamily="34" charset="0"/>
                <a:ea typeface="微软雅黑" panose="020B0503020204020204" pitchFamily="34" charset="-122"/>
              </a:defRPr>
            </a:lvl2pPr>
            <a:lvl3pPr marL="1143000" indent="-228600">
              <a:defRPr>
                <a:latin typeface="Calibri" panose="020F0502020204030204" pitchFamily="34" charset="0"/>
                <a:ea typeface="微软雅黑" panose="020B0503020204020204" pitchFamily="34" charset="-122"/>
              </a:defRPr>
            </a:lvl3pPr>
            <a:lvl4pPr marL="1600200" indent="-228600">
              <a:defRPr>
                <a:latin typeface="Calibri" panose="020F0502020204030204" pitchFamily="34" charset="0"/>
                <a:ea typeface="微软雅黑" panose="020B0503020204020204" pitchFamily="34" charset="-122"/>
              </a:defRPr>
            </a:lvl4pPr>
            <a:lvl5pPr marL="2057400" indent="-228600">
              <a:defRPr>
                <a:latin typeface="Calibri" panose="020F0502020204030204" pitchFamily="34" charset="0"/>
                <a:ea typeface="微软雅黑" panose="020B0503020204020204" pitchFamily="34" charset="-122"/>
              </a:defRPr>
            </a:lvl5pPr>
            <a:lvl6pPr marL="2514600" indent="-228600" fontAlgn="base">
              <a:spcBef>
                <a:spcPct val="0"/>
              </a:spcBef>
              <a:spcAft>
                <a:spcPct val="0"/>
              </a:spcAft>
              <a:defRPr>
                <a:latin typeface="Calibri" panose="020F0502020204030204" pitchFamily="34" charset="0"/>
                <a:ea typeface="微软雅黑" panose="020B0503020204020204" pitchFamily="34" charset="-122"/>
              </a:defRPr>
            </a:lvl6pPr>
            <a:lvl7pPr marL="2971800" indent="-228600" fontAlgn="base">
              <a:spcBef>
                <a:spcPct val="0"/>
              </a:spcBef>
              <a:spcAft>
                <a:spcPct val="0"/>
              </a:spcAft>
              <a:defRPr>
                <a:latin typeface="Calibri" panose="020F0502020204030204" pitchFamily="34" charset="0"/>
                <a:ea typeface="微软雅黑" panose="020B0503020204020204" pitchFamily="34" charset="-122"/>
              </a:defRPr>
            </a:lvl7pPr>
            <a:lvl8pPr marL="3429000" indent="-228600" fontAlgn="base">
              <a:spcBef>
                <a:spcPct val="0"/>
              </a:spcBef>
              <a:spcAft>
                <a:spcPct val="0"/>
              </a:spcAft>
              <a:defRPr>
                <a:latin typeface="Calibri" panose="020F0502020204030204" pitchFamily="34" charset="0"/>
                <a:ea typeface="微软雅黑" panose="020B0503020204020204" pitchFamily="34" charset="-122"/>
              </a:defRPr>
            </a:lvl8pPr>
            <a:lvl9pPr marL="3886200" indent="-228600" fontAlgn="base">
              <a:spcBef>
                <a:spcPct val="0"/>
              </a:spcBef>
              <a:spcAft>
                <a:spcPct val="0"/>
              </a:spcAft>
              <a:defRPr>
                <a:latin typeface="Calibri" panose="020F0502020204030204" pitchFamily="34" charset="0"/>
                <a:ea typeface="微软雅黑" panose="020B0503020204020204" pitchFamily="34" charset="-122"/>
              </a:defRPr>
            </a:lvl9pPr>
          </a:lstStyle>
          <a:p>
            <a:pPr algn="l">
              <a:lnSpc>
                <a:spcPct val="150000"/>
              </a:lnSpc>
            </a:pPr>
            <a:r>
              <a:rPr lang="en-US" altLang="zh-CN" sz="2800" dirty="0">
                <a:solidFill>
                  <a:schemeClr val="tx1"/>
                </a:solidFill>
                <a:latin typeface="微软雅黑" panose="020B0503020204020204" pitchFamily="34" charset="-122"/>
                <a:cs typeface="+mn-ea"/>
              </a:rPr>
              <a:t>互联网行业是大数据应用的领跑者</a:t>
            </a:r>
            <a:endParaRPr lang="en-US" altLang="zh-CN" sz="2800" dirty="0">
              <a:solidFill>
                <a:schemeClr val="tx1"/>
              </a:solidFill>
              <a:latin typeface="微软雅黑" panose="020B0503020204020204" pitchFamily="34" charset="-122"/>
              <a:cs typeface="+mn-ea"/>
            </a:endParaRPr>
          </a:p>
        </p:txBody>
      </p:sp>
      <p:sp>
        <p:nvSpPr>
          <p:cNvPr id="4" name="矩形 3"/>
          <p:cNvSpPr/>
          <p:nvPr>
            <p:custDataLst>
              <p:tags r:id="rId6"/>
            </p:custDataLst>
          </p:nvPr>
        </p:nvSpPr>
        <p:spPr>
          <a:xfrm>
            <a:off x="0" y="4493864"/>
            <a:ext cx="12192000" cy="1644073"/>
          </a:xfrm>
          <a:prstGeom prst="rect">
            <a:avLst/>
          </a:prstGeom>
          <a:ln>
            <a:noFill/>
          </a:ln>
        </p:spPr>
        <p:style>
          <a:lnRef idx="2">
            <a:srgbClr val="1AAEA0">
              <a:shade val="50000"/>
            </a:srgbClr>
          </a:lnRef>
          <a:fillRef idx="1">
            <a:srgbClr val="1AAEA0"/>
          </a:fillRef>
          <a:effectRef idx="0">
            <a:srgbClr val="1AAEA0"/>
          </a:effectRef>
          <a:fontRef idx="minor">
            <a:srgbClr val="FFFFFF"/>
          </a:fontRef>
        </p:style>
        <p:txBody>
          <a:bodyPr rtlCol="0" anchor="ctr"/>
          <a:lstStyle/>
          <a:p>
            <a:pPr algn="ctr"/>
            <a:endParaRPr lang="zh-CN" altLang="en-US"/>
          </a:p>
        </p:txBody>
      </p:sp>
      <p:sp>
        <p:nvSpPr>
          <p:cNvPr id="3" name="文本框 2"/>
          <p:cNvSpPr txBox="1"/>
          <p:nvPr>
            <p:custDataLst>
              <p:tags r:id="rId7"/>
            </p:custDataLst>
          </p:nvPr>
        </p:nvSpPr>
        <p:spPr>
          <a:xfrm>
            <a:off x="4593590" y="4935220"/>
            <a:ext cx="3006090" cy="581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000" tIns="46800" rIns="90000" bIns="46800" anchor="ctr" anchorCtr="0"/>
          <a:lstStyle>
            <a:defPPr>
              <a:defRPr lang="zh-CN"/>
            </a:defPPr>
            <a:lvl1pPr algn="r" fontAlgn="base">
              <a:spcBef>
                <a:spcPct val="0"/>
              </a:spcBef>
              <a:spcAft>
                <a:spcPct val="0"/>
              </a:spcAft>
              <a:defRPr>
                <a:solidFill>
                  <a:srgbClr val="333333"/>
                </a:solidFill>
                <a:ea typeface="微软雅黑" panose="020B0503020204020204" pitchFamily="34" charset="-122"/>
              </a:defRPr>
            </a:lvl1pPr>
            <a:lvl2pPr marL="742950" indent="-285750">
              <a:defRPr>
                <a:latin typeface="Calibri" panose="020F0502020204030204" pitchFamily="34" charset="0"/>
                <a:ea typeface="微软雅黑" panose="020B0503020204020204" pitchFamily="34" charset="-122"/>
              </a:defRPr>
            </a:lvl2pPr>
            <a:lvl3pPr marL="1143000" indent="-228600">
              <a:defRPr>
                <a:latin typeface="Calibri" panose="020F0502020204030204" pitchFamily="34" charset="0"/>
                <a:ea typeface="微软雅黑" panose="020B0503020204020204" pitchFamily="34" charset="-122"/>
              </a:defRPr>
            </a:lvl3pPr>
            <a:lvl4pPr marL="1600200" indent="-228600">
              <a:defRPr>
                <a:latin typeface="Calibri" panose="020F0502020204030204" pitchFamily="34" charset="0"/>
                <a:ea typeface="微软雅黑" panose="020B0503020204020204" pitchFamily="34" charset="-122"/>
              </a:defRPr>
            </a:lvl4pPr>
            <a:lvl5pPr marL="2057400" indent="-228600">
              <a:defRPr>
                <a:latin typeface="Calibri" panose="020F0502020204030204" pitchFamily="34" charset="0"/>
                <a:ea typeface="微软雅黑" panose="020B0503020204020204" pitchFamily="34" charset="-122"/>
              </a:defRPr>
            </a:lvl5pPr>
            <a:lvl6pPr marL="2514600" indent="-228600" fontAlgn="base">
              <a:spcBef>
                <a:spcPct val="0"/>
              </a:spcBef>
              <a:spcAft>
                <a:spcPct val="0"/>
              </a:spcAft>
              <a:defRPr>
                <a:latin typeface="Calibri" panose="020F0502020204030204" pitchFamily="34" charset="0"/>
                <a:ea typeface="微软雅黑" panose="020B0503020204020204" pitchFamily="34" charset="-122"/>
              </a:defRPr>
            </a:lvl6pPr>
            <a:lvl7pPr marL="2971800" indent="-228600" fontAlgn="base">
              <a:spcBef>
                <a:spcPct val="0"/>
              </a:spcBef>
              <a:spcAft>
                <a:spcPct val="0"/>
              </a:spcAft>
              <a:defRPr>
                <a:latin typeface="Calibri" panose="020F0502020204030204" pitchFamily="34" charset="0"/>
                <a:ea typeface="微软雅黑" panose="020B0503020204020204" pitchFamily="34" charset="-122"/>
              </a:defRPr>
            </a:lvl7pPr>
            <a:lvl8pPr marL="3429000" indent="-228600" fontAlgn="base">
              <a:spcBef>
                <a:spcPct val="0"/>
              </a:spcBef>
              <a:spcAft>
                <a:spcPct val="0"/>
              </a:spcAft>
              <a:defRPr>
                <a:latin typeface="Calibri" panose="020F0502020204030204" pitchFamily="34" charset="0"/>
                <a:ea typeface="微软雅黑" panose="020B0503020204020204" pitchFamily="34" charset="-122"/>
              </a:defRPr>
            </a:lvl8pPr>
            <a:lvl9pPr marL="3886200" indent="-228600" fontAlgn="base">
              <a:spcBef>
                <a:spcPct val="0"/>
              </a:spcBef>
              <a:spcAft>
                <a:spcPct val="0"/>
              </a:spcAft>
              <a:defRPr>
                <a:latin typeface="Calibri" panose="020F0502020204030204" pitchFamily="34" charset="0"/>
                <a:ea typeface="微软雅黑" panose="020B0503020204020204" pitchFamily="34" charset="-122"/>
              </a:defRPr>
            </a:lvl9pPr>
          </a:lstStyle>
          <a:p>
            <a:pPr algn="ctr"/>
            <a:r>
              <a:rPr lang="en-US" altLang="zh-CN" sz="2800" dirty="0">
                <a:solidFill>
                  <a:schemeClr val="bg1"/>
                </a:solidFill>
                <a:latin typeface="微软雅黑" panose="020B0503020204020204" pitchFamily="34" charset="-122"/>
                <a:cs typeface="+mn-ea"/>
              </a:rPr>
              <a:t>大数据的应用</a:t>
            </a:r>
            <a:endParaRPr lang="en-US" altLang="zh-CN" sz="2800" dirty="0">
              <a:solidFill>
                <a:schemeClr val="bg1"/>
              </a:solidFill>
              <a:latin typeface="微软雅黑" panose="020B0503020204020204" pitchFamily="34" charset="-122"/>
              <a:cs typeface="+mn-ea"/>
            </a:endParaRPr>
          </a:p>
        </p:txBody>
      </p:sp>
      <p:sp>
        <p:nvSpPr>
          <p:cNvPr id="11" name="文本框 10"/>
          <p:cNvSpPr txBox="1"/>
          <p:nvPr>
            <p:custDataLst>
              <p:tags r:id="rId8"/>
            </p:custDataLst>
          </p:nvPr>
        </p:nvSpPr>
        <p:spPr>
          <a:xfrm>
            <a:off x="7852410" y="1378585"/>
            <a:ext cx="3022600" cy="1226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000" tIns="46800" rIns="90000" bIns="46800" anchor="b" anchorCtr="0"/>
          <a:lstStyle>
            <a:defPPr>
              <a:defRPr lang="zh-CN"/>
            </a:defPPr>
            <a:lvl1pPr algn="r" fontAlgn="base">
              <a:spcBef>
                <a:spcPct val="0"/>
              </a:spcBef>
              <a:spcAft>
                <a:spcPct val="0"/>
              </a:spcAft>
              <a:defRPr>
                <a:solidFill>
                  <a:srgbClr val="333333"/>
                </a:solidFill>
                <a:ea typeface="微软雅黑" panose="020B0503020204020204" pitchFamily="34" charset="-122"/>
              </a:defRPr>
            </a:lvl1pPr>
            <a:lvl2pPr marL="742950" indent="-285750">
              <a:defRPr>
                <a:latin typeface="Calibri" panose="020F0502020204030204" pitchFamily="34" charset="0"/>
                <a:ea typeface="微软雅黑" panose="020B0503020204020204" pitchFamily="34" charset="-122"/>
              </a:defRPr>
            </a:lvl2pPr>
            <a:lvl3pPr marL="1143000" indent="-228600">
              <a:defRPr>
                <a:latin typeface="Calibri" panose="020F0502020204030204" pitchFamily="34" charset="0"/>
                <a:ea typeface="微软雅黑" panose="020B0503020204020204" pitchFamily="34" charset="-122"/>
              </a:defRPr>
            </a:lvl3pPr>
            <a:lvl4pPr marL="1600200" indent="-228600">
              <a:defRPr>
                <a:latin typeface="Calibri" panose="020F0502020204030204" pitchFamily="34" charset="0"/>
                <a:ea typeface="微软雅黑" panose="020B0503020204020204" pitchFamily="34" charset="-122"/>
              </a:defRPr>
            </a:lvl4pPr>
            <a:lvl5pPr marL="2057400" indent="-228600">
              <a:defRPr>
                <a:latin typeface="Calibri" panose="020F0502020204030204" pitchFamily="34" charset="0"/>
                <a:ea typeface="微软雅黑" panose="020B0503020204020204" pitchFamily="34" charset="-122"/>
              </a:defRPr>
            </a:lvl5pPr>
            <a:lvl6pPr marL="2514600" indent="-228600" fontAlgn="base">
              <a:spcBef>
                <a:spcPct val="0"/>
              </a:spcBef>
              <a:spcAft>
                <a:spcPct val="0"/>
              </a:spcAft>
              <a:defRPr>
                <a:latin typeface="Calibri" panose="020F0502020204030204" pitchFamily="34" charset="0"/>
                <a:ea typeface="微软雅黑" panose="020B0503020204020204" pitchFamily="34" charset="-122"/>
              </a:defRPr>
            </a:lvl6pPr>
            <a:lvl7pPr marL="2971800" indent="-228600" fontAlgn="base">
              <a:spcBef>
                <a:spcPct val="0"/>
              </a:spcBef>
              <a:spcAft>
                <a:spcPct val="0"/>
              </a:spcAft>
              <a:defRPr>
                <a:latin typeface="Calibri" panose="020F0502020204030204" pitchFamily="34" charset="0"/>
                <a:ea typeface="微软雅黑" panose="020B0503020204020204" pitchFamily="34" charset="-122"/>
              </a:defRPr>
            </a:lvl7pPr>
            <a:lvl8pPr marL="3429000" indent="-228600" fontAlgn="base">
              <a:spcBef>
                <a:spcPct val="0"/>
              </a:spcBef>
              <a:spcAft>
                <a:spcPct val="0"/>
              </a:spcAft>
              <a:defRPr>
                <a:latin typeface="Calibri" panose="020F0502020204030204" pitchFamily="34" charset="0"/>
                <a:ea typeface="微软雅黑" panose="020B0503020204020204" pitchFamily="34" charset="-122"/>
              </a:defRPr>
            </a:lvl8pPr>
            <a:lvl9pPr marL="3886200" indent="-228600" fontAlgn="base">
              <a:spcBef>
                <a:spcPct val="0"/>
              </a:spcBef>
              <a:spcAft>
                <a:spcPct val="0"/>
              </a:spcAft>
              <a:defRPr>
                <a:latin typeface="Calibri" panose="020F0502020204030204" pitchFamily="34" charset="0"/>
                <a:ea typeface="微软雅黑" panose="020B0503020204020204" pitchFamily="34" charset="-122"/>
              </a:defRPr>
            </a:lvl9pPr>
          </a:lstStyle>
          <a:p>
            <a:pPr algn="l">
              <a:lnSpc>
                <a:spcPct val="150000"/>
              </a:lnSpc>
            </a:pPr>
            <a:r>
              <a:rPr lang="en-US" altLang="zh-CN" sz="2800" dirty="0">
                <a:solidFill>
                  <a:schemeClr val="tx1"/>
                </a:solidFill>
                <a:latin typeface="微软雅黑" panose="020B0503020204020204" pitchFamily="34" charset="-122"/>
                <a:cs typeface="+mn-ea"/>
              </a:rPr>
              <a:t>大数据应用加速向传统领域拓展</a:t>
            </a:r>
            <a:endParaRPr lang="en-US" altLang="zh-CN" sz="2800" dirty="0">
              <a:solidFill>
                <a:schemeClr val="tx1"/>
              </a:solidFill>
              <a:latin typeface="微软雅黑" panose="020B0503020204020204" pitchFamily="34" charset="-122"/>
              <a:cs typeface="+mn-ea"/>
            </a:endParaRPr>
          </a:p>
        </p:txBody>
      </p:sp>
    </p:spTree>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 name="Freeform 319"/>
          <p:cNvSpPr/>
          <p:nvPr>
            <p:custDataLst>
              <p:tags r:id="rId1"/>
            </p:custDataLst>
          </p:nvPr>
        </p:nvSpPr>
        <p:spPr bwMode="auto">
          <a:xfrm>
            <a:off x="4587524" y="3908399"/>
            <a:ext cx="418472" cy="946956"/>
          </a:xfrm>
          <a:custGeom>
            <a:avLst/>
            <a:gdLst>
              <a:gd name="T0" fmla="*/ 314 w 388"/>
              <a:gd name="T1" fmla="*/ 740 h 878"/>
              <a:gd name="T2" fmla="*/ 314 w 388"/>
              <a:gd name="T3" fmla="*/ 0 h 878"/>
              <a:gd name="T4" fmla="*/ 388 w 388"/>
              <a:gd name="T5" fmla="*/ 0 h 878"/>
              <a:gd name="T6" fmla="*/ 388 w 388"/>
              <a:gd name="T7" fmla="*/ 738 h 878"/>
              <a:gd name="T8" fmla="*/ 388 w 388"/>
              <a:gd name="T9" fmla="*/ 738 h 878"/>
              <a:gd name="T10" fmla="*/ 386 w 388"/>
              <a:gd name="T11" fmla="*/ 752 h 878"/>
              <a:gd name="T12" fmla="*/ 384 w 388"/>
              <a:gd name="T13" fmla="*/ 766 h 878"/>
              <a:gd name="T14" fmla="*/ 382 w 388"/>
              <a:gd name="T15" fmla="*/ 780 h 878"/>
              <a:gd name="T16" fmla="*/ 376 w 388"/>
              <a:gd name="T17" fmla="*/ 792 h 878"/>
              <a:gd name="T18" fmla="*/ 370 w 388"/>
              <a:gd name="T19" fmla="*/ 804 h 878"/>
              <a:gd name="T20" fmla="*/ 364 w 388"/>
              <a:gd name="T21" fmla="*/ 816 h 878"/>
              <a:gd name="T22" fmla="*/ 356 w 388"/>
              <a:gd name="T23" fmla="*/ 826 h 878"/>
              <a:gd name="T24" fmla="*/ 346 w 388"/>
              <a:gd name="T25" fmla="*/ 836 h 878"/>
              <a:gd name="T26" fmla="*/ 336 w 388"/>
              <a:gd name="T27" fmla="*/ 846 h 878"/>
              <a:gd name="T28" fmla="*/ 326 w 388"/>
              <a:gd name="T29" fmla="*/ 854 h 878"/>
              <a:gd name="T30" fmla="*/ 314 w 388"/>
              <a:gd name="T31" fmla="*/ 860 h 878"/>
              <a:gd name="T32" fmla="*/ 302 w 388"/>
              <a:gd name="T33" fmla="*/ 866 h 878"/>
              <a:gd name="T34" fmla="*/ 290 w 388"/>
              <a:gd name="T35" fmla="*/ 870 h 878"/>
              <a:gd name="T36" fmla="*/ 276 w 388"/>
              <a:gd name="T37" fmla="*/ 874 h 878"/>
              <a:gd name="T38" fmla="*/ 262 w 388"/>
              <a:gd name="T39" fmla="*/ 876 h 878"/>
              <a:gd name="T40" fmla="*/ 248 w 388"/>
              <a:gd name="T41" fmla="*/ 878 h 878"/>
              <a:gd name="T42" fmla="*/ 0 w 388"/>
              <a:gd name="T43" fmla="*/ 876 h 878"/>
              <a:gd name="T44" fmla="*/ 0 w 388"/>
              <a:gd name="T45" fmla="*/ 824 h 878"/>
              <a:gd name="T46" fmla="*/ 230 w 388"/>
              <a:gd name="T47" fmla="*/ 824 h 878"/>
              <a:gd name="T48" fmla="*/ 230 w 388"/>
              <a:gd name="T49" fmla="*/ 824 h 878"/>
              <a:gd name="T50" fmla="*/ 248 w 388"/>
              <a:gd name="T51" fmla="*/ 822 h 878"/>
              <a:gd name="T52" fmla="*/ 264 w 388"/>
              <a:gd name="T53" fmla="*/ 818 h 878"/>
              <a:gd name="T54" fmla="*/ 278 w 388"/>
              <a:gd name="T55" fmla="*/ 810 h 878"/>
              <a:gd name="T56" fmla="*/ 290 w 388"/>
              <a:gd name="T57" fmla="*/ 800 h 878"/>
              <a:gd name="T58" fmla="*/ 300 w 388"/>
              <a:gd name="T59" fmla="*/ 786 h 878"/>
              <a:gd name="T60" fmla="*/ 308 w 388"/>
              <a:gd name="T61" fmla="*/ 772 h 878"/>
              <a:gd name="T62" fmla="*/ 312 w 388"/>
              <a:gd name="T63" fmla="*/ 756 h 878"/>
              <a:gd name="T64" fmla="*/ 314 w 388"/>
              <a:gd name="T65" fmla="*/ 740 h 878"/>
              <a:gd name="T66" fmla="*/ 314 w 388"/>
              <a:gd name="T67" fmla="*/ 740 h 8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88" h="878">
                <a:moveTo>
                  <a:pt x="314" y="740"/>
                </a:moveTo>
                <a:lnTo>
                  <a:pt x="314" y="0"/>
                </a:lnTo>
                <a:lnTo>
                  <a:pt x="388" y="0"/>
                </a:lnTo>
                <a:lnTo>
                  <a:pt x="388" y="738"/>
                </a:lnTo>
                <a:lnTo>
                  <a:pt x="388" y="738"/>
                </a:lnTo>
                <a:lnTo>
                  <a:pt x="386" y="752"/>
                </a:lnTo>
                <a:lnTo>
                  <a:pt x="384" y="766"/>
                </a:lnTo>
                <a:lnTo>
                  <a:pt x="382" y="780"/>
                </a:lnTo>
                <a:lnTo>
                  <a:pt x="376" y="792"/>
                </a:lnTo>
                <a:lnTo>
                  <a:pt x="370" y="804"/>
                </a:lnTo>
                <a:lnTo>
                  <a:pt x="364" y="816"/>
                </a:lnTo>
                <a:lnTo>
                  <a:pt x="356" y="826"/>
                </a:lnTo>
                <a:lnTo>
                  <a:pt x="346" y="836"/>
                </a:lnTo>
                <a:lnTo>
                  <a:pt x="336" y="846"/>
                </a:lnTo>
                <a:lnTo>
                  <a:pt x="326" y="854"/>
                </a:lnTo>
                <a:lnTo>
                  <a:pt x="314" y="860"/>
                </a:lnTo>
                <a:lnTo>
                  <a:pt x="302" y="866"/>
                </a:lnTo>
                <a:lnTo>
                  <a:pt x="290" y="870"/>
                </a:lnTo>
                <a:lnTo>
                  <a:pt x="276" y="874"/>
                </a:lnTo>
                <a:lnTo>
                  <a:pt x="262" y="876"/>
                </a:lnTo>
                <a:lnTo>
                  <a:pt x="248" y="878"/>
                </a:lnTo>
                <a:lnTo>
                  <a:pt x="0" y="876"/>
                </a:lnTo>
                <a:lnTo>
                  <a:pt x="0" y="824"/>
                </a:lnTo>
                <a:lnTo>
                  <a:pt x="230" y="824"/>
                </a:lnTo>
                <a:lnTo>
                  <a:pt x="230" y="824"/>
                </a:lnTo>
                <a:lnTo>
                  <a:pt x="248" y="822"/>
                </a:lnTo>
                <a:lnTo>
                  <a:pt x="264" y="818"/>
                </a:lnTo>
                <a:lnTo>
                  <a:pt x="278" y="810"/>
                </a:lnTo>
                <a:lnTo>
                  <a:pt x="290" y="800"/>
                </a:lnTo>
                <a:lnTo>
                  <a:pt x="300" y="786"/>
                </a:lnTo>
                <a:lnTo>
                  <a:pt x="308" y="772"/>
                </a:lnTo>
                <a:lnTo>
                  <a:pt x="312" y="756"/>
                </a:lnTo>
                <a:lnTo>
                  <a:pt x="314" y="740"/>
                </a:lnTo>
                <a:lnTo>
                  <a:pt x="314" y="740"/>
                </a:lnTo>
                <a:close/>
              </a:path>
            </a:pathLst>
          </a:custGeom>
          <a:solidFill>
            <a:srgbClr val="FFFFFF">
              <a:lumMod val="85000"/>
            </a:srgbClr>
          </a:solidFill>
          <a:ln>
            <a:noFill/>
          </a:ln>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2" name="Freeform 210"/>
          <p:cNvSpPr/>
          <p:nvPr>
            <p:custDataLst>
              <p:tags r:id="rId2"/>
            </p:custDataLst>
          </p:nvPr>
        </p:nvSpPr>
        <p:spPr bwMode="auto">
          <a:xfrm>
            <a:off x="1017565" y="5515420"/>
            <a:ext cx="4029416" cy="86283"/>
          </a:xfrm>
          <a:custGeom>
            <a:avLst/>
            <a:gdLst>
              <a:gd name="T0" fmla="*/ 3698 w 3736"/>
              <a:gd name="T1" fmla="*/ 80 h 80"/>
              <a:gd name="T2" fmla="*/ 38 w 3736"/>
              <a:gd name="T3" fmla="*/ 76 h 80"/>
              <a:gd name="T4" fmla="*/ 38 w 3736"/>
              <a:gd name="T5" fmla="*/ 76 h 80"/>
              <a:gd name="T6" fmla="*/ 30 w 3736"/>
              <a:gd name="T7" fmla="*/ 76 h 80"/>
              <a:gd name="T8" fmla="*/ 22 w 3736"/>
              <a:gd name="T9" fmla="*/ 74 h 80"/>
              <a:gd name="T10" fmla="*/ 16 w 3736"/>
              <a:gd name="T11" fmla="*/ 70 h 80"/>
              <a:gd name="T12" fmla="*/ 10 w 3736"/>
              <a:gd name="T13" fmla="*/ 66 h 80"/>
              <a:gd name="T14" fmla="*/ 6 w 3736"/>
              <a:gd name="T15" fmla="*/ 60 h 80"/>
              <a:gd name="T16" fmla="*/ 2 w 3736"/>
              <a:gd name="T17" fmla="*/ 54 h 80"/>
              <a:gd name="T18" fmla="*/ 0 w 3736"/>
              <a:gd name="T19" fmla="*/ 46 h 80"/>
              <a:gd name="T20" fmla="*/ 0 w 3736"/>
              <a:gd name="T21" fmla="*/ 38 h 80"/>
              <a:gd name="T22" fmla="*/ 0 w 3736"/>
              <a:gd name="T23" fmla="*/ 38 h 80"/>
              <a:gd name="T24" fmla="*/ 0 w 3736"/>
              <a:gd name="T25" fmla="*/ 30 h 80"/>
              <a:gd name="T26" fmla="*/ 2 w 3736"/>
              <a:gd name="T27" fmla="*/ 24 h 80"/>
              <a:gd name="T28" fmla="*/ 6 w 3736"/>
              <a:gd name="T29" fmla="*/ 18 h 80"/>
              <a:gd name="T30" fmla="*/ 10 w 3736"/>
              <a:gd name="T31" fmla="*/ 12 h 80"/>
              <a:gd name="T32" fmla="*/ 16 w 3736"/>
              <a:gd name="T33" fmla="*/ 6 h 80"/>
              <a:gd name="T34" fmla="*/ 22 w 3736"/>
              <a:gd name="T35" fmla="*/ 4 h 80"/>
              <a:gd name="T36" fmla="*/ 30 w 3736"/>
              <a:gd name="T37" fmla="*/ 2 h 80"/>
              <a:gd name="T38" fmla="*/ 38 w 3736"/>
              <a:gd name="T39" fmla="*/ 0 h 80"/>
              <a:gd name="T40" fmla="*/ 3698 w 3736"/>
              <a:gd name="T41" fmla="*/ 2 h 80"/>
              <a:gd name="T42" fmla="*/ 3698 w 3736"/>
              <a:gd name="T43" fmla="*/ 2 h 80"/>
              <a:gd name="T44" fmla="*/ 3706 w 3736"/>
              <a:gd name="T45" fmla="*/ 4 h 80"/>
              <a:gd name="T46" fmla="*/ 3714 w 3736"/>
              <a:gd name="T47" fmla="*/ 6 h 80"/>
              <a:gd name="T48" fmla="*/ 3720 w 3736"/>
              <a:gd name="T49" fmla="*/ 10 h 80"/>
              <a:gd name="T50" fmla="*/ 3726 w 3736"/>
              <a:gd name="T51" fmla="*/ 14 h 80"/>
              <a:gd name="T52" fmla="*/ 3730 w 3736"/>
              <a:gd name="T53" fmla="*/ 20 h 80"/>
              <a:gd name="T54" fmla="*/ 3734 w 3736"/>
              <a:gd name="T55" fmla="*/ 26 h 80"/>
              <a:gd name="T56" fmla="*/ 3736 w 3736"/>
              <a:gd name="T57" fmla="*/ 34 h 80"/>
              <a:gd name="T58" fmla="*/ 3736 w 3736"/>
              <a:gd name="T59" fmla="*/ 40 h 80"/>
              <a:gd name="T60" fmla="*/ 3736 w 3736"/>
              <a:gd name="T61" fmla="*/ 40 h 80"/>
              <a:gd name="T62" fmla="*/ 3736 w 3736"/>
              <a:gd name="T63" fmla="*/ 48 h 80"/>
              <a:gd name="T64" fmla="*/ 3734 w 3736"/>
              <a:gd name="T65" fmla="*/ 56 h 80"/>
              <a:gd name="T66" fmla="*/ 3730 w 3736"/>
              <a:gd name="T67" fmla="*/ 62 h 80"/>
              <a:gd name="T68" fmla="*/ 3726 w 3736"/>
              <a:gd name="T69" fmla="*/ 68 h 80"/>
              <a:gd name="T70" fmla="*/ 3720 w 3736"/>
              <a:gd name="T71" fmla="*/ 72 h 80"/>
              <a:gd name="T72" fmla="*/ 3712 w 3736"/>
              <a:gd name="T73" fmla="*/ 76 h 80"/>
              <a:gd name="T74" fmla="*/ 3706 w 3736"/>
              <a:gd name="T75" fmla="*/ 78 h 80"/>
              <a:gd name="T76" fmla="*/ 3698 w 3736"/>
              <a:gd name="T77" fmla="*/ 80 h 80"/>
              <a:gd name="T78" fmla="*/ 3698 w 3736"/>
              <a:gd name="T79" fmla="*/ 8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736" h="80">
                <a:moveTo>
                  <a:pt x="3698" y="80"/>
                </a:moveTo>
                <a:lnTo>
                  <a:pt x="38" y="76"/>
                </a:lnTo>
                <a:lnTo>
                  <a:pt x="38" y="76"/>
                </a:lnTo>
                <a:lnTo>
                  <a:pt x="30" y="76"/>
                </a:lnTo>
                <a:lnTo>
                  <a:pt x="22" y="74"/>
                </a:lnTo>
                <a:lnTo>
                  <a:pt x="16" y="70"/>
                </a:lnTo>
                <a:lnTo>
                  <a:pt x="10" y="66"/>
                </a:lnTo>
                <a:lnTo>
                  <a:pt x="6" y="60"/>
                </a:lnTo>
                <a:lnTo>
                  <a:pt x="2" y="54"/>
                </a:lnTo>
                <a:lnTo>
                  <a:pt x="0" y="46"/>
                </a:lnTo>
                <a:lnTo>
                  <a:pt x="0" y="38"/>
                </a:lnTo>
                <a:lnTo>
                  <a:pt x="0" y="38"/>
                </a:lnTo>
                <a:lnTo>
                  <a:pt x="0" y="30"/>
                </a:lnTo>
                <a:lnTo>
                  <a:pt x="2" y="24"/>
                </a:lnTo>
                <a:lnTo>
                  <a:pt x="6" y="18"/>
                </a:lnTo>
                <a:lnTo>
                  <a:pt x="10" y="12"/>
                </a:lnTo>
                <a:lnTo>
                  <a:pt x="16" y="6"/>
                </a:lnTo>
                <a:lnTo>
                  <a:pt x="22" y="4"/>
                </a:lnTo>
                <a:lnTo>
                  <a:pt x="30" y="2"/>
                </a:lnTo>
                <a:lnTo>
                  <a:pt x="38" y="0"/>
                </a:lnTo>
                <a:lnTo>
                  <a:pt x="3698" y="2"/>
                </a:lnTo>
                <a:lnTo>
                  <a:pt x="3698" y="2"/>
                </a:lnTo>
                <a:lnTo>
                  <a:pt x="3706" y="4"/>
                </a:lnTo>
                <a:lnTo>
                  <a:pt x="3714" y="6"/>
                </a:lnTo>
                <a:lnTo>
                  <a:pt x="3720" y="10"/>
                </a:lnTo>
                <a:lnTo>
                  <a:pt x="3726" y="14"/>
                </a:lnTo>
                <a:lnTo>
                  <a:pt x="3730" y="20"/>
                </a:lnTo>
                <a:lnTo>
                  <a:pt x="3734" y="26"/>
                </a:lnTo>
                <a:lnTo>
                  <a:pt x="3736" y="34"/>
                </a:lnTo>
                <a:lnTo>
                  <a:pt x="3736" y="40"/>
                </a:lnTo>
                <a:lnTo>
                  <a:pt x="3736" y="40"/>
                </a:lnTo>
                <a:lnTo>
                  <a:pt x="3736" y="48"/>
                </a:lnTo>
                <a:lnTo>
                  <a:pt x="3734" y="56"/>
                </a:lnTo>
                <a:lnTo>
                  <a:pt x="3730" y="62"/>
                </a:lnTo>
                <a:lnTo>
                  <a:pt x="3726" y="68"/>
                </a:lnTo>
                <a:lnTo>
                  <a:pt x="3720" y="72"/>
                </a:lnTo>
                <a:lnTo>
                  <a:pt x="3712" y="76"/>
                </a:lnTo>
                <a:lnTo>
                  <a:pt x="3706" y="78"/>
                </a:lnTo>
                <a:lnTo>
                  <a:pt x="3698" y="80"/>
                </a:lnTo>
                <a:lnTo>
                  <a:pt x="3698" y="80"/>
                </a:lnTo>
                <a:close/>
              </a:path>
            </a:pathLst>
          </a:custGeom>
          <a:solidFill>
            <a:srgbClr val="FFFFFF">
              <a:lumMod val="50000"/>
            </a:srgbClr>
          </a:solidFill>
          <a:ln>
            <a:noFill/>
          </a:ln>
        </p:spPr>
        <p:txBody>
          <a:bodyPr vert="horz" wrap="square" lIns="91440" tIns="45720" rIns="91440" bIns="45720" numCol="1" anchor="t" anchorCtr="0" compatLnSpc="1"/>
          <a:lstStyle/>
          <a:p>
            <a:endParaRPr lang="zh-CN" altLang="en-US"/>
          </a:p>
        </p:txBody>
      </p:sp>
      <p:sp>
        <p:nvSpPr>
          <p:cNvPr id="3" name="Freeform 211"/>
          <p:cNvSpPr/>
          <p:nvPr>
            <p:custDataLst>
              <p:tags r:id="rId3"/>
            </p:custDataLst>
          </p:nvPr>
        </p:nvSpPr>
        <p:spPr bwMode="auto">
          <a:xfrm>
            <a:off x="3565071" y="3036940"/>
            <a:ext cx="245907" cy="263163"/>
          </a:xfrm>
          <a:custGeom>
            <a:avLst/>
            <a:gdLst>
              <a:gd name="T0" fmla="*/ 0 w 228"/>
              <a:gd name="T1" fmla="*/ 244 h 244"/>
              <a:gd name="T2" fmla="*/ 228 w 228"/>
              <a:gd name="T3" fmla="*/ 196 h 244"/>
              <a:gd name="T4" fmla="*/ 228 w 228"/>
              <a:gd name="T5" fmla="*/ 0 h 244"/>
              <a:gd name="T6" fmla="*/ 8 w 228"/>
              <a:gd name="T7" fmla="*/ 0 h 244"/>
              <a:gd name="T8" fmla="*/ 0 w 228"/>
              <a:gd name="T9" fmla="*/ 244 h 244"/>
            </a:gdLst>
            <a:ahLst/>
            <a:cxnLst>
              <a:cxn ang="0">
                <a:pos x="T0" y="T1"/>
              </a:cxn>
              <a:cxn ang="0">
                <a:pos x="T2" y="T3"/>
              </a:cxn>
              <a:cxn ang="0">
                <a:pos x="T4" y="T5"/>
              </a:cxn>
              <a:cxn ang="0">
                <a:pos x="T6" y="T7"/>
              </a:cxn>
              <a:cxn ang="0">
                <a:pos x="T8" y="T9"/>
              </a:cxn>
            </a:cxnLst>
            <a:rect l="0" t="0" r="r" b="b"/>
            <a:pathLst>
              <a:path w="228" h="244">
                <a:moveTo>
                  <a:pt x="0" y="244"/>
                </a:moveTo>
                <a:lnTo>
                  <a:pt x="228" y="196"/>
                </a:lnTo>
                <a:lnTo>
                  <a:pt x="228" y="0"/>
                </a:lnTo>
                <a:lnTo>
                  <a:pt x="8" y="0"/>
                </a:lnTo>
                <a:lnTo>
                  <a:pt x="0" y="244"/>
                </a:lnTo>
                <a:close/>
              </a:path>
            </a:pathLst>
          </a:custGeom>
          <a:solidFill>
            <a:srgbClr val="CE885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 name="Freeform 212"/>
          <p:cNvSpPr/>
          <p:nvPr>
            <p:custDataLst>
              <p:tags r:id="rId4"/>
            </p:custDataLst>
          </p:nvPr>
        </p:nvSpPr>
        <p:spPr bwMode="auto">
          <a:xfrm>
            <a:off x="3565071" y="3036940"/>
            <a:ext cx="245907" cy="263163"/>
          </a:xfrm>
          <a:custGeom>
            <a:avLst/>
            <a:gdLst>
              <a:gd name="T0" fmla="*/ 0 w 228"/>
              <a:gd name="T1" fmla="*/ 244 h 244"/>
              <a:gd name="T2" fmla="*/ 228 w 228"/>
              <a:gd name="T3" fmla="*/ 196 h 244"/>
              <a:gd name="T4" fmla="*/ 228 w 228"/>
              <a:gd name="T5" fmla="*/ 0 h 244"/>
              <a:gd name="T6" fmla="*/ 8 w 228"/>
              <a:gd name="T7" fmla="*/ 0 h 244"/>
              <a:gd name="T8" fmla="*/ 0 w 228"/>
              <a:gd name="T9" fmla="*/ 244 h 244"/>
            </a:gdLst>
            <a:ahLst/>
            <a:cxnLst>
              <a:cxn ang="0">
                <a:pos x="T0" y="T1"/>
              </a:cxn>
              <a:cxn ang="0">
                <a:pos x="T2" y="T3"/>
              </a:cxn>
              <a:cxn ang="0">
                <a:pos x="T4" y="T5"/>
              </a:cxn>
              <a:cxn ang="0">
                <a:pos x="T6" y="T7"/>
              </a:cxn>
              <a:cxn ang="0">
                <a:pos x="T8" y="T9"/>
              </a:cxn>
            </a:cxnLst>
            <a:rect l="0" t="0" r="r" b="b"/>
            <a:pathLst>
              <a:path w="228" h="244">
                <a:moveTo>
                  <a:pt x="0" y="244"/>
                </a:moveTo>
                <a:lnTo>
                  <a:pt x="228" y="196"/>
                </a:lnTo>
                <a:lnTo>
                  <a:pt x="228" y="0"/>
                </a:lnTo>
                <a:lnTo>
                  <a:pt x="8" y="0"/>
                </a:lnTo>
                <a:lnTo>
                  <a:pt x="0" y="24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 name="Freeform 213"/>
          <p:cNvSpPr/>
          <p:nvPr>
            <p:custDataLst>
              <p:tags r:id="rId5"/>
            </p:custDataLst>
          </p:nvPr>
        </p:nvSpPr>
        <p:spPr bwMode="auto">
          <a:xfrm>
            <a:off x="3526244" y="2836332"/>
            <a:ext cx="69027" cy="310619"/>
          </a:xfrm>
          <a:custGeom>
            <a:avLst/>
            <a:gdLst>
              <a:gd name="T0" fmla="*/ 32 w 64"/>
              <a:gd name="T1" fmla="*/ 288 h 288"/>
              <a:gd name="T2" fmla="*/ 32 w 64"/>
              <a:gd name="T3" fmla="*/ 288 h 288"/>
              <a:gd name="T4" fmla="*/ 38 w 64"/>
              <a:gd name="T5" fmla="*/ 288 h 288"/>
              <a:gd name="T6" fmla="*/ 44 w 64"/>
              <a:gd name="T7" fmla="*/ 286 h 288"/>
              <a:gd name="T8" fmla="*/ 54 w 64"/>
              <a:gd name="T9" fmla="*/ 280 h 288"/>
              <a:gd name="T10" fmla="*/ 60 w 64"/>
              <a:gd name="T11" fmla="*/ 270 h 288"/>
              <a:gd name="T12" fmla="*/ 62 w 64"/>
              <a:gd name="T13" fmla="*/ 264 h 288"/>
              <a:gd name="T14" fmla="*/ 64 w 64"/>
              <a:gd name="T15" fmla="*/ 258 h 288"/>
              <a:gd name="T16" fmla="*/ 64 w 64"/>
              <a:gd name="T17" fmla="*/ 32 h 288"/>
              <a:gd name="T18" fmla="*/ 64 w 64"/>
              <a:gd name="T19" fmla="*/ 32 h 288"/>
              <a:gd name="T20" fmla="*/ 62 w 64"/>
              <a:gd name="T21" fmla="*/ 26 h 288"/>
              <a:gd name="T22" fmla="*/ 60 w 64"/>
              <a:gd name="T23" fmla="*/ 20 h 288"/>
              <a:gd name="T24" fmla="*/ 54 w 64"/>
              <a:gd name="T25" fmla="*/ 10 h 288"/>
              <a:gd name="T26" fmla="*/ 44 w 64"/>
              <a:gd name="T27" fmla="*/ 4 h 288"/>
              <a:gd name="T28" fmla="*/ 38 w 64"/>
              <a:gd name="T29" fmla="*/ 2 h 288"/>
              <a:gd name="T30" fmla="*/ 32 w 64"/>
              <a:gd name="T31" fmla="*/ 0 h 288"/>
              <a:gd name="T32" fmla="*/ 32 w 64"/>
              <a:gd name="T33" fmla="*/ 0 h 288"/>
              <a:gd name="T34" fmla="*/ 26 w 64"/>
              <a:gd name="T35" fmla="*/ 2 h 288"/>
              <a:gd name="T36" fmla="*/ 20 w 64"/>
              <a:gd name="T37" fmla="*/ 4 h 288"/>
              <a:gd name="T38" fmla="*/ 10 w 64"/>
              <a:gd name="T39" fmla="*/ 10 h 288"/>
              <a:gd name="T40" fmla="*/ 2 w 64"/>
              <a:gd name="T41" fmla="*/ 20 h 288"/>
              <a:gd name="T42" fmla="*/ 0 w 64"/>
              <a:gd name="T43" fmla="*/ 26 h 288"/>
              <a:gd name="T44" fmla="*/ 0 w 64"/>
              <a:gd name="T45" fmla="*/ 32 h 288"/>
              <a:gd name="T46" fmla="*/ 0 w 64"/>
              <a:gd name="T47" fmla="*/ 256 h 288"/>
              <a:gd name="T48" fmla="*/ 0 w 64"/>
              <a:gd name="T49" fmla="*/ 256 h 288"/>
              <a:gd name="T50" fmla="*/ 0 w 64"/>
              <a:gd name="T51" fmla="*/ 264 h 288"/>
              <a:gd name="T52" fmla="*/ 2 w 64"/>
              <a:gd name="T53" fmla="*/ 270 h 288"/>
              <a:gd name="T54" fmla="*/ 8 w 64"/>
              <a:gd name="T55" fmla="*/ 280 h 288"/>
              <a:gd name="T56" fmla="*/ 20 w 64"/>
              <a:gd name="T57" fmla="*/ 286 h 288"/>
              <a:gd name="T58" fmla="*/ 24 w 64"/>
              <a:gd name="T59" fmla="*/ 288 h 288"/>
              <a:gd name="T60" fmla="*/ 32 w 64"/>
              <a:gd name="T61"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64" h="288">
                <a:moveTo>
                  <a:pt x="32" y="288"/>
                </a:moveTo>
                <a:lnTo>
                  <a:pt x="32" y="288"/>
                </a:lnTo>
                <a:lnTo>
                  <a:pt x="38" y="288"/>
                </a:lnTo>
                <a:lnTo>
                  <a:pt x="44" y="286"/>
                </a:lnTo>
                <a:lnTo>
                  <a:pt x="54" y="280"/>
                </a:lnTo>
                <a:lnTo>
                  <a:pt x="60" y="270"/>
                </a:lnTo>
                <a:lnTo>
                  <a:pt x="62" y="264"/>
                </a:lnTo>
                <a:lnTo>
                  <a:pt x="64" y="258"/>
                </a:lnTo>
                <a:lnTo>
                  <a:pt x="64" y="32"/>
                </a:lnTo>
                <a:lnTo>
                  <a:pt x="64" y="32"/>
                </a:lnTo>
                <a:lnTo>
                  <a:pt x="62" y="26"/>
                </a:lnTo>
                <a:lnTo>
                  <a:pt x="60" y="20"/>
                </a:lnTo>
                <a:lnTo>
                  <a:pt x="54" y="10"/>
                </a:lnTo>
                <a:lnTo>
                  <a:pt x="44" y="4"/>
                </a:lnTo>
                <a:lnTo>
                  <a:pt x="38" y="2"/>
                </a:lnTo>
                <a:lnTo>
                  <a:pt x="32" y="0"/>
                </a:lnTo>
                <a:lnTo>
                  <a:pt x="32" y="0"/>
                </a:lnTo>
                <a:lnTo>
                  <a:pt x="26" y="2"/>
                </a:lnTo>
                <a:lnTo>
                  <a:pt x="20" y="4"/>
                </a:lnTo>
                <a:lnTo>
                  <a:pt x="10" y="10"/>
                </a:lnTo>
                <a:lnTo>
                  <a:pt x="2" y="20"/>
                </a:lnTo>
                <a:lnTo>
                  <a:pt x="0" y="26"/>
                </a:lnTo>
                <a:lnTo>
                  <a:pt x="0" y="32"/>
                </a:lnTo>
                <a:lnTo>
                  <a:pt x="0" y="256"/>
                </a:lnTo>
                <a:lnTo>
                  <a:pt x="0" y="256"/>
                </a:lnTo>
                <a:lnTo>
                  <a:pt x="0" y="264"/>
                </a:lnTo>
                <a:lnTo>
                  <a:pt x="2" y="270"/>
                </a:lnTo>
                <a:lnTo>
                  <a:pt x="8" y="280"/>
                </a:lnTo>
                <a:lnTo>
                  <a:pt x="20" y="286"/>
                </a:lnTo>
                <a:lnTo>
                  <a:pt x="24" y="288"/>
                </a:lnTo>
                <a:lnTo>
                  <a:pt x="32" y="288"/>
                </a:lnTo>
                <a:close/>
              </a:path>
            </a:pathLst>
          </a:custGeom>
          <a:solidFill>
            <a:srgbClr val="CE885B">
              <a:lumMod val="50000"/>
              <a:lumOff val="50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 name="Freeform 214"/>
          <p:cNvSpPr/>
          <p:nvPr>
            <p:custDataLst>
              <p:tags r:id="rId6"/>
            </p:custDataLst>
          </p:nvPr>
        </p:nvSpPr>
        <p:spPr bwMode="auto">
          <a:xfrm>
            <a:off x="3526244" y="2836332"/>
            <a:ext cx="69027" cy="310619"/>
          </a:xfrm>
          <a:custGeom>
            <a:avLst/>
            <a:gdLst>
              <a:gd name="T0" fmla="*/ 32 w 64"/>
              <a:gd name="T1" fmla="*/ 288 h 288"/>
              <a:gd name="T2" fmla="*/ 32 w 64"/>
              <a:gd name="T3" fmla="*/ 288 h 288"/>
              <a:gd name="T4" fmla="*/ 38 w 64"/>
              <a:gd name="T5" fmla="*/ 288 h 288"/>
              <a:gd name="T6" fmla="*/ 44 w 64"/>
              <a:gd name="T7" fmla="*/ 286 h 288"/>
              <a:gd name="T8" fmla="*/ 54 w 64"/>
              <a:gd name="T9" fmla="*/ 280 h 288"/>
              <a:gd name="T10" fmla="*/ 60 w 64"/>
              <a:gd name="T11" fmla="*/ 270 h 288"/>
              <a:gd name="T12" fmla="*/ 62 w 64"/>
              <a:gd name="T13" fmla="*/ 264 h 288"/>
              <a:gd name="T14" fmla="*/ 64 w 64"/>
              <a:gd name="T15" fmla="*/ 258 h 288"/>
              <a:gd name="T16" fmla="*/ 64 w 64"/>
              <a:gd name="T17" fmla="*/ 32 h 288"/>
              <a:gd name="T18" fmla="*/ 64 w 64"/>
              <a:gd name="T19" fmla="*/ 32 h 288"/>
              <a:gd name="T20" fmla="*/ 62 w 64"/>
              <a:gd name="T21" fmla="*/ 26 h 288"/>
              <a:gd name="T22" fmla="*/ 60 w 64"/>
              <a:gd name="T23" fmla="*/ 20 h 288"/>
              <a:gd name="T24" fmla="*/ 54 w 64"/>
              <a:gd name="T25" fmla="*/ 10 h 288"/>
              <a:gd name="T26" fmla="*/ 44 w 64"/>
              <a:gd name="T27" fmla="*/ 4 h 288"/>
              <a:gd name="T28" fmla="*/ 38 w 64"/>
              <a:gd name="T29" fmla="*/ 2 h 288"/>
              <a:gd name="T30" fmla="*/ 32 w 64"/>
              <a:gd name="T31" fmla="*/ 0 h 288"/>
              <a:gd name="T32" fmla="*/ 32 w 64"/>
              <a:gd name="T33" fmla="*/ 0 h 288"/>
              <a:gd name="T34" fmla="*/ 26 w 64"/>
              <a:gd name="T35" fmla="*/ 2 h 288"/>
              <a:gd name="T36" fmla="*/ 20 w 64"/>
              <a:gd name="T37" fmla="*/ 4 h 288"/>
              <a:gd name="T38" fmla="*/ 10 w 64"/>
              <a:gd name="T39" fmla="*/ 10 h 288"/>
              <a:gd name="T40" fmla="*/ 2 w 64"/>
              <a:gd name="T41" fmla="*/ 20 h 288"/>
              <a:gd name="T42" fmla="*/ 0 w 64"/>
              <a:gd name="T43" fmla="*/ 26 h 288"/>
              <a:gd name="T44" fmla="*/ 0 w 64"/>
              <a:gd name="T45" fmla="*/ 32 h 288"/>
              <a:gd name="T46" fmla="*/ 0 w 64"/>
              <a:gd name="T47" fmla="*/ 256 h 288"/>
              <a:gd name="T48" fmla="*/ 0 w 64"/>
              <a:gd name="T49" fmla="*/ 256 h 288"/>
              <a:gd name="T50" fmla="*/ 0 w 64"/>
              <a:gd name="T51" fmla="*/ 264 h 288"/>
              <a:gd name="T52" fmla="*/ 2 w 64"/>
              <a:gd name="T53" fmla="*/ 270 h 288"/>
              <a:gd name="T54" fmla="*/ 8 w 64"/>
              <a:gd name="T55" fmla="*/ 280 h 288"/>
              <a:gd name="T56" fmla="*/ 20 w 64"/>
              <a:gd name="T57" fmla="*/ 286 h 288"/>
              <a:gd name="T58" fmla="*/ 24 w 64"/>
              <a:gd name="T59" fmla="*/ 288 h 288"/>
              <a:gd name="T60" fmla="*/ 32 w 64"/>
              <a:gd name="T61"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64" h="288">
                <a:moveTo>
                  <a:pt x="32" y="288"/>
                </a:moveTo>
                <a:lnTo>
                  <a:pt x="32" y="288"/>
                </a:lnTo>
                <a:lnTo>
                  <a:pt x="38" y="288"/>
                </a:lnTo>
                <a:lnTo>
                  <a:pt x="44" y="286"/>
                </a:lnTo>
                <a:lnTo>
                  <a:pt x="54" y="280"/>
                </a:lnTo>
                <a:lnTo>
                  <a:pt x="60" y="270"/>
                </a:lnTo>
                <a:lnTo>
                  <a:pt x="62" y="264"/>
                </a:lnTo>
                <a:lnTo>
                  <a:pt x="64" y="258"/>
                </a:lnTo>
                <a:lnTo>
                  <a:pt x="64" y="32"/>
                </a:lnTo>
                <a:lnTo>
                  <a:pt x="64" y="32"/>
                </a:lnTo>
                <a:lnTo>
                  <a:pt x="62" y="26"/>
                </a:lnTo>
                <a:lnTo>
                  <a:pt x="60" y="20"/>
                </a:lnTo>
                <a:lnTo>
                  <a:pt x="54" y="10"/>
                </a:lnTo>
                <a:lnTo>
                  <a:pt x="44" y="4"/>
                </a:lnTo>
                <a:lnTo>
                  <a:pt x="38" y="2"/>
                </a:lnTo>
                <a:lnTo>
                  <a:pt x="32" y="0"/>
                </a:lnTo>
                <a:lnTo>
                  <a:pt x="32" y="0"/>
                </a:lnTo>
                <a:lnTo>
                  <a:pt x="26" y="2"/>
                </a:lnTo>
                <a:lnTo>
                  <a:pt x="20" y="4"/>
                </a:lnTo>
                <a:lnTo>
                  <a:pt x="10" y="10"/>
                </a:lnTo>
                <a:lnTo>
                  <a:pt x="2" y="20"/>
                </a:lnTo>
                <a:lnTo>
                  <a:pt x="0" y="26"/>
                </a:lnTo>
                <a:lnTo>
                  <a:pt x="0" y="32"/>
                </a:lnTo>
                <a:lnTo>
                  <a:pt x="0" y="256"/>
                </a:lnTo>
                <a:lnTo>
                  <a:pt x="0" y="256"/>
                </a:lnTo>
                <a:lnTo>
                  <a:pt x="0" y="264"/>
                </a:lnTo>
                <a:lnTo>
                  <a:pt x="2" y="270"/>
                </a:lnTo>
                <a:lnTo>
                  <a:pt x="8" y="280"/>
                </a:lnTo>
                <a:lnTo>
                  <a:pt x="20" y="286"/>
                </a:lnTo>
                <a:lnTo>
                  <a:pt x="24" y="288"/>
                </a:lnTo>
                <a:lnTo>
                  <a:pt x="32" y="288"/>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 name="Freeform 215"/>
          <p:cNvSpPr/>
          <p:nvPr>
            <p:custDataLst>
              <p:tags r:id="rId7"/>
            </p:custDataLst>
          </p:nvPr>
        </p:nvSpPr>
        <p:spPr bwMode="auto">
          <a:xfrm>
            <a:off x="3597427" y="3006742"/>
            <a:ext cx="69027" cy="140209"/>
          </a:xfrm>
          <a:custGeom>
            <a:avLst/>
            <a:gdLst>
              <a:gd name="T0" fmla="*/ 32 w 64"/>
              <a:gd name="T1" fmla="*/ 130 h 130"/>
              <a:gd name="T2" fmla="*/ 32 w 64"/>
              <a:gd name="T3" fmla="*/ 130 h 130"/>
              <a:gd name="T4" fmla="*/ 38 w 64"/>
              <a:gd name="T5" fmla="*/ 130 h 130"/>
              <a:gd name="T6" fmla="*/ 44 w 64"/>
              <a:gd name="T7" fmla="*/ 128 h 130"/>
              <a:gd name="T8" fmla="*/ 54 w 64"/>
              <a:gd name="T9" fmla="*/ 122 h 130"/>
              <a:gd name="T10" fmla="*/ 62 w 64"/>
              <a:gd name="T11" fmla="*/ 112 h 130"/>
              <a:gd name="T12" fmla="*/ 64 w 64"/>
              <a:gd name="T13" fmla="*/ 106 h 130"/>
              <a:gd name="T14" fmla="*/ 64 w 64"/>
              <a:gd name="T15" fmla="*/ 100 h 130"/>
              <a:gd name="T16" fmla="*/ 64 w 64"/>
              <a:gd name="T17" fmla="*/ 32 h 130"/>
              <a:gd name="T18" fmla="*/ 64 w 64"/>
              <a:gd name="T19" fmla="*/ 32 h 130"/>
              <a:gd name="T20" fmla="*/ 64 w 64"/>
              <a:gd name="T21" fmla="*/ 26 h 130"/>
              <a:gd name="T22" fmla="*/ 62 w 64"/>
              <a:gd name="T23" fmla="*/ 20 h 130"/>
              <a:gd name="T24" fmla="*/ 56 w 64"/>
              <a:gd name="T25" fmla="*/ 10 h 130"/>
              <a:gd name="T26" fmla="*/ 44 w 64"/>
              <a:gd name="T27" fmla="*/ 2 h 130"/>
              <a:gd name="T28" fmla="*/ 38 w 64"/>
              <a:gd name="T29" fmla="*/ 0 h 130"/>
              <a:gd name="T30" fmla="*/ 32 w 64"/>
              <a:gd name="T31" fmla="*/ 0 h 130"/>
              <a:gd name="T32" fmla="*/ 32 w 64"/>
              <a:gd name="T33" fmla="*/ 0 h 130"/>
              <a:gd name="T34" fmla="*/ 26 w 64"/>
              <a:gd name="T35" fmla="*/ 0 h 130"/>
              <a:gd name="T36" fmla="*/ 20 w 64"/>
              <a:gd name="T37" fmla="*/ 2 h 130"/>
              <a:gd name="T38" fmla="*/ 10 w 64"/>
              <a:gd name="T39" fmla="*/ 10 h 130"/>
              <a:gd name="T40" fmla="*/ 4 w 64"/>
              <a:gd name="T41" fmla="*/ 20 h 130"/>
              <a:gd name="T42" fmla="*/ 2 w 64"/>
              <a:gd name="T43" fmla="*/ 26 h 130"/>
              <a:gd name="T44" fmla="*/ 0 w 64"/>
              <a:gd name="T45" fmla="*/ 32 h 130"/>
              <a:gd name="T46" fmla="*/ 0 w 64"/>
              <a:gd name="T47" fmla="*/ 100 h 130"/>
              <a:gd name="T48" fmla="*/ 0 w 64"/>
              <a:gd name="T49" fmla="*/ 100 h 130"/>
              <a:gd name="T50" fmla="*/ 2 w 64"/>
              <a:gd name="T51" fmla="*/ 106 h 130"/>
              <a:gd name="T52" fmla="*/ 4 w 64"/>
              <a:gd name="T53" fmla="*/ 112 h 130"/>
              <a:gd name="T54" fmla="*/ 10 w 64"/>
              <a:gd name="T55" fmla="*/ 122 h 130"/>
              <a:gd name="T56" fmla="*/ 20 w 64"/>
              <a:gd name="T57" fmla="*/ 128 h 130"/>
              <a:gd name="T58" fmla="*/ 26 w 64"/>
              <a:gd name="T59" fmla="*/ 130 h 130"/>
              <a:gd name="T60" fmla="*/ 32 w 64"/>
              <a:gd name="T61" fmla="*/ 130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64" h="130">
                <a:moveTo>
                  <a:pt x="32" y="130"/>
                </a:moveTo>
                <a:lnTo>
                  <a:pt x="32" y="130"/>
                </a:lnTo>
                <a:lnTo>
                  <a:pt x="38" y="130"/>
                </a:lnTo>
                <a:lnTo>
                  <a:pt x="44" y="128"/>
                </a:lnTo>
                <a:lnTo>
                  <a:pt x="54" y="122"/>
                </a:lnTo>
                <a:lnTo>
                  <a:pt x="62" y="112"/>
                </a:lnTo>
                <a:lnTo>
                  <a:pt x="64" y="106"/>
                </a:lnTo>
                <a:lnTo>
                  <a:pt x="64" y="100"/>
                </a:lnTo>
                <a:lnTo>
                  <a:pt x="64" y="32"/>
                </a:lnTo>
                <a:lnTo>
                  <a:pt x="64" y="32"/>
                </a:lnTo>
                <a:lnTo>
                  <a:pt x="64" y="26"/>
                </a:lnTo>
                <a:lnTo>
                  <a:pt x="62" y="20"/>
                </a:lnTo>
                <a:lnTo>
                  <a:pt x="56" y="10"/>
                </a:lnTo>
                <a:lnTo>
                  <a:pt x="44" y="2"/>
                </a:lnTo>
                <a:lnTo>
                  <a:pt x="38" y="0"/>
                </a:lnTo>
                <a:lnTo>
                  <a:pt x="32" y="0"/>
                </a:lnTo>
                <a:lnTo>
                  <a:pt x="32" y="0"/>
                </a:lnTo>
                <a:lnTo>
                  <a:pt x="26" y="0"/>
                </a:lnTo>
                <a:lnTo>
                  <a:pt x="20" y="2"/>
                </a:lnTo>
                <a:lnTo>
                  <a:pt x="10" y="10"/>
                </a:lnTo>
                <a:lnTo>
                  <a:pt x="4" y="20"/>
                </a:lnTo>
                <a:lnTo>
                  <a:pt x="2" y="26"/>
                </a:lnTo>
                <a:lnTo>
                  <a:pt x="0" y="32"/>
                </a:lnTo>
                <a:lnTo>
                  <a:pt x="0" y="100"/>
                </a:lnTo>
                <a:lnTo>
                  <a:pt x="0" y="100"/>
                </a:lnTo>
                <a:lnTo>
                  <a:pt x="2" y="106"/>
                </a:lnTo>
                <a:lnTo>
                  <a:pt x="4" y="112"/>
                </a:lnTo>
                <a:lnTo>
                  <a:pt x="10" y="122"/>
                </a:lnTo>
                <a:lnTo>
                  <a:pt x="20" y="128"/>
                </a:lnTo>
                <a:lnTo>
                  <a:pt x="26" y="130"/>
                </a:lnTo>
                <a:lnTo>
                  <a:pt x="32" y="130"/>
                </a:lnTo>
                <a:close/>
              </a:path>
            </a:pathLst>
          </a:custGeom>
          <a:solidFill>
            <a:srgbClr val="CE885B">
              <a:lumMod val="50000"/>
              <a:lumOff val="50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 name="Freeform 216"/>
          <p:cNvSpPr/>
          <p:nvPr>
            <p:custDataLst>
              <p:tags r:id="rId8"/>
            </p:custDataLst>
          </p:nvPr>
        </p:nvSpPr>
        <p:spPr bwMode="auto">
          <a:xfrm>
            <a:off x="3597427" y="3006742"/>
            <a:ext cx="69027" cy="140209"/>
          </a:xfrm>
          <a:custGeom>
            <a:avLst/>
            <a:gdLst>
              <a:gd name="T0" fmla="*/ 32 w 64"/>
              <a:gd name="T1" fmla="*/ 130 h 130"/>
              <a:gd name="T2" fmla="*/ 32 w 64"/>
              <a:gd name="T3" fmla="*/ 130 h 130"/>
              <a:gd name="T4" fmla="*/ 38 w 64"/>
              <a:gd name="T5" fmla="*/ 130 h 130"/>
              <a:gd name="T6" fmla="*/ 44 w 64"/>
              <a:gd name="T7" fmla="*/ 128 h 130"/>
              <a:gd name="T8" fmla="*/ 54 w 64"/>
              <a:gd name="T9" fmla="*/ 122 h 130"/>
              <a:gd name="T10" fmla="*/ 62 w 64"/>
              <a:gd name="T11" fmla="*/ 112 h 130"/>
              <a:gd name="T12" fmla="*/ 64 w 64"/>
              <a:gd name="T13" fmla="*/ 106 h 130"/>
              <a:gd name="T14" fmla="*/ 64 w 64"/>
              <a:gd name="T15" fmla="*/ 100 h 130"/>
              <a:gd name="T16" fmla="*/ 64 w 64"/>
              <a:gd name="T17" fmla="*/ 32 h 130"/>
              <a:gd name="T18" fmla="*/ 64 w 64"/>
              <a:gd name="T19" fmla="*/ 32 h 130"/>
              <a:gd name="T20" fmla="*/ 64 w 64"/>
              <a:gd name="T21" fmla="*/ 26 h 130"/>
              <a:gd name="T22" fmla="*/ 62 w 64"/>
              <a:gd name="T23" fmla="*/ 20 h 130"/>
              <a:gd name="T24" fmla="*/ 56 w 64"/>
              <a:gd name="T25" fmla="*/ 10 h 130"/>
              <a:gd name="T26" fmla="*/ 44 w 64"/>
              <a:gd name="T27" fmla="*/ 2 h 130"/>
              <a:gd name="T28" fmla="*/ 38 w 64"/>
              <a:gd name="T29" fmla="*/ 0 h 130"/>
              <a:gd name="T30" fmla="*/ 32 w 64"/>
              <a:gd name="T31" fmla="*/ 0 h 130"/>
              <a:gd name="T32" fmla="*/ 32 w 64"/>
              <a:gd name="T33" fmla="*/ 0 h 130"/>
              <a:gd name="T34" fmla="*/ 26 w 64"/>
              <a:gd name="T35" fmla="*/ 0 h 130"/>
              <a:gd name="T36" fmla="*/ 20 w 64"/>
              <a:gd name="T37" fmla="*/ 2 h 130"/>
              <a:gd name="T38" fmla="*/ 10 w 64"/>
              <a:gd name="T39" fmla="*/ 10 h 130"/>
              <a:gd name="T40" fmla="*/ 4 w 64"/>
              <a:gd name="T41" fmla="*/ 20 h 130"/>
              <a:gd name="T42" fmla="*/ 2 w 64"/>
              <a:gd name="T43" fmla="*/ 26 h 130"/>
              <a:gd name="T44" fmla="*/ 0 w 64"/>
              <a:gd name="T45" fmla="*/ 32 h 130"/>
              <a:gd name="T46" fmla="*/ 0 w 64"/>
              <a:gd name="T47" fmla="*/ 100 h 130"/>
              <a:gd name="T48" fmla="*/ 0 w 64"/>
              <a:gd name="T49" fmla="*/ 100 h 130"/>
              <a:gd name="T50" fmla="*/ 2 w 64"/>
              <a:gd name="T51" fmla="*/ 106 h 130"/>
              <a:gd name="T52" fmla="*/ 4 w 64"/>
              <a:gd name="T53" fmla="*/ 112 h 130"/>
              <a:gd name="T54" fmla="*/ 10 w 64"/>
              <a:gd name="T55" fmla="*/ 122 h 130"/>
              <a:gd name="T56" fmla="*/ 20 w 64"/>
              <a:gd name="T57" fmla="*/ 128 h 130"/>
              <a:gd name="T58" fmla="*/ 26 w 64"/>
              <a:gd name="T59" fmla="*/ 130 h 130"/>
              <a:gd name="T60" fmla="*/ 32 w 64"/>
              <a:gd name="T61" fmla="*/ 130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64" h="130">
                <a:moveTo>
                  <a:pt x="32" y="130"/>
                </a:moveTo>
                <a:lnTo>
                  <a:pt x="32" y="130"/>
                </a:lnTo>
                <a:lnTo>
                  <a:pt x="38" y="130"/>
                </a:lnTo>
                <a:lnTo>
                  <a:pt x="44" y="128"/>
                </a:lnTo>
                <a:lnTo>
                  <a:pt x="54" y="122"/>
                </a:lnTo>
                <a:lnTo>
                  <a:pt x="62" y="112"/>
                </a:lnTo>
                <a:lnTo>
                  <a:pt x="64" y="106"/>
                </a:lnTo>
                <a:lnTo>
                  <a:pt x="64" y="100"/>
                </a:lnTo>
                <a:lnTo>
                  <a:pt x="64" y="32"/>
                </a:lnTo>
                <a:lnTo>
                  <a:pt x="64" y="32"/>
                </a:lnTo>
                <a:lnTo>
                  <a:pt x="64" y="26"/>
                </a:lnTo>
                <a:lnTo>
                  <a:pt x="62" y="20"/>
                </a:lnTo>
                <a:lnTo>
                  <a:pt x="56" y="10"/>
                </a:lnTo>
                <a:lnTo>
                  <a:pt x="44" y="2"/>
                </a:lnTo>
                <a:lnTo>
                  <a:pt x="38" y="0"/>
                </a:lnTo>
                <a:lnTo>
                  <a:pt x="32" y="0"/>
                </a:lnTo>
                <a:lnTo>
                  <a:pt x="32" y="0"/>
                </a:lnTo>
                <a:lnTo>
                  <a:pt x="26" y="0"/>
                </a:lnTo>
                <a:lnTo>
                  <a:pt x="20" y="2"/>
                </a:lnTo>
                <a:lnTo>
                  <a:pt x="10" y="10"/>
                </a:lnTo>
                <a:lnTo>
                  <a:pt x="4" y="20"/>
                </a:lnTo>
                <a:lnTo>
                  <a:pt x="2" y="26"/>
                </a:lnTo>
                <a:lnTo>
                  <a:pt x="0" y="32"/>
                </a:lnTo>
                <a:lnTo>
                  <a:pt x="0" y="100"/>
                </a:lnTo>
                <a:lnTo>
                  <a:pt x="0" y="100"/>
                </a:lnTo>
                <a:lnTo>
                  <a:pt x="2" y="106"/>
                </a:lnTo>
                <a:lnTo>
                  <a:pt x="4" y="112"/>
                </a:lnTo>
                <a:lnTo>
                  <a:pt x="10" y="122"/>
                </a:lnTo>
                <a:lnTo>
                  <a:pt x="20" y="128"/>
                </a:lnTo>
                <a:lnTo>
                  <a:pt x="26" y="130"/>
                </a:lnTo>
                <a:lnTo>
                  <a:pt x="32" y="13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 name="Freeform 217"/>
          <p:cNvSpPr/>
          <p:nvPr>
            <p:custDataLst>
              <p:tags r:id="rId9"/>
            </p:custDataLst>
          </p:nvPr>
        </p:nvSpPr>
        <p:spPr bwMode="auto">
          <a:xfrm>
            <a:off x="3670768" y="3006742"/>
            <a:ext cx="69027" cy="140209"/>
          </a:xfrm>
          <a:custGeom>
            <a:avLst/>
            <a:gdLst>
              <a:gd name="T0" fmla="*/ 32 w 64"/>
              <a:gd name="T1" fmla="*/ 130 h 130"/>
              <a:gd name="T2" fmla="*/ 32 w 64"/>
              <a:gd name="T3" fmla="*/ 130 h 130"/>
              <a:gd name="T4" fmla="*/ 38 w 64"/>
              <a:gd name="T5" fmla="*/ 130 h 130"/>
              <a:gd name="T6" fmla="*/ 44 w 64"/>
              <a:gd name="T7" fmla="*/ 128 h 130"/>
              <a:gd name="T8" fmla="*/ 54 w 64"/>
              <a:gd name="T9" fmla="*/ 122 h 130"/>
              <a:gd name="T10" fmla="*/ 60 w 64"/>
              <a:gd name="T11" fmla="*/ 112 h 130"/>
              <a:gd name="T12" fmla="*/ 62 w 64"/>
              <a:gd name="T13" fmla="*/ 106 h 130"/>
              <a:gd name="T14" fmla="*/ 64 w 64"/>
              <a:gd name="T15" fmla="*/ 100 h 130"/>
              <a:gd name="T16" fmla="*/ 64 w 64"/>
              <a:gd name="T17" fmla="*/ 32 h 130"/>
              <a:gd name="T18" fmla="*/ 64 w 64"/>
              <a:gd name="T19" fmla="*/ 32 h 130"/>
              <a:gd name="T20" fmla="*/ 62 w 64"/>
              <a:gd name="T21" fmla="*/ 26 h 130"/>
              <a:gd name="T22" fmla="*/ 60 w 64"/>
              <a:gd name="T23" fmla="*/ 20 h 130"/>
              <a:gd name="T24" fmla="*/ 54 w 64"/>
              <a:gd name="T25" fmla="*/ 10 h 130"/>
              <a:gd name="T26" fmla="*/ 44 w 64"/>
              <a:gd name="T27" fmla="*/ 2 h 130"/>
              <a:gd name="T28" fmla="*/ 38 w 64"/>
              <a:gd name="T29" fmla="*/ 0 h 130"/>
              <a:gd name="T30" fmla="*/ 32 w 64"/>
              <a:gd name="T31" fmla="*/ 0 h 130"/>
              <a:gd name="T32" fmla="*/ 32 w 64"/>
              <a:gd name="T33" fmla="*/ 0 h 130"/>
              <a:gd name="T34" fmla="*/ 26 w 64"/>
              <a:gd name="T35" fmla="*/ 0 h 130"/>
              <a:gd name="T36" fmla="*/ 20 w 64"/>
              <a:gd name="T37" fmla="*/ 2 h 130"/>
              <a:gd name="T38" fmla="*/ 10 w 64"/>
              <a:gd name="T39" fmla="*/ 10 h 130"/>
              <a:gd name="T40" fmla="*/ 2 w 64"/>
              <a:gd name="T41" fmla="*/ 20 h 130"/>
              <a:gd name="T42" fmla="*/ 0 w 64"/>
              <a:gd name="T43" fmla="*/ 26 h 130"/>
              <a:gd name="T44" fmla="*/ 0 w 64"/>
              <a:gd name="T45" fmla="*/ 32 h 130"/>
              <a:gd name="T46" fmla="*/ 0 w 64"/>
              <a:gd name="T47" fmla="*/ 100 h 130"/>
              <a:gd name="T48" fmla="*/ 0 w 64"/>
              <a:gd name="T49" fmla="*/ 100 h 130"/>
              <a:gd name="T50" fmla="*/ 0 w 64"/>
              <a:gd name="T51" fmla="*/ 106 h 130"/>
              <a:gd name="T52" fmla="*/ 2 w 64"/>
              <a:gd name="T53" fmla="*/ 112 h 130"/>
              <a:gd name="T54" fmla="*/ 10 w 64"/>
              <a:gd name="T55" fmla="*/ 122 h 130"/>
              <a:gd name="T56" fmla="*/ 20 w 64"/>
              <a:gd name="T57" fmla="*/ 128 h 130"/>
              <a:gd name="T58" fmla="*/ 26 w 64"/>
              <a:gd name="T59" fmla="*/ 130 h 130"/>
              <a:gd name="T60" fmla="*/ 32 w 64"/>
              <a:gd name="T61" fmla="*/ 130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64" h="130">
                <a:moveTo>
                  <a:pt x="32" y="130"/>
                </a:moveTo>
                <a:lnTo>
                  <a:pt x="32" y="130"/>
                </a:lnTo>
                <a:lnTo>
                  <a:pt x="38" y="130"/>
                </a:lnTo>
                <a:lnTo>
                  <a:pt x="44" y="128"/>
                </a:lnTo>
                <a:lnTo>
                  <a:pt x="54" y="122"/>
                </a:lnTo>
                <a:lnTo>
                  <a:pt x="60" y="112"/>
                </a:lnTo>
                <a:lnTo>
                  <a:pt x="62" y="106"/>
                </a:lnTo>
                <a:lnTo>
                  <a:pt x="64" y="100"/>
                </a:lnTo>
                <a:lnTo>
                  <a:pt x="64" y="32"/>
                </a:lnTo>
                <a:lnTo>
                  <a:pt x="64" y="32"/>
                </a:lnTo>
                <a:lnTo>
                  <a:pt x="62" y="26"/>
                </a:lnTo>
                <a:lnTo>
                  <a:pt x="60" y="20"/>
                </a:lnTo>
                <a:lnTo>
                  <a:pt x="54" y="10"/>
                </a:lnTo>
                <a:lnTo>
                  <a:pt x="44" y="2"/>
                </a:lnTo>
                <a:lnTo>
                  <a:pt x="38" y="0"/>
                </a:lnTo>
                <a:lnTo>
                  <a:pt x="32" y="0"/>
                </a:lnTo>
                <a:lnTo>
                  <a:pt x="32" y="0"/>
                </a:lnTo>
                <a:lnTo>
                  <a:pt x="26" y="0"/>
                </a:lnTo>
                <a:lnTo>
                  <a:pt x="20" y="2"/>
                </a:lnTo>
                <a:lnTo>
                  <a:pt x="10" y="10"/>
                </a:lnTo>
                <a:lnTo>
                  <a:pt x="2" y="20"/>
                </a:lnTo>
                <a:lnTo>
                  <a:pt x="0" y="26"/>
                </a:lnTo>
                <a:lnTo>
                  <a:pt x="0" y="32"/>
                </a:lnTo>
                <a:lnTo>
                  <a:pt x="0" y="100"/>
                </a:lnTo>
                <a:lnTo>
                  <a:pt x="0" y="100"/>
                </a:lnTo>
                <a:lnTo>
                  <a:pt x="0" y="106"/>
                </a:lnTo>
                <a:lnTo>
                  <a:pt x="2" y="112"/>
                </a:lnTo>
                <a:lnTo>
                  <a:pt x="10" y="122"/>
                </a:lnTo>
                <a:lnTo>
                  <a:pt x="20" y="128"/>
                </a:lnTo>
                <a:lnTo>
                  <a:pt x="26" y="130"/>
                </a:lnTo>
                <a:lnTo>
                  <a:pt x="32" y="130"/>
                </a:lnTo>
                <a:close/>
              </a:path>
            </a:pathLst>
          </a:custGeom>
          <a:solidFill>
            <a:srgbClr val="CE885B">
              <a:lumMod val="50000"/>
              <a:lumOff val="50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 name="Freeform 218"/>
          <p:cNvSpPr/>
          <p:nvPr>
            <p:custDataLst>
              <p:tags r:id="rId10"/>
            </p:custDataLst>
          </p:nvPr>
        </p:nvSpPr>
        <p:spPr bwMode="auto">
          <a:xfrm>
            <a:off x="3670768" y="3006742"/>
            <a:ext cx="69027" cy="140209"/>
          </a:xfrm>
          <a:custGeom>
            <a:avLst/>
            <a:gdLst>
              <a:gd name="T0" fmla="*/ 32 w 64"/>
              <a:gd name="T1" fmla="*/ 130 h 130"/>
              <a:gd name="T2" fmla="*/ 32 w 64"/>
              <a:gd name="T3" fmla="*/ 130 h 130"/>
              <a:gd name="T4" fmla="*/ 38 w 64"/>
              <a:gd name="T5" fmla="*/ 130 h 130"/>
              <a:gd name="T6" fmla="*/ 44 w 64"/>
              <a:gd name="T7" fmla="*/ 128 h 130"/>
              <a:gd name="T8" fmla="*/ 54 w 64"/>
              <a:gd name="T9" fmla="*/ 122 h 130"/>
              <a:gd name="T10" fmla="*/ 60 w 64"/>
              <a:gd name="T11" fmla="*/ 112 h 130"/>
              <a:gd name="T12" fmla="*/ 62 w 64"/>
              <a:gd name="T13" fmla="*/ 106 h 130"/>
              <a:gd name="T14" fmla="*/ 64 w 64"/>
              <a:gd name="T15" fmla="*/ 100 h 130"/>
              <a:gd name="T16" fmla="*/ 64 w 64"/>
              <a:gd name="T17" fmla="*/ 32 h 130"/>
              <a:gd name="T18" fmla="*/ 64 w 64"/>
              <a:gd name="T19" fmla="*/ 32 h 130"/>
              <a:gd name="T20" fmla="*/ 62 w 64"/>
              <a:gd name="T21" fmla="*/ 26 h 130"/>
              <a:gd name="T22" fmla="*/ 60 w 64"/>
              <a:gd name="T23" fmla="*/ 20 h 130"/>
              <a:gd name="T24" fmla="*/ 54 w 64"/>
              <a:gd name="T25" fmla="*/ 10 h 130"/>
              <a:gd name="T26" fmla="*/ 44 w 64"/>
              <a:gd name="T27" fmla="*/ 2 h 130"/>
              <a:gd name="T28" fmla="*/ 38 w 64"/>
              <a:gd name="T29" fmla="*/ 0 h 130"/>
              <a:gd name="T30" fmla="*/ 32 w 64"/>
              <a:gd name="T31" fmla="*/ 0 h 130"/>
              <a:gd name="T32" fmla="*/ 32 w 64"/>
              <a:gd name="T33" fmla="*/ 0 h 130"/>
              <a:gd name="T34" fmla="*/ 26 w 64"/>
              <a:gd name="T35" fmla="*/ 0 h 130"/>
              <a:gd name="T36" fmla="*/ 20 w 64"/>
              <a:gd name="T37" fmla="*/ 2 h 130"/>
              <a:gd name="T38" fmla="*/ 10 w 64"/>
              <a:gd name="T39" fmla="*/ 10 h 130"/>
              <a:gd name="T40" fmla="*/ 2 w 64"/>
              <a:gd name="T41" fmla="*/ 20 h 130"/>
              <a:gd name="T42" fmla="*/ 0 w 64"/>
              <a:gd name="T43" fmla="*/ 26 h 130"/>
              <a:gd name="T44" fmla="*/ 0 w 64"/>
              <a:gd name="T45" fmla="*/ 32 h 130"/>
              <a:gd name="T46" fmla="*/ 0 w 64"/>
              <a:gd name="T47" fmla="*/ 100 h 130"/>
              <a:gd name="T48" fmla="*/ 0 w 64"/>
              <a:gd name="T49" fmla="*/ 100 h 130"/>
              <a:gd name="T50" fmla="*/ 0 w 64"/>
              <a:gd name="T51" fmla="*/ 106 h 130"/>
              <a:gd name="T52" fmla="*/ 2 w 64"/>
              <a:gd name="T53" fmla="*/ 112 h 130"/>
              <a:gd name="T54" fmla="*/ 10 w 64"/>
              <a:gd name="T55" fmla="*/ 122 h 130"/>
              <a:gd name="T56" fmla="*/ 20 w 64"/>
              <a:gd name="T57" fmla="*/ 128 h 130"/>
              <a:gd name="T58" fmla="*/ 26 w 64"/>
              <a:gd name="T59" fmla="*/ 130 h 130"/>
              <a:gd name="T60" fmla="*/ 32 w 64"/>
              <a:gd name="T61" fmla="*/ 130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64" h="130">
                <a:moveTo>
                  <a:pt x="32" y="130"/>
                </a:moveTo>
                <a:lnTo>
                  <a:pt x="32" y="130"/>
                </a:lnTo>
                <a:lnTo>
                  <a:pt x="38" y="130"/>
                </a:lnTo>
                <a:lnTo>
                  <a:pt x="44" y="128"/>
                </a:lnTo>
                <a:lnTo>
                  <a:pt x="54" y="122"/>
                </a:lnTo>
                <a:lnTo>
                  <a:pt x="60" y="112"/>
                </a:lnTo>
                <a:lnTo>
                  <a:pt x="62" y="106"/>
                </a:lnTo>
                <a:lnTo>
                  <a:pt x="64" y="100"/>
                </a:lnTo>
                <a:lnTo>
                  <a:pt x="64" y="32"/>
                </a:lnTo>
                <a:lnTo>
                  <a:pt x="64" y="32"/>
                </a:lnTo>
                <a:lnTo>
                  <a:pt x="62" y="26"/>
                </a:lnTo>
                <a:lnTo>
                  <a:pt x="60" y="20"/>
                </a:lnTo>
                <a:lnTo>
                  <a:pt x="54" y="10"/>
                </a:lnTo>
                <a:lnTo>
                  <a:pt x="44" y="2"/>
                </a:lnTo>
                <a:lnTo>
                  <a:pt x="38" y="0"/>
                </a:lnTo>
                <a:lnTo>
                  <a:pt x="32" y="0"/>
                </a:lnTo>
                <a:lnTo>
                  <a:pt x="32" y="0"/>
                </a:lnTo>
                <a:lnTo>
                  <a:pt x="26" y="0"/>
                </a:lnTo>
                <a:lnTo>
                  <a:pt x="20" y="2"/>
                </a:lnTo>
                <a:lnTo>
                  <a:pt x="10" y="10"/>
                </a:lnTo>
                <a:lnTo>
                  <a:pt x="2" y="20"/>
                </a:lnTo>
                <a:lnTo>
                  <a:pt x="0" y="26"/>
                </a:lnTo>
                <a:lnTo>
                  <a:pt x="0" y="32"/>
                </a:lnTo>
                <a:lnTo>
                  <a:pt x="0" y="100"/>
                </a:lnTo>
                <a:lnTo>
                  <a:pt x="0" y="100"/>
                </a:lnTo>
                <a:lnTo>
                  <a:pt x="0" y="106"/>
                </a:lnTo>
                <a:lnTo>
                  <a:pt x="2" y="112"/>
                </a:lnTo>
                <a:lnTo>
                  <a:pt x="10" y="122"/>
                </a:lnTo>
                <a:lnTo>
                  <a:pt x="20" y="128"/>
                </a:lnTo>
                <a:lnTo>
                  <a:pt x="26" y="130"/>
                </a:lnTo>
                <a:lnTo>
                  <a:pt x="32" y="13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 name="Freeform 219"/>
          <p:cNvSpPr/>
          <p:nvPr>
            <p:custDataLst>
              <p:tags r:id="rId11"/>
            </p:custDataLst>
          </p:nvPr>
        </p:nvSpPr>
        <p:spPr bwMode="auto">
          <a:xfrm>
            <a:off x="3741951" y="3006742"/>
            <a:ext cx="69027" cy="140209"/>
          </a:xfrm>
          <a:custGeom>
            <a:avLst/>
            <a:gdLst>
              <a:gd name="T0" fmla="*/ 32 w 64"/>
              <a:gd name="T1" fmla="*/ 130 h 130"/>
              <a:gd name="T2" fmla="*/ 32 w 64"/>
              <a:gd name="T3" fmla="*/ 130 h 130"/>
              <a:gd name="T4" fmla="*/ 40 w 64"/>
              <a:gd name="T5" fmla="*/ 130 h 130"/>
              <a:gd name="T6" fmla="*/ 46 w 64"/>
              <a:gd name="T7" fmla="*/ 128 h 130"/>
              <a:gd name="T8" fmla="*/ 56 w 64"/>
              <a:gd name="T9" fmla="*/ 122 h 130"/>
              <a:gd name="T10" fmla="*/ 62 w 64"/>
              <a:gd name="T11" fmla="*/ 112 h 130"/>
              <a:gd name="T12" fmla="*/ 64 w 64"/>
              <a:gd name="T13" fmla="*/ 106 h 130"/>
              <a:gd name="T14" fmla="*/ 64 w 64"/>
              <a:gd name="T15" fmla="*/ 100 h 130"/>
              <a:gd name="T16" fmla="*/ 64 w 64"/>
              <a:gd name="T17" fmla="*/ 32 h 130"/>
              <a:gd name="T18" fmla="*/ 64 w 64"/>
              <a:gd name="T19" fmla="*/ 32 h 130"/>
              <a:gd name="T20" fmla="*/ 64 w 64"/>
              <a:gd name="T21" fmla="*/ 26 h 130"/>
              <a:gd name="T22" fmla="*/ 62 w 64"/>
              <a:gd name="T23" fmla="*/ 20 h 130"/>
              <a:gd name="T24" fmla="*/ 56 w 64"/>
              <a:gd name="T25" fmla="*/ 10 h 130"/>
              <a:gd name="T26" fmla="*/ 46 w 64"/>
              <a:gd name="T27" fmla="*/ 2 h 130"/>
              <a:gd name="T28" fmla="*/ 40 w 64"/>
              <a:gd name="T29" fmla="*/ 0 h 130"/>
              <a:gd name="T30" fmla="*/ 32 w 64"/>
              <a:gd name="T31" fmla="*/ 0 h 130"/>
              <a:gd name="T32" fmla="*/ 32 w 64"/>
              <a:gd name="T33" fmla="*/ 0 h 130"/>
              <a:gd name="T34" fmla="*/ 26 w 64"/>
              <a:gd name="T35" fmla="*/ 0 h 130"/>
              <a:gd name="T36" fmla="*/ 20 w 64"/>
              <a:gd name="T37" fmla="*/ 2 h 130"/>
              <a:gd name="T38" fmla="*/ 10 w 64"/>
              <a:gd name="T39" fmla="*/ 10 h 130"/>
              <a:gd name="T40" fmla="*/ 4 w 64"/>
              <a:gd name="T41" fmla="*/ 20 h 130"/>
              <a:gd name="T42" fmla="*/ 2 w 64"/>
              <a:gd name="T43" fmla="*/ 26 h 130"/>
              <a:gd name="T44" fmla="*/ 0 w 64"/>
              <a:gd name="T45" fmla="*/ 32 h 130"/>
              <a:gd name="T46" fmla="*/ 0 w 64"/>
              <a:gd name="T47" fmla="*/ 100 h 130"/>
              <a:gd name="T48" fmla="*/ 0 w 64"/>
              <a:gd name="T49" fmla="*/ 100 h 130"/>
              <a:gd name="T50" fmla="*/ 2 w 64"/>
              <a:gd name="T51" fmla="*/ 106 h 130"/>
              <a:gd name="T52" fmla="*/ 4 w 64"/>
              <a:gd name="T53" fmla="*/ 112 h 130"/>
              <a:gd name="T54" fmla="*/ 10 w 64"/>
              <a:gd name="T55" fmla="*/ 122 h 130"/>
              <a:gd name="T56" fmla="*/ 20 w 64"/>
              <a:gd name="T57" fmla="*/ 128 h 130"/>
              <a:gd name="T58" fmla="*/ 26 w 64"/>
              <a:gd name="T59" fmla="*/ 130 h 130"/>
              <a:gd name="T60" fmla="*/ 32 w 64"/>
              <a:gd name="T61" fmla="*/ 130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64" h="130">
                <a:moveTo>
                  <a:pt x="32" y="130"/>
                </a:moveTo>
                <a:lnTo>
                  <a:pt x="32" y="130"/>
                </a:lnTo>
                <a:lnTo>
                  <a:pt x="40" y="130"/>
                </a:lnTo>
                <a:lnTo>
                  <a:pt x="46" y="128"/>
                </a:lnTo>
                <a:lnTo>
                  <a:pt x="56" y="122"/>
                </a:lnTo>
                <a:lnTo>
                  <a:pt x="62" y="112"/>
                </a:lnTo>
                <a:lnTo>
                  <a:pt x="64" y="106"/>
                </a:lnTo>
                <a:lnTo>
                  <a:pt x="64" y="100"/>
                </a:lnTo>
                <a:lnTo>
                  <a:pt x="64" y="32"/>
                </a:lnTo>
                <a:lnTo>
                  <a:pt x="64" y="32"/>
                </a:lnTo>
                <a:lnTo>
                  <a:pt x="64" y="26"/>
                </a:lnTo>
                <a:lnTo>
                  <a:pt x="62" y="20"/>
                </a:lnTo>
                <a:lnTo>
                  <a:pt x="56" y="10"/>
                </a:lnTo>
                <a:lnTo>
                  <a:pt x="46" y="2"/>
                </a:lnTo>
                <a:lnTo>
                  <a:pt x="40" y="0"/>
                </a:lnTo>
                <a:lnTo>
                  <a:pt x="32" y="0"/>
                </a:lnTo>
                <a:lnTo>
                  <a:pt x="32" y="0"/>
                </a:lnTo>
                <a:lnTo>
                  <a:pt x="26" y="0"/>
                </a:lnTo>
                <a:lnTo>
                  <a:pt x="20" y="2"/>
                </a:lnTo>
                <a:lnTo>
                  <a:pt x="10" y="10"/>
                </a:lnTo>
                <a:lnTo>
                  <a:pt x="4" y="20"/>
                </a:lnTo>
                <a:lnTo>
                  <a:pt x="2" y="26"/>
                </a:lnTo>
                <a:lnTo>
                  <a:pt x="0" y="32"/>
                </a:lnTo>
                <a:lnTo>
                  <a:pt x="0" y="100"/>
                </a:lnTo>
                <a:lnTo>
                  <a:pt x="0" y="100"/>
                </a:lnTo>
                <a:lnTo>
                  <a:pt x="2" y="106"/>
                </a:lnTo>
                <a:lnTo>
                  <a:pt x="4" y="112"/>
                </a:lnTo>
                <a:lnTo>
                  <a:pt x="10" y="122"/>
                </a:lnTo>
                <a:lnTo>
                  <a:pt x="20" y="128"/>
                </a:lnTo>
                <a:lnTo>
                  <a:pt x="26" y="130"/>
                </a:lnTo>
                <a:lnTo>
                  <a:pt x="32" y="130"/>
                </a:lnTo>
                <a:close/>
              </a:path>
            </a:pathLst>
          </a:custGeom>
          <a:solidFill>
            <a:srgbClr val="CE885B">
              <a:lumMod val="50000"/>
              <a:lumOff val="50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 name="Freeform 220"/>
          <p:cNvSpPr/>
          <p:nvPr>
            <p:custDataLst>
              <p:tags r:id="rId12"/>
            </p:custDataLst>
          </p:nvPr>
        </p:nvSpPr>
        <p:spPr bwMode="auto">
          <a:xfrm>
            <a:off x="3741951" y="3006742"/>
            <a:ext cx="69027" cy="140209"/>
          </a:xfrm>
          <a:custGeom>
            <a:avLst/>
            <a:gdLst>
              <a:gd name="T0" fmla="*/ 32 w 64"/>
              <a:gd name="T1" fmla="*/ 130 h 130"/>
              <a:gd name="T2" fmla="*/ 32 w 64"/>
              <a:gd name="T3" fmla="*/ 130 h 130"/>
              <a:gd name="T4" fmla="*/ 40 w 64"/>
              <a:gd name="T5" fmla="*/ 130 h 130"/>
              <a:gd name="T6" fmla="*/ 46 w 64"/>
              <a:gd name="T7" fmla="*/ 128 h 130"/>
              <a:gd name="T8" fmla="*/ 56 w 64"/>
              <a:gd name="T9" fmla="*/ 122 h 130"/>
              <a:gd name="T10" fmla="*/ 62 w 64"/>
              <a:gd name="T11" fmla="*/ 112 h 130"/>
              <a:gd name="T12" fmla="*/ 64 w 64"/>
              <a:gd name="T13" fmla="*/ 106 h 130"/>
              <a:gd name="T14" fmla="*/ 64 w 64"/>
              <a:gd name="T15" fmla="*/ 100 h 130"/>
              <a:gd name="T16" fmla="*/ 64 w 64"/>
              <a:gd name="T17" fmla="*/ 32 h 130"/>
              <a:gd name="T18" fmla="*/ 64 w 64"/>
              <a:gd name="T19" fmla="*/ 32 h 130"/>
              <a:gd name="T20" fmla="*/ 64 w 64"/>
              <a:gd name="T21" fmla="*/ 26 h 130"/>
              <a:gd name="T22" fmla="*/ 62 w 64"/>
              <a:gd name="T23" fmla="*/ 20 h 130"/>
              <a:gd name="T24" fmla="*/ 56 w 64"/>
              <a:gd name="T25" fmla="*/ 10 h 130"/>
              <a:gd name="T26" fmla="*/ 46 w 64"/>
              <a:gd name="T27" fmla="*/ 2 h 130"/>
              <a:gd name="T28" fmla="*/ 40 w 64"/>
              <a:gd name="T29" fmla="*/ 0 h 130"/>
              <a:gd name="T30" fmla="*/ 32 w 64"/>
              <a:gd name="T31" fmla="*/ 0 h 130"/>
              <a:gd name="T32" fmla="*/ 32 w 64"/>
              <a:gd name="T33" fmla="*/ 0 h 130"/>
              <a:gd name="T34" fmla="*/ 26 w 64"/>
              <a:gd name="T35" fmla="*/ 0 h 130"/>
              <a:gd name="T36" fmla="*/ 20 w 64"/>
              <a:gd name="T37" fmla="*/ 2 h 130"/>
              <a:gd name="T38" fmla="*/ 10 w 64"/>
              <a:gd name="T39" fmla="*/ 10 h 130"/>
              <a:gd name="T40" fmla="*/ 4 w 64"/>
              <a:gd name="T41" fmla="*/ 20 h 130"/>
              <a:gd name="T42" fmla="*/ 2 w 64"/>
              <a:gd name="T43" fmla="*/ 26 h 130"/>
              <a:gd name="T44" fmla="*/ 0 w 64"/>
              <a:gd name="T45" fmla="*/ 32 h 130"/>
              <a:gd name="T46" fmla="*/ 0 w 64"/>
              <a:gd name="T47" fmla="*/ 100 h 130"/>
              <a:gd name="T48" fmla="*/ 0 w 64"/>
              <a:gd name="T49" fmla="*/ 100 h 130"/>
              <a:gd name="T50" fmla="*/ 2 w 64"/>
              <a:gd name="T51" fmla="*/ 106 h 130"/>
              <a:gd name="T52" fmla="*/ 4 w 64"/>
              <a:gd name="T53" fmla="*/ 112 h 130"/>
              <a:gd name="T54" fmla="*/ 10 w 64"/>
              <a:gd name="T55" fmla="*/ 122 h 130"/>
              <a:gd name="T56" fmla="*/ 20 w 64"/>
              <a:gd name="T57" fmla="*/ 128 h 130"/>
              <a:gd name="T58" fmla="*/ 26 w 64"/>
              <a:gd name="T59" fmla="*/ 130 h 130"/>
              <a:gd name="T60" fmla="*/ 32 w 64"/>
              <a:gd name="T61" fmla="*/ 130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64" h="130">
                <a:moveTo>
                  <a:pt x="32" y="130"/>
                </a:moveTo>
                <a:lnTo>
                  <a:pt x="32" y="130"/>
                </a:lnTo>
                <a:lnTo>
                  <a:pt x="40" y="130"/>
                </a:lnTo>
                <a:lnTo>
                  <a:pt x="46" y="128"/>
                </a:lnTo>
                <a:lnTo>
                  <a:pt x="56" y="122"/>
                </a:lnTo>
                <a:lnTo>
                  <a:pt x="62" y="112"/>
                </a:lnTo>
                <a:lnTo>
                  <a:pt x="64" y="106"/>
                </a:lnTo>
                <a:lnTo>
                  <a:pt x="64" y="100"/>
                </a:lnTo>
                <a:lnTo>
                  <a:pt x="64" y="32"/>
                </a:lnTo>
                <a:lnTo>
                  <a:pt x="64" y="32"/>
                </a:lnTo>
                <a:lnTo>
                  <a:pt x="64" y="26"/>
                </a:lnTo>
                <a:lnTo>
                  <a:pt x="62" y="20"/>
                </a:lnTo>
                <a:lnTo>
                  <a:pt x="56" y="10"/>
                </a:lnTo>
                <a:lnTo>
                  <a:pt x="46" y="2"/>
                </a:lnTo>
                <a:lnTo>
                  <a:pt x="40" y="0"/>
                </a:lnTo>
                <a:lnTo>
                  <a:pt x="32" y="0"/>
                </a:lnTo>
                <a:lnTo>
                  <a:pt x="32" y="0"/>
                </a:lnTo>
                <a:lnTo>
                  <a:pt x="26" y="0"/>
                </a:lnTo>
                <a:lnTo>
                  <a:pt x="20" y="2"/>
                </a:lnTo>
                <a:lnTo>
                  <a:pt x="10" y="10"/>
                </a:lnTo>
                <a:lnTo>
                  <a:pt x="4" y="20"/>
                </a:lnTo>
                <a:lnTo>
                  <a:pt x="2" y="26"/>
                </a:lnTo>
                <a:lnTo>
                  <a:pt x="0" y="32"/>
                </a:lnTo>
                <a:lnTo>
                  <a:pt x="0" y="100"/>
                </a:lnTo>
                <a:lnTo>
                  <a:pt x="0" y="100"/>
                </a:lnTo>
                <a:lnTo>
                  <a:pt x="2" y="106"/>
                </a:lnTo>
                <a:lnTo>
                  <a:pt x="4" y="112"/>
                </a:lnTo>
                <a:lnTo>
                  <a:pt x="10" y="122"/>
                </a:lnTo>
                <a:lnTo>
                  <a:pt x="20" y="128"/>
                </a:lnTo>
                <a:lnTo>
                  <a:pt x="26" y="130"/>
                </a:lnTo>
                <a:lnTo>
                  <a:pt x="32" y="13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 name="Freeform 221"/>
          <p:cNvSpPr/>
          <p:nvPr>
            <p:custDataLst>
              <p:tags r:id="rId13"/>
            </p:custDataLst>
          </p:nvPr>
        </p:nvSpPr>
        <p:spPr bwMode="auto">
          <a:xfrm>
            <a:off x="3500359" y="3172836"/>
            <a:ext cx="245907" cy="301991"/>
          </a:xfrm>
          <a:custGeom>
            <a:avLst/>
            <a:gdLst>
              <a:gd name="T0" fmla="*/ 0 w 228"/>
              <a:gd name="T1" fmla="*/ 0 h 280"/>
              <a:gd name="T2" fmla="*/ 70 w 228"/>
              <a:gd name="T3" fmla="*/ 0 h 280"/>
              <a:gd name="T4" fmla="*/ 70 w 228"/>
              <a:gd name="T5" fmla="*/ 0 h 280"/>
              <a:gd name="T6" fmla="*/ 104 w 228"/>
              <a:gd name="T7" fmla="*/ 10 h 280"/>
              <a:gd name="T8" fmla="*/ 130 w 228"/>
              <a:gd name="T9" fmla="*/ 20 h 280"/>
              <a:gd name="T10" fmla="*/ 150 w 228"/>
              <a:gd name="T11" fmla="*/ 30 h 280"/>
              <a:gd name="T12" fmla="*/ 164 w 228"/>
              <a:gd name="T13" fmla="*/ 42 h 280"/>
              <a:gd name="T14" fmla="*/ 174 w 228"/>
              <a:gd name="T15" fmla="*/ 54 h 280"/>
              <a:gd name="T16" fmla="*/ 180 w 228"/>
              <a:gd name="T17" fmla="*/ 70 h 280"/>
              <a:gd name="T18" fmla="*/ 184 w 228"/>
              <a:gd name="T19" fmla="*/ 88 h 280"/>
              <a:gd name="T20" fmla="*/ 184 w 228"/>
              <a:gd name="T21" fmla="*/ 108 h 280"/>
              <a:gd name="T22" fmla="*/ 228 w 228"/>
              <a:gd name="T23" fmla="*/ 108 h 280"/>
              <a:gd name="T24" fmla="*/ 228 w 228"/>
              <a:gd name="T25" fmla="*/ 280 h 280"/>
              <a:gd name="T26" fmla="*/ 58 w 228"/>
              <a:gd name="T27" fmla="*/ 280 h 280"/>
              <a:gd name="T28" fmla="*/ 58 w 228"/>
              <a:gd name="T29" fmla="*/ 136 h 280"/>
              <a:gd name="T30" fmla="*/ 58 w 228"/>
              <a:gd name="T31" fmla="*/ 136 h 280"/>
              <a:gd name="T32" fmla="*/ 48 w 228"/>
              <a:gd name="T33" fmla="*/ 134 h 280"/>
              <a:gd name="T34" fmla="*/ 40 w 228"/>
              <a:gd name="T35" fmla="*/ 132 h 280"/>
              <a:gd name="T36" fmla="*/ 28 w 228"/>
              <a:gd name="T37" fmla="*/ 126 h 280"/>
              <a:gd name="T38" fmla="*/ 18 w 228"/>
              <a:gd name="T39" fmla="*/ 116 h 280"/>
              <a:gd name="T40" fmla="*/ 8 w 228"/>
              <a:gd name="T41" fmla="*/ 102 h 280"/>
              <a:gd name="T42" fmla="*/ 4 w 228"/>
              <a:gd name="T43" fmla="*/ 92 h 280"/>
              <a:gd name="T44" fmla="*/ 2 w 228"/>
              <a:gd name="T45" fmla="*/ 80 h 280"/>
              <a:gd name="T46" fmla="*/ 0 w 228"/>
              <a:gd name="T47" fmla="*/ 68 h 280"/>
              <a:gd name="T48" fmla="*/ 0 w 228"/>
              <a:gd name="T49" fmla="*/ 54 h 280"/>
              <a:gd name="T50" fmla="*/ 0 w 228"/>
              <a:gd name="T51" fmla="*/ 0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28" h="280">
                <a:moveTo>
                  <a:pt x="0" y="0"/>
                </a:moveTo>
                <a:lnTo>
                  <a:pt x="70" y="0"/>
                </a:lnTo>
                <a:lnTo>
                  <a:pt x="70" y="0"/>
                </a:lnTo>
                <a:lnTo>
                  <a:pt x="104" y="10"/>
                </a:lnTo>
                <a:lnTo>
                  <a:pt x="130" y="20"/>
                </a:lnTo>
                <a:lnTo>
                  <a:pt x="150" y="30"/>
                </a:lnTo>
                <a:lnTo>
                  <a:pt x="164" y="42"/>
                </a:lnTo>
                <a:lnTo>
                  <a:pt x="174" y="54"/>
                </a:lnTo>
                <a:lnTo>
                  <a:pt x="180" y="70"/>
                </a:lnTo>
                <a:lnTo>
                  <a:pt x="184" y="88"/>
                </a:lnTo>
                <a:lnTo>
                  <a:pt x="184" y="108"/>
                </a:lnTo>
                <a:lnTo>
                  <a:pt x="228" y="108"/>
                </a:lnTo>
                <a:lnTo>
                  <a:pt x="228" y="280"/>
                </a:lnTo>
                <a:lnTo>
                  <a:pt x="58" y="280"/>
                </a:lnTo>
                <a:lnTo>
                  <a:pt x="58" y="136"/>
                </a:lnTo>
                <a:lnTo>
                  <a:pt x="58" y="136"/>
                </a:lnTo>
                <a:lnTo>
                  <a:pt x="48" y="134"/>
                </a:lnTo>
                <a:lnTo>
                  <a:pt x="40" y="132"/>
                </a:lnTo>
                <a:lnTo>
                  <a:pt x="28" y="126"/>
                </a:lnTo>
                <a:lnTo>
                  <a:pt x="18" y="116"/>
                </a:lnTo>
                <a:lnTo>
                  <a:pt x="8" y="102"/>
                </a:lnTo>
                <a:lnTo>
                  <a:pt x="4" y="92"/>
                </a:lnTo>
                <a:lnTo>
                  <a:pt x="2" y="80"/>
                </a:lnTo>
                <a:lnTo>
                  <a:pt x="0" y="68"/>
                </a:lnTo>
                <a:lnTo>
                  <a:pt x="0" y="54"/>
                </a:lnTo>
                <a:lnTo>
                  <a:pt x="0" y="0"/>
                </a:lnTo>
                <a:close/>
              </a:path>
            </a:pathLst>
          </a:custGeom>
          <a:solidFill>
            <a:srgbClr val="CE885B">
              <a:lumMod val="50000"/>
              <a:lumOff val="50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 name="Freeform 222"/>
          <p:cNvSpPr/>
          <p:nvPr>
            <p:custDataLst>
              <p:tags r:id="rId14"/>
            </p:custDataLst>
          </p:nvPr>
        </p:nvSpPr>
        <p:spPr bwMode="auto">
          <a:xfrm>
            <a:off x="3500359" y="3172836"/>
            <a:ext cx="245907" cy="301991"/>
          </a:xfrm>
          <a:custGeom>
            <a:avLst/>
            <a:gdLst>
              <a:gd name="T0" fmla="*/ 0 w 228"/>
              <a:gd name="T1" fmla="*/ 0 h 280"/>
              <a:gd name="T2" fmla="*/ 70 w 228"/>
              <a:gd name="T3" fmla="*/ 0 h 280"/>
              <a:gd name="T4" fmla="*/ 70 w 228"/>
              <a:gd name="T5" fmla="*/ 0 h 280"/>
              <a:gd name="T6" fmla="*/ 104 w 228"/>
              <a:gd name="T7" fmla="*/ 10 h 280"/>
              <a:gd name="T8" fmla="*/ 130 w 228"/>
              <a:gd name="T9" fmla="*/ 20 h 280"/>
              <a:gd name="T10" fmla="*/ 150 w 228"/>
              <a:gd name="T11" fmla="*/ 30 h 280"/>
              <a:gd name="T12" fmla="*/ 164 w 228"/>
              <a:gd name="T13" fmla="*/ 42 h 280"/>
              <a:gd name="T14" fmla="*/ 174 w 228"/>
              <a:gd name="T15" fmla="*/ 54 h 280"/>
              <a:gd name="T16" fmla="*/ 180 w 228"/>
              <a:gd name="T17" fmla="*/ 70 h 280"/>
              <a:gd name="T18" fmla="*/ 184 w 228"/>
              <a:gd name="T19" fmla="*/ 88 h 280"/>
              <a:gd name="T20" fmla="*/ 184 w 228"/>
              <a:gd name="T21" fmla="*/ 108 h 280"/>
              <a:gd name="T22" fmla="*/ 228 w 228"/>
              <a:gd name="T23" fmla="*/ 108 h 280"/>
              <a:gd name="T24" fmla="*/ 228 w 228"/>
              <a:gd name="T25" fmla="*/ 280 h 280"/>
              <a:gd name="T26" fmla="*/ 58 w 228"/>
              <a:gd name="T27" fmla="*/ 280 h 280"/>
              <a:gd name="T28" fmla="*/ 58 w 228"/>
              <a:gd name="T29" fmla="*/ 136 h 280"/>
              <a:gd name="T30" fmla="*/ 58 w 228"/>
              <a:gd name="T31" fmla="*/ 136 h 280"/>
              <a:gd name="T32" fmla="*/ 48 w 228"/>
              <a:gd name="T33" fmla="*/ 134 h 280"/>
              <a:gd name="T34" fmla="*/ 40 w 228"/>
              <a:gd name="T35" fmla="*/ 132 h 280"/>
              <a:gd name="T36" fmla="*/ 28 w 228"/>
              <a:gd name="T37" fmla="*/ 126 h 280"/>
              <a:gd name="T38" fmla="*/ 18 w 228"/>
              <a:gd name="T39" fmla="*/ 116 h 280"/>
              <a:gd name="T40" fmla="*/ 8 w 228"/>
              <a:gd name="T41" fmla="*/ 102 h 280"/>
              <a:gd name="T42" fmla="*/ 4 w 228"/>
              <a:gd name="T43" fmla="*/ 92 h 280"/>
              <a:gd name="T44" fmla="*/ 2 w 228"/>
              <a:gd name="T45" fmla="*/ 80 h 280"/>
              <a:gd name="T46" fmla="*/ 0 w 228"/>
              <a:gd name="T47" fmla="*/ 68 h 280"/>
              <a:gd name="T48" fmla="*/ 0 w 228"/>
              <a:gd name="T49" fmla="*/ 54 h 280"/>
              <a:gd name="T50" fmla="*/ 0 w 228"/>
              <a:gd name="T51" fmla="*/ 0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28" h="280">
                <a:moveTo>
                  <a:pt x="0" y="0"/>
                </a:moveTo>
                <a:lnTo>
                  <a:pt x="70" y="0"/>
                </a:lnTo>
                <a:lnTo>
                  <a:pt x="70" y="0"/>
                </a:lnTo>
                <a:lnTo>
                  <a:pt x="104" y="10"/>
                </a:lnTo>
                <a:lnTo>
                  <a:pt x="130" y="20"/>
                </a:lnTo>
                <a:lnTo>
                  <a:pt x="150" y="30"/>
                </a:lnTo>
                <a:lnTo>
                  <a:pt x="164" y="42"/>
                </a:lnTo>
                <a:lnTo>
                  <a:pt x="174" y="54"/>
                </a:lnTo>
                <a:lnTo>
                  <a:pt x="180" y="70"/>
                </a:lnTo>
                <a:lnTo>
                  <a:pt x="184" y="88"/>
                </a:lnTo>
                <a:lnTo>
                  <a:pt x="184" y="108"/>
                </a:lnTo>
                <a:lnTo>
                  <a:pt x="228" y="108"/>
                </a:lnTo>
                <a:lnTo>
                  <a:pt x="228" y="280"/>
                </a:lnTo>
                <a:lnTo>
                  <a:pt x="58" y="280"/>
                </a:lnTo>
                <a:lnTo>
                  <a:pt x="58" y="136"/>
                </a:lnTo>
                <a:lnTo>
                  <a:pt x="58" y="136"/>
                </a:lnTo>
                <a:lnTo>
                  <a:pt x="48" y="134"/>
                </a:lnTo>
                <a:lnTo>
                  <a:pt x="40" y="132"/>
                </a:lnTo>
                <a:lnTo>
                  <a:pt x="28" y="126"/>
                </a:lnTo>
                <a:lnTo>
                  <a:pt x="18" y="116"/>
                </a:lnTo>
                <a:lnTo>
                  <a:pt x="8" y="102"/>
                </a:lnTo>
                <a:lnTo>
                  <a:pt x="4" y="92"/>
                </a:lnTo>
                <a:lnTo>
                  <a:pt x="2" y="80"/>
                </a:lnTo>
                <a:lnTo>
                  <a:pt x="0" y="68"/>
                </a:lnTo>
                <a:lnTo>
                  <a:pt x="0" y="54"/>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 name="Freeform 223"/>
          <p:cNvSpPr/>
          <p:nvPr>
            <p:custDataLst>
              <p:tags r:id="rId15"/>
            </p:custDataLst>
          </p:nvPr>
        </p:nvSpPr>
        <p:spPr bwMode="auto">
          <a:xfrm>
            <a:off x="3571543" y="3166365"/>
            <a:ext cx="239435" cy="308461"/>
          </a:xfrm>
          <a:custGeom>
            <a:avLst/>
            <a:gdLst>
              <a:gd name="T0" fmla="*/ 222 w 222"/>
              <a:gd name="T1" fmla="*/ 6 h 286"/>
              <a:gd name="T2" fmla="*/ 222 w 222"/>
              <a:gd name="T3" fmla="*/ 6 h 286"/>
              <a:gd name="T4" fmla="*/ 218 w 222"/>
              <a:gd name="T5" fmla="*/ 6 h 286"/>
              <a:gd name="T6" fmla="*/ 204 w 222"/>
              <a:gd name="T7" fmla="*/ 2 h 286"/>
              <a:gd name="T8" fmla="*/ 184 w 222"/>
              <a:gd name="T9" fmla="*/ 0 h 286"/>
              <a:gd name="T10" fmla="*/ 172 w 222"/>
              <a:gd name="T11" fmla="*/ 0 h 286"/>
              <a:gd name="T12" fmla="*/ 160 w 222"/>
              <a:gd name="T13" fmla="*/ 2 h 286"/>
              <a:gd name="T14" fmla="*/ 148 w 222"/>
              <a:gd name="T15" fmla="*/ 6 h 286"/>
              <a:gd name="T16" fmla="*/ 138 w 222"/>
              <a:gd name="T17" fmla="*/ 12 h 286"/>
              <a:gd name="T18" fmla="*/ 126 w 222"/>
              <a:gd name="T19" fmla="*/ 20 h 286"/>
              <a:gd name="T20" fmla="*/ 118 w 222"/>
              <a:gd name="T21" fmla="*/ 32 h 286"/>
              <a:gd name="T22" fmla="*/ 110 w 222"/>
              <a:gd name="T23" fmla="*/ 46 h 286"/>
              <a:gd name="T24" fmla="*/ 104 w 222"/>
              <a:gd name="T25" fmla="*/ 64 h 286"/>
              <a:gd name="T26" fmla="*/ 100 w 222"/>
              <a:gd name="T27" fmla="*/ 88 h 286"/>
              <a:gd name="T28" fmla="*/ 98 w 222"/>
              <a:gd name="T29" fmla="*/ 114 h 286"/>
              <a:gd name="T30" fmla="*/ 0 w 222"/>
              <a:gd name="T31" fmla="*/ 114 h 286"/>
              <a:gd name="T32" fmla="*/ 0 w 222"/>
              <a:gd name="T33" fmla="*/ 286 h 286"/>
              <a:gd name="T34" fmla="*/ 170 w 222"/>
              <a:gd name="T35" fmla="*/ 286 h 286"/>
              <a:gd name="T36" fmla="*/ 170 w 222"/>
              <a:gd name="T37" fmla="*/ 142 h 286"/>
              <a:gd name="T38" fmla="*/ 170 w 222"/>
              <a:gd name="T39" fmla="*/ 142 h 286"/>
              <a:gd name="T40" fmla="*/ 178 w 222"/>
              <a:gd name="T41" fmla="*/ 142 h 286"/>
              <a:gd name="T42" fmla="*/ 186 w 222"/>
              <a:gd name="T43" fmla="*/ 140 h 286"/>
              <a:gd name="T44" fmla="*/ 196 w 222"/>
              <a:gd name="T45" fmla="*/ 134 h 286"/>
              <a:gd name="T46" fmla="*/ 206 w 222"/>
              <a:gd name="T47" fmla="*/ 126 h 286"/>
              <a:gd name="T48" fmla="*/ 214 w 222"/>
              <a:gd name="T49" fmla="*/ 114 h 286"/>
              <a:gd name="T50" fmla="*/ 218 w 222"/>
              <a:gd name="T51" fmla="*/ 104 h 286"/>
              <a:gd name="T52" fmla="*/ 220 w 222"/>
              <a:gd name="T53" fmla="*/ 94 h 286"/>
              <a:gd name="T54" fmla="*/ 222 w 222"/>
              <a:gd name="T55" fmla="*/ 82 h 286"/>
              <a:gd name="T56" fmla="*/ 222 w 222"/>
              <a:gd name="T57" fmla="*/ 68 h 286"/>
              <a:gd name="T58" fmla="*/ 222 w 222"/>
              <a:gd name="T59" fmla="*/ 6 h 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21" h="286">
                <a:moveTo>
                  <a:pt x="222" y="6"/>
                </a:moveTo>
                <a:lnTo>
                  <a:pt x="222" y="6"/>
                </a:lnTo>
                <a:lnTo>
                  <a:pt x="218" y="6"/>
                </a:lnTo>
                <a:lnTo>
                  <a:pt x="204" y="2"/>
                </a:lnTo>
                <a:lnTo>
                  <a:pt x="184" y="0"/>
                </a:lnTo>
                <a:lnTo>
                  <a:pt x="172" y="0"/>
                </a:lnTo>
                <a:lnTo>
                  <a:pt x="160" y="2"/>
                </a:lnTo>
                <a:lnTo>
                  <a:pt x="148" y="6"/>
                </a:lnTo>
                <a:lnTo>
                  <a:pt x="138" y="12"/>
                </a:lnTo>
                <a:lnTo>
                  <a:pt x="126" y="20"/>
                </a:lnTo>
                <a:lnTo>
                  <a:pt x="118" y="32"/>
                </a:lnTo>
                <a:lnTo>
                  <a:pt x="110" y="46"/>
                </a:lnTo>
                <a:lnTo>
                  <a:pt x="104" y="64"/>
                </a:lnTo>
                <a:lnTo>
                  <a:pt x="100" y="88"/>
                </a:lnTo>
                <a:lnTo>
                  <a:pt x="98" y="114"/>
                </a:lnTo>
                <a:lnTo>
                  <a:pt x="0" y="114"/>
                </a:lnTo>
                <a:lnTo>
                  <a:pt x="0" y="286"/>
                </a:lnTo>
                <a:lnTo>
                  <a:pt x="170" y="286"/>
                </a:lnTo>
                <a:lnTo>
                  <a:pt x="170" y="142"/>
                </a:lnTo>
                <a:lnTo>
                  <a:pt x="170" y="142"/>
                </a:lnTo>
                <a:lnTo>
                  <a:pt x="178" y="142"/>
                </a:lnTo>
                <a:lnTo>
                  <a:pt x="186" y="140"/>
                </a:lnTo>
                <a:lnTo>
                  <a:pt x="196" y="134"/>
                </a:lnTo>
                <a:lnTo>
                  <a:pt x="206" y="126"/>
                </a:lnTo>
                <a:lnTo>
                  <a:pt x="214" y="114"/>
                </a:lnTo>
                <a:lnTo>
                  <a:pt x="218" y="104"/>
                </a:lnTo>
                <a:lnTo>
                  <a:pt x="220" y="94"/>
                </a:lnTo>
                <a:lnTo>
                  <a:pt x="222" y="82"/>
                </a:lnTo>
                <a:lnTo>
                  <a:pt x="222" y="68"/>
                </a:lnTo>
                <a:lnTo>
                  <a:pt x="222" y="6"/>
                </a:lnTo>
                <a:close/>
              </a:path>
            </a:pathLst>
          </a:custGeom>
          <a:solidFill>
            <a:srgbClr val="CE885B">
              <a:lumMod val="50000"/>
              <a:lumOff val="50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 name="Freeform 224"/>
          <p:cNvSpPr/>
          <p:nvPr>
            <p:custDataLst>
              <p:tags r:id="rId16"/>
            </p:custDataLst>
          </p:nvPr>
        </p:nvSpPr>
        <p:spPr bwMode="auto">
          <a:xfrm>
            <a:off x="3571543" y="3166365"/>
            <a:ext cx="239435" cy="308461"/>
          </a:xfrm>
          <a:custGeom>
            <a:avLst/>
            <a:gdLst>
              <a:gd name="T0" fmla="*/ 222 w 222"/>
              <a:gd name="T1" fmla="*/ 6 h 286"/>
              <a:gd name="T2" fmla="*/ 222 w 222"/>
              <a:gd name="T3" fmla="*/ 6 h 286"/>
              <a:gd name="T4" fmla="*/ 218 w 222"/>
              <a:gd name="T5" fmla="*/ 6 h 286"/>
              <a:gd name="T6" fmla="*/ 204 w 222"/>
              <a:gd name="T7" fmla="*/ 2 h 286"/>
              <a:gd name="T8" fmla="*/ 184 w 222"/>
              <a:gd name="T9" fmla="*/ 0 h 286"/>
              <a:gd name="T10" fmla="*/ 172 w 222"/>
              <a:gd name="T11" fmla="*/ 0 h 286"/>
              <a:gd name="T12" fmla="*/ 160 w 222"/>
              <a:gd name="T13" fmla="*/ 2 h 286"/>
              <a:gd name="T14" fmla="*/ 148 w 222"/>
              <a:gd name="T15" fmla="*/ 6 h 286"/>
              <a:gd name="T16" fmla="*/ 138 w 222"/>
              <a:gd name="T17" fmla="*/ 12 h 286"/>
              <a:gd name="T18" fmla="*/ 126 w 222"/>
              <a:gd name="T19" fmla="*/ 20 h 286"/>
              <a:gd name="T20" fmla="*/ 118 w 222"/>
              <a:gd name="T21" fmla="*/ 32 h 286"/>
              <a:gd name="T22" fmla="*/ 110 w 222"/>
              <a:gd name="T23" fmla="*/ 46 h 286"/>
              <a:gd name="T24" fmla="*/ 104 w 222"/>
              <a:gd name="T25" fmla="*/ 64 h 286"/>
              <a:gd name="T26" fmla="*/ 100 w 222"/>
              <a:gd name="T27" fmla="*/ 88 h 286"/>
              <a:gd name="T28" fmla="*/ 98 w 222"/>
              <a:gd name="T29" fmla="*/ 114 h 286"/>
              <a:gd name="T30" fmla="*/ 0 w 222"/>
              <a:gd name="T31" fmla="*/ 114 h 286"/>
              <a:gd name="T32" fmla="*/ 0 w 222"/>
              <a:gd name="T33" fmla="*/ 286 h 286"/>
              <a:gd name="T34" fmla="*/ 170 w 222"/>
              <a:gd name="T35" fmla="*/ 286 h 286"/>
              <a:gd name="T36" fmla="*/ 170 w 222"/>
              <a:gd name="T37" fmla="*/ 142 h 286"/>
              <a:gd name="T38" fmla="*/ 170 w 222"/>
              <a:gd name="T39" fmla="*/ 142 h 286"/>
              <a:gd name="T40" fmla="*/ 178 w 222"/>
              <a:gd name="T41" fmla="*/ 142 h 286"/>
              <a:gd name="T42" fmla="*/ 186 w 222"/>
              <a:gd name="T43" fmla="*/ 140 h 286"/>
              <a:gd name="T44" fmla="*/ 196 w 222"/>
              <a:gd name="T45" fmla="*/ 134 h 286"/>
              <a:gd name="T46" fmla="*/ 206 w 222"/>
              <a:gd name="T47" fmla="*/ 126 h 286"/>
              <a:gd name="T48" fmla="*/ 214 w 222"/>
              <a:gd name="T49" fmla="*/ 114 h 286"/>
              <a:gd name="T50" fmla="*/ 218 w 222"/>
              <a:gd name="T51" fmla="*/ 104 h 286"/>
              <a:gd name="T52" fmla="*/ 220 w 222"/>
              <a:gd name="T53" fmla="*/ 94 h 286"/>
              <a:gd name="T54" fmla="*/ 222 w 222"/>
              <a:gd name="T55" fmla="*/ 82 h 286"/>
              <a:gd name="T56" fmla="*/ 222 w 222"/>
              <a:gd name="T57" fmla="*/ 68 h 286"/>
              <a:gd name="T58" fmla="*/ 222 w 222"/>
              <a:gd name="T59" fmla="*/ 6 h 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21" h="286">
                <a:moveTo>
                  <a:pt x="222" y="6"/>
                </a:moveTo>
                <a:lnTo>
                  <a:pt x="222" y="6"/>
                </a:lnTo>
                <a:lnTo>
                  <a:pt x="218" y="6"/>
                </a:lnTo>
                <a:lnTo>
                  <a:pt x="204" y="2"/>
                </a:lnTo>
                <a:lnTo>
                  <a:pt x="184" y="0"/>
                </a:lnTo>
                <a:lnTo>
                  <a:pt x="172" y="0"/>
                </a:lnTo>
                <a:lnTo>
                  <a:pt x="160" y="2"/>
                </a:lnTo>
                <a:lnTo>
                  <a:pt x="148" y="6"/>
                </a:lnTo>
                <a:lnTo>
                  <a:pt x="138" y="12"/>
                </a:lnTo>
                <a:lnTo>
                  <a:pt x="126" y="20"/>
                </a:lnTo>
                <a:lnTo>
                  <a:pt x="118" y="32"/>
                </a:lnTo>
                <a:lnTo>
                  <a:pt x="110" y="46"/>
                </a:lnTo>
                <a:lnTo>
                  <a:pt x="104" y="64"/>
                </a:lnTo>
                <a:lnTo>
                  <a:pt x="100" y="88"/>
                </a:lnTo>
                <a:lnTo>
                  <a:pt x="98" y="114"/>
                </a:lnTo>
                <a:lnTo>
                  <a:pt x="0" y="114"/>
                </a:lnTo>
                <a:lnTo>
                  <a:pt x="0" y="286"/>
                </a:lnTo>
                <a:lnTo>
                  <a:pt x="170" y="286"/>
                </a:lnTo>
                <a:lnTo>
                  <a:pt x="170" y="142"/>
                </a:lnTo>
                <a:lnTo>
                  <a:pt x="170" y="142"/>
                </a:lnTo>
                <a:lnTo>
                  <a:pt x="178" y="142"/>
                </a:lnTo>
                <a:lnTo>
                  <a:pt x="186" y="140"/>
                </a:lnTo>
                <a:lnTo>
                  <a:pt x="196" y="134"/>
                </a:lnTo>
                <a:lnTo>
                  <a:pt x="206" y="126"/>
                </a:lnTo>
                <a:lnTo>
                  <a:pt x="214" y="114"/>
                </a:lnTo>
                <a:lnTo>
                  <a:pt x="218" y="104"/>
                </a:lnTo>
                <a:lnTo>
                  <a:pt x="220" y="94"/>
                </a:lnTo>
                <a:lnTo>
                  <a:pt x="222" y="82"/>
                </a:lnTo>
                <a:lnTo>
                  <a:pt x="222" y="68"/>
                </a:lnTo>
                <a:lnTo>
                  <a:pt x="222" y="6"/>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 name="Freeform 225"/>
          <p:cNvSpPr>
            <a:spLocks noEditPoints="1"/>
          </p:cNvSpPr>
          <p:nvPr>
            <p:custDataLst>
              <p:tags r:id="rId17"/>
            </p:custDataLst>
          </p:nvPr>
        </p:nvSpPr>
        <p:spPr bwMode="auto">
          <a:xfrm>
            <a:off x="3562914" y="3319517"/>
            <a:ext cx="191980" cy="131581"/>
          </a:xfrm>
          <a:custGeom>
            <a:avLst/>
            <a:gdLst>
              <a:gd name="T0" fmla="*/ 178 w 178"/>
              <a:gd name="T1" fmla="*/ 0 h 122"/>
              <a:gd name="T2" fmla="*/ 178 w 178"/>
              <a:gd name="T3" fmla="*/ 122 h 122"/>
              <a:gd name="T4" fmla="*/ 178 w 178"/>
              <a:gd name="T5" fmla="*/ 122 h 122"/>
              <a:gd name="T6" fmla="*/ 178 w 178"/>
              <a:gd name="T7" fmla="*/ 122 h 122"/>
              <a:gd name="T8" fmla="*/ 178 w 178"/>
              <a:gd name="T9" fmla="*/ 0 h 122"/>
              <a:gd name="T10" fmla="*/ 0 w 178"/>
              <a:gd name="T11" fmla="*/ 0 h 122"/>
              <a:gd name="T12" fmla="*/ 0 w 178"/>
              <a:gd name="T13" fmla="*/ 96 h 122"/>
              <a:gd name="T14" fmla="*/ 0 w 178"/>
              <a:gd name="T15" fmla="*/ 96 h 122"/>
              <a:gd name="T16" fmla="*/ 0 w 178"/>
              <a:gd name="T17" fmla="*/ 0 h 122"/>
              <a:gd name="T18" fmla="*/ 0 w 178"/>
              <a:gd name="T19" fmla="*/ 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8" h="122">
                <a:moveTo>
                  <a:pt x="178" y="0"/>
                </a:moveTo>
                <a:lnTo>
                  <a:pt x="178" y="122"/>
                </a:lnTo>
                <a:lnTo>
                  <a:pt x="178" y="122"/>
                </a:lnTo>
                <a:lnTo>
                  <a:pt x="178" y="122"/>
                </a:lnTo>
                <a:lnTo>
                  <a:pt x="178" y="0"/>
                </a:lnTo>
                <a:close/>
                <a:moveTo>
                  <a:pt x="0" y="0"/>
                </a:moveTo>
                <a:lnTo>
                  <a:pt x="0" y="96"/>
                </a:lnTo>
                <a:lnTo>
                  <a:pt x="0" y="96"/>
                </a:lnTo>
                <a:lnTo>
                  <a:pt x="0" y="0"/>
                </a:lnTo>
                <a:lnTo>
                  <a:pt x="0" y="0"/>
                </a:lnTo>
                <a:close/>
              </a:path>
            </a:pathLst>
          </a:custGeom>
          <a:solidFill>
            <a:srgbClr val="EDE2D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 name="Freeform 226"/>
          <p:cNvSpPr/>
          <p:nvPr>
            <p:custDataLst>
              <p:tags r:id="rId18"/>
            </p:custDataLst>
          </p:nvPr>
        </p:nvSpPr>
        <p:spPr bwMode="auto">
          <a:xfrm flipH="1">
            <a:off x="3754893" y="3319517"/>
            <a:ext cx="0" cy="131581"/>
          </a:xfrm>
          <a:custGeom>
            <a:avLst/>
            <a:gdLst>
              <a:gd name="T0" fmla="*/ 0 h 122"/>
              <a:gd name="T1" fmla="*/ 122 h 122"/>
              <a:gd name="T2" fmla="*/ 122 h 122"/>
              <a:gd name="T3" fmla="*/ 122 h 122"/>
              <a:gd name="T4" fmla="*/ 0 h 122"/>
            </a:gdLst>
            <a:ahLst/>
            <a:cxnLst>
              <a:cxn ang="0">
                <a:pos x="0" y="T0"/>
              </a:cxn>
              <a:cxn ang="0">
                <a:pos x="0" y="T1"/>
              </a:cxn>
              <a:cxn ang="0">
                <a:pos x="0" y="T2"/>
              </a:cxn>
              <a:cxn ang="0">
                <a:pos x="0" y="T3"/>
              </a:cxn>
              <a:cxn ang="0">
                <a:pos x="0" y="T4"/>
              </a:cxn>
            </a:cxnLst>
            <a:rect l="0" t="0" r="r" b="b"/>
            <a:pathLst>
              <a:path h="122">
                <a:moveTo>
                  <a:pt x="0" y="0"/>
                </a:moveTo>
                <a:lnTo>
                  <a:pt x="0" y="122"/>
                </a:lnTo>
                <a:lnTo>
                  <a:pt x="0" y="122"/>
                </a:lnTo>
                <a:lnTo>
                  <a:pt x="0" y="12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 name="Rectangle 227"/>
          <p:cNvSpPr>
            <a:spLocks noChangeArrowheads="1"/>
          </p:cNvSpPr>
          <p:nvPr>
            <p:custDataLst>
              <p:tags r:id="rId19"/>
            </p:custDataLst>
          </p:nvPr>
        </p:nvSpPr>
        <p:spPr bwMode="auto">
          <a:xfrm>
            <a:off x="3562914" y="3319518"/>
            <a:ext cx="1079" cy="103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0" name="Freeform 228"/>
          <p:cNvSpPr/>
          <p:nvPr>
            <p:custDataLst>
              <p:tags r:id="rId20"/>
            </p:custDataLst>
          </p:nvPr>
        </p:nvSpPr>
        <p:spPr bwMode="auto">
          <a:xfrm>
            <a:off x="3562914" y="3319518"/>
            <a:ext cx="8628" cy="105697"/>
          </a:xfrm>
          <a:custGeom>
            <a:avLst/>
            <a:gdLst>
              <a:gd name="T0" fmla="*/ 0 w 8"/>
              <a:gd name="T1" fmla="*/ 0 h 98"/>
              <a:gd name="T2" fmla="*/ 0 w 8"/>
              <a:gd name="T3" fmla="*/ 0 h 98"/>
              <a:gd name="T4" fmla="*/ 0 w 8"/>
              <a:gd name="T5" fmla="*/ 0 h 98"/>
              <a:gd name="T6" fmla="*/ 0 w 8"/>
              <a:gd name="T7" fmla="*/ 96 h 98"/>
              <a:gd name="T8" fmla="*/ 0 w 8"/>
              <a:gd name="T9" fmla="*/ 96 h 98"/>
              <a:gd name="T10" fmla="*/ 8 w 8"/>
              <a:gd name="T11" fmla="*/ 98 h 98"/>
              <a:gd name="T12" fmla="*/ 8 w 8"/>
              <a:gd name="T13" fmla="*/ 2 h 98"/>
              <a:gd name="T14" fmla="*/ 8 w 8"/>
              <a:gd name="T15" fmla="*/ 2 h 98"/>
              <a:gd name="T16" fmla="*/ 0 w 8"/>
              <a:gd name="T17" fmla="*/ 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 h="98">
                <a:moveTo>
                  <a:pt x="0" y="0"/>
                </a:moveTo>
                <a:lnTo>
                  <a:pt x="0" y="0"/>
                </a:lnTo>
                <a:lnTo>
                  <a:pt x="0" y="0"/>
                </a:lnTo>
                <a:lnTo>
                  <a:pt x="0" y="96"/>
                </a:lnTo>
                <a:lnTo>
                  <a:pt x="0" y="96"/>
                </a:lnTo>
                <a:lnTo>
                  <a:pt x="8" y="98"/>
                </a:lnTo>
                <a:lnTo>
                  <a:pt x="8" y="2"/>
                </a:lnTo>
                <a:lnTo>
                  <a:pt x="8" y="2"/>
                </a:lnTo>
                <a:lnTo>
                  <a:pt x="0" y="0"/>
                </a:lnTo>
                <a:close/>
              </a:path>
            </a:pathLst>
          </a:custGeom>
          <a:solidFill>
            <a:srgbClr val="CE885B">
              <a:lumMod val="70000"/>
              <a:lumOff val="30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 name="Freeform 229"/>
          <p:cNvSpPr/>
          <p:nvPr>
            <p:custDataLst>
              <p:tags r:id="rId21"/>
            </p:custDataLst>
          </p:nvPr>
        </p:nvSpPr>
        <p:spPr bwMode="auto">
          <a:xfrm>
            <a:off x="3562914" y="3319518"/>
            <a:ext cx="8628" cy="105697"/>
          </a:xfrm>
          <a:custGeom>
            <a:avLst/>
            <a:gdLst>
              <a:gd name="T0" fmla="*/ 0 w 8"/>
              <a:gd name="T1" fmla="*/ 0 h 98"/>
              <a:gd name="T2" fmla="*/ 0 w 8"/>
              <a:gd name="T3" fmla="*/ 0 h 98"/>
              <a:gd name="T4" fmla="*/ 0 w 8"/>
              <a:gd name="T5" fmla="*/ 0 h 98"/>
              <a:gd name="T6" fmla="*/ 0 w 8"/>
              <a:gd name="T7" fmla="*/ 96 h 98"/>
              <a:gd name="T8" fmla="*/ 0 w 8"/>
              <a:gd name="T9" fmla="*/ 96 h 98"/>
              <a:gd name="T10" fmla="*/ 8 w 8"/>
              <a:gd name="T11" fmla="*/ 98 h 98"/>
              <a:gd name="T12" fmla="*/ 8 w 8"/>
              <a:gd name="T13" fmla="*/ 2 h 98"/>
              <a:gd name="T14" fmla="*/ 8 w 8"/>
              <a:gd name="T15" fmla="*/ 2 h 98"/>
              <a:gd name="T16" fmla="*/ 0 w 8"/>
              <a:gd name="T17" fmla="*/ 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 h="98">
                <a:moveTo>
                  <a:pt x="0" y="0"/>
                </a:moveTo>
                <a:lnTo>
                  <a:pt x="0" y="0"/>
                </a:lnTo>
                <a:lnTo>
                  <a:pt x="0" y="0"/>
                </a:lnTo>
                <a:lnTo>
                  <a:pt x="0" y="96"/>
                </a:lnTo>
                <a:lnTo>
                  <a:pt x="0" y="96"/>
                </a:lnTo>
                <a:lnTo>
                  <a:pt x="8" y="98"/>
                </a:lnTo>
                <a:lnTo>
                  <a:pt x="8" y="2"/>
                </a:lnTo>
                <a:lnTo>
                  <a:pt x="8"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 name="Freeform 230"/>
          <p:cNvSpPr/>
          <p:nvPr>
            <p:custDataLst>
              <p:tags r:id="rId22"/>
            </p:custDataLst>
          </p:nvPr>
        </p:nvSpPr>
        <p:spPr bwMode="auto">
          <a:xfrm>
            <a:off x="3571543" y="3310890"/>
            <a:ext cx="183352" cy="140209"/>
          </a:xfrm>
          <a:custGeom>
            <a:avLst/>
            <a:gdLst>
              <a:gd name="T0" fmla="*/ 102 w 170"/>
              <a:gd name="T1" fmla="*/ 0 h 130"/>
              <a:gd name="T2" fmla="*/ 102 w 170"/>
              <a:gd name="T3" fmla="*/ 0 h 130"/>
              <a:gd name="T4" fmla="*/ 86 w 170"/>
              <a:gd name="T5" fmla="*/ 6 h 130"/>
              <a:gd name="T6" fmla="*/ 70 w 170"/>
              <a:gd name="T7" fmla="*/ 12 h 130"/>
              <a:gd name="T8" fmla="*/ 56 w 170"/>
              <a:gd name="T9" fmla="*/ 14 h 130"/>
              <a:gd name="T10" fmla="*/ 40 w 170"/>
              <a:gd name="T11" fmla="*/ 14 h 130"/>
              <a:gd name="T12" fmla="*/ 40 w 170"/>
              <a:gd name="T13" fmla="*/ 14 h 130"/>
              <a:gd name="T14" fmla="*/ 16 w 170"/>
              <a:gd name="T15" fmla="*/ 12 h 130"/>
              <a:gd name="T16" fmla="*/ 0 w 170"/>
              <a:gd name="T17" fmla="*/ 10 h 130"/>
              <a:gd name="T18" fmla="*/ 0 w 170"/>
              <a:gd name="T19" fmla="*/ 106 h 130"/>
              <a:gd name="T20" fmla="*/ 0 w 170"/>
              <a:gd name="T21" fmla="*/ 106 h 130"/>
              <a:gd name="T22" fmla="*/ 170 w 170"/>
              <a:gd name="T23" fmla="*/ 130 h 130"/>
              <a:gd name="T24" fmla="*/ 170 w 170"/>
              <a:gd name="T25" fmla="*/ 8 h 130"/>
              <a:gd name="T26" fmla="*/ 170 w 170"/>
              <a:gd name="T27" fmla="*/ 8 h 130"/>
              <a:gd name="T28" fmla="*/ 158 w 170"/>
              <a:gd name="T29" fmla="*/ 10 h 130"/>
              <a:gd name="T30" fmla="*/ 148 w 170"/>
              <a:gd name="T31" fmla="*/ 12 h 130"/>
              <a:gd name="T32" fmla="*/ 148 w 170"/>
              <a:gd name="T33" fmla="*/ 12 h 130"/>
              <a:gd name="T34" fmla="*/ 130 w 170"/>
              <a:gd name="T35" fmla="*/ 10 h 130"/>
              <a:gd name="T36" fmla="*/ 116 w 170"/>
              <a:gd name="T37" fmla="*/ 6 h 130"/>
              <a:gd name="T38" fmla="*/ 102 w 170"/>
              <a:gd name="T39" fmla="*/ 0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70" h="130">
                <a:moveTo>
                  <a:pt x="102" y="0"/>
                </a:moveTo>
                <a:lnTo>
                  <a:pt x="102" y="0"/>
                </a:lnTo>
                <a:lnTo>
                  <a:pt x="86" y="6"/>
                </a:lnTo>
                <a:lnTo>
                  <a:pt x="70" y="12"/>
                </a:lnTo>
                <a:lnTo>
                  <a:pt x="56" y="14"/>
                </a:lnTo>
                <a:lnTo>
                  <a:pt x="40" y="14"/>
                </a:lnTo>
                <a:lnTo>
                  <a:pt x="40" y="14"/>
                </a:lnTo>
                <a:lnTo>
                  <a:pt x="16" y="12"/>
                </a:lnTo>
                <a:lnTo>
                  <a:pt x="0" y="10"/>
                </a:lnTo>
                <a:lnTo>
                  <a:pt x="0" y="106"/>
                </a:lnTo>
                <a:lnTo>
                  <a:pt x="0" y="106"/>
                </a:lnTo>
                <a:lnTo>
                  <a:pt x="170" y="130"/>
                </a:lnTo>
                <a:lnTo>
                  <a:pt x="170" y="8"/>
                </a:lnTo>
                <a:lnTo>
                  <a:pt x="170" y="8"/>
                </a:lnTo>
                <a:lnTo>
                  <a:pt x="158" y="10"/>
                </a:lnTo>
                <a:lnTo>
                  <a:pt x="148" y="12"/>
                </a:lnTo>
                <a:lnTo>
                  <a:pt x="148" y="12"/>
                </a:lnTo>
                <a:lnTo>
                  <a:pt x="130" y="10"/>
                </a:lnTo>
                <a:lnTo>
                  <a:pt x="116" y="6"/>
                </a:lnTo>
                <a:lnTo>
                  <a:pt x="102" y="0"/>
                </a:lnTo>
                <a:close/>
              </a:path>
            </a:pathLst>
          </a:custGeom>
          <a:solidFill>
            <a:srgbClr val="CE885B">
              <a:lumMod val="70000"/>
              <a:lumOff val="30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 name="Freeform 231"/>
          <p:cNvSpPr/>
          <p:nvPr>
            <p:custDataLst>
              <p:tags r:id="rId23"/>
            </p:custDataLst>
          </p:nvPr>
        </p:nvSpPr>
        <p:spPr bwMode="auto">
          <a:xfrm>
            <a:off x="3571543" y="3310890"/>
            <a:ext cx="183352" cy="140209"/>
          </a:xfrm>
          <a:custGeom>
            <a:avLst/>
            <a:gdLst>
              <a:gd name="T0" fmla="*/ 102 w 170"/>
              <a:gd name="T1" fmla="*/ 0 h 130"/>
              <a:gd name="T2" fmla="*/ 102 w 170"/>
              <a:gd name="T3" fmla="*/ 0 h 130"/>
              <a:gd name="T4" fmla="*/ 86 w 170"/>
              <a:gd name="T5" fmla="*/ 6 h 130"/>
              <a:gd name="T6" fmla="*/ 70 w 170"/>
              <a:gd name="T7" fmla="*/ 12 h 130"/>
              <a:gd name="T8" fmla="*/ 56 w 170"/>
              <a:gd name="T9" fmla="*/ 14 h 130"/>
              <a:gd name="T10" fmla="*/ 40 w 170"/>
              <a:gd name="T11" fmla="*/ 14 h 130"/>
              <a:gd name="T12" fmla="*/ 40 w 170"/>
              <a:gd name="T13" fmla="*/ 14 h 130"/>
              <a:gd name="T14" fmla="*/ 16 w 170"/>
              <a:gd name="T15" fmla="*/ 12 h 130"/>
              <a:gd name="T16" fmla="*/ 0 w 170"/>
              <a:gd name="T17" fmla="*/ 10 h 130"/>
              <a:gd name="T18" fmla="*/ 0 w 170"/>
              <a:gd name="T19" fmla="*/ 106 h 130"/>
              <a:gd name="T20" fmla="*/ 0 w 170"/>
              <a:gd name="T21" fmla="*/ 106 h 130"/>
              <a:gd name="T22" fmla="*/ 170 w 170"/>
              <a:gd name="T23" fmla="*/ 130 h 130"/>
              <a:gd name="T24" fmla="*/ 170 w 170"/>
              <a:gd name="T25" fmla="*/ 8 h 130"/>
              <a:gd name="T26" fmla="*/ 170 w 170"/>
              <a:gd name="T27" fmla="*/ 8 h 130"/>
              <a:gd name="T28" fmla="*/ 158 w 170"/>
              <a:gd name="T29" fmla="*/ 10 h 130"/>
              <a:gd name="T30" fmla="*/ 148 w 170"/>
              <a:gd name="T31" fmla="*/ 12 h 130"/>
              <a:gd name="T32" fmla="*/ 148 w 170"/>
              <a:gd name="T33" fmla="*/ 12 h 130"/>
              <a:gd name="T34" fmla="*/ 130 w 170"/>
              <a:gd name="T35" fmla="*/ 10 h 130"/>
              <a:gd name="T36" fmla="*/ 116 w 170"/>
              <a:gd name="T37" fmla="*/ 6 h 130"/>
              <a:gd name="T38" fmla="*/ 102 w 170"/>
              <a:gd name="T39" fmla="*/ 0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70" h="130">
                <a:moveTo>
                  <a:pt x="102" y="0"/>
                </a:moveTo>
                <a:lnTo>
                  <a:pt x="102" y="0"/>
                </a:lnTo>
                <a:lnTo>
                  <a:pt x="86" y="6"/>
                </a:lnTo>
                <a:lnTo>
                  <a:pt x="70" y="12"/>
                </a:lnTo>
                <a:lnTo>
                  <a:pt x="56" y="14"/>
                </a:lnTo>
                <a:lnTo>
                  <a:pt x="40" y="14"/>
                </a:lnTo>
                <a:lnTo>
                  <a:pt x="40" y="14"/>
                </a:lnTo>
                <a:lnTo>
                  <a:pt x="16" y="12"/>
                </a:lnTo>
                <a:lnTo>
                  <a:pt x="0" y="10"/>
                </a:lnTo>
                <a:lnTo>
                  <a:pt x="0" y="106"/>
                </a:lnTo>
                <a:lnTo>
                  <a:pt x="0" y="106"/>
                </a:lnTo>
                <a:lnTo>
                  <a:pt x="170" y="130"/>
                </a:lnTo>
                <a:lnTo>
                  <a:pt x="170" y="8"/>
                </a:lnTo>
                <a:lnTo>
                  <a:pt x="170" y="8"/>
                </a:lnTo>
                <a:lnTo>
                  <a:pt x="158" y="10"/>
                </a:lnTo>
                <a:lnTo>
                  <a:pt x="148" y="12"/>
                </a:lnTo>
                <a:lnTo>
                  <a:pt x="148" y="12"/>
                </a:lnTo>
                <a:lnTo>
                  <a:pt x="130" y="10"/>
                </a:lnTo>
                <a:lnTo>
                  <a:pt x="116" y="6"/>
                </a:lnTo>
                <a:lnTo>
                  <a:pt x="10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 name="Rectangle 232"/>
          <p:cNvSpPr>
            <a:spLocks noChangeArrowheads="1"/>
          </p:cNvSpPr>
          <p:nvPr>
            <p:custDataLst>
              <p:tags r:id="rId24"/>
            </p:custDataLst>
          </p:nvPr>
        </p:nvSpPr>
        <p:spPr bwMode="auto">
          <a:xfrm>
            <a:off x="3500360" y="3103810"/>
            <a:ext cx="75497" cy="125111"/>
          </a:xfrm>
          <a:prstGeom prst="rect">
            <a:avLst/>
          </a:prstGeom>
          <a:solidFill>
            <a:srgbClr val="CE885B">
              <a:lumMod val="50000"/>
              <a:lumOff val="5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5" name="Rectangle 233"/>
          <p:cNvSpPr>
            <a:spLocks noChangeArrowheads="1"/>
          </p:cNvSpPr>
          <p:nvPr>
            <p:custDataLst>
              <p:tags r:id="rId25"/>
            </p:custDataLst>
          </p:nvPr>
        </p:nvSpPr>
        <p:spPr bwMode="auto">
          <a:xfrm>
            <a:off x="3500360" y="3103810"/>
            <a:ext cx="75497" cy="125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6" name="Freeform 234"/>
          <p:cNvSpPr>
            <a:spLocks noEditPoints="1"/>
          </p:cNvSpPr>
          <p:nvPr>
            <p:custDataLst>
              <p:tags r:id="rId26"/>
            </p:custDataLst>
          </p:nvPr>
        </p:nvSpPr>
        <p:spPr bwMode="auto">
          <a:xfrm>
            <a:off x="3670768" y="3071454"/>
            <a:ext cx="69027" cy="75497"/>
          </a:xfrm>
          <a:custGeom>
            <a:avLst/>
            <a:gdLst>
              <a:gd name="T0" fmla="*/ 32 w 64"/>
              <a:gd name="T1" fmla="*/ 70 h 70"/>
              <a:gd name="T2" fmla="*/ 32 w 64"/>
              <a:gd name="T3" fmla="*/ 70 h 70"/>
              <a:gd name="T4" fmla="*/ 32 w 64"/>
              <a:gd name="T5" fmla="*/ 70 h 70"/>
              <a:gd name="T6" fmla="*/ 32 w 64"/>
              <a:gd name="T7" fmla="*/ 70 h 70"/>
              <a:gd name="T8" fmla="*/ 32 w 64"/>
              <a:gd name="T9" fmla="*/ 70 h 70"/>
              <a:gd name="T10" fmla="*/ 32 w 64"/>
              <a:gd name="T11" fmla="*/ 70 h 70"/>
              <a:gd name="T12" fmla="*/ 64 w 64"/>
              <a:gd name="T13" fmla="*/ 0 h 70"/>
              <a:gd name="T14" fmla="*/ 64 w 64"/>
              <a:gd name="T15" fmla="*/ 0 h 70"/>
              <a:gd name="T16" fmla="*/ 64 w 64"/>
              <a:gd name="T17" fmla="*/ 2 h 70"/>
              <a:gd name="T18" fmla="*/ 64 w 64"/>
              <a:gd name="T19" fmla="*/ 40 h 70"/>
              <a:gd name="T20" fmla="*/ 64 w 64"/>
              <a:gd name="T21" fmla="*/ 0 h 70"/>
              <a:gd name="T22" fmla="*/ 0 w 64"/>
              <a:gd name="T23" fmla="*/ 0 h 70"/>
              <a:gd name="T24" fmla="*/ 0 w 64"/>
              <a:gd name="T25" fmla="*/ 40 h 70"/>
              <a:gd name="T26" fmla="*/ 0 w 64"/>
              <a:gd name="T27" fmla="*/ 40 h 70"/>
              <a:gd name="T28" fmla="*/ 0 w 64"/>
              <a:gd name="T29" fmla="*/ 2 h 70"/>
              <a:gd name="T30" fmla="*/ 0 w 64"/>
              <a:gd name="T31" fmla="*/ 2 h 70"/>
              <a:gd name="T32" fmla="*/ 0 w 64"/>
              <a:gd name="T33" fmla="*/ 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4" h="70">
                <a:moveTo>
                  <a:pt x="32" y="70"/>
                </a:moveTo>
                <a:lnTo>
                  <a:pt x="32" y="70"/>
                </a:lnTo>
                <a:lnTo>
                  <a:pt x="32" y="70"/>
                </a:lnTo>
                <a:lnTo>
                  <a:pt x="32" y="70"/>
                </a:lnTo>
                <a:lnTo>
                  <a:pt x="32" y="70"/>
                </a:lnTo>
                <a:lnTo>
                  <a:pt x="32" y="70"/>
                </a:lnTo>
                <a:close/>
                <a:moveTo>
                  <a:pt x="64" y="0"/>
                </a:moveTo>
                <a:lnTo>
                  <a:pt x="64" y="0"/>
                </a:lnTo>
                <a:lnTo>
                  <a:pt x="64" y="2"/>
                </a:lnTo>
                <a:lnTo>
                  <a:pt x="64" y="40"/>
                </a:lnTo>
                <a:lnTo>
                  <a:pt x="64" y="0"/>
                </a:lnTo>
                <a:close/>
                <a:moveTo>
                  <a:pt x="0" y="0"/>
                </a:moveTo>
                <a:lnTo>
                  <a:pt x="0" y="40"/>
                </a:lnTo>
                <a:lnTo>
                  <a:pt x="0" y="40"/>
                </a:lnTo>
                <a:lnTo>
                  <a:pt x="0" y="2"/>
                </a:lnTo>
                <a:lnTo>
                  <a:pt x="0" y="2"/>
                </a:lnTo>
                <a:lnTo>
                  <a:pt x="0" y="0"/>
                </a:lnTo>
                <a:close/>
              </a:path>
            </a:pathLst>
          </a:custGeom>
          <a:solidFill>
            <a:srgbClr val="C0784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 name="Freeform 235"/>
          <p:cNvSpPr/>
          <p:nvPr>
            <p:custDataLst>
              <p:tags r:id="rId27"/>
            </p:custDataLst>
          </p:nvPr>
        </p:nvSpPr>
        <p:spPr bwMode="auto">
          <a:xfrm flipH="1">
            <a:off x="3705281" y="3146950"/>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lnTo>
                  <a:pt x="0" y="0"/>
                </a:lnTo>
                <a:lnTo>
                  <a:pt x="0" y="0"/>
                </a:lnTo>
                <a:lnTo>
                  <a:pt x="0" y="0"/>
                </a:ln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8" name="Freeform 236"/>
          <p:cNvSpPr/>
          <p:nvPr>
            <p:custDataLst>
              <p:tags r:id="rId28"/>
            </p:custDataLst>
          </p:nvPr>
        </p:nvSpPr>
        <p:spPr bwMode="auto">
          <a:xfrm flipH="1">
            <a:off x="3739793" y="3071453"/>
            <a:ext cx="0" cy="43141"/>
          </a:xfrm>
          <a:custGeom>
            <a:avLst/>
            <a:gdLst>
              <a:gd name="T0" fmla="*/ 0 h 40"/>
              <a:gd name="T1" fmla="*/ 0 h 40"/>
              <a:gd name="T2" fmla="*/ 2 h 40"/>
              <a:gd name="T3" fmla="*/ 40 h 40"/>
              <a:gd name="T4" fmla="*/ 0 h 40"/>
            </a:gdLst>
            <a:ahLst/>
            <a:cxnLst>
              <a:cxn ang="0">
                <a:pos x="0" y="T0"/>
              </a:cxn>
              <a:cxn ang="0">
                <a:pos x="0" y="T1"/>
              </a:cxn>
              <a:cxn ang="0">
                <a:pos x="0" y="T2"/>
              </a:cxn>
              <a:cxn ang="0">
                <a:pos x="0" y="T3"/>
              </a:cxn>
              <a:cxn ang="0">
                <a:pos x="0" y="T4"/>
              </a:cxn>
            </a:cxnLst>
            <a:rect l="0" t="0" r="r" b="b"/>
            <a:pathLst>
              <a:path h="40">
                <a:moveTo>
                  <a:pt x="0" y="0"/>
                </a:moveTo>
                <a:lnTo>
                  <a:pt x="0" y="0"/>
                </a:lnTo>
                <a:lnTo>
                  <a:pt x="0" y="2"/>
                </a:lnTo>
                <a:lnTo>
                  <a:pt x="0" y="4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9" name="Freeform 237"/>
          <p:cNvSpPr/>
          <p:nvPr>
            <p:custDataLst>
              <p:tags r:id="rId29"/>
            </p:custDataLst>
          </p:nvPr>
        </p:nvSpPr>
        <p:spPr bwMode="auto">
          <a:xfrm flipH="1">
            <a:off x="3670768" y="3071453"/>
            <a:ext cx="0" cy="43141"/>
          </a:xfrm>
          <a:custGeom>
            <a:avLst/>
            <a:gdLst>
              <a:gd name="T0" fmla="*/ 0 h 40"/>
              <a:gd name="T1" fmla="*/ 40 h 40"/>
              <a:gd name="T2" fmla="*/ 40 h 40"/>
              <a:gd name="T3" fmla="*/ 2 h 40"/>
              <a:gd name="T4" fmla="*/ 2 h 40"/>
              <a:gd name="T5" fmla="*/ 0 h 40"/>
            </a:gdLst>
            <a:ahLst/>
            <a:cxnLst>
              <a:cxn ang="0">
                <a:pos x="0" y="T0"/>
              </a:cxn>
              <a:cxn ang="0">
                <a:pos x="0" y="T1"/>
              </a:cxn>
              <a:cxn ang="0">
                <a:pos x="0" y="T2"/>
              </a:cxn>
              <a:cxn ang="0">
                <a:pos x="0" y="T3"/>
              </a:cxn>
              <a:cxn ang="0">
                <a:pos x="0" y="T4"/>
              </a:cxn>
              <a:cxn ang="0">
                <a:pos x="0" y="T5"/>
              </a:cxn>
            </a:cxnLst>
            <a:rect l="0" t="0" r="r" b="b"/>
            <a:pathLst>
              <a:path h="40">
                <a:moveTo>
                  <a:pt x="0" y="0"/>
                </a:moveTo>
                <a:lnTo>
                  <a:pt x="0" y="40"/>
                </a:lnTo>
                <a:lnTo>
                  <a:pt x="0" y="40"/>
                </a:lnTo>
                <a:lnTo>
                  <a:pt x="0" y="2"/>
                </a:lnTo>
                <a:lnTo>
                  <a:pt x="0"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0" name="Freeform 238"/>
          <p:cNvSpPr/>
          <p:nvPr>
            <p:custDataLst>
              <p:tags r:id="rId30"/>
            </p:custDataLst>
          </p:nvPr>
        </p:nvSpPr>
        <p:spPr bwMode="auto">
          <a:xfrm>
            <a:off x="3670768" y="3073611"/>
            <a:ext cx="69027" cy="73340"/>
          </a:xfrm>
          <a:custGeom>
            <a:avLst/>
            <a:gdLst>
              <a:gd name="T0" fmla="*/ 64 w 64"/>
              <a:gd name="T1" fmla="*/ 0 h 68"/>
              <a:gd name="T2" fmla="*/ 64 w 64"/>
              <a:gd name="T3" fmla="*/ 0 h 68"/>
              <a:gd name="T4" fmla="*/ 62 w 64"/>
              <a:gd name="T5" fmla="*/ 8 h 68"/>
              <a:gd name="T6" fmla="*/ 56 w 64"/>
              <a:gd name="T7" fmla="*/ 16 h 68"/>
              <a:gd name="T8" fmla="*/ 48 w 64"/>
              <a:gd name="T9" fmla="*/ 22 h 68"/>
              <a:gd name="T10" fmla="*/ 38 w 64"/>
              <a:gd name="T11" fmla="*/ 24 h 68"/>
              <a:gd name="T12" fmla="*/ 38 w 64"/>
              <a:gd name="T13" fmla="*/ 24 h 68"/>
              <a:gd name="T14" fmla="*/ 38 w 64"/>
              <a:gd name="T15" fmla="*/ 24 h 68"/>
              <a:gd name="T16" fmla="*/ 24 w 64"/>
              <a:gd name="T17" fmla="*/ 24 h 68"/>
              <a:gd name="T18" fmla="*/ 24 w 64"/>
              <a:gd name="T19" fmla="*/ 24 h 68"/>
              <a:gd name="T20" fmla="*/ 14 w 64"/>
              <a:gd name="T21" fmla="*/ 22 h 68"/>
              <a:gd name="T22" fmla="*/ 8 w 64"/>
              <a:gd name="T23" fmla="*/ 16 h 68"/>
              <a:gd name="T24" fmla="*/ 2 w 64"/>
              <a:gd name="T25" fmla="*/ 8 h 68"/>
              <a:gd name="T26" fmla="*/ 0 w 64"/>
              <a:gd name="T27" fmla="*/ 0 h 68"/>
              <a:gd name="T28" fmla="*/ 0 w 64"/>
              <a:gd name="T29" fmla="*/ 38 h 68"/>
              <a:gd name="T30" fmla="*/ 0 w 64"/>
              <a:gd name="T31" fmla="*/ 38 h 68"/>
              <a:gd name="T32" fmla="*/ 0 w 64"/>
              <a:gd name="T33" fmla="*/ 44 h 68"/>
              <a:gd name="T34" fmla="*/ 2 w 64"/>
              <a:gd name="T35" fmla="*/ 50 h 68"/>
              <a:gd name="T36" fmla="*/ 10 w 64"/>
              <a:gd name="T37" fmla="*/ 60 h 68"/>
              <a:gd name="T38" fmla="*/ 20 w 64"/>
              <a:gd name="T39" fmla="*/ 66 h 68"/>
              <a:gd name="T40" fmla="*/ 26 w 64"/>
              <a:gd name="T41" fmla="*/ 68 h 68"/>
              <a:gd name="T42" fmla="*/ 32 w 64"/>
              <a:gd name="T43" fmla="*/ 68 h 68"/>
              <a:gd name="T44" fmla="*/ 32 w 64"/>
              <a:gd name="T45" fmla="*/ 68 h 68"/>
              <a:gd name="T46" fmla="*/ 32 w 64"/>
              <a:gd name="T47" fmla="*/ 68 h 68"/>
              <a:gd name="T48" fmla="*/ 32 w 64"/>
              <a:gd name="T49" fmla="*/ 68 h 68"/>
              <a:gd name="T50" fmla="*/ 32 w 64"/>
              <a:gd name="T51" fmla="*/ 68 h 68"/>
              <a:gd name="T52" fmla="*/ 32 w 64"/>
              <a:gd name="T53" fmla="*/ 68 h 68"/>
              <a:gd name="T54" fmla="*/ 38 w 64"/>
              <a:gd name="T55" fmla="*/ 68 h 68"/>
              <a:gd name="T56" fmla="*/ 44 w 64"/>
              <a:gd name="T57" fmla="*/ 66 h 68"/>
              <a:gd name="T58" fmla="*/ 54 w 64"/>
              <a:gd name="T59" fmla="*/ 60 h 68"/>
              <a:gd name="T60" fmla="*/ 60 w 64"/>
              <a:gd name="T61" fmla="*/ 50 h 68"/>
              <a:gd name="T62" fmla="*/ 62 w 64"/>
              <a:gd name="T63" fmla="*/ 44 h 68"/>
              <a:gd name="T64" fmla="*/ 64 w 64"/>
              <a:gd name="T65" fmla="*/ 38 h 68"/>
              <a:gd name="T66" fmla="*/ 64 w 64"/>
              <a:gd name="T67" fmla="*/ 38 h 68"/>
              <a:gd name="T68" fmla="*/ 64 w 64"/>
              <a:gd name="T69" fmla="*/ 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4" h="68">
                <a:moveTo>
                  <a:pt x="64" y="0"/>
                </a:moveTo>
                <a:lnTo>
                  <a:pt x="64" y="0"/>
                </a:lnTo>
                <a:lnTo>
                  <a:pt x="62" y="8"/>
                </a:lnTo>
                <a:lnTo>
                  <a:pt x="56" y="16"/>
                </a:lnTo>
                <a:lnTo>
                  <a:pt x="48" y="22"/>
                </a:lnTo>
                <a:lnTo>
                  <a:pt x="38" y="24"/>
                </a:lnTo>
                <a:lnTo>
                  <a:pt x="38" y="24"/>
                </a:lnTo>
                <a:lnTo>
                  <a:pt x="38" y="24"/>
                </a:lnTo>
                <a:lnTo>
                  <a:pt x="24" y="24"/>
                </a:lnTo>
                <a:lnTo>
                  <a:pt x="24" y="24"/>
                </a:lnTo>
                <a:lnTo>
                  <a:pt x="14" y="22"/>
                </a:lnTo>
                <a:lnTo>
                  <a:pt x="8" y="16"/>
                </a:lnTo>
                <a:lnTo>
                  <a:pt x="2" y="8"/>
                </a:lnTo>
                <a:lnTo>
                  <a:pt x="0" y="0"/>
                </a:lnTo>
                <a:lnTo>
                  <a:pt x="0" y="38"/>
                </a:lnTo>
                <a:lnTo>
                  <a:pt x="0" y="38"/>
                </a:lnTo>
                <a:lnTo>
                  <a:pt x="0" y="44"/>
                </a:lnTo>
                <a:lnTo>
                  <a:pt x="2" y="50"/>
                </a:lnTo>
                <a:lnTo>
                  <a:pt x="10" y="60"/>
                </a:lnTo>
                <a:lnTo>
                  <a:pt x="20" y="66"/>
                </a:lnTo>
                <a:lnTo>
                  <a:pt x="26" y="68"/>
                </a:lnTo>
                <a:lnTo>
                  <a:pt x="32" y="68"/>
                </a:lnTo>
                <a:lnTo>
                  <a:pt x="32" y="68"/>
                </a:lnTo>
                <a:lnTo>
                  <a:pt x="32" y="68"/>
                </a:lnTo>
                <a:lnTo>
                  <a:pt x="32" y="68"/>
                </a:lnTo>
                <a:lnTo>
                  <a:pt x="32" y="68"/>
                </a:lnTo>
                <a:lnTo>
                  <a:pt x="32" y="68"/>
                </a:lnTo>
                <a:lnTo>
                  <a:pt x="38" y="68"/>
                </a:lnTo>
                <a:lnTo>
                  <a:pt x="44" y="66"/>
                </a:lnTo>
                <a:lnTo>
                  <a:pt x="54" y="60"/>
                </a:lnTo>
                <a:lnTo>
                  <a:pt x="60" y="50"/>
                </a:lnTo>
                <a:lnTo>
                  <a:pt x="62" y="44"/>
                </a:lnTo>
                <a:lnTo>
                  <a:pt x="64" y="38"/>
                </a:lnTo>
                <a:lnTo>
                  <a:pt x="64" y="38"/>
                </a:lnTo>
                <a:lnTo>
                  <a:pt x="64" y="0"/>
                </a:lnTo>
                <a:close/>
              </a:path>
            </a:pathLst>
          </a:custGeom>
          <a:solidFill>
            <a:srgbClr val="CE885B">
              <a:lumMod val="70000"/>
              <a:lumOff val="30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1" name="Freeform 239"/>
          <p:cNvSpPr/>
          <p:nvPr>
            <p:custDataLst>
              <p:tags r:id="rId31"/>
            </p:custDataLst>
          </p:nvPr>
        </p:nvSpPr>
        <p:spPr bwMode="auto">
          <a:xfrm>
            <a:off x="3670768" y="3073611"/>
            <a:ext cx="69027" cy="73340"/>
          </a:xfrm>
          <a:custGeom>
            <a:avLst/>
            <a:gdLst>
              <a:gd name="T0" fmla="*/ 64 w 64"/>
              <a:gd name="T1" fmla="*/ 0 h 68"/>
              <a:gd name="T2" fmla="*/ 64 w 64"/>
              <a:gd name="T3" fmla="*/ 0 h 68"/>
              <a:gd name="T4" fmla="*/ 62 w 64"/>
              <a:gd name="T5" fmla="*/ 8 h 68"/>
              <a:gd name="T6" fmla="*/ 56 w 64"/>
              <a:gd name="T7" fmla="*/ 16 h 68"/>
              <a:gd name="T8" fmla="*/ 48 w 64"/>
              <a:gd name="T9" fmla="*/ 22 h 68"/>
              <a:gd name="T10" fmla="*/ 38 w 64"/>
              <a:gd name="T11" fmla="*/ 24 h 68"/>
              <a:gd name="T12" fmla="*/ 38 w 64"/>
              <a:gd name="T13" fmla="*/ 24 h 68"/>
              <a:gd name="T14" fmla="*/ 38 w 64"/>
              <a:gd name="T15" fmla="*/ 24 h 68"/>
              <a:gd name="T16" fmla="*/ 24 w 64"/>
              <a:gd name="T17" fmla="*/ 24 h 68"/>
              <a:gd name="T18" fmla="*/ 24 w 64"/>
              <a:gd name="T19" fmla="*/ 24 h 68"/>
              <a:gd name="T20" fmla="*/ 14 w 64"/>
              <a:gd name="T21" fmla="*/ 22 h 68"/>
              <a:gd name="T22" fmla="*/ 8 w 64"/>
              <a:gd name="T23" fmla="*/ 16 h 68"/>
              <a:gd name="T24" fmla="*/ 2 w 64"/>
              <a:gd name="T25" fmla="*/ 8 h 68"/>
              <a:gd name="T26" fmla="*/ 0 w 64"/>
              <a:gd name="T27" fmla="*/ 0 h 68"/>
              <a:gd name="T28" fmla="*/ 0 w 64"/>
              <a:gd name="T29" fmla="*/ 38 h 68"/>
              <a:gd name="T30" fmla="*/ 0 w 64"/>
              <a:gd name="T31" fmla="*/ 38 h 68"/>
              <a:gd name="T32" fmla="*/ 0 w 64"/>
              <a:gd name="T33" fmla="*/ 44 h 68"/>
              <a:gd name="T34" fmla="*/ 2 w 64"/>
              <a:gd name="T35" fmla="*/ 50 h 68"/>
              <a:gd name="T36" fmla="*/ 10 w 64"/>
              <a:gd name="T37" fmla="*/ 60 h 68"/>
              <a:gd name="T38" fmla="*/ 20 w 64"/>
              <a:gd name="T39" fmla="*/ 66 h 68"/>
              <a:gd name="T40" fmla="*/ 26 w 64"/>
              <a:gd name="T41" fmla="*/ 68 h 68"/>
              <a:gd name="T42" fmla="*/ 32 w 64"/>
              <a:gd name="T43" fmla="*/ 68 h 68"/>
              <a:gd name="T44" fmla="*/ 32 w 64"/>
              <a:gd name="T45" fmla="*/ 68 h 68"/>
              <a:gd name="T46" fmla="*/ 32 w 64"/>
              <a:gd name="T47" fmla="*/ 68 h 68"/>
              <a:gd name="T48" fmla="*/ 32 w 64"/>
              <a:gd name="T49" fmla="*/ 68 h 68"/>
              <a:gd name="T50" fmla="*/ 32 w 64"/>
              <a:gd name="T51" fmla="*/ 68 h 68"/>
              <a:gd name="T52" fmla="*/ 32 w 64"/>
              <a:gd name="T53" fmla="*/ 68 h 68"/>
              <a:gd name="T54" fmla="*/ 38 w 64"/>
              <a:gd name="T55" fmla="*/ 68 h 68"/>
              <a:gd name="T56" fmla="*/ 44 w 64"/>
              <a:gd name="T57" fmla="*/ 66 h 68"/>
              <a:gd name="T58" fmla="*/ 54 w 64"/>
              <a:gd name="T59" fmla="*/ 60 h 68"/>
              <a:gd name="T60" fmla="*/ 60 w 64"/>
              <a:gd name="T61" fmla="*/ 50 h 68"/>
              <a:gd name="T62" fmla="*/ 62 w 64"/>
              <a:gd name="T63" fmla="*/ 44 h 68"/>
              <a:gd name="T64" fmla="*/ 64 w 64"/>
              <a:gd name="T65" fmla="*/ 38 h 68"/>
              <a:gd name="T66" fmla="*/ 64 w 64"/>
              <a:gd name="T67" fmla="*/ 38 h 68"/>
              <a:gd name="T68" fmla="*/ 64 w 64"/>
              <a:gd name="T69" fmla="*/ 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4" h="68">
                <a:moveTo>
                  <a:pt x="64" y="0"/>
                </a:moveTo>
                <a:lnTo>
                  <a:pt x="64" y="0"/>
                </a:lnTo>
                <a:lnTo>
                  <a:pt x="62" y="8"/>
                </a:lnTo>
                <a:lnTo>
                  <a:pt x="56" y="16"/>
                </a:lnTo>
                <a:lnTo>
                  <a:pt x="48" y="22"/>
                </a:lnTo>
                <a:lnTo>
                  <a:pt x="38" y="24"/>
                </a:lnTo>
                <a:lnTo>
                  <a:pt x="38" y="24"/>
                </a:lnTo>
                <a:lnTo>
                  <a:pt x="38" y="24"/>
                </a:lnTo>
                <a:lnTo>
                  <a:pt x="24" y="24"/>
                </a:lnTo>
                <a:lnTo>
                  <a:pt x="24" y="24"/>
                </a:lnTo>
                <a:lnTo>
                  <a:pt x="14" y="22"/>
                </a:lnTo>
                <a:lnTo>
                  <a:pt x="8" y="16"/>
                </a:lnTo>
                <a:lnTo>
                  <a:pt x="2" y="8"/>
                </a:lnTo>
                <a:lnTo>
                  <a:pt x="0" y="0"/>
                </a:lnTo>
                <a:lnTo>
                  <a:pt x="0" y="38"/>
                </a:lnTo>
                <a:lnTo>
                  <a:pt x="0" y="38"/>
                </a:lnTo>
                <a:lnTo>
                  <a:pt x="0" y="44"/>
                </a:lnTo>
                <a:lnTo>
                  <a:pt x="2" y="50"/>
                </a:lnTo>
                <a:lnTo>
                  <a:pt x="10" y="60"/>
                </a:lnTo>
                <a:lnTo>
                  <a:pt x="20" y="66"/>
                </a:lnTo>
                <a:lnTo>
                  <a:pt x="26" y="68"/>
                </a:lnTo>
                <a:lnTo>
                  <a:pt x="32" y="68"/>
                </a:lnTo>
                <a:lnTo>
                  <a:pt x="32" y="68"/>
                </a:lnTo>
                <a:lnTo>
                  <a:pt x="32" y="68"/>
                </a:lnTo>
                <a:lnTo>
                  <a:pt x="32" y="68"/>
                </a:lnTo>
                <a:lnTo>
                  <a:pt x="32" y="68"/>
                </a:lnTo>
                <a:lnTo>
                  <a:pt x="32" y="68"/>
                </a:lnTo>
                <a:lnTo>
                  <a:pt x="38" y="68"/>
                </a:lnTo>
                <a:lnTo>
                  <a:pt x="44" y="66"/>
                </a:lnTo>
                <a:lnTo>
                  <a:pt x="54" y="60"/>
                </a:lnTo>
                <a:lnTo>
                  <a:pt x="60" y="50"/>
                </a:lnTo>
                <a:lnTo>
                  <a:pt x="62" y="44"/>
                </a:lnTo>
                <a:lnTo>
                  <a:pt x="64" y="38"/>
                </a:lnTo>
                <a:lnTo>
                  <a:pt x="64" y="38"/>
                </a:lnTo>
                <a:lnTo>
                  <a:pt x="6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2" name="Freeform 240"/>
          <p:cNvSpPr/>
          <p:nvPr>
            <p:custDataLst>
              <p:tags r:id="rId32"/>
            </p:custDataLst>
          </p:nvPr>
        </p:nvSpPr>
        <p:spPr bwMode="auto">
          <a:xfrm flipH="1">
            <a:off x="3810977" y="3071453"/>
            <a:ext cx="0" cy="19413"/>
          </a:xfrm>
          <a:custGeom>
            <a:avLst/>
            <a:gdLst>
              <a:gd name="T0" fmla="*/ 0 h 18"/>
              <a:gd name="T1" fmla="*/ 0 h 18"/>
              <a:gd name="T2" fmla="*/ 2 h 18"/>
              <a:gd name="T3" fmla="*/ 18 h 18"/>
              <a:gd name="T4" fmla="*/ 0 h 18"/>
            </a:gdLst>
            <a:ahLst/>
            <a:cxnLst>
              <a:cxn ang="0">
                <a:pos x="0" y="T0"/>
              </a:cxn>
              <a:cxn ang="0">
                <a:pos x="0" y="T1"/>
              </a:cxn>
              <a:cxn ang="0">
                <a:pos x="0" y="T2"/>
              </a:cxn>
              <a:cxn ang="0">
                <a:pos x="0" y="T3"/>
              </a:cxn>
              <a:cxn ang="0">
                <a:pos x="0" y="T4"/>
              </a:cxn>
            </a:cxnLst>
            <a:rect l="0" t="0" r="r" b="b"/>
            <a:pathLst>
              <a:path h="18">
                <a:moveTo>
                  <a:pt x="0" y="0"/>
                </a:moveTo>
                <a:lnTo>
                  <a:pt x="0" y="0"/>
                </a:lnTo>
                <a:lnTo>
                  <a:pt x="0" y="2"/>
                </a:lnTo>
                <a:lnTo>
                  <a:pt x="0" y="18"/>
                </a:lnTo>
                <a:lnTo>
                  <a:pt x="0" y="0"/>
                </a:lnTo>
                <a:close/>
              </a:path>
            </a:pathLst>
          </a:custGeom>
          <a:solidFill>
            <a:srgbClr val="EDE2D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3" name="Freeform 241"/>
          <p:cNvSpPr/>
          <p:nvPr>
            <p:custDataLst>
              <p:tags r:id="rId33"/>
            </p:custDataLst>
          </p:nvPr>
        </p:nvSpPr>
        <p:spPr bwMode="auto">
          <a:xfrm flipH="1">
            <a:off x="3810977" y="3071453"/>
            <a:ext cx="0" cy="19413"/>
          </a:xfrm>
          <a:custGeom>
            <a:avLst/>
            <a:gdLst>
              <a:gd name="T0" fmla="*/ 0 h 18"/>
              <a:gd name="T1" fmla="*/ 0 h 18"/>
              <a:gd name="T2" fmla="*/ 2 h 18"/>
              <a:gd name="T3" fmla="*/ 18 h 18"/>
              <a:gd name="T4" fmla="*/ 0 h 18"/>
            </a:gdLst>
            <a:ahLst/>
            <a:cxnLst>
              <a:cxn ang="0">
                <a:pos x="0" y="T0"/>
              </a:cxn>
              <a:cxn ang="0">
                <a:pos x="0" y="T1"/>
              </a:cxn>
              <a:cxn ang="0">
                <a:pos x="0" y="T2"/>
              </a:cxn>
              <a:cxn ang="0">
                <a:pos x="0" y="T3"/>
              </a:cxn>
              <a:cxn ang="0">
                <a:pos x="0" y="T4"/>
              </a:cxn>
            </a:cxnLst>
            <a:rect l="0" t="0" r="r" b="b"/>
            <a:pathLst>
              <a:path h="18">
                <a:moveTo>
                  <a:pt x="0" y="0"/>
                </a:moveTo>
                <a:lnTo>
                  <a:pt x="0" y="0"/>
                </a:lnTo>
                <a:lnTo>
                  <a:pt x="0" y="2"/>
                </a:lnTo>
                <a:lnTo>
                  <a:pt x="0" y="18"/>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4" name="Freeform 242"/>
          <p:cNvSpPr>
            <a:spLocks noEditPoints="1"/>
          </p:cNvSpPr>
          <p:nvPr>
            <p:custDataLst>
              <p:tags r:id="rId34"/>
            </p:custDataLst>
          </p:nvPr>
        </p:nvSpPr>
        <p:spPr bwMode="auto">
          <a:xfrm>
            <a:off x="3741951" y="3071454"/>
            <a:ext cx="69027" cy="75497"/>
          </a:xfrm>
          <a:custGeom>
            <a:avLst/>
            <a:gdLst>
              <a:gd name="T0" fmla="*/ 32 w 64"/>
              <a:gd name="T1" fmla="*/ 70 h 70"/>
              <a:gd name="T2" fmla="*/ 32 w 64"/>
              <a:gd name="T3" fmla="*/ 70 h 70"/>
              <a:gd name="T4" fmla="*/ 32 w 64"/>
              <a:gd name="T5" fmla="*/ 70 h 70"/>
              <a:gd name="T6" fmla="*/ 32 w 64"/>
              <a:gd name="T7" fmla="*/ 70 h 70"/>
              <a:gd name="T8" fmla="*/ 32 w 64"/>
              <a:gd name="T9" fmla="*/ 70 h 70"/>
              <a:gd name="T10" fmla="*/ 32 w 64"/>
              <a:gd name="T11" fmla="*/ 70 h 70"/>
              <a:gd name="T12" fmla="*/ 64 w 64"/>
              <a:gd name="T13" fmla="*/ 2 h 70"/>
              <a:gd name="T14" fmla="*/ 64 w 64"/>
              <a:gd name="T15" fmla="*/ 2 h 70"/>
              <a:gd name="T16" fmla="*/ 64 w 64"/>
              <a:gd name="T17" fmla="*/ 2 h 70"/>
              <a:gd name="T18" fmla="*/ 64 w 64"/>
              <a:gd name="T19" fmla="*/ 40 h 70"/>
              <a:gd name="T20" fmla="*/ 64 w 64"/>
              <a:gd name="T21" fmla="*/ 18 h 70"/>
              <a:gd name="T22" fmla="*/ 64 w 64"/>
              <a:gd name="T23" fmla="*/ 2 h 70"/>
              <a:gd name="T24" fmla="*/ 0 w 64"/>
              <a:gd name="T25" fmla="*/ 0 h 70"/>
              <a:gd name="T26" fmla="*/ 0 w 64"/>
              <a:gd name="T27" fmla="*/ 40 h 70"/>
              <a:gd name="T28" fmla="*/ 0 w 64"/>
              <a:gd name="T29" fmla="*/ 40 h 70"/>
              <a:gd name="T30" fmla="*/ 0 w 64"/>
              <a:gd name="T31" fmla="*/ 2 h 70"/>
              <a:gd name="T32" fmla="*/ 0 w 64"/>
              <a:gd name="T33" fmla="*/ 2 h 70"/>
              <a:gd name="T34" fmla="*/ 0 w 64"/>
              <a:gd name="T35" fmla="*/ 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4" h="70">
                <a:moveTo>
                  <a:pt x="32" y="70"/>
                </a:moveTo>
                <a:lnTo>
                  <a:pt x="32" y="70"/>
                </a:lnTo>
                <a:lnTo>
                  <a:pt x="32" y="70"/>
                </a:lnTo>
                <a:lnTo>
                  <a:pt x="32" y="70"/>
                </a:lnTo>
                <a:lnTo>
                  <a:pt x="32" y="70"/>
                </a:lnTo>
                <a:lnTo>
                  <a:pt x="32" y="70"/>
                </a:lnTo>
                <a:close/>
                <a:moveTo>
                  <a:pt x="64" y="2"/>
                </a:moveTo>
                <a:lnTo>
                  <a:pt x="64" y="2"/>
                </a:lnTo>
                <a:lnTo>
                  <a:pt x="64" y="2"/>
                </a:lnTo>
                <a:lnTo>
                  <a:pt x="64" y="40"/>
                </a:lnTo>
                <a:lnTo>
                  <a:pt x="64" y="18"/>
                </a:lnTo>
                <a:lnTo>
                  <a:pt x="64" y="2"/>
                </a:lnTo>
                <a:close/>
                <a:moveTo>
                  <a:pt x="0" y="0"/>
                </a:moveTo>
                <a:lnTo>
                  <a:pt x="0" y="40"/>
                </a:lnTo>
                <a:lnTo>
                  <a:pt x="0" y="40"/>
                </a:lnTo>
                <a:lnTo>
                  <a:pt x="0" y="2"/>
                </a:lnTo>
                <a:lnTo>
                  <a:pt x="0" y="2"/>
                </a:lnTo>
                <a:lnTo>
                  <a:pt x="0" y="0"/>
                </a:lnTo>
                <a:close/>
              </a:path>
            </a:pathLst>
          </a:custGeom>
          <a:solidFill>
            <a:srgbClr val="C0784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5" name="Freeform 243"/>
          <p:cNvSpPr/>
          <p:nvPr>
            <p:custDataLst>
              <p:tags r:id="rId35"/>
            </p:custDataLst>
          </p:nvPr>
        </p:nvSpPr>
        <p:spPr bwMode="auto">
          <a:xfrm flipH="1">
            <a:off x="3776464" y="3146950"/>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lnTo>
                  <a:pt x="0" y="0"/>
                </a:lnTo>
                <a:lnTo>
                  <a:pt x="0" y="0"/>
                </a:lnTo>
                <a:lnTo>
                  <a:pt x="0" y="0"/>
                </a:ln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6" name="Freeform 244"/>
          <p:cNvSpPr/>
          <p:nvPr>
            <p:custDataLst>
              <p:tags r:id="rId36"/>
            </p:custDataLst>
          </p:nvPr>
        </p:nvSpPr>
        <p:spPr bwMode="auto">
          <a:xfrm flipH="1">
            <a:off x="3810977" y="3073610"/>
            <a:ext cx="0" cy="40984"/>
          </a:xfrm>
          <a:custGeom>
            <a:avLst/>
            <a:gdLst>
              <a:gd name="T0" fmla="*/ 0 h 38"/>
              <a:gd name="T1" fmla="*/ 0 h 38"/>
              <a:gd name="T2" fmla="*/ 0 h 38"/>
              <a:gd name="T3" fmla="*/ 38 h 38"/>
              <a:gd name="T4" fmla="*/ 16 h 38"/>
              <a:gd name="T5" fmla="*/ 0 h 38"/>
            </a:gdLst>
            <a:ahLst/>
            <a:cxnLst>
              <a:cxn ang="0">
                <a:pos x="0" y="T0"/>
              </a:cxn>
              <a:cxn ang="0">
                <a:pos x="0" y="T1"/>
              </a:cxn>
              <a:cxn ang="0">
                <a:pos x="0" y="T2"/>
              </a:cxn>
              <a:cxn ang="0">
                <a:pos x="0" y="T3"/>
              </a:cxn>
              <a:cxn ang="0">
                <a:pos x="0" y="T4"/>
              </a:cxn>
              <a:cxn ang="0">
                <a:pos x="0" y="T5"/>
              </a:cxn>
            </a:cxnLst>
            <a:rect l="0" t="0" r="r" b="b"/>
            <a:pathLst>
              <a:path h="38">
                <a:moveTo>
                  <a:pt x="0" y="0"/>
                </a:moveTo>
                <a:lnTo>
                  <a:pt x="0" y="0"/>
                </a:lnTo>
                <a:lnTo>
                  <a:pt x="0" y="0"/>
                </a:lnTo>
                <a:lnTo>
                  <a:pt x="0" y="38"/>
                </a:lnTo>
                <a:lnTo>
                  <a:pt x="0" y="16"/>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7" name="Freeform 245"/>
          <p:cNvSpPr/>
          <p:nvPr>
            <p:custDataLst>
              <p:tags r:id="rId37"/>
            </p:custDataLst>
          </p:nvPr>
        </p:nvSpPr>
        <p:spPr bwMode="auto">
          <a:xfrm flipH="1">
            <a:off x="3741951" y="3071453"/>
            <a:ext cx="0" cy="43141"/>
          </a:xfrm>
          <a:custGeom>
            <a:avLst/>
            <a:gdLst>
              <a:gd name="T0" fmla="*/ 0 h 40"/>
              <a:gd name="T1" fmla="*/ 40 h 40"/>
              <a:gd name="T2" fmla="*/ 40 h 40"/>
              <a:gd name="T3" fmla="*/ 2 h 40"/>
              <a:gd name="T4" fmla="*/ 2 h 40"/>
              <a:gd name="T5" fmla="*/ 0 h 40"/>
            </a:gdLst>
            <a:ahLst/>
            <a:cxnLst>
              <a:cxn ang="0">
                <a:pos x="0" y="T0"/>
              </a:cxn>
              <a:cxn ang="0">
                <a:pos x="0" y="T1"/>
              </a:cxn>
              <a:cxn ang="0">
                <a:pos x="0" y="T2"/>
              </a:cxn>
              <a:cxn ang="0">
                <a:pos x="0" y="T3"/>
              </a:cxn>
              <a:cxn ang="0">
                <a:pos x="0" y="T4"/>
              </a:cxn>
              <a:cxn ang="0">
                <a:pos x="0" y="T5"/>
              </a:cxn>
            </a:cxnLst>
            <a:rect l="0" t="0" r="r" b="b"/>
            <a:pathLst>
              <a:path h="40">
                <a:moveTo>
                  <a:pt x="0" y="0"/>
                </a:moveTo>
                <a:lnTo>
                  <a:pt x="0" y="40"/>
                </a:lnTo>
                <a:lnTo>
                  <a:pt x="0" y="40"/>
                </a:lnTo>
                <a:lnTo>
                  <a:pt x="0" y="2"/>
                </a:lnTo>
                <a:lnTo>
                  <a:pt x="0"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8" name="Freeform 246"/>
          <p:cNvSpPr/>
          <p:nvPr>
            <p:custDataLst>
              <p:tags r:id="rId38"/>
            </p:custDataLst>
          </p:nvPr>
        </p:nvSpPr>
        <p:spPr bwMode="auto">
          <a:xfrm>
            <a:off x="3741951" y="3073611"/>
            <a:ext cx="69027" cy="73340"/>
          </a:xfrm>
          <a:custGeom>
            <a:avLst/>
            <a:gdLst>
              <a:gd name="T0" fmla="*/ 0 w 64"/>
              <a:gd name="T1" fmla="*/ 0 h 68"/>
              <a:gd name="T2" fmla="*/ 0 w 64"/>
              <a:gd name="T3" fmla="*/ 38 h 68"/>
              <a:gd name="T4" fmla="*/ 0 w 64"/>
              <a:gd name="T5" fmla="*/ 38 h 68"/>
              <a:gd name="T6" fmla="*/ 2 w 64"/>
              <a:gd name="T7" fmla="*/ 44 h 68"/>
              <a:gd name="T8" fmla="*/ 4 w 64"/>
              <a:gd name="T9" fmla="*/ 50 h 68"/>
              <a:gd name="T10" fmla="*/ 10 w 64"/>
              <a:gd name="T11" fmla="*/ 60 h 68"/>
              <a:gd name="T12" fmla="*/ 20 w 64"/>
              <a:gd name="T13" fmla="*/ 66 h 68"/>
              <a:gd name="T14" fmla="*/ 26 w 64"/>
              <a:gd name="T15" fmla="*/ 68 h 68"/>
              <a:gd name="T16" fmla="*/ 32 w 64"/>
              <a:gd name="T17" fmla="*/ 68 h 68"/>
              <a:gd name="T18" fmla="*/ 32 w 64"/>
              <a:gd name="T19" fmla="*/ 68 h 68"/>
              <a:gd name="T20" fmla="*/ 32 w 64"/>
              <a:gd name="T21" fmla="*/ 68 h 68"/>
              <a:gd name="T22" fmla="*/ 32 w 64"/>
              <a:gd name="T23" fmla="*/ 68 h 68"/>
              <a:gd name="T24" fmla="*/ 32 w 64"/>
              <a:gd name="T25" fmla="*/ 68 h 68"/>
              <a:gd name="T26" fmla="*/ 32 w 64"/>
              <a:gd name="T27" fmla="*/ 68 h 68"/>
              <a:gd name="T28" fmla="*/ 40 w 64"/>
              <a:gd name="T29" fmla="*/ 68 h 68"/>
              <a:gd name="T30" fmla="*/ 46 w 64"/>
              <a:gd name="T31" fmla="*/ 66 h 68"/>
              <a:gd name="T32" fmla="*/ 56 w 64"/>
              <a:gd name="T33" fmla="*/ 60 h 68"/>
              <a:gd name="T34" fmla="*/ 62 w 64"/>
              <a:gd name="T35" fmla="*/ 50 h 68"/>
              <a:gd name="T36" fmla="*/ 64 w 64"/>
              <a:gd name="T37" fmla="*/ 44 h 68"/>
              <a:gd name="T38" fmla="*/ 64 w 64"/>
              <a:gd name="T39" fmla="*/ 38 h 68"/>
              <a:gd name="T40" fmla="*/ 64 w 64"/>
              <a:gd name="T41" fmla="*/ 38 h 68"/>
              <a:gd name="T42" fmla="*/ 64 w 64"/>
              <a:gd name="T43" fmla="*/ 0 h 68"/>
              <a:gd name="T44" fmla="*/ 64 w 64"/>
              <a:gd name="T45" fmla="*/ 0 h 68"/>
              <a:gd name="T46" fmla="*/ 62 w 64"/>
              <a:gd name="T47" fmla="*/ 8 h 68"/>
              <a:gd name="T48" fmla="*/ 58 w 64"/>
              <a:gd name="T49" fmla="*/ 16 h 68"/>
              <a:gd name="T50" fmla="*/ 50 w 64"/>
              <a:gd name="T51" fmla="*/ 22 h 68"/>
              <a:gd name="T52" fmla="*/ 40 w 64"/>
              <a:gd name="T53" fmla="*/ 24 h 68"/>
              <a:gd name="T54" fmla="*/ 26 w 64"/>
              <a:gd name="T55" fmla="*/ 24 h 68"/>
              <a:gd name="T56" fmla="*/ 26 w 64"/>
              <a:gd name="T57" fmla="*/ 24 h 68"/>
              <a:gd name="T58" fmla="*/ 16 w 64"/>
              <a:gd name="T59" fmla="*/ 22 h 68"/>
              <a:gd name="T60" fmla="*/ 8 w 64"/>
              <a:gd name="T61" fmla="*/ 16 h 68"/>
              <a:gd name="T62" fmla="*/ 2 w 64"/>
              <a:gd name="T63" fmla="*/ 8 h 68"/>
              <a:gd name="T64" fmla="*/ 0 w 64"/>
              <a:gd name="T65" fmla="*/ 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4" h="68">
                <a:moveTo>
                  <a:pt x="0" y="0"/>
                </a:moveTo>
                <a:lnTo>
                  <a:pt x="0" y="38"/>
                </a:lnTo>
                <a:lnTo>
                  <a:pt x="0" y="38"/>
                </a:lnTo>
                <a:lnTo>
                  <a:pt x="2" y="44"/>
                </a:lnTo>
                <a:lnTo>
                  <a:pt x="4" y="50"/>
                </a:lnTo>
                <a:lnTo>
                  <a:pt x="10" y="60"/>
                </a:lnTo>
                <a:lnTo>
                  <a:pt x="20" y="66"/>
                </a:lnTo>
                <a:lnTo>
                  <a:pt x="26" y="68"/>
                </a:lnTo>
                <a:lnTo>
                  <a:pt x="32" y="68"/>
                </a:lnTo>
                <a:lnTo>
                  <a:pt x="32" y="68"/>
                </a:lnTo>
                <a:lnTo>
                  <a:pt x="32" y="68"/>
                </a:lnTo>
                <a:lnTo>
                  <a:pt x="32" y="68"/>
                </a:lnTo>
                <a:lnTo>
                  <a:pt x="32" y="68"/>
                </a:lnTo>
                <a:lnTo>
                  <a:pt x="32" y="68"/>
                </a:lnTo>
                <a:lnTo>
                  <a:pt x="40" y="68"/>
                </a:lnTo>
                <a:lnTo>
                  <a:pt x="46" y="66"/>
                </a:lnTo>
                <a:lnTo>
                  <a:pt x="56" y="60"/>
                </a:lnTo>
                <a:lnTo>
                  <a:pt x="62" y="50"/>
                </a:lnTo>
                <a:lnTo>
                  <a:pt x="64" y="44"/>
                </a:lnTo>
                <a:lnTo>
                  <a:pt x="64" y="38"/>
                </a:lnTo>
                <a:lnTo>
                  <a:pt x="64" y="38"/>
                </a:lnTo>
                <a:lnTo>
                  <a:pt x="64" y="0"/>
                </a:lnTo>
                <a:lnTo>
                  <a:pt x="64" y="0"/>
                </a:lnTo>
                <a:lnTo>
                  <a:pt x="62" y="8"/>
                </a:lnTo>
                <a:lnTo>
                  <a:pt x="58" y="16"/>
                </a:lnTo>
                <a:lnTo>
                  <a:pt x="50" y="22"/>
                </a:lnTo>
                <a:lnTo>
                  <a:pt x="40" y="24"/>
                </a:lnTo>
                <a:lnTo>
                  <a:pt x="26" y="24"/>
                </a:lnTo>
                <a:lnTo>
                  <a:pt x="26" y="24"/>
                </a:lnTo>
                <a:lnTo>
                  <a:pt x="16" y="22"/>
                </a:lnTo>
                <a:lnTo>
                  <a:pt x="8" y="16"/>
                </a:lnTo>
                <a:lnTo>
                  <a:pt x="2" y="8"/>
                </a:lnTo>
                <a:lnTo>
                  <a:pt x="0" y="0"/>
                </a:lnTo>
                <a:close/>
              </a:path>
            </a:pathLst>
          </a:custGeom>
          <a:solidFill>
            <a:srgbClr val="CE885B">
              <a:lumMod val="70000"/>
              <a:lumOff val="30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9" name="Freeform 247"/>
          <p:cNvSpPr/>
          <p:nvPr>
            <p:custDataLst>
              <p:tags r:id="rId39"/>
            </p:custDataLst>
          </p:nvPr>
        </p:nvSpPr>
        <p:spPr bwMode="auto">
          <a:xfrm>
            <a:off x="3741951" y="3073611"/>
            <a:ext cx="69027" cy="73340"/>
          </a:xfrm>
          <a:custGeom>
            <a:avLst/>
            <a:gdLst>
              <a:gd name="T0" fmla="*/ 0 w 64"/>
              <a:gd name="T1" fmla="*/ 0 h 68"/>
              <a:gd name="T2" fmla="*/ 0 w 64"/>
              <a:gd name="T3" fmla="*/ 38 h 68"/>
              <a:gd name="T4" fmla="*/ 0 w 64"/>
              <a:gd name="T5" fmla="*/ 38 h 68"/>
              <a:gd name="T6" fmla="*/ 2 w 64"/>
              <a:gd name="T7" fmla="*/ 44 h 68"/>
              <a:gd name="T8" fmla="*/ 4 w 64"/>
              <a:gd name="T9" fmla="*/ 50 h 68"/>
              <a:gd name="T10" fmla="*/ 10 w 64"/>
              <a:gd name="T11" fmla="*/ 60 h 68"/>
              <a:gd name="T12" fmla="*/ 20 w 64"/>
              <a:gd name="T13" fmla="*/ 66 h 68"/>
              <a:gd name="T14" fmla="*/ 26 w 64"/>
              <a:gd name="T15" fmla="*/ 68 h 68"/>
              <a:gd name="T16" fmla="*/ 32 w 64"/>
              <a:gd name="T17" fmla="*/ 68 h 68"/>
              <a:gd name="T18" fmla="*/ 32 w 64"/>
              <a:gd name="T19" fmla="*/ 68 h 68"/>
              <a:gd name="T20" fmla="*/ 32 w 64"/>
              <a:gd name="T21" fmla="*/ 68 h 68"/>
              <a:gd name="T22" fmla="*/ 32 w 64"/>
              <a:gd name="T23" fmla="*/ 68 h 68"/>
              <a:gd name="T24" fmla="*/ 32 w 64"/>
              <a:gd name="T25" fmla="*/ 68 h 68"/>
              <a:gd name="T26" fmla="*/ 32 w 64"/>
              <a:gd name="T27" fmla="*/ 68 h 68"/>
              <a:gd name="T28" fmla="*/ 40 w 64"/>
              <a:gd name="T29" fmla="*/ 68 h 68"/>
              <a:gd name="T30" fmla="*/ 46 w 64"/>
              <a:gd name="T31" fmla="*/ 66 h 68"/>
              <a:gd name="T32" fmla="*/ 56 w 64"/>
              <a:gd name="T33" fmla="*/ 60 h 68"/>
              <a:gd name="T34" fmla="*/ 62 w 64"/>
              <a:gd name="T35" fmla="*/ 50 h 68"/>
              <a:gd name="T36" fmla="*/ 64 w 64"/>
              <a:gd name="T37" fmla="*/ 44 h 68"/>
              <a:gd name="T38" fmla="*/ 64 w 64"/>
              <a:gd name="T39" fmla="*/ 38 h 68"/>
              <a:gd name="T40" fmla="*/ 64 w 64"/>
              <a:gd name="T41" fmla="*/ 38 h 68"/>
              <a:gd name="T42" fmla="*/ 64 w 64"/>
              <a:gd name="T43" fmla="*/ 0 h 68"/>
              <a:gd name="T44" fmla="*/ 64 w 64"/>
              <a:gd name="T45" fmla="*/ 0 h 68"/>
              <a:gd name="T46" fmla="*/ 62 w 64"/>
              <a:gd name="T47" fmla="*/ 8 h 68"/>
              <a:gd name="T48" fmla="*/ 58 w 64"/>
              <a:gd name="T49" fmla="*/ 16 h 68"/>
              <a:gd name="T50" fmla="*/ 50 w 64"/>
              <a:gd name="T51" fmla="*/ 22 h 68"/>
              <a:gd name="T52" fmla="*/ 40 w 64"/>
              <a:gd name="T53" fmla="*/ 24 h 68"/>
              <a:gd name="T54" fmla="*/ 26 w 64"/>
              <a:gd name="T55" fmla="*/ 24 h 68"/>
              <a:gd name="T56" fmla="*/ 26 w 64"/>
              <a:gd name="T57" fmla="*/ 24 h 68"/>
              <a:gd name="T58" fmla="*/ 16 w 64"/>
              <a:gd name="T59" fmla="*/ 22 h 68"/>
              <a:gd name="T60" fmla="*/ 8 w 64"/>
              <a:gd name="T61" fmla="*/ 16 h 68"/>
              <a:gd name="T62" fmla="*/ 2 w 64"/>
              <a:gd name="T63" fmla="*/ 8 h 68"/>
              <a:gd name="T64" fmla="*/ 0 w 64"/>
              <a:gd name="T65" fmla="*/ 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4" h="68">
                <a:moveTo>
                  <a:pt x="0" y="0"/>
                </a:moveTo>
                <a:lnTo>
                  <a:pt x="0" y="38"/>
                </a:lnTo>
                <a:lnTo>
                  <a:pt x="0" y="38"/>
                </a:lnTo>
                <a:lnTo>
                  <a:pt x="2" y="44"/>
                </a:lnTo>
                <a:lnTo>
                  <a:pt x="4" y="50"/>
                </a:lnTo>
                <a:lnTo>
                  <a:pt x="10" y="60"/>
                </a:lnTo>
                <a:lnTo>
                  <a:pt x="20" y="66"/>
                </a:lnTo>
                <a:lnTo>
                  <a:pt x="26" y="68"/>
                </a:lnTo>
                <a:lnTo>
                  <a:pt x="32" y="68"/>
                </a:lnTo>
                <a:lnTo>
                  <a:pt x="32" y="68"/>
                </a:lnTo>
                <a:lnTo>
                  <a:pt x="32" y="68"/>
                </a:lnTo>
                <a:lnTo>
                  <a:pt x="32" y="68"/>
                </a:lnTo>
                <a:lnTo>
                  <a:pt x="32" y="68"/>
                </a:lnTo>
                <a:lnTo>
                  <a:pt x="32" y="68"/>
                </a:lnTo>
                <a:lnTo>
                  <a:pt x="40" y="68"/>
                </a:lnTo>
                <a:lnTo>
                  <a:pt x="46" y="66"/>
                </a:lnTo>
                <a:lnTo>
                  <a:pt x="56" y="60"/>
                </a:lnTo>
                <a:lnTo>
                  <a:pt x="62" y="50"/>
                </a:lnTo>
                <a:lnTo>
                  <a:pt x="64" y="44"/>
                </a:lnTo>
                <a:lnTo>
                  <a:pt x="64" y="38"/>
                </a:lnTo>
                <a:lnTo>
                  <a:pt x="64" y="38"/>
                </a:lnTo>
                <a:lnTo>
                  <a:pt x="64" y="0"/>
                </a:lnTo>
                <a:lnTo>
                  <a:pt x="64" y="0"/>
                </a:lnTo>
                <a:lnTo>
                  <a:pt x="62" y="8"/>
                </a:lnTo>
                <a:lnTo>
                  <a:pt x="58" y="16"/>
                </a:lnTo>
                <a:lnTo>
                  <a:pt x="50" y="22"/>
                </a:lnTo>
                <a:lnTo>
                  <a:pt x="40" y="24"/>
                </a:lnTo>
                <a:lnTo>
                  <a:pt x="26" y="24"/>
                </a:lnTo>
                <a:lnTo>
                  <a:pt x="26" y="24"/>
                </a:lnTo>
                <a:lnTo>
                  <a:pt x="16" y="22"/>
                </a:lnTo>
                <a:lnTo>
                  <a:pt x="8" y="16"/>
                </a:lnTo>
                <a:lnTo>
                  <a:pt x="2" y="8"/>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 name="Freeform 248"/>
          <p:cNvSpPr>
            <a:spLocks noEditPoints="1"/>
          </p:cNvSpPr>
          <p:nvPr>
            <p:custDataLst>
              <p:tags r:id="rId40"/>
            </p:custDataLst>
          </p:nvPr>
        </p:nvSpPr>
        <p:spPr bwMode="auto">
          <a:xfrm flipH="1">
            <a:off x="3595269" y="3064983"/>
            <a:ext cx="0" cy="49613"/>
          </a:xfrm>
          <a:custGeom>
            <a:avLst/>
            <a:gdLst>
              <a:gd name="T0" fmla="*/ 46 h 46"/>
              <a:gd name="T1" fmla="*/ 46 h 46"/>
              <a:gd name="T2" fmla="*/ 46 h 46"/>
              <a:gd name="T3" fmla="*/ 46 h 46"/>
              <a:gd name="T4" fmla="*/ 46 h 46"/>
              <a:gd name="T5" fmla="*/ 46 h 46"/>
              <a:gd name="T6" fmla="*/ 46 h 46"/>
              <a:gd name="T7" fmla="*/ 46 h 46"/>
              <a:gd name="T8" fmla="*/ 46 h 46"/>
              <a:gd name="T9" fmla="*/ 46 h 46"/>
              <a:gd name="T10" fmla="*/ 46 h 46"/>
              <a:gd name="T11" fmla="*/ 46 h 46"/>
              <a:gd name="T12" fmla="*/ 46 h 46"/>
              <a:gd name="T13" fmla="*/ 46 h 46"/>
              <a:gd name="T14" fmla="*/ 46 h 46"/>
              <a:gd name="T15" fmla="*/ 46 h 46"/>
              <a:gd name="T16" fmla="*/ 46 h 46"/>
              <a:gd name="T17" fmla="*/ 46 h 46"/>
              <a:gd name="T18" fmla="*/ 46 h 46"/>
              <a:gd name="T19" fmla="*/ 0 h 46"/>
              <a:gd name="T20" fmla="*/ 46 h 46"/>
              <a:gd name="T21" fmla="*/ 0 h 46"/>
            </a:gdLst>
            <a:ahLst/>
            <a:cxnLst>
              <a:cxn ang="0">
                <a:pos x="0" y="T0"/>
              </a:cxn>
              <a:cxn ang="0">
                <a:pos x="0" y="T1"/>
              </a:cxn>
              <a:cxn ang="0">
                <a:pos x="0" y="T2"/>
              </a:cxn>
              <a:cxn ang="0">
                <a:pos x="0" y="T3"/>
              </a:cxn>
              <a:cxn ang="0">
                <a:pos x="0" y="T4"/>
              </a:cxn>
              <a:cxn ang="0">
                <a:pos x="0" y="T5"/>
              </a:cxn>
              <a:cxn ang="0">
                <a:pos x="0" y="T6"/>
              </a:cxn>
              <a:cxn ang="0">
                <a:pos x="0" y="T7"/>
              </a:cxn>
              <a:cxn ang="0">
                <a:pos x="0" y="T8"/>
              </a:cxn>
              <a:cxn ang="0">
                <a:pos x="0" y="T9"/>
              </a:cxn>
              <a:cxn ang="0">
                <a:pos x="0" y="T10"/>
              </a:cxn>
              <a:cxn ang="0">
                <a:pos x="0" y="T11"/>
              </a:cxn>
              <a:cxn ang="0">
                <a:pos x="0" y="T12"/>
              </a:cxn>
              <a:cxn ang="0">
                <a:pos x="0" y="T13"/>
              </a:cxn>
              <a:cxn ang="0">
                <a:pos x="0" y="T14"/>
              </a:cxn>
              <a:cxn ang="0">
                <a:pos x="0" y="T15"/>
              </a:cxn>
              <a:cxn ang="0">
                <a:pos x="0" y="T16"/>
              </a:cxn>
              <a:cxn ang="0">
                <a:pos x="0" y="T17"/>
              </a:cxn>
              <a:cxn ang="0">
                <a:pos x="0" y="T18"/>
              </a:cxn>
              <a:cxn ang="0">
                <a:pos x="0" y="T19"/>
              </a:cxn>
              <a:cxn ang="0">
                <a:pos x="0" y="T20"/>
              </a:cxn>
              <a:cxn ang="0">
                <a:pos x="0" y="T21"/>
              </a:cxn>
            </a:cxnLst>
            <a:rect l="0" t="0" r="r" b="b"/>
            <a:pathLst>
              <a:path h="46">
                <a:moveTo>
                  <a:pt x="0" y="46"/>
                </a:moveTo>
                <a:lnTo>
                  <a:pt x="0" y="46"/>
                </a:lnTo>
                <a:lnTo>
                  <a:pt x="0" y="46"/>
                </a:lnTo>
                <a:lnTo>
                  <a:pt x="0" y="46"/>
                </a:lnTo>
                <a:close/>
                <a:moveTo>
                  <a:pt x="0" y="46"/>
                </a:moveTo>
                <a:lnTo>
                  <a:pt x="0" y="46"/>
                </a:lnTo>
                <a:lnTo>
                  <a:pt x="0" y="46"/>
                </a:lnTo>
                <a:lnTo>
                  <a:pt x="0" y="46"/>
                </a:lnTo>
                <a:lnTo>
                  <a:pt x="0" y="46"/>
                </a:lnTo>
                <a:close/>
                <a:moveTo>
                  <a:pt x="0" y="46"/>
                </a:moveTo>
                <a:lnTo>
                  <a:pt x="0" y="46"/>
                </a:lnTo>
                <a:lnTo>
                  <a:pt x="0" y="46"/>
                </a:lnTo>
                <a:lnTo>
                  <a:pt x="0" y="46"/>
                </a:lnTo>
                <a:lnTo>
                  <a:pt x="0" y="46"/>
                </a:lnTo>
                <a:close/>
                <a:moveTo>
                  <a:pt x="0" y="46"/>
                </a:moveTo>
                <a:lnTo>
                  <a:pt x="0" y="46"/>
                </a:lnTo>
                <a:lnTo>
                  <a:pt x="0" y="46"/>
                </a:lnTo>
                <a:lnTo>
                  <a:pt x="0" y="46"/>
                </a:lnTo>
                <a:lnTo>
                  <a:pt x="0" y="46"/>
                </a:lnTo>
                <a:close/>
                <a:moveTo>
                  <a:pt x="0" y="0"/>
                </a:moveTo>
                <a:lnTo>
                  <a:pt x="0" y="46"/>
                </a:lnTo>
                <a:lnTo>
                  <a:pt x="0" y="0"/>
                </a:lnTo>
                <a:close/>
              </a:path>
            </a:pathLst>
          </a:custGeom>
          <a:solidFill>
            <a:srgbClr val="C0784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1" name="Freeform 249"/>
          <p:cNvSpPr/>
          <p:nvPr>
            <p:custDataLst>
              <p:tags r:id="rId41"/>
            </p:custDataLst>
          </p:nvPr>
        </p:nvSpPr>
        <p:spPr bwMode="auto">
          <a:xfrm flipH="1">
            <a:off x="3595269" y="3114594"/>
            <a:ext cx="0" cy="0"/>
          </a:xfrm>
          <a:custGeom>
            <a:avLst/>
            <a:gdLst/>
            <a:ahLst/>
            <a:cxnLst>
              <a:cxn ang="0">
                <a:pos x="0" y="0"/>
              </a:cxn>
              <a:cxn ang="0">
                <a:pos x="0" y="0"/>
              </a:cxn>
              <a:cxn ang="0">
                <a:pos x="0" y="0"/>
              </a:cxn>
              <a:cxn ang="0">
                <a:pos x="0" y="0"/>
              </a:cxn>
            </a:cxnLst>
            <a:rect l="0" t="0" r="r" b="b"/>
            <a:pathLst>
              <a:path>
                <a:moveTo>
                  <a:pt x="0" y="0"/>
                </a:moveTo>
                <a:lnTo>
                  <a:pt x="0" y="0"/>
                </a:ln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2" name="Rectangle 250"/>
          <p:cNvSpPr>
            <a:spLocks noChangeArrowheads="1"/>
          </p:cNvSpPr>
          <p:nvPr>
            <p:custDataLst>
              <p:tags r:id="rId42"/>
            </p:custDataLst>
          </p:nvPr>
        </p:nvSpPr>
        <p:spPr bwMode="auto">
          <a:xfrm>
            <a:off x="3595270" y="3114595"/>
            <a:ext cx="1079" cy="10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43" name="Rectangle 251"/>
          <p:cNvSpPr>
            <a:spLocks noChangeArrowheads="1"/>
          </p:cNvSpPr>
          <p:nvPr>
            <p:custDataLst>
              <p:tags r:id="rId43"/>
            </p:custDataLst>
          </p:nvPr>
        </p:nvSpPr>
        <p:spPr bwMode="auto">
          <a:xfrm>
            <a:off x="3595270" y="3114595"/>
            <a:ext cx="1079" cy="10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44" name="Rectangle 252"/>
          <p:cNvSpPr>
            <a:spLocks noChangeArrowheads="1"/>
          </p:cNvSpPr>
          <p:nvPr>
            <p:custDataLst>
              <p:tags r:id="rId44"/>
            </p:custDataLst>
          </p:nvPr>
        </p:nvSpPr>
        <p:spPr bwMode="auto">
          <a:xfrm>
            <a:off x="3595270" y="3114595"/>
            <a:ext cx="1079" cy="10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45" name="Freeform 253"/>
          <p:cNvSpPr/>
          <p:nvPr>
            <p:custDataLst>
              <p:tags r:id="rId45"/>
            </p:custDataLst>
          </p:nvPr>
        </p:nvSpPr>
        <p:spPr bwMode="auto">
          <a:xfrm flipH="1">
            <a:off x="3595269" y="3064983"/>
            <a:ext cx="0" cy="49613"/>
          </a:xfrm>
          <a:custGeom>
            <a:avLst/>
            <a:gdLst>
              <a:gd name="T0" fmla="*/ 0 h 46"/>
              <a:gd name="T1" fmla="*/ 46 h 46"/>
              <a:gd name="T2" fmla="*/ 0 h 46"/>
            </a:gdLst>
            <a:ahLst/>
            <a:cxnLst>
              <a:cxn ang="0">
                <a:pos x="0" y="T0"/>
              </a:cxn>
              <a:cxn ang="0">
                <a:pos x="0" y="T1"/>
              </a:cxn>
              <a:cxn ang="0">
                <a:pos x="0" y="T2"/>
              </a:cxn>
            </a:cxnLst>
            <a:rect l="0" t="0" r="r" b="b"/>
            <a:pathLst>
              <a:path h="46">
                <a:moveTo>
                  <a:pt x="0" y="0"/>
                </a:moveTo>
                <a:lnTo>
                  <a:pt x="0" y="46"/>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6" name="Freeform 254"/>
          <p:cNvSpPr/>
          <p:nvPr>
            <p:custDataLst>
              <p:tags r:id="rId46"/>
            </p:custDataLst>
          </p:nvPr>
        </p:nvSpPr>
        <p:spPr bwMode="auto">
          <a:xfrm>
            <a:off x="3526244" y="3064983"/>
            <a:ext cx="69027" cy="75497"/>
          </a:xfrm>
          <a:custGeom>
            <a:avLst/>
            <a:gdLst>
              <a:gd name="T0" fmla="*/ 0 w 64"/>
              <a:gd name="T1" fmla="*/ 0 h 70"/>
              <a:gd name="T2" fmla="*/ 0 w 64"/>
              <a:gd name="T3" fmla="*/ 36 h 70"/>
              <a:gd name="T4" fmla="*/ 46 w 64"/>
              <a:gd name="T5" fmla="*/ 36 h 70"/>
              <a:gd name="T6" fmla="*/ 46 w 64"/>
              <a:gd name="T7" fmla="*/ 70 h 70"/>
              <a:gd name="T8" fmla="*/ 50 w 64"/>
              <a:gd name="T9" fmla="*/ 70 h 70"/>
              <a:gd name="T10" fmla="*/ 50 w 64"/>
              <a:gd name="T11" fmla="*/ 70 h 70"/>
              <a:gd name="T12" fmla="*/ 56 w 64"/>
              <a:gd name="T13" fmla="*/ 66 h 70"/>
              <a:gd name="T14" fmla="*/ 60 w 64"/>
              <a:gd name="T15" fmla="*/ 60 h 70"/>
              <a:gd name="T16" fmla="*/ 62 w 64"/>
              <a:gd name="T17" fmla="*/ 52 h 70"/>
              <a:gd name="T18" fmla="*/ 64 w 64"/>
              <a:gd name="T19" fmla="*/ 46 h 70"/>
              <a:gd name="T20" fmla="*/ 64 w 64"/>
              <a:gd name="T21" fmla="*/ 46 h 70"/>
              <a:gd name="T22" fmla="*/ 64 w 64"/>
              <a:gd name="T23" fmla="*/ 46 h 70"/>
              <a:gd name="T24" fmla="*/ 64 w 64"/>
              <a:gd name="T25" fmla="*/ 46 h 70"/>
              <a:gd name="T26" fmla="*/ 64 w 64"/>
              <a:gd name="T27" fmla="*/ 46 h 70"/>
              <a:gd name="T28" fmla="*/ 64 w 64"/>
              <a:gd name="T29" fmla="*/ 46 h 70"/>
              <a:gd name="T30" fmla="*/ 64 w 64"/>
              <a:gd name="T31" fmla="*/ 46 h 70"/>
              <a:gd name="T32" fmla="*/ 64 w 64"/>
              <a:gd name="T33" fmla="*/ 46 h 70"/>
              <a:gd name="T34" fmla="*/ 64 w 64"/>
              <a:gd name="T35" fmla="*/ 46 h 70"/>
              <a:gd name="T36" fmla="*/ 64 w 64"/>
              <a:gd name="T37" fmla="*/ 46 h 70"/>
              <a:gd name="T38" fmla="*/ 64 w 64"/>
              <a:gd name="T39" fmla="*/ 46 h 70"/>
              <a:gd name="T40" fmla="*/ 64 w 64"/>
              <a:gd name="T41" fmla="*/ 46 h 70"/>
              <a:gd name="T42" fmla="*/ 64 w 64"/>
              <a:gd name="T43" fmla="*/ 46 h 70"/>
              <a:gd name="T44" fmla="*/ 64 w 64"/>
              <a:gd name="T45" fmla="*/ 46 h 70"/>
              <a:gd name="T46" fmla="*/ 64 w 64"/>
              <a:gd name="T47" fmla="*/ 46 h 70"/>
              <a:gd name="T48" fmla="*/ 64 w 64"/>
              <a:gd name="T49" fmla="*/ 46 h 70"/>
              <a:gd name="T50" fmla="*/ 64 w 64"/>
              <a:gd name="T51" fmla="*/ 46 h 70"/>
              <a:gd name="T52" fmla="*/ 64 w 64"/>
              <a:gd name="T53" fmla="*/ 46 h 70"/>
              <a:gd name="T54" fmla="*/ 64 w 64"/>
              <a:gd name="T55" fmla="*/ 0 h 70"/>
              <a:gd name="T56" fmla="*/ 0 w 64"/>
              <a:gd name="T57" fmla="*/ 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4" h="70">
                <a:moveTo>
                  <a:pt x="0" y="0"/>
                </a:moveTo>
                <a:lnTo>
                  <a:pt x="0" y="36"/>
                </a:lnTo>
                <a:lnTo>
                  <a:pt x="46" y="36"/>
                </a:lnTo>
                <a:lnTo>
                  <a:pt x="46" y="70"/>
                </a:lnTo>
                <a:lnTo>
                  <a:pt x="50" y="70"/>
                </a:lnTo>
                <a:lnTo>
                  <a:pt x="50" y="70"/>
                </a:lnTo>
                <a:lnTo>
                  <a:pt x="56" y="66"/>
                </a:lnTo>
                <a:lnTo>
                  <a:pt x="60" y="60"/>
                </a:lnTo>
                <a:lnTo>
                  <a:pt x="62" y="52"/>
                </a:lnTo>
                <a:lnTo>
                  <a:pt x="64" y="46"/>
                </a:lnTo>
                <a:lnTo>
                  <a:pt x="64" y="46"/>
                </a:lnTo>
                <a:lnTo>
                  <a:pt x="64" y="46"/>
                </a:lnTo>
                <a:lnTo>
                  <a:pt x="64" y="46"/>
                </a:lnTo>
                <a:lnTo>
                  <a:pt x="64" y="46"/>
                </a:lnTo>
                <a:lnTo>
                  <a:pt x="64" y="46"/>
                </a:lnTo>
                <a:lnTo>
                  <a:pt x="64" y="46"/>
                </a:lnTo>
                <a:lnTo>
                  <a:pt x="64" y="46"/>
                </a:lnTo>
                <a:lnTo>
                  <a:pt x="64" y="46"/>
                </a:lnTo>
                <a:lnTo>
                  <a:pt x="64" y="46"/>
                </a:lnTo>
                <a:lnTo>
                  <a:pt x="64" y="46"/>
                </a:lnTo>
                <a:lnTo>
                  <a:pt x="64" y="46"/>
                </a:lnTo>
                <a:lnTo>
                  <a:pt x="64" y="46"/>
                </a:lnTo>
                <a:lnTo>
                  <a:pt x="64" y="46"/>
                </a:lnTo>
                <a:lnTo>
                  <a:pt x="64" y="46"/>
                </a:lnTo>
                <a:lnTo>
                  <a:pt x="64" y="46"/>
                </a:lnTo>
                <a:lnTo>
                  <a:pt x="64" y="46"/>
                </a:lnTo>
                <a:lnTo>
                  <a:pt x="64" y="46"/>
                </a:lnTo>
                <a:lnTo>
                  <a:pt x="64" y="0"/>
                </a:lnTo>
                <a:lnTo>
                  <a:pt x="0" y="0"/>
                </a:lnTo>
                <a:close/>
              </a:path>
            </a:pathLst>
          </a:custGeom>
          <a:solidFill>
            <a:srgbClr val="CE885B">
              <a:lumMod val="70000"/>
              <a:lumOff val="30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7" name="Freeform 255"/>
          <p:cNvSpPr/>
          <p:nvPr>
            <p:custDataLst>
              <p:tags r:id="rId47"/>
            </p:custDataLst>
          </p:nvPr>
        </p:nvSpPr>
        <p:spPr bwMode="auto">
          <a:xfrm>
            <a:off x="3526244" y="3064983"/>
            <a:ext cx="69027" cy="75497"/>
          </a:xfrm>
          <a:custGeom>
            <a:avLst/>
            <a:gdLst>
              <a:gd name="T0" fmla="*/ 0 w 64"/>
              <a:gd name="T1" fmla="*/ 0 h 70"/>
              <a:gd name="T2" fmla="*/ 0 w 64"/>
              <a:gd name="T3" fmla="*/ 36 h 70"/>
              <a:gd name="T4" fmla="*/ 46 w 64"/>
              <a:gd name="T5" fmla="*/ 36 h 70"/>
              <a:gd name="T6" fmla="*/ 46 w 64"/>
              <a:gd name="T7" fmla="*/ 70 h 70"/>
              <a:gd name="T8" fmla="*/ 50 w 64"/>
              <a:gd name="T9" fmla="*/ 70 h 70"/>
              <a:gd name="T10" fmla="*/ 50 w 64"/>
              <a:gd name="T11" fmla="*/ 70 h 70"/>
              <a:gd name="T12" fmla="*/ 56 w 64"/>
              <a:gd name="T13" fmla="*/ 66 h 70"/>
              <a:gd name="T14" fmla="*/ 60 w 64"/>
              <a:gd name="T15" fmla="*/ 60 h 70"/>
              <a:gd name="T16" fmla="*/ 62 w 64"/>
              <a:gd name="T17" fmla="*/ 52 h 70"/>
              <a:gd name="T18" fmla="*/ 64 w 64"/>
              <a:gd name="T19" fmla="*/ 46 h 70"/>
              <a:gd name="T20" fmla="*/ 64 w 64"/>
              <a:gd name="T21" fmla="*/ 46 h 70"/>
              <a:gd name="T22" fmla="*/ 64 w 64"/>
              <a:gd name="T23" fmla="*/ 46 h 70"/>
              <a:gd name="T24" fmla="*/ 64 w 64"/>
              <a:gd name="T25" fmla="*/ 46 h 70"/>
              <a:gd name="T26" fmla="*/ 64 w 64"/>
              <a:gd name="T27" fmla="*/ 46 h 70"/>
              <a:gd name="T28" fmla="*/ 64 w 64"/>
              <a:gd name="T29" fmla="*/ 46 h 70"/>
              <a:gd name="T30" fmla="*/ 64 w 64"/>
              <a:gd name="T31" fmla="*/ 46 h 70"/>
              <a:gd name="T32" fmla="*/ 64 w 64"/>
              <a:gd name="T33" fmla="*/ 46 h 70"/>
              <a:gd name="T34" fmla="*/ 64 w 64"/>
              <a:gd name="T35" fmla="*/ 46 h 70"/>
              <a:gd name="T36" fmla="*/ 64 w 64"/>
              <a:gd name="T37" fmla="*/ 46 h 70"/>
              <a:gd name="T38" fmla="*/ 64 w 64"/>
              <a:gd name="T39" fmla="*/ 46 h 70"/>
              <a:gd name="T40" fmla="*/ 64 w 64"/>
              <a:gd name="T41" fmla="*/ 46 h 70"/>
              <a:gd name="T42" fmla="*/ 64 w 64"/>
              <a:gd name="T43" fmla="*/ 46 h 70"/>
              <a:gd name="T44" fmla="*/ 64 w 64"/>
              <a:gd name="T45" fmla="*/ 46 h 70"/>
              <a:gd name="T46" fmla="*/ 64 w 64"/>
              <a:gd name="T47" fmla="*/ 46 h 70"/>
              <a:gd name="T48" fmla="*/ 64 w 64"/>
              <a:gd name="T49" fmla="*/ 46 h 70"/>
              <a:gd name="T50" fmla="*/ 64 w 64"/>
              <a:gd name="T51" fmla="*/ 46 h 70"/>
              <a:gd name="T52" fmla="*/ 64 w 64"/>
              <a:gd name="T53" fmla="*/ 46 h 70"/>
              <a:gd name="T54" fmla="*/ 64 w 64"/>
              <a:gd name="T55" fmla="*/ 0 h 70"/>
              <a:gd name="T56" fmla="*/ 0 w 64"/>
              <a:gd name="T57" fmla="*/ 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4" h="70">
                <a:moveTo>
                  <a:pt x="0" y="0"/>
                </a:moveTo>
                <a:lnTo>
                  <a:pt x="0" y="36"/>
                </a:lnTo>
                <a:lnTo>
                  <a:pt x="46" y="36"/>
                </a:lnTo>
                <a:lnTo>
                  <a:pt x="46" y="70"/>
                </a:lnTo>
                <a:lnTo>
                  <a:pt x="50" y="70"/>
                </a:lnTo>
                <a:lnTo>
                  <a:pt x="50" y="70"/>
                </a:lnTo>
                <a:lnTo>
                  <a:pt x="56" y="66"/>
                </a:lnTo>
                <a:lnTo>
                  <a:pt x="60" y="60"/>
                </a:lnTo>
                <a:lnTo>
                  <a:pt x="62" y="52"/>
                </a:lnTo>
                <a:lnTo>
                  <a:pt x="64" y="46"/>
                </a:lnTo>
                <a:lnTo>
                  <a:pt x="64" y="46"/>
                </a:lnTo>
                <a:lnTo>
                  <a:pt x="64" y="46"/>
                </a:lnTo>
                <a:lnTo>
                  <a:pt x="64" y="46"/>
                </a:lnTo>
                <a:lnTo>
                  <a:pt x="64" y="46"/>
                </a:lnTo>
                <a:lnTo>
                  <a:pt x="64" y="46"/>
                </a:lnTo>
                <a:lnTo>
                  <a:pt x="64" y="46"/>
                </a:lnTo>
                <a:lnTo>
                  <a:pt x="64" y="46"/>
                </a:lnTo>
                <a:lnTo>
                  <a:pt x="64" y="46"/>
                </a:lnTo>
                <a:lnTo>
                  <a:pt x="64" y="46"/>
                </a:lnTo>
                <a:lnTo>
                  <a:pt x="64" y="46"/>
                </a:lnTo>
                <a:lnTo>
                  <a:pt x="64" y="46"/>
                </a:lnTo>
                <a:lnTo>
                  <a:pt x="64" y="46"/>
                </a:lnTo>
                <a:lnTo>
                  <a:pt x="64" y="46"/>
                </a:lnTo>
                <a:lnTo>
                  <a:pt x="64" y="46"/>
                </a:lnTo>
                <a:lnTo>
                  <a:pt x="64" y="46"/>
                </a:lnTo>
                <a:lnTo>
                  <a:pt x="64" y="46"/>
                </a:lnTo>
                <a:lnTo>
                  <a:pt x="64" y="46"/>
                </a:lnTo>
                <a:lnTo>
                  <a:pt x="64"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8" name="Freeform 256"/>
          <p:cNvSpPr/>
          <p:nvPr>
            <p:custDataLst>
              <p:tags r:id="rId48"/>
            </p:custDataLst>
          </p:nvPr>
        </p:nvSpPr>
        <p:spPr bwMode="auto">
          <a:xfrm>
            <a:off x="3526244" y="3103810"/>
            <a:ext cx="49613" cy="36671"/>
          </a:xfrm>
          <a:custGeom>
            <a:avLst/>
            <a:gdLst>
              <a:gd name="T0" fmla="*/ 0 w 46"/>
              <a:gd name="T1" fmla="*/ 0 h 34"/>
              <a:gd name="T2" fmla="*/ 0 w 46"/>
              <a:gd name="T3" fmla="*/ 8 h 34"/>
              <a:gd name="T4" fmla="*/ 0 w 46"/>
              <a:gd name="T5" fmla="*/ 8 h 34"/>
              <a:gd name="T6" fmla="*/ 0 w 46"/>
              <a:gd name="T7" fmla="*/ 16 h 34"/>
              <a:gd name="T8" fmla="*/ 4 w 46"/>
              <a:gd name="T9" fmla="*/ 24 h 34"/>
              <a:gd name="T10" fmla="*/ 8 w 46"/>
              <a:gd name="T11" fmla="*/ 30 h 34"/>
              <a:gd name="T12" fmla="*/ 12 w 46"/>
              <a:gd name="T13" fmla="*/ 34 h 34"/>
              <a:gd name="T14" fmla="*/ 46 w 46"/>
              <a:gd name="T15" fmla="*/ 34 h 34"/>
              <a:gd name="T16" fmla="*/ 46 w 46"/>
              <a:gd name="T17" fmla="*/ 0 h 34"/>
              <a:gd name="T18" fmla="*/ 0 w 46"/>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 h="34">
                <a:moveTo>
                  <a:pt x="0" y="0"/>
                </a:moveTo>
                <a:lnTo>
                  <a:pt x="0" y="8"/>
                </a:lnTo>
                <a:lnTo>
                  <a:pt x="0" y="8"/>
                </a:lnTo>
                <a:lnTo>
                  <a:pt x="0" y="16"/>
                </a:lnTo>
                <a:lnTo>
                  <a:pt x="4" y="24"/>
                </a:lnTo>
                <a:lnTo>
                  <a:pt x="8" y="30"/>
                </a:lnTo>
                <a:lnTo>
                  <a:pt x="12" y="34"/>
                </a:lnTo>
                <a:lnTo>
                  <a:pt x="46" y="34"/>
                </a:lnTo>
                <a:lnTo>
                  <a:pt x="46" y="0"/>
                </a:lnTo>
                <a:lnTo>
                  <a:pt x="0" y="0"/>
                </a:lnTo>
                <a:close/>
              </a:path>
            </a:pathLst>
          </a:custGeom>
          <a:solidFill>
            <a:srgbClr val="CE885B">
              <a:lumMod val="70000"/>
              <a:lumOff val="30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9" name="Freeform 257"/>
          <p:cNvSpPr/>
          <p:nvPr>
            <p:custDataLst>
              <p:tags r:id="rId49"/>
            </p:custDataLst>
          </p:nvPr>
        </p:nvSpPr>
        <p:spPr bwMode="auto">
          <a:xfrm>
            <a:off x="3526244" y="3103810"/>
            <a:ext cx="49613" cy="36671"/>
          </a:xfrm>
          <a:custGeom>
            <a:avLst/>
            <a:gdLst>
              <a:gd name="T0" fmla="*/ 0 w 46"/>
              <a:gd name="T1" fmla="*/ 0 h 34"/>
              <a:gd name="T2" fmla="*/ 0 w 46"/>
              <a:gd name="T3" fmla="*/ 8 h 34"/>
              <a:gd name="T4" fmla="*/ 0 w 46"/>
              <a:gd name="T5" fmla="*/ 8 h 34"/>
              <a:gd name="T6" fmla="*/ 0 w 46"/>
              <a:gd name="T7" fmla="*/ 16 h 34"/>
              <a:gd name="T8" fmla="*/ 4 w 46"/>
              <a:gd name="T9" fmla="*/ 24 h 34"/>
              <a:gd name="T10" fmla="*/ 8 w 46"/>
              <a:gd name="T11" fmla="*/ 30 h 34"/>
              <a:gd name="T12" fmla="*/ 12 w 46"/>
              <a:gd name="T13" fmla="*/ 34 h 34"/>
              <a:gd name="T14" fmla="*/ 46 w 46"/>
              <a:gd name="T15" fmla="*/ 34 h 34"/>
              <a:gd name="T16" fmla="*/ 46 w 46"/>
              <a:gd name="T17" fmla="*/ 0 h 34"/>
              <a:gd name="T18" fmla="*/ 0 w 46"/>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 h="34">
                <a:moveTo>
                  <a:pt x="0" y="0"/>
                </a:moveTo>
                <a:lnTo>
                  <a:pt x="0" y="8"/>
                </a:lnTo>
                <a:lnTo>
                  <a:pt x="0" y="8"/>
                </a:lnTo>
                <a:lnTo>
                  <a:pt x="0" y="16"/>
                </a:lnTo>
                <a:lnTo>
                  <a:pt x="4" y="24"/>
                </a:lnTo>
                <a:lnTo>
                  <a:pt x="8" y="30"/>
                </a:lnTo>
                <a:lnTo>
                  <a:pt x="12" y="34"/>
                </a:lnTo>
                <a:lnTo>
                  <a:pt x="46" y="34"/>
                </a:lnTo>
                <a:lnTo>
                  <a:pt x="46"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0" name="Freeform 258"/>
          <p:cNvSpPr>
            <a:spLocks noEditPoints="1"/>
          </p:cNvSpPr>
          <p:nvPr>
            <p:custDataLst>
              <p:tags r:id="rId50"/>
            </p:custDataLst>
          </p:nvPr>
        </p:nvSpPr>
        <p:spPr bwMode="auto">
          <a:xfrm>
            <a:off x="3597427" y="3067140"/>
            <a:ext cx="69027" cy="79812"/>
          </a:xfrm>
          <a:custGeom>
            <a:avLst/>
            <a:gdLst>
              <a:gd name="T0" fmla="*/ 52 w 64"/>
              <a:gd name="T1" fmla="*/ 68 h 74"/>
              <a:gd name="T2" fmla="*/ 52 w 64"/>
              <a:gd name="T3" fmla="*/ 68 h 74"/>
              <a:gd name="T4" fmla="*/ 42 w 64"/>
              <a:gd name="T5" fmla="*/ 74 h 74"/>
              <a:gd name="T6" fmla="*/ 32 w 64"/>
              <a:gd name="T7" fmla="*/ 74 h 74"/>
              <a:gd name="T8" fmla="*/ 32 w 64"/>
              <a:gd name="T9" fmla="*/ 74 h 74"/>
              <a:gd name="T10" fmla="*/ 32 w 64"/>
              <a:gd name="T11" fmla="*/ 74 h 74"/>
              <a:gd name="T12" fmla="*/ 32 w 64"/>
              <a:gd name="T13" fmla="*/ 74 h 74"/>
              <a:gd name="T14" fmla="*/ 42 w 64"/>
              <a:gd name="T15" fmla="*/ 74 h 74"/>
              <a:gd name="T16" fmla="*/ 52 w 64"/>
              <a:gd name="T17" fmla="*/ 68 h 74"/>
              <a:gd name="T18" fmla="*/ 52 w 64"/>
              <a:gd name="T19" fmla="*/ 68 h 74"/>
              <a:gd name="T20" fmla="*/ 52 w 64"/>
              <a:gd name="T21" fmla="*/ 68 h 74"/>
              <a:gd name="T22" fmla="*/ 52 w 64"/>
              <a:gd name="T23" fmla="*/ 68 h 74"/>
              <a:gd name="T24" fmla="*/ 52 w 64"/>
              <a:gd name="T25" fmla="*/ 68 h 74"/>
              <a:gd name="T26" fmla="*/ 52 w 64"/>
              <a:gd name="T27" fmla="*/ 68 h 74"/>
              <a:gd name="T28" fmla="*/ 0 w 64"/>
              <a:gd name="T29" fmla="*/ 44 h 74"/>
              <a:gd name="T30" fmla="*/ 0 w 64"/>
              <a:gd name="T31" fmla="*/ 44 h 74"/>
              <a:gd name="T32" fmla="*/ 0 w 64"/>
              <a:gd name="T33" fmla="*/ 44 h 74"/>
              <a:gd name="T34" fmla="*/ 0 w 64"/>
              <a:gd name="T35" fmla="*/ 44 h 74"/>
              <a:gd name="T36" fmla="*/ 0 w 64"/>
              <a:gd name="T37" fmla="*/ 44 h 74"/>
              <a:gd name="T38" fmla="*/ 0 w 64"/>
              <a:gd name="T39" fmla="*/ 4 h 74"/>
              <a:gd name="T40" fmla="*/ 0 w 64"/>
              <a:gd name="T41" fmla="*/ 4 h 74"/>
              <a:gd name="T42" fmla="*/ 0 w 64"/>
              <a:gd name="T43" fmla="*/ 44 h 74"/>
              <a:gd name="T44" fmla="*/ 0 w 64"/>
              <a:gd name="T45" fmla="*/ 44 h 74"/>
              <a:gd name="T46" fmla="*/ 0 w 64"/>
              <a:gd name="T47" fmla="*/ 4 h 74"/>
              <a:gd name="T48" fmla="*/ 64 w 64"/>
              <a:gd name="T49" fmla="*/ 0 h 74"/>
              <a:gd name="T50" fmla="*/ 64 w 64"/>
              <a:gd name="T51" fmla="*/ 44 h 74"/>
              <a:gd name="T52" fmla="*/ 64 w 64"/>
              <a:gd name="T53" fmla="*/ 22 h 74"/>
              <a:gd name="T54" fmla="*/ 64 w 64"/>
              <a:gd name="T55" fmla="*/ 4 h 74"/>
              <a:gd name="T56" fmla="*/ 64 w 64"/>
              <a:gd name="T57" fmla="*/ 0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4" h="74">
                <a:moveTo>
                  <a:pt x="52" y="68"/>
                </a:moveTo>
                <a:lnTo>
                  <a:pt x="52" y="68"/>
                </a:lnTo>
                <a:lnTo>
                  <a:pt x="42" y="74"/>
                </a:lnTo>
                <a:lnTo>
                  <a:pt x="32" y="74"/>
                </a:lnTo>
                <a:lnTo>
                  <a:pt x="32" y="74"/>
                </a:lnTo>
                <a:lnTo>
                  <a:pt x="32" y="74"/>
                </a:lnTo>
                <a:lnTo>
                  <a:pt x="32" y="74"/>
                </a:lnTo>
                <a:lnTo>
                  <a:pt x="42" y="74"/>
                </a:lnTo>
                <a:lnTo>
                  <a:pt x="52" y="68"/>
                </a:lnTo>
                <a:close/>
                <a:moveTo>
                  <a:pt x="52" y="68"/>
                </a:moveTo>
                <a:lnTo>
                  <a:pt x="52" y="68"/>
                </a:lnTo>
                <a:lnTo>
                  <a:pt x="52" y="68"/>
                </a:lnTo>
                <a:lnTo>
                  <a:pt x="52" y="68"/>
                </a:lnTo>
                <a:lnTo>
                  <a:pt x="52" y="68"/>
                </a:lnTo>
                <a:close/>
                <a:moveTo>
                  <a:pt x="0" y="44"/>
                </a:moveTo>
                <a:lnTo>
                  <a:pt x="0" y="44"/>
                </a:lnTo>
                <a:lnTo>
                  <a:pt x="0" y="44"/>
                </a:lnTo>
                <a:lnTo>
                  <a:pt x="0" y="44"/>
                </a:lnTo>
                <a:lnTo>
                  <a:pt x="0" y="44"/>
                </a:lnTo>
                <a:close/>
                <a:moveTo>
                  <a:pt x="0" y="4"/>
                </a:moveTo>
                <a:lnTo>
                  <a:pt x="0" y="4"/>
                </a:lnTo>
                <a:lnTo>
                  <a:pt x="0" y="44"/>
                </a:lnTo>
                <a:lnTo>
                  <a:pt x="0" y="44"/>
                </a:lnTo>
                <a:lnTo>
                  <a:pt x="0" y="4"/>
                </a:lnTo>
                <a:close/>
                <a:moveTo>
                  <a:pt x="64" y="0"/>
                </a:moveTo>
                <a:lnTo>
                  <a:pt x="64" y="44"/>
                </a:lnTo>
                <a:lnTo>
                  <a:pt x="64" y="22"/>
                </a:lnTo>
                <a:lnTo>
                  <a:pt x="64" y="4"/>
                </a:lnTo>
                <a:lnTo>
                  <a:pt x="64" y="0"/>
                </a:lnTo>
                <a:close/>
              </a:path>
            </a:pathLst>
          </a:custGeom>
          <a:solidFill>
            <a:srgbClr val="C0784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1" name="Freeform 259"/>
          <p:cNvSpPr/>
          <p:nvPr>
            <p:custDataLst>
              <p:tags r:id="rId51"/>
            </p:custDataLst>
          </p:nvPr>
        </p:nvSpPr>
        <p:spPr bwMode="auto">
          <a:xfrm>
            <a:off x="3631940" y="3140480"/>
            <a:ext cx="21571" cy="6471"/>
          </a:xfrm>
          <a:custGeom>
            <a:avLst/>
            <a:gdLst>
              <a:gd name="T0" fmla="*/ 20 w 20"/>
              <a:gd name="T1" fmla="*/ 0 h 6"/>
              <a:gd name="T2" fmla="*/ 20 w 20"/>
              <a:gd name="T3" fmla="*/ 0 h 6"/>
              <a:gd name="T4" fmla="*/ 10 w 20"/>
              <a:gd name="T5" fmla="*/ 6 h 6"/>
              <a:gd name="T6" fmla="*/ 0 w 20"/>
              <a:gd name="T7" fmla="*/ 6 h 6"/>
              <a:gd name="T8" fmla="*/ 0 w 20"/>
              <a:gd name="T9" fmla="*/ 6 h 6"/>
              <a:gd name="T10" fmla="*/ 0 w 20"/>
              <a:gd name="T11" fmla="*/ 6 h 6"/>
              <a:gd name="T12" fmla="*/ 0 w 20"/>
              <a:gd name="T13" fmla="*/ 6 h 6"/>
              <a:gd name="T14" fmla="*/ 10 w 20"/>
              <a:gd name="T15" fmla="*/ 6 h 6"/>
              <a:gd name="T16" fmla="*/ 20 w 20"/>
              <a:gd name="T17" fmla="*/ 0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 h="6">
                <a:moveTo>
                  <a:pt x="20" y="0"/>
                </a:moveTo>
                <a:lnTo>
                  <a:pt x="20" y="0"/>
                </a:lnTo>
                <a:lnTo>
                  <a:pt x="10" y="6"/>
                </a:lnTo>
                <a:lnTo>
                  <a:pt x="0" y="6"/>
                </a:lnTo>
                <a:lnTo>
                  <a:pt x="0" y="6"/>
                </a:lnTo>
                <a:lnTo>
                  <a:pt x="0" y="6"/>
                </a:lnTo>
                <a:lnTo>
                  <a:pt x="0" y="6"/>
                </a:lnTo>
                <a:lnTo>
                  <a:pt x="10" y="6"/>
                </a:lnTo>
                <a:lnTo>
                  <a:pt x="2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2" name="Rectangle 260"/>
          <p:cNvSpPr>
            <a:spLocks noChangeArrowheads="1"/>
          </p:cNvSpPr>
          <p:nvPr>
            <p:custDataLst>
              <p:tags r:id="rId52"/>
            </p:custDataLst>
          </p:nvPr>
        </p:nvSpPr>
        <p:spPr bwMode="auto">
          <a:xfrm>
            <a:off x="3653511" y="3140480"/>
            <a:ext cx="1079" cy="10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53" name="Rectangle 261"/>
          <p:cNvSpPr>
            <a:spLocks noChangeArrowheads="1"/>
          </p:cNvSpPr>
          <p:nvPr>
            <p:custDataLst>
              <p:tags r:id="rId53"/>
            </p:custDataLst>
          </p:nvPr>
        </p:nvSpPr>
        <p:spPr bwMode="auto">
          <a:xfrm>
            <a:off x="3597427" y="3114595"/>
            <a:ext cx="1079" cy="10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54" name="Rectangle 262"/>
          <p:cNvSpPr>
            <a:spLocks noChangeArrowheads="1"/>
          </p:cNvSpPr>
          <p:nvPr>
            <p:custDataLst>
              <p:tags r:id="rId54"/>
            </p:custDataLst>
          </p:nvPr>
        </p:nvSpPr>
        <p:spPr bwMode="auto">
          <a:xfrm>
            <a:off x="3597427" y="3071453"/>
            <a:ext cx="1079" cy="43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55" name="Freeform 263"/>
          <p:cNvSpPr/>
          <p:nvPr>
            <p:custDataLst>
              <p:tags r:id="rId55"/>
            </p:custDataLst>
          </p:nvPr>
        </p:nvSpPr>
        <p:spPr bwMode="auto">
          <a:xfrm flipH="1">
            <a:off x="3666453" y="3067140"/>
            <a:ext cx="0" cy="47456"/>
          </a:xfrm>
          <a:custGeom>
            <a:avLst/>
            <a:gdLst>
              <a:gd name="T0" fmla="*/ 0 h 44"/>
              <a:gd name="T1" fmla="*/ 44 h 44"/>
              <a:gd name="T2" fmla="*/ 22 h 44"/>
              <a:gd name="T3" fmla="*/ 4 h 44"/>
              <a:gd name="T4" fmla="*/ 0 h 44"/>
            </a:gdLst>
            <a:ahLst/>
            <a:cxnLst>
              <a:cxn ang="0">
                <a:pos x="0" y="T0"/>
              </a:cxn>
              <a:cxn ang="0">
                <a:pos x="0" y="T1"/>
              </a:cxn>
              <a:cxn ang="0">
                <a:pos x="0" y="T2"/>
              </a:cxn>
              <a:cxn ang="0">
                <a:pos x="0" y="T3"/>
              </a:cxn>
              <a:cxn ang="0">
                <a:pos x="0" y="T4"/>
              </a:cxn>
            </a:cxnLst>
            <a:rect l="0" t="0" r="r" b="b"/>
            <a:pathLst>
              <a:path h="44">
                <a:moveTo>
                  <a:pt x="0" y="0"/>
                </a:moveTo>
                <a:lnTo>
                  <a:pt x="0" y="44"/>
                </a:lnTo>
                <a:lnTo>
                  <a:pt x="0" y="22"/>
                </a:lnTo>
                <a:lnTo>
                  <a:pt x="0" y="4"/>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6" name="Freeform 264"/>
          <p:cNvSpPr/>
          <p:nvPr>
            <p:custDataLst>
              <p:tags r:id="rId56"/>
            </p:custDataLst>
          </p:nvPr>
        </p:nvSpPr>
        <p:spPr bwMode="auto">
          <a:xfrm>
            <a:off x="3597427" y="3064983"/>
            <a:ext cx="69027" cy="81969"/>
          </a:xfrm>
          <a:custGeom>
            <a:avLst/>
            <a:gdLst>
              <a:gd name="T0" fmla="*/ 0 w 64"/>
              <a:gd name="T1" fmla="*/ 0 h 76"/>
              <a:gd name="T2" fmla="*/ 0 w 64"/>
              <a:gd name="T3" fmla="*/ 6 h 76"/>
              <a:gd name="T4" fmla="*/ 0 w 64"/>
              <a:gd name="T5" fmla="*/ 46 h 76"/>
              <a:gd name="T6" fmla="*/ 0 w 64"/>
              <a:gd name="T7" fmla="*/ 46 h 76"/>
              <a:gd name="T8" fmla="*/ 0 w 64"/>
              <a:gd name="T9" fmla="*/ 46 h 76"/>
              <a:gd name="T10" fmla="*/ 0 w 64"/>
              <a:gd name="T11" fmla="*/ 46 h 76"/>
              <a:gd name="T12" fmla="*/ 0 w 64"/>
              <a:gd name="T13" fmla="*/ 46 h 76"/>
              <a:gd name="T14" fmla="*/ 0 w 64"/>
              <a:gd name="T15" fmla="*/ 46 h 76"/>
              <a:gd name="T16" fmla="*/ 0 w 64"/>
              <a:gd name="T17" fmla="*/ 48 h 76"/>
              <a:gd name="T18" fmla="*/ 2 w 64"/>
              <a:gd name="T19" fmla="*/ 50 h 76"/>
              <a:gd name="T20" fmla="*/ 2 w 64"/>
              <a:gd name="T21" fmla="*/ 50 h 76"/>
              <a:gd name="T22" fmla="*/ 2 w 64"/>
              <a:gd name="T23" fmla="*/ 52 h 76"/>
              <a:gd name="T24" fmla="*/ 2 w 64"/>
              <a:gd name="T25" fmla="*/ 54 h 76"/>
              <a:gd name="T26" fmla="*/ 2 w 64"/>
              <a:gd name="T27" fmla="*/ 54 h 76"/>
              <a:gd name="T28" fmla="*/ 2 w 64"/>
              <a:gd name="T29" fmla="*/ 56 h 76"/>
              <a:gd name="T30" fmla="*/ 2 w 64"/>
              <a:gd name="T31" fmla="*/ 56 h 76"/>
              <a:gd name="T32" fmla="*/ 2 w 64"/>
              <a:gd name="T33" fmla="*/ 56 h 76"/>
              <a:gd name="T34" fmla="*/ 4 w 64"/>
              <a:gd name="T35" fmla="*/ 60 h 76"/>
              <a:gd name="T36" fmla="*/ 4 w 64"/>
              <a:gd name="T37" fmla="*/ 60 h 76"/>
              <a:gd name="T38" fmla="*/ 8 w 64"/>
              <a:gd name="T39" fmla="*/ 66 h 76"/>
              <a:gd name="T40" fmla="*/ 14 w 64"/>
              <a:gd name="T41" fmla="*/ 70 h 76"/>
              <a:gd name="T42" fmla="*/ 14 w 64"/>
              <a:gd name="T43" fmla="*/ 70 h 76"/>
              <a:gd name="T44" fmla="*/ 22 w 64"/>
              <a:gd name="T45" fmla="*/ 76 h 76"/>
              <a:gd name="T46" fmla="*/ 32 w 64"/>
              <a:gd name="T47" fmla="*/ 76 h 76"/>
              <a:gd name="T48" fmla="*/ 32 w 64"/>
              <a:gd name="T49" fmla="*/ 76 h 76"/>
              <a:gd name="T50" fmla="*/ 32 w 64"/>
              <a:gd name="T51" fmla="*/ 76 h 76"/>
              <a:gd name="T52" fmla="*/ 32 w 64"/>
              <a:gd name="T53" fmla="*/ 76 h 76"/>
              <a:gd name="T54" fmla="*/ 42 w 64"/>
              <a:gd name="T55" fmla="*/ 76 h 76"/>
              <a:gd name="T56" fmla="*/ 52 w 64"/>
              <a:gd name="T57" fmla="*/ 70 h 76"/>
              <a:gd name="T58" fmla="*/ 52 w 64"/>
              <a:gd name="T59" fmla="*/ 70 h 76"/>
              <a:gd name="T60" fmla="*/ 52 w 64"/>
              <a:gd name="T61" fmla="*/ 70 h 76"/>
              <a:gd name="T62" fmla="*/ 52 w 64"/>
              <a:gd name="T63" fmla="*/ 70 h 76"/>
              <a:gd name="T64" fmla="*/ 52 w 64"/>
              <a:gd name="T65" fmla="*/ 70 h 76"/>
              <a:gd name="T66" fmla="*/ 52 w 64"/>
              <a:gd name="T67" fmla="*/ 70 h 76"/>
              <a:gd name="T68" fmla="*/ 56 w 64"/>
              <a:gd name="T69" fmla="*/ 66 h 76"/>
              <a:gd name="T70" fmla="*/ 60 w 64"/>
              <a:gd name="T71" fmla="*/ 60 h 76"/>
              <a:gd name="T72" fmla="*/ 64 w 64"/>
              <a:gd name="T73" fmla="*/ 52 h 76"/>
              <a:gd name="T74" fmla="*/ 64 w 64"/>
              <a:gd name="T75" fmla="*/ 46 h 76"/>
              <a:gd name="T76" fmla="*/ 64 w 64"/>
              <a:gd name="T77" fmla="*/ 46 h 76"/>
              <a:gd name="T78" fmla="*/ 64 w 64"/>
              <a:gd name="T79" fmla="*/ 2 h 76"/>
              <a:gd name="T80" fmla="*/ 64 w 64"/>
              <a:gd name="T81" fmla="*/ 0 h 76"/>
              <a:gd name="T82" fmla="*/ 0 w 64"/>
              <a:gd name="T83" fmla="*/ 0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64" h="76">
                <a:moveTo>
                  <a:pt x="0" y="0"/>
                </a:moveTo>
                <a:lnTo>
                  <a:pt x="0" y="6"/>
                </a:lnTo>
                <a:lnTo>
                  <a:pt x="0" y="46"/>
                </a:lnTo>
                <a:lnTo>
                  <a:pt x="0" y="46"/>
                </a:lnTo>
                <a:lnTo>
                  <a:pt x="0" y="46"/>
                </a:lnTo>
                <a:lnTo>
                  <a:pt x="0" y="46"/>
                </a:lnTo>
                <a:lnTo>
                  <a:pt x="0" y="46"/>
                </a:lnTo>
                <a:lnTo>
                  <a:pt x="0" y="46"/>
                </a:lnTo>
                <a:lnTo>
                  <a:pt x="0" y="48"/>
                </a:lnTo>
                <a:lnTo>
                  <a:pt x="2" y="50"/>
                </a:lnTo>
                <a:lnTo>
                  <a:pt x="2" y="50"/>
                </a:lnTo>
                <a:lnTo>
                  <a:pt x="2" y="52"/>
                </a:lnTo>
                <a:lnTo>
                  <a:pt x="2" y="54"/>
                </a:lnTo>
                <a:lnTo>
                  <a:pt x="2" y="54"/>
                </a:lnTo>
                <a:lnTo>
                  <a:pt x="2" y="56"/>
                </a:lnTo>
                <a:lnTo>
                  <a:pt x="2" y="56"/>
                </a:lnTo>
                <a:lnTo>
                  <a:pt x="2" y="56"/>
                </a:lnTo>
                <a:lnTo>
                  <a:pt x="4" y="60"/>
                </a:lnTo>
                <a:lnTo>
                  <a:pt x="4" y="60"/>
                </a:lnTo>
                <a:lnTo>
                  <a:pt x="8" y="66"/>
                </a:lnTo>
                <a:lnTo>
                  <a:pt x="14" y="70"/>
                </a:lnTo>
                <a:lnTo>
                  <a:pt x="14" y="70"/>
                </a:lnTo>
                <a:lnTo>
                  <a:pt x="22" y="76"/>
                </a:lnTo>
                <a:lnTo>
                  <a:pt x="32" y="76"/>
                </a:lnTo>
                <a:lnTo>
                  <a:pt x="32" y="76"/>
                </a:lnTo>
                <a:lnTo>
                  <a:pt x="32" y="76"/>
                </a:lnTo>
                <a:lnTo>
                  <a:pt x="32" y="76"/>
                </a:lnTo>
                <a:lnTo>
                  <a:pt x="42" y="76"/>
                </a:lnTo>
                <a:lnTo>
                  <a:pt x="52" y="70"/>
                </a:lnTo>
                <a:lnTo>
                  <a:pt x="52" y="70"/>
                </a:lnTo>
                <a:lnTo>
                  <a:pt x="52" y="70"/>
                </a:lnTo>
                <a:lnTo>
                  <a:pt x="52" y="70"/>
                </a:lnTo>
                <a:lnTo>
                  <a:pt x="52" y="70"/>
                </a:lnTo>
                <a:lnTo>
                  <a:pt x="52" y="70"/>
                </a:lnTo>
                <a:lnTo>
                  <a:pt x="56" y="66"/>
                </a:lnTo>
                <a:lnTo>
                  <a:pt x="60" y="60"/>
                </a:lnTo>
                <a:lnTo>
                  <a:pt x="64" y="52"/>
                </a:lnTo>
                <a:lnTo>
                  <a:pt x="64" y="46"/>
                </a:lnTo>
                <a:lnTo>
                  <a:pt x="64" y="46"/>
                </a:lnTo>
                <a:lnTo>
                  <a:pt x="64" y="2"/>
                </a:lnTo>
                <a:lnTo>
                  <a:pt x="64" y="0"/>
                </a:lnTo>
                <a:lnTo>
                  <a:pt x="0" y="0"/>
                </a:lnTo>
                <a:close/>
              </a:path>
            </a:pathLst>
          </a:custGeom>
          <a:solidFill>
            <a:srgbClr val="CE885B">
              <a:lumMod val="70000"/>
              <a:lumOff val="30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7" name="Freeform 265"/>
          <p:cNvSpPr/>
          <p:nvPr>
            <p:custDataLst>
              <p:tags r:id="rId57"/>
            </p:custDataLst>
          </p:nvPr>
        </p:nvSpPr>
        <p:spPr bwMode="auto">
          <a:xfrm>
            <a:off x="3597427" y="3064983"/>
            <a:ext cx="69027" cy="81969"/>
          </a:xfrm>
          <a:custGeom>
            <a:avLst/>
            <a:gdLst>
              <a:gd name="T0" fmla="*/ 0 w 64"/>
              <a:gd name="T1" fmla="*/ 0 h 76"/>
              <a:gd name="T2" fmla="*/ 0 w 64"/>
              <a:gd name="T3" fmla="*/ 6 h 76"/>
              <a:gd name="T4" fmla="*/ 0 w 64"/>
              <a:gd name="T5" fmla="*/ 46 h 76"/>
              <a:gd name="T6" fmla="*/ 0 w 64"/>
              <a:gd name="T7" fmla="*/ 46 h 76"/>
              <a:gd name="T8" fmla="*/ 0 w 64"/>
              <a:gd name="T9" fmla="*/ 46 h 76"/>
              <a:gd name="T10" fmla="*/ 0 w 64"/>
              <a:gd name="T11" fmla="*/ 46 h 76"/>
              <a:gd name="T12" fmla="*/ 0 w 64"/>
              <a:gd name="T13" fmla="*/ 46 h 76"/>
              <a:gd name="T14" fmla="*/ 0 w 64"/>
              <a:gd name="T15" fmla="*/ 46 h 76"/>
              <a:gd name="T16" fmla="*/ 0 w 64"/>
              <a:gd name="T17" fmla="*/ 48 h 76"/>
              <a:gd name="T18" fmla="*/ 2 w 64"/>
              <a:gd name="T19" fmla="*/ 50 h 76"/>
              <a:gd name="T20" fmla="*/ 2 w 64"/>
              <a:gd name="T21" fmla="*/ 50 h 76"/>
              <a:gd name="T22" fmla="*/ 2 w 64"/>
              <a:gd name="T23" fmla="*/ 52 h 76"/>
              <a:gd name="T24" fmla="*/ 2 w 64"/>
              <a:gd name="T25" fmla="*/ 54 h 76"/>
              <a:gd name="T26" fmla="*/ 2 w 64"/>
              <a:gd name="T27" fmla="*/ 54 h 76"/>
              <a:gd name="T28" fmla="*/ 2 w 64"/>
              <a:gd name="T29" fmla="*/ 56 h 76"/>
              <a:gd name="T30" fmla="*/ 2 w 64"/>
              <a:gd name="T31" fmla="*/ 56 h 76"/>
              <a:gd name="T32" fmla="*/ 2 w 64"/>
              <a:gd name="T33" fmla="*/ 56 h 76"/>
              <a:gd name="T34" fmla="*/ 4 w 64"/>
              <a:gd name="T35" fmla="*/ 60 h 76"/>
              <a:gd name="T36" fmla="*/ 4 w 64"/>
              <a:gd name="T37" fmla="*/ 60 h 76"/>
              <a:gd name="T38" fmla="*/ 8 w 64"/>
              <a:gd name="T39" fmla="*/ 66 h 76"/>
              <a:gd name="T40" fmla="*/ 14 w 64"/>
              <a:gd name="T41" fmla="*/ 70 h 76"/>
              <a:gd name="T42" fmla="*/ 14 w 64"/>
              <a:gd name="T43" fmla="*/ 70 h 76"/>
              <a:gd name="T44" fmla="*/ 22 w 64"/>
              <a:gd name="T45" fmla="*/ 76 h 76"/>
              <a:gd name="T46" fmla="*/ 32 w 64"/>
              <a:gd name="T47" fmla="*/ 76 h 76"/>
              <a:gd name="T48" fmla="*/ 32 w 64"/>
              <a:gd name="T49" fmla="*/ 76 h 76"/>
              <a:gd name="T50" fmla="*/ 32 w 64"/>
              <a:gd name="T51" fmla="*/ 76 h 76"/>
              <a:gd name="T52" fmla="*/ 32 w 64"/>
              <a:gd name="T53" fmla="*/ 76 h 76"/>
              <a:gd name="T54" fmla="*/ 42 w 64"/>
              <a:gd name="T55" fmla="*/ 76 h 76"/>
              <a:gd name="T56" fmla="*/ 52 w 64"/>
              <a:gd name="T57" fmla="*/ 70 h 76"/>
              <a:gd name="T58" fmla="*/ 52 w 64"/>
              <a:gd name="T59" fmla="*/ 70 h 76"/>
              <a:gd name="T60" fmla="*/ 52 w 64"/>
              <a:gd name="T61" fmla="*/ 70 h 76"/>
              <a:gd name="T62" fmla="*/ 52 w 64"/>
              <a:gd name="T63" fmla="*/ 70 h 76"/>
              <a:gd name="T64" fmla="*/ 52 w 64"/>
              <a:gd name="T65" fmla="*/ 70 h 76"/>
              <a:gd name="T66" fmla="*/ 52 w 64"/>
              <a:gd name="T67" fmla="*/ 70 h 76"/>
              <a:gd name="T68" fmla="*/ 56 w 64"/>
              <a:gd name="T69" fmla="*/ 66 h 76"/>
              <a:gd name="T70" fmla="*/ 60 w 64"/>
              <a:gd name="T71" fmla="*/ 60 h 76"/>
              <a:gd name="T72" fmla="*/ 64 w 64"/>
              <a:gd name="T73" fmla="*/ 52 h 76"/>
              <a:gd name="T74" fmla="*/ 64 w 64"/>
              <a:gd name="T75" fmla="*/ 46 h 76"/>
              <a:gd name="T76" fmla="*/ 64 w 64"/>
              <a:gd name="T77" fmla="*/ 46 h 76"/>
              <a:gd name="T78" fmla="*/ 64 w 64"/>
              <a:gd name="T79" fmla="*/ 2 h 76"/>
              <a:gd name="T80" fmla="*/ 64 w 64"/>
              <a:gd name="T81" fmla="*/ 0 h 76"/>
              <a:gd name="T82" fmla="*/ 0 w 64"/>
              <a:gd name="T83" fmla="*/ 0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64" h="76">
                <a:moveTo>
                  <a:pt x="0" y="0"/>
                </a:moveTo>
                <a:lnTo>
                  <a:pt x="0" y="6"/>
                </a:lnTo>
                <a:lnTo>
                  <a:pt x="0" y="46"/>
                </a:lnTo>
                <a:lnTo>
                  <a:pt x="0" y="46"/>
                </a:lnTo>
                <a:lnTo>
                  <a:pt x="0" y="46"/>
                </a:lnTo>
                <a:lnTo>
                  <a:pt x="0" y="46"/>
                </a:lnTo>
                <a:lnTo>
                  <a:pt x="0" y="46"/>
                </a:lnTo>
                <a:lnTo>
                  <a:pt x="0" y="46"/>
                </a:lnTo>
                <a:lnTo>
                  <a:pt x="0" y="48"/>
                </a:lnTo>
                <a:lnTo>
                  <a:pt x="2" y="50"/>
                </a:lnTo>
                <a:lnTo>
                  <a:pt x="2" y="50"/>
                </a:lnTo>
                <a:lnTo>
                  <a:pt x="2" y="52"/>
                </a:lnTo>
                <a:lnTo>
                  <a:pt x="2" y="54"/>
                </a:lnTo>
                <a:lnTo>
                  <a:pt x="2" y="54"/>
                </a:lnTo>
                <a:lnTo>
                  <a:pt x="2" y="56"/>
                </a:lnTo>
                <a:lnTo>
                  <a:pt x="2" y="56"/>
                </a:lnTo>
                <a:lnTo>
                  <a:pt x="2" y="56"/>
                </a:lnTo>
                <a:lnTo>
                  <a:pt x="4" y="60"/>
                </a:lnTo>
                <a:lnTo>
                  <a:pt x="4" y="60"/>
                </a:lnTo>
                <a:lnTo>
                  <a:pt x="8" y="66"/>
                </a:lnTo>
                <a:lnTo>
                  <a:pt x="14" y="70"/>
                </a:lnTo>
                <a:lnTo>
                  <a:pt x="14" y="70"/>
                </a:lnTo>
                <a:lnTo>
                  <a:pt x="22" y="76"/>
                </a:lnTo>
                <a:lnTo>
                  <a:pt x="32" y="76"/>
                </a:lnTo>
                <a:lnTo>
                  <a:pt x="32" y="76"/>
                </a:lnTo>
                <a:lnTo>
                  <a:pt x="32" y="76"/>
                </a:lnTo>
                <a:lnTo>
                  <a:pt x="32" y="76"/>
                </a:lnTo>
                <a:lnTo>
                  <a:pt x="42" y="76"/>
                </a:lnTo>
                <a:lnTo>
                  <a:pt x="52" y="70"/>
                </a:lnTo>
                <a:lnTo>
                  <a:pt x="52" y="70"/>
                </a:lnTo>
                <a:lnTo>
                  <a:pt x="52" y="70"/>
                </a:lnTo>
                <a:lnTo>
                  <a:pt x="52" y="70"/>
                </a:lnTo>
                <a:lnTo>
                  <a:pt x="52" y="70"/>
                </a:lnTo>
                <a:lnTo>
                  <a:pt x="52" y="70"/>
                </a:lnTo>
                <a:lnTo>
                  <a:pt x="56" y="66"/>
                </a:lnTo>
                <a:lnTo>
                  <a:pt x="60" y="60"/>
                </a:lnTo>
                <a:lnTo>
                  <a:pt x="64" y="52"/>
                </a:lnTo>
                <a:lnTo>
                  <a:pt x="64" y="46"/>
                </a:lnTo>
                <a:lnTo>
                  <a:pt x="64" y="46"/>
                </a:lnTo>
                <a:lnTo>
                  <a:pt x="64" y="2"/>
                </a:lnTo>
                <a:lnTo>
                  <a:pt x="64"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8" name="Freeform 266"/>
          <p:cNvSpPr/>
          <p:nvPr>
            <p:custDataLst>
              <p:tags r:id="rId58"/>
            </p:custDataLst>
          </p:nvPr>
        </p:nvSpPr>
        <p:spPr bwMode="auto">
          <a:xfrm>
            <a:off x="3500359" y="3075769"/>
            <a:ext cx="150995" cy="75497"/>
          </a:xfrm>
          <a:custGeom>
            <a:avLst/>
            <a:gdLst>
              <a:gd name="T0" fmla="*/ 0 w 140"/>
              <a:gd name="T1" fmla="*/ 70 h 70"/>
              <a:gd name="T2" fmla="*/ 0 w 140"/>
              <a:gd name="T3" fmla="*/ 4 h 70"/>
              <a:gd name="T4" fmla="*/ 0 w 140"/>
              <a:gd name="T5" fmla="*/ 4 h 70"/>
              <a:gd name="T6" fmla="*/ 2 w 140"/>
              <a:gd name="T7" fmla="*/ 2 h 70"/>
              <a:gd name="T8" fmla="*/ 4 w 140"/>
              <a:gd name="T9" fmla="*/ 0 h 70"/>
              <a:gd name="T10" fmla="*/ 140 w 140"/>
              <a:gd name="T11" fmla="*/ 0 h 70"/>
              <a:gd name="T12" fmla="*/ 140 w 140"/>
              <a:gd name="T13" fmla="*/ 62 h 70"/>
              <a:gd name="T14" fmla="*/ 140 w 140"/>
              <a:gd name="T15" fmla="*/ 62 h 70"/>
              <a:gd name="T16" fmla="*/ 140 w 140"/>
              <a:gd name="T17" fmla="*/ 66 h 70"/>
              <a:gd name="T18" fmla="*/ 138 w 140"/>
              <a:gd name="T19" fmla="*/ 68 h 70"/>
              <a:gd name="T20" fmla="*/ 134 w 140"/>
              <a:gd name="T21" fmla="*/ 70 h 70"/>
              <a:gd name="T22" fmla="*/ 130 w 140"/>
              <a:gd name="T23" fmla="*/ 70 h 70"/>
              <a:gd name="T24" fmla="*/ 0 w 140"/>
              <a:gd name="T25" fmla="*/ 7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0" h="70">
                <a:moveTo>
                  <a:pt x="0" y="70"/>
                </a:moveTo>
                <a:lnTo>
                  <a:pt x="0" y="4"/>
                </a:lnTo>
                <a:lnTo>
                  <a:pt x="0" y="4"/>
                </a:lnTo>
                <a:lnTo>
                  <a:pt x="2" y="2"/>
                </a:lnTo>
                <a:lnTo>
                  <a:pt x="4" y="0"/>
                </a:lnTo>
                <a:lnTo>
                  <a:pt x="140" y="0"/>
                </a:lnTo>
                <a:lnTo>
                  <a:pt x="140" y="62"/>
                </a:lnTo>
                <a:lnTo>
                  <a:pt x="140" y="62"/>
                </a:lnTo>
                <a:lnTo>
                  <a:pt x="140" y="66"/>
                </a:lnTo>
                <a:lnTo>
                  <a:pt x="138" y="68"/>
                </a:lnTo>
                <a:lnTo>
                  <a:pt x="134" y="70"/>
                </a:lnTo>
                <a:lnTo>
                  <a:pt x="130" y="70"/>
                </a:lnTo>
                <a:lnTo>
                  <a:pt x="0" y="70"/>
                </a:lnTo>
                <a:close/>
              </a:path>
            </a:pathLst>
          </a:custGeom>
          <a:solidFill>
            <a:srgbClr val="CE885B">
              <a:lumMod val="50000"/>
              <a:lumOff val="50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9" name="Rectangle 267"/>
          <p:cNvSpPr>
            <a:spLocks noChangeArrowheads="1"/>
          </p:cNvSpPr>
          <p:nvPr>
            <p:custDataLst>
              <p:tags r:id="rId59"/>
            </p:custDataLst>
          </p:nvPr>
        </p:nvSpPr>
        <p:spPr bwMode="auto">
          <a:xfrm>
            <a:off x="3562914" y="3354030"/>
            <a:ext cx="191980" cy="4745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60" name="Freeform 268"/>
          <p:cNvSpPr/>
          <p:nvPr>
            <p:custDataLst>
              <p:tags r:id="rId60"/>
            </p:custDataLst>
          </p:nvPr>
        </p:nvSpPr>
        <p:spPr bwMode="auto">
          <a:xfrm>
            <a:off x="3226411" y="3401487"/>
            <a:ext cx="545740" cy="614767"/>
          </a:xfrm>
          <a:custGeom>
            <a:avLst/>
            <a:gdLst>
              <a:gd name="T0" fmla="*/ 356 w 506"/>
              <a:gd name="T1" fmla="*/ 564 h 570"/>
              <a:gd name="T2" fmla="*/ 0 w 506"/>
              <a:gd name="T3" fmla="*/ 438 h 570"/>
              <a:gd name="T4" fmla="*/ 68 w 506"/>
              <a:gd name="T5" fmla="*/ 242 h 570"/>
              <a:gd name="T6" fmla="*/ 298 w 506"/>
              <a:gd name="T7" fmla="*/ 322 h 570"/>
              <a:gd name="T8" fmla="*/ 298 w 506"/>
              <a:gd name="T9" fmla="*/ 0 h 570"/>
              <a:gd name="T10" fmla="*/ 506 w 506"/>
              <a:gd name="T11" fmla="*/ 0 h 570"/>
              <a:gd name="T12" fmla="*/ 506 w 506"/>
              <a:gd name="T13" fmla="*/ 456 h 570"/>
              <a:gd name="T14" fmla="*/ 506 w 506"/>
              <a:gd name="T15" fmla="*/ 456 h 570"/>
              <a:gd name="T16" fmla="*/ 506 w 506"/>
              <a:gd name="T17" fmla="*/ 470 h 570"/>
              <a:gd name="T18" fmla="*/ 502 w 506"/>
              <a:gd name="T19" fmla="*/ 484 h 570"/>
              <a:gd name="T20" fmla="*/ 498 w 506"/>
              <a:gd name="T21" fmla="*/ 498 h 570"/>
              <a:gd name="T22" fmla="*/ 492 w 506"/>
              <a:gd name="T23" fmla="*/ 510 h 570"/>
              <a:gd name="T24" fmla="*/ 486 w 506"/>
              <a:gd name="T25" fmla="*/ 522 h 570"/>
              <a:gd name="T26" fmla="*/ 478 w 506"/>
              <a:gd name="T27" fmla="*/ 532 h 570"/>
              <a:gd name="T28" fmla="*/ 468 w 506"/>
              <a:gd name="T29" fmla="*/ 540 h 570"/>
              <a:gd name="T30" fmla="*/ 458 w 506"/>
              <a:gd name="T31" fmla="*/ 550 h 570"/>
              <a:gd name="T32" fmla="*/ 448 w 506"/>
              <a:gd name="T33" fmla="*/ 556 h 570"/>
              <a:gd name="T34" fmla="*/ 436 w 506"/>
              <a:gd name="T35" fmla="*/ 562 h 570"/>
              <a:gd name="T36" fmla="*/ 422 w 506"/>
              <a:gd name="T37" fmla="*/ 566 h 570"/>
              <a:gd name="T38" fmla="*/ 410 w 506"/>
              <a:gd name="T39" fmla="*/ 568 h 570"/>
              <a:gd name="T40" fmla="*/ 396 w 506"/>
              <a:gd name="T41" fmla="*/ 570 h 570"/>
              <a:gd name="T42" fmla="*/ 382 w 506"/>
              <a:gd name="T43" fmla="*/ 570 h 570"/>
              <a:gd name="T44" fmla="*/ 370 w 506"/>
              <a:gd name="T45" fmla="*/ 568 h 570"/>
              <a:gd name="T46" fmla="*/ 356 w 506"/>
              <a:gd name="T47" fmla="*/ 564 h 570"/>
              <a:gd name="T48" fmla="*/ 356 w 506"/>
              <a:gd name="T49" fmla="*/ 564 h 5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06" h="570">
                <a:moveTo>
                  <a:pt x="356" y="564"/>
                </a:moveTo>
                <a:lnTo>
                  <a:pt x="0" y="438"/>
                </a:lnTo>
                <a:lnTo>
                  <a:pt x="68" y="242"/>
                </a:lnTo>
                <a:lnTo>
                  <a:pt x="298" y="322"/>
                </a:lnTo>
                <a:lnTo>
                  <a:pt x="298" y="0"/>
                </a:lnTo>
                <a:lnTo>
                  <a:pt x="506" y="0"/>
                </a:lnTo>
                <a:lnTo>
                  <a:pt x="506" y="456"/>
                </a:lnTo>
                <a:lnTo>
                  <a:pt x="506" y="456"/>
                </a:lnTo>
                <a:lnTo>
                  <a:pt x="506" y="470"/>
                </a:lnTo>
                <a:lnTo>
                  <a:pt x="502" y="484"/>
                </a:lnTo>
                <a:lnTo>
                  <a:pt x="498" y="498"/>
                </a:lnTo>
                <a:lnTo>
                  <a:pt x="492" y="510"/>
                </a:lnTo>
                <a:lnTo>
                  <a:pt x="486" y="522"/>
                </a:lnTo>
                <a:lnTo>
                  <a:pt x="478" y="532"/>
                </a:lnTo>
                <a:lnTo>
                  <a:pt x="468" y="540"/>
                </a:lnTo>
                <a:lnTo>
                  <a:pt x="458" y="550"/>
                </a:lnTo>
                <a:lnTo>
                  <a:pt x="448" y="556"/>
                </a:lnTo>
                <a:lnTo>
                  <a:pt x="436" y="562"/>
                </a:lnTo>
                <a:lnTo>
                  <a:pt x="422" y="566"/>
                </a:lnTo>
                <a:lnTo>
                  <a:pt x="410" y="568"/>
                </a:lnTo>
                <a:lnTo>
                  <a:pt x="396" y="570"/>
                </a:lnTo>
                <a:lnTo>
                  <a:pt x="382" y="570"/>
                </a:lnTo>
                <a:lnTo>
                  <a:pt x="370" y="568"/>
                </a:lnTo>
                <a:lnTo>
                  <a:pt x="356" y="564"/>
                </a:lnTo>
                <a:lnTo>
                  <a:pt x="356" y="564"/>
                </a:lnTo>
                <a:close/>
              </a:path>
            </a:pathLst>
          </a:custGeom>
          <a:solidFill>
            <a:srgbClr val="ACACAC">
              <a:lumMod val="20000"/>
              <a:lumOff val="80000"/>
            </a:srgbClr>
          </a:solidFill>
          <a:ln>
            <a:noFill/>
          </a:ln>
        </p:spPr>
        <p:txBody>
          <a:bodyPr vert="horz" wrap="square" lIns="91440" tIns="45720" rIns="91440" bIns="45720" numCol="1" anchor="t" anchorCtr="0" compatLnSpc="1"/>
          <a:lstStyle/>
          <a:p>
            <a:endParaRPr lang="zh-CN" altLang="en-US"/>
          </a:p>
        </p:txBody>
      </p:sp>
      <p:sp>
        <p:nvSpPr>
          <p:cNvPr id="61" name="Rectangle 269"/>
          <p:cNvSpPr>
            <a:spLocks noChangeArrowheads="1"/>
          </p:cNvSpPr>
          <p:nvPr>
            <p:custDataLst>
              <p:tags r:id="rId61"/>
            </p:custDataLst>
          </p:nvPr>
        </p:nvSpPr>
        <p:spPr bwMode="auto">
          <a:xfrm>
            <a:off x="2529675" y="3914870"/>
            <a:ext cx="185508" cy="364545"/>
          </a:xfrm>
          <a:prstGeom prst="rect">
            <a:avLst/>
          </a:prstGeom>
          <a:solidFill>
            <a:srgbClr val="ACACAC">
              <a:lumMod val="20000"/>
              <a:lumOff val="80000"/>
            </a:srgbClr>
          </a:solidFill>
          <a:ln>
            <a:noFill/>
          </a:ln>
        </p:spPr>
        <p:txBody>
          <a:bodyPr vert="horz" wrap="square" lIns="91440" tIns="45720" rIns="91440" bIns="45720" numCol="1" anchor="t" anchorCtr="0" compatLnSpc="1"/>
          <a:lstStyle/>
          <a:p>
            <a:endParaRPr lang="zh-CN" altLang="en-US"/>
          </a:p>
        </p:txBody>
      </p:sp>
      <p:sp>
        <p:nvSpPr>
          <p:cNvPr id="62" name="Freeform 270"/>
          <p:cNvSpPr/>
          <p:nvPr>
            <p:custDataLst>
              <p:tags r:id="rId62"/>
            </p:custDataLst>
          </p:nvPr>
        </p:nvSpPr>
        <p:spPr bwMode="auto">
          <a:xfrm>
            <a:off x="2754011" y="3917027"/>
            <a:ext cx="599667" cy="787332"/>
          </a:xfrm>
          <a:custGeom>
            <a:avLst/>
            <a:gdLst>
              <a:gd name="T0" fmla="*/ 556 w 556"/>
              <a:gd name="T1" fmla="*/ 730 h 730"/>
              <a:gd name="T2" fmla="*/ 556 w 556"/>
              <a:gd name="T3" fmla="*/ 30 h 730"/>
              <a:gd name="T4" fmla="*/ 450 w 556"/>
              <a:gd name="T5" fmla="*/ 2 h 730"/>
              <a:gd name="T6" fmla="*/ 106 w 556"/>
              <a:gd name="T7" fmla="*/ 0 h 730"/>
              <a:gd name="T8" fmla="*/ 0 w 556"/>
              <a:gd name="T9" fmla="*/ 30 h 730"/>
              <a:gd name="T10" fmla="*/ 0 w 556"/>
              <a:gd name="T11" fmla="*/ 730 h 730"/>
              <a:gd name="T12" fmla="*/ 556 w 556"/>
              <a:gd name="T13" fmla="*/ 730 h 730"/>
            </a:gdLst>
            <a:ahLst/>
            <a:cxnLst>
              <a:cxn ang="0">
                <a:pos x="T0" y="T1"/>
              </a:cxn>
              <a:cxn ang="0">
                <a:pos x="T2" y="T3"/>
              </a:cxn>
              <a:cxn ang="0">
                <a:pos x="T4" y="T5"/>
              </a:cxn>
              <a:cxn ang="0">
                <a:pos x="T6" y="T7"/>
              </a:cxn>
              <a:cxn ang="0">
                <a:pos x="T8" y="T9"/>
              </a:cxn>
              <a:cxn ang="0">
                <a:pos x="T10" y="T11"/>
              </a:cxn>
              <a:cxn ang="0">
                <a:pos x="T12" y="T13"/>
              </a:cxn>
            </a:cxnLst>
            <a:rect l="0" t="0" r="r" b="b"/>
            <a:pathLst>
              <a:path w="556" h="730">
                <a:moveTo>
                  <a:pt x="556" y="730"/>
                </a:moveTo>
                <a:lnTo>
                  <a:pt x="556" y="30"/>
                </a:lnTo>
                <a:lnTo>
                  <a:pt x="450" y="2"/>
                </a:lnTo>
                <a:lnTo>
                  <a:pt x="106" y="0"/>
                </a:lnTo>
                <a:lnTo>
                  <a:pt x="0" y="30"/>
                </a:lnTo>
                <a:lnTo>
                  <a:pt x="0" y="730"/>
                </a:lnTo>
                <a:lnTo>
                  <a:pt x="556" y="730"/>
                </a:lnTo>
                <a:close/>
              </a:path>
            </a:pathLst>
          </a:custGeom>
          <a:solidFill>
            <a:srgbClr val="4E4E4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3" name="Freeform 271"/>
          <p:cNvSpPr/>
          <p:nvPr>
            <p:custDataLst>
              <p:tags r:id="rId63"/>
            </p:custDataLst>
          </p:nvPr>
        </p:nvSpPr>
        <p:spPr bwMode="auto">
          <a:xfrm>
            <a:off x="2754011" y="3917027"/>
            <a:ext cx="599667" cy="787332"/>
          </a:xfrm>
          <a:custGeom>
            <a:avLst/>
            <a:gdLst>
              <a:gd name="T0" fmla="*/ 556 w 556"/>
              <a:gd name="T1" fmla="*/ 730 h 730"/>
              <a:gd name="T2" fmla="*/ 556 w 556"/>
              <a:gd name="T3" fmla="*/ 30 h 730"/>
              <a:gd name="T4" fmla="*/ 450 w 556"/>
              <a:gd name="T5" fmla="*/ 2 h 730"/>
              <a:gd name="T6" fmla="*/ 106 w 556"/>
              <a:gd name="T7" fmla="*/ 0 h 730"/>
              <a:gd name="T8" fmla="*/ 0 w 556"/>
              <a:gd name="T9" fmla="*/ 30 h 730"/>
              <a:gd name="T10" fmla="*/ 0 w 556"/>
              <a:gd name="T11" fmla="*/ 730 h 730"/>
              <a:gd name="T12" fmla="*/ 556 w 556"/>
              <a:gd name="T13" fmla="*/ 730 h 730"/>
            </a:gdLst>
            <a:ahLst/>
            <a:cxnLst>
              <a:cxn ang="0">
                <a:pos x="T0" y="T1"/>
              </a:cxn>
              <a:cxn ang="0">
                <a:pos x="T2" y="T3"/>
              </a:cxn>
              <a:cxn ang="0">
                <a:pos x="T4" y="T5"/>
              </a:cxn>
              <a:cxn ang="0">
                <a:pos x="T6" y="T7"/>
              </a:cxn>
              <a:cxn ang="0">
                <a:pos x="T8" y="T9"/>
              </a:cxn>
              <a:cxn ang="0">
                <a:pos x="T10" y="T11"/>
              </a:cxn>
              <a:cxn ang="0">
                <a:pos x="T12" y="T13"/>
              </a:cxn>
            </a:cxnLst>
            <a:rect l="0" t="0" r="r" b="b"/>
            <a:pathLst>
              <a:path w="556" h="730">
                <a:moveTo>
                  <a:pt x="556" y="730"/>
                </a:moveTo>
                <a:lnTo>
                  <a:pt x="556" y="30"/>
                </a:lnTo>
                <a:lnTo>
                  <a:pt x="450" y="2"/>
                </a:lnTo>
                <a:lnTo>
                  <a:pt x="106" y="0"/>
                </a:lnTo>
                <a:lnTo>
                  <a:pt x="0" y="30"/>
                </a:lnTo>
                <a:lnTo>
                  <a:pt x="0" y="730"/>
                </a:lnTo>
                <a:lnTo>
                  <a:pt x="556" y="73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4" name="Freeform 272"/>
          <p:cNvSpPr/>
          <p:nvPr>
            <p:custDataLst>
              <p:tags r:id="rId64"/>
            </p:custDataLst>
          </p:nvPr>
        </p:nvSpPr>
        <p:spPr bwMode="auto">
          <a:xfrm>
            <a:off x="2741068" y="3653864"/>
            <a:ext cx="625552" cy="787332"/>
          </a:xfrm>
          <a:custGeom>
            <a:avLst/>
            <a:gdLst>
              <a:gd name="T0" fmla="*/ 578 w 580"/>
              <a:gd name="T1" fmla="*/ 730 h 730"/>
              <a:gd name="T2" fmla="*/ 580 w 580"/>
              <a:gd name="T3" fmla="*/ 30 h 730"/>
              <a:gd name="T4" fmla="*/ 468 w 580"/>
              <a:gd name="T5" fmla="*/ 2 h 730"/>
              <a:gd name="T6" fmla="*/ 112 w 580"/>
              <a:gd name="T7" fmla="*/ 0 h 730"/>
              <a:gd name="T8" fmla="*/ 2 w 580"/>
              <a:gd name="T9" fmla="*/ 28 h 730"/>
              <a:gd name="T10" fmla="*/ 0 w 580"/>
              <a:gd name="T11" fmla="*/ 730 h 730"/>
              <a:gd name="T12" fmla="*/ 578 w 580"/>
              <a:gd name="T13" fmla="*/ 730 h 730"/>
            </a:gdLst>
            <a:ahLst/>
            <a:cxnLst>
              <a:cxn ang="0">
                <a:pos x="T0" y="T1"/>
              </a:cxn>
              <a:cxn ang="0">
                <a:pos x="T2" y="T3"/>
              </a:cxn>
              <a:cxn ang="0">
                <a:pos x="T4" y="T5"/>
              </a:cxn>
              <a:cxn ang="0">
                <a:pos x="T6" y="T7"/>
              </a:cxn>
              <a:cxn ang="0">
                <a:pos x="T8" y="T9"/>
              </a:cxn>
              <a:cxn ang="0">
                <a:pos x="T10" y="T11"/>
              </a:cxn>
              <a:cxn ang="0">
                <a:pos x="T12" y="T13"/>
              </a:cxn>
            </a:cxnLst>
            <a:rect l="0" t="0" r="r" b="b"/>
            <a:pathLst>
              <a:path w="580" h="730">
                <a:moveTo>
                  <a:pt x="578" y="730"/>
                </a:moveTo>
                <a:lnTo>
                  <a:pt x="580" y="30"/>
                </a:lnTo>
                <a:lnTo>
                  <a:pt x="468" y="2"/>
                </a:lnTo>
                <a:lnTo>
                  <a:pt x="112" y="0"/>
                </a:lnTo>
                <a:lnTo>
                  <a:pt x="2" y="28"/>
                </a:lnTo>
                <a:lnTo>
                  <a:pt x="0" y="730"/>
                </a:lnTo>
                <a:lnTo>
                  <a:pt x="578" y="730"/>
                </a:lnTo>
                <a:close/>
              </a:path>
            </a:pathLst>
          </a:custGeom>
          <a:solidFill>
            <a:srgbClr val="ACACAC">
              <a:lumMod val="20000"/>
              <a:lumOff val="80000"/>
            </a:srgbClr>
          </a:solidFill>
          <a:ln>
            <a:noFill/>
          </a:ln>
        </p:spPr>
        <p:txBody>
          <a:bodyPr vert="horz" wrap="square" lIns="91440" tIns="45720" rIns="91440" bIns="45720" numCol="1" anchor="t" anchorCtr="0" compatLnSpc="1"/>
          <a:lstStyle/>
          <a:p>
            <a:endParaRPr lang="zh-CN" altLang="en-US"/>
          </a:p>
        </p:txBody>
      </p:sp>
      <p:sp>
        <p:nvSpPr>
          <p:cNvPr id="65" name="Freeform 273"/>
          <p:cNvSpPr/>
          <p:nvPr>
            <p:custDataLst>
              <p:tags r:id="rId65"/>
            </p:custDataLst>
          </p:nvPr>
        </p:nvSpPr>
        <p:spPr bwMode="auto">
          <a:xfrm>
            <a:off x="2741068" y="3653864"/>
            <a:ext cx="625552" cy="787332"/>
          </a:xfrm>
          <a:custGeom>
            <a:avLst/>
            <a:gdLst>
              <a:gd name="T0" fmla="*/ 578 w 580"/>
              <a:gd name="T1" fmla="*/ 730 h 730"/>
              <a:gd name="T2" fmla="*/ 580 w 580"/>
              <a:gd name="T3" fmla="*/ 30 h 730"/>
              <a:gd name="T4" fmla="*/ 468 w 580"/>
              <a:gd name="T5" fmla="*/ 2 h 730"/>
              <a:gd name="T6" fmla="*/ 112 w 580"/>
              <a:gd name="T7" fmla="*/ 0 h 730"/>
              <a:gd name="T8" fmla="*/ 2 w 580"/>
              <a:gd name="T9" fmla="*/ 28 h 730"/>
              <a:gd name="T10" fmla="*/ 0 w 580"/>
              <a:gd name="T11" fmla="*/ 730 h 730"/>
              <a:gd name="T12" fmla="*/ 578 w 580"/>
              <a:gd name="T13" fmla="*/ 730 h 730"/>
            </a:gdLst>
            <a:ahLst/>
            <a:cxnLst>
              <a:cxn ang="0">
                <a:pos x="T0" y="T1"/>
              </a:cxn>
              <a:cxn ang="0">
                <a:pos x="T2" y="T3"/>
              </a:cxn>
              <a:cxn ang="0">
                <a:pos x="T4" y="T5"/>
              </a:cxn>
              <a:cxn ang="0">
                <a:pos x="T6" y="T7"/>
              </a:cxn>
              <a:cxn ang="0">
                <a:pos x="T8" y="T9"/>
              </a:cxn>
              <a:cxn ang="0">
                <a:pos x="T10" y="T11"/>
              </a:cxn>
              <a:cxn ang="0">
                <a:pos x="T12" y="T13"/>
              </a:cxn>
            </a:cxnLst>
            <a:rect l="0" t="0" r="r" b="b"/>
            <a:pathLst>
              <a:path w="580" h="730">
                <a:moveTo>
                  <a:pt x="578" y="730"/>
                </a:moveTo>
                <a:lnTo>
                  <a:pt x="580" y="30"/>
                </a:lnTo>
                <a:lnTo>
                  <a:pt x="468" y="2"/>
                </a:lnTo>
                <a:lnTo>
                  <a:pt x="112" y="0"/>
                </a:lnTo>
                <a:lnTo>
                  <a:pt x="2" y="28"/>
                </a:lnTo>
                <a:lnTo>
                  <a:pt x="0" y="730"/>
                </a:lnTo>
                <a:lnTo>
                  <a:pt x="578" y="73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6" name="Freeform 274"/>
          <p:cNvSpPr/>
          <p:nvPr>
            <p:custDataLst>
              <p:tags r:id="rId66"/>
            </p:custDataLst>
          </p:nvPr>
        </p:nvSpPr>
        <p:spPr bwMode="auto">
          <a:xfrm>
            <a:off x="2743225" y="3638765"/>
            <a:ext cx="623395" cy="99225"/>
          </a:xfrm>
          <a:custGeom>
            <a:avLst/>
            <a:gdLst>
              <a:gd name="T0" fmla="*/ 452 w 578"/>
              <a:gd name="T1" fmla="*/ 0 h 92"/>
              <a:gd name="T2" fmla="*/ 124 w 578"/>
              <a:gd name="T3" fmla="*/ 0 h 92"/>
              <a:gd name="T4" fmla="*/ 0 w 578"/>
              <a:gd name="T5" fmla="*/ 42 h 92"/>
              <a:gd name="T6" fmla="*/ 0 w 578"/>
              <a:gd name="T7" fmla="*/ 92 h 92"/>
              <a:gd name="T8" fmla="*/ 162 w 578"/>
              <a:gd name="T9" fmla="*/ 44 h 92"/>
              <a:gd name="T10" fmla="*/ 412 w 578"/>
              <a:gd name="T11" fmla="*/ 44 h 92"/>
              <a:gd name="T12" fmla="*/ 578 w 578"/>
              <a:gd name="T13" fmla="*/ 92 h 92"/>
              <a:gd name="T14" fmla="*/ 578 w 578"/>
              <a:gd name="T15" fmla="*/ 44 h 92"/>
              <a:gd name="T16" fmla="*/ 452 w 578"/>
              <a:gd name="T1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8" h="92">
                <a:moveTo>
                  <a:pt x="452" y="0"/>
                </a:moveTo>
                <a:lnTo>
                  <a:pt x="124" y="0"/>
                </a:lnTo>
                <a:lnTo>
                  <a:pt x="0" y="42"/>
                </a:lnTo>
                <a:lnTo>
                  <a:pt x="0" y="92"/>
                </a:lnTo>
                <a:lnTo>
                  <a:pt x="162" y="44"/>
                </a:lnTo>
                <a:lnTo>
                  <a:pt x="412" y="44"/>
                </a:lnTo>
                <a:lnTo>
                  <a:pt x="578" y="92"/>
                </a:lnTo>
                <a:lnTo>
                  <a:pt x="578" y="44"/>
                </a:lnTo>
                <a:lnTo>
                  <a:pt x="452" y="0"/>
                </a:lnTo>
                <a:close/>
              </a:path>
            </a:pathLst>
          </a:custGeom>
          <a:solidFill>
            <a:srgbClr val="FFFFFF"/>
          </a:solidFill>
          <a:ln>
            <a:noFill/>
          </a:ln>
        </p:spPr>
        <p:txBody>
          <a:bodyPr vert="horz" wrap="square" lIns="91440" tIns="45720" rIns="91440" bIns="45720" numCol="1" anchor="t" anchorCtr="0" compatLnSpc="1"/>
          <a:lstStyle/>
          <a:p>
            <a:endParaRPr lang="zh-CN" altLang="en-US"/>
          </a:p>
        </p:txBody>
      </p:sp>
      <p:sp>
        <p:nvSpPr>
          <p:cNvPr id="67" name="Freeform 275"/>
          <p:cNvSpPr/>
          <p:nvPr>
            <p:custDataLst>
              <p:tags r:id="rId67"/>
            </p:custDataLst>
          </p:nvPr>
        </p:nvSpPr>
        <p:spPr bwMode="auto">
          <a:xfrm>
            <a:off x="2743225" y="3638765"/>
            <a:ext cx="623395" cy="99225"/>
          </a:xfrm>
          <a:custGeom>
            <a:avLst/>
            <a:gdLst>
              <a:gd name="T0" fmla="*/ 452 w 578"/>
              <a:gd name="T1" fmla="*/ 0 h 92"/>
              <a:gd name="T2" fmla="*/ 124 w 578"/>
              <a:gd name="T3" fmla="*/ 0 h 92"/>
              <a:gd name="T4" fmla="*/ 0 w 578"/>
              <a:gd name="T5" fmla="*/ 42 h 92"/>
              <a:gd name="T6" fmla="*/ 0 w 578"/>
              <a:gd name="T7" fmla="*/ 92 h 92"/>
              <a:gd name="T8" fmla="*/ 162 w 578"/>
              <a:gd name="T9" fmla="*/ 44 h 92"/>
              <a:gd name="T10" fmla="*/ 412 w 578"/>
              <a:gd name="T11" fmla="*/ 44 h 92"/>
              <a:gd name="T12" fmla="*/ 578 w 578"/>
              <a:gd name="T13" fmla="*/ 92 h 92"/>
              <a:gd name="T14" fmla="*/ 578 w 578"/>
              <a:gd name="T15" fmla="*/ 44 h 92"/>
              <a:gd name="T16" fmla="*/ 452 w 578"/>
              <a:gd name="T1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8" h="92">
                <a:moveTo>
                  <a:pt x="452" y="0"/>
                </a:moveTo>
                <a:lnTo>
                  <a:pt x="124" y="0"/>
                </a:lnTo>
                <a:lnTo>
                  <a:pt x="0" y="42"/>
                </a:lnTo>
                <a:lnTo>
                  <a:pt x="0" y="92"/>
                </a:lnTo>
                <a:lnTo>
                  <a:pt x="162" y="44"/>
                </a:lnTo>
                <a:lnTo>
                  <a:pt x="412" y="44"/>
                </a:lnTo>
                <a:lnTo>
                  <a:pt x="578" y="92"/>
                </a:lnTo>
                <a:lnTo>
                  <a:pt x="578" y="44"/>
                </a:lnTo>
                <a:lnTo>
                  <a:pt x="45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8" name="Freeform 276"/>
          <p:cNvSpPr/>
          <p:nvPr>
            <p:custDataLst>
              <p:tags r:id="rId68"/>
            </p:custDataLst>
          </p:nvPr>
        </p:nvSpPr>
        <p:spPr bwMode="auto">
          <a:xfrm>
            <a:off x="2952462" y="3822116"/>
            <a:ext cx="187665" cy="465928"/>
          </a:xfrm>
          <a:custGeom>
            <a:avLst/>
            <a:gdLst>
              <a:gd name="T0" fmla="*/ 50 w 174"/>
              <a:gd name="T1" fmla="*/ 0 h 432"/>
              <a:gd name="T2" fmla="*/ 0 w 174"/>
              <a:gd name="T3" fmla="*/ 432 h 432"/>
              <a:gd name="T4" fmla="*/ 174 w 174"/>
              <a:gd name="T5" fmla="*/ 432 h 432"/>
              <a:gd name="T6" fmla="*/ 124 w 174"/>
              <a:gd name="T7" fmla="*/ 0 h 432"/>
              <a:gd name="T8" fmla="*/ 72 w 174"/>
              <a:gd name="T9" fmla="*/ 0 h 432"/>
              <a:gd name="T10" fmla="*/ 50 w 174"/>
              <a:gd name="T11" fmla="*/ 0 h 432"/>
            </a:gdLst>
            <a:ahLst/>
            <a:cxnLst>
              <a:cxn ang="0">
                <a:pos x="T0" y="T1"/>
              </a:cxn>
              <a:cxn ang="0">
                <a:pos x="T2" y="T3"/>
              </a:cxn>
              <a:cxn ang="0">
                <a:pos x="T4" y="T5"/>
              </a:cxn>
              <a:cxn ang="0">
                <a:pos x="T6" y="T7"/>
              </a:cxn>
              <a:cxn ang="0">
                <a:pos x="T8" y="T9"/>
              </a:cxn>
              <a:cxn ang="0">
                <a:pos x="T10" y="T11"/>
              </a:cxn>
            </a:cxnLst>
            <a:rect l="0" t="0" r="r" b="b"/>
            <a:pathLst>
              <a:path w="174" h="432">
                <a:moveTo>
                  <a:pt x="50" y="0"/>
                </a:moveTo>
                <a:lnTo>
                  <a:pt x="0" y="432"/>
                </a:lnTo>
                <a:lnTo>
                  <a:pt x="174" y="432"/>
                </a:lnTo>
                <a:lnTo>
                  <a:pt x="124" y="0"/>
                </a:lnTo>
                <a:lnTo>
                  <a:pt x="72" y="0"/>
                </a:lnTo>
                <a:lnTo>
                  <a:pt x="50" y="0"/>
                </a:lnTo>
                <a:close/>
              </a:path>
            </a:pathLst>
          </a:custGeom>
          <a:solidFill>
            <a:srgbClr val="E6E6E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9" name="Freeform 277"/>
          <p:cNvSpPr/>
          <p:nvPr>
            <p:custDataLst>
              <p:tags r:id="rId69"/>
            </p:custDataLst>
          </p:nvPr>
        </p:nvSpPr>
        <p:spPr bwMode="auto">
          <a:xfrm>
            <a:off x="2952462" y="3822116"/>
            <a:ext cx="187665" cy="465928"/>
          </a:xfrm>
          <a:custGeom>
            <a:avLst/>
            <a:gdLst>
              <a:gd name="T0" fmla="*/ 50 w 174"/>
              <a:gd name="T1" fmla="*/ 0 h 432"/>
              <a:gd name="T2" fmla="*/ 0 w 174"/>
              <a:gd name="T3" fmla="*/ 432 h 432"/>
              <a:gd name="T4" fmla="*/ 174 w 174"/>
              <a:gd name="T5" fmla="*/ 432 h 432"/>
              <a:gd name="T6" fmla="*/ 124 w 174"/>
              <a:gd name="T7" fmla="*/ 0 h 432"/>
              <a:gd name="T8" fmla="*/ 72 w 174"/>
              <a:gd name="T9" fmla="*/ 0 h 432"/>
              <a:gd name="T10" fmla="*/ 50 w 174"/>
              <a:gd name="T11" fmla="*/ 0 h 432"/>
            </a:gdLst>
            <a:ahLst/>
            <a:cxnLst>
              <a:cxn ang="0">
                <a:pos x="T0" y="T1"/>
              </a:cxn>
              <a:cxn ang="0">
                <a:pos x="T2" y="T3"/>
              </a:cxn>
              <a:cxn ang="0">
                <a:pos x="T4" y="T5"/>
              </a:cxn>
              <a:cxn ang="0">
                <a:pos x="T6" y="T7"/>
              </a:cxn>
              <a:cxn ang="0">
                <a:pos x="T8" y="T9"/>
              </a:cxn>
              <a:cxn ang="0">
                <a:pos x="T10" y="T11"/>
              </a:cxn>
            </a:cxnLst>
            <a:rect l="0" t="0" r="r" b="b"/>
            <a:pathLst>
              <a:path w="174" h="432">
                <a:moveTo>
                  <a:pt x="50" y="0"/>
                </a:moveTo>
                <a:lnTo>
                  <a:pt x="0" y="432"/>
                </a:lnTo>
                <a:lnTo>
                  <a:pt x="174" y="432"/>
                </a:lnTo>
                <a:lnTo>
                  <a:pt x="124" y="0"/>
                </a:lnTo>
                <a:lnTo>
                  <a:pt x="72" y="0"/>
                </a:lnTo>
                <a:lnTo>
                  <a:pt x="5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0" name="Freeform 278"/>
          <p:cNvSpPr/>
          <p:nvPr>
            <p:custDataLst>
              <p:tags r:id="rId70"/>
            </p:custDataLst>
          </p:nvPr>
        </p:nvSpPr>
        <p:spPr bwMode="auto">
          <a:xfrm>
            <a:off x="2995604" y="3770346"/>
            <a:ext cx="34513" cy="51769"/>
          </a:xfrm>
          <a:custGeom>
            <a:avLst/>
            <a:gdLst>
              <a:gd name="T0" fmla="*/ 4 w 32"/>
              <a:gd name="T1" fmla="*/ 0 h 48"/>
              <a:gd name="T2" fmla="*/ 0 w 32"/>
              <a:gd name="T3" fmla="*/ 6 h 48"/>
              <a:gd name="T4" fmla="*/ 10 w 32"/>
              <a:gd name="T5" fmla="*/ 48 h 48"/>
              <a:gd name="T6" fmla="*/ 32 w 32"/>
              <a:gd name="T7" fmla="*/ 48 h 48"/>
              <a:gd name="T8" fmla="*/ 16 w 32"/>
              <a:gd name="T9" fmla="*/ 48 h 48"/>
              <a:gd name="T10" fmla="*/ 4 w 32"/>
              <a:gd name="T11" fmla="*/ 0 h 48"/>
            </a:gdLst>
            <a:ahLst/>
            <a:cxnLst>
              <a:cxn ang="0">
                <a:pos x="T0" y="T1"/>
              </a:cxn>
              <a:cxn ang="0">
                <a:pos x="T2" y="T3"/>
              </a:cxn>
              <a:cxn ang="0">
                <a:pos x="T4" y="T5"/>
              </a:cxn>
              <a:cxn ang="0">
                <a:pos x="T6" y="T7"/>
              </a:cxn>
              <a:cxn ang="0">
                <a:pos x="T8" y="T9"/>
              </a:cxn>
              <a:cxn ang="0">
                <a:pos x="T10" y="T11"/>
              </a:cxn>
            </a:cxnLst>
            <a:rect l="0" t="0" r="r" b="b"/>
            <a:pathLst>
              <a:path w="32" h="48">
                <a:moveTo>
                  <a:pt x="4" y="0"/>
                </a:moveTo>
                <a:lnTo>
                  <a:pt x="0" y="6"/>
                </a:lnTo>
                <a:lnTo>
                  <a:pt x="10" y="48"/>
                </a:lnTo>
                <a:lnTo>
                  <a:pt x="32" y="48"/>
                </a:lnTo>
                <a:lnTo>
                  <a:pt x="16" y="48"/>
                </a:lnTo>
                <a:lnTo>
                  <a:pt x="4" y="0"/>
                </a:lnTo>
                <a:close/>
              </a:path>
            </a:pathLst>
          </a:custGeom>
          <a:solidFill>
            <a:srgbClr val="E6E6E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1" name="Freeform 279"/>
          <p:cNvSpPr/>
          <p:nvPr>
            <p:custDataLst>
              <p:tags r:id="rId71"/>
            </p:custDataLst>
          </p:nvPr>
        </p:nvSpPr>
        <p:spPr bwMode="auto">
          <a:xfrm>
            <a:off x="2995604" y="3770346"/>
            <a:ext cx="34513" cy="51769"/>
          </a:xfrm>
          <a:custGeom>
            <a:avLst/>
            <a:gdLst>
              <a:gd name="T0" fmla="*/ 4 w 32"/>
              <a:gd name="T1" fmla="*/ 0 h 48"/>
              <a:gd name="T2" fmla="*/ 0 w 32"/>
              <a:gd name="T3" fmla="*/ 6 h 48"/>
              <a:gd name="T4" fmla="*/ 10 w 32"/>
              <a:gd name="T5" fmla="*/ 48 h 48"/>
              <a:gd name="T6" fmla="*/ 32 w 32"/>
              <a:gd name="T7" fmla="*/ 48 h 48"/>
              <a:gd name="T8" fmla="*/ 16 w 32"/>
              <a:gd name="T9" fmla="*/ 48 h 48"/>
              <a:gd name="T10" fmla="*/ 4 w 32"/>
              <a:gd name="T11" fmla="*/ 0 h 48"/>
            </a:gdLst>
            <a:ahLst/>
            <a:cxnLst>
              <a:cxn ang="0">
                <a:pos x="T0" y="T1"/>
              </a:cxn>
              <a:cxn ang="0">
                <a:pos x="T2" y="T3"/>
              </a:cxn>
              <a:cxn ang="0">
                <a:pos x="T4" y="T5"/>
              </a:cxn>
              <a:cxn ang="0">
                <a:pos x="T6" y="T7"/>
              </a:cxn>
              <a:cxn ang="0">
                <a:pos x="T8" y="T9"/>
              </a:cxn>
              <a:cxn ang="0">
                <a:pos x="T10" y="T11"/>
              </a:cxn>
            </a:cxnLst>
            <a:rect l="0" t="0" r="r" b="b"/>
            <a:pathLst>
              <a:path w="32" h="48">
                <a:moveTo>
                  <a:pt x="4" y="0"/>
                </a:moveTo>
                <a:lnTo>
                  <a:pt x="0" y="6"/>
                </a:lnTo>
                <a:lnTo>
                  <a:pt x="10" y="48"/>
                </a:lnTo>
                <a:lnTo>
                  <a:pt x="32" y="48"/>
                </a:lnTo>
                <a:lnTo>
                  <a:pt x="16" y="48"/>
                </a:lnTo>
                <a:lnTo>
                  <a:pt x="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2" name="Freeform 280"/>
          <p:cNvSpPr/>
          <p:nvPr>
            <p:custDataLst>
              <p:tags r:id="rId72"/>
            </p:custDataLst>
          </p:nvPr>
        </p:nvSpPr>
        <p:spPr bwMode="auto">
          <a:xfrm>
            <a:off x="2961090" y="3822116"/>
            <a:ext cx="185508" cy="558683"/>
          </a:xfrm>
          <a:custGeom>
            <a:avLst/>
            <a:gdLst>
              <a:gd name="T0" fmla="*/ 48 w 172"/>
              <a:gd name="T1" fmla="*/ 0 h 518"/>
              <a:gd name="T2" fmla="*/ 0 w 172"/>
              <a:gd name="T3" fmla="*/ 432 h 518"/>
              <a:gd name="T4" fmla="*/ 86 w 172"/>
              <a:gd name="T5" fmla="*/ 518 h 518"/>
              <a:gd name="T6" fmla="*/ 172 w 172"/>
              <a:gd name="T7" fmla="*/ 432 h 518"/>
              <a:gd name="T8" fmla="*/ 124 w 172"/>
              <a:gd name="T9" fmla="*/ 0 h 518"/>
              <a:gd name="T10" fmla="*/ 48 w 172"/>
              <a:gd name="T11" fmla="*/ 0 h 518"/>
            </a:gdLst>
            <a:ahLst/>
            <a:cxnLst>
              <a:cxn ang="0">
                <a:pos x="T0" y="T1"/>
              </a:cxn>
              <a:cxn ang="0">
                <a:pos x="T2" y="T3"/>
              </a:cxn>
              <a:cxn ang="0">
                <a:pos x="T4" y="T5"/>
              </a:cxn>
              <a:cxn ang="0">
                <a:pos x="T6" y="T7"/>
              </a:cxn>
              <a:cxn ang="0">
                <a:pos x="T8" y="T9"/>
              </a:cxn>
              <a:cxn ang="0">
                <a:pos x="T10" y="T11"/>
              </a:cxn>
            </a:cxnLst>
            <a:rect l="0" t="0" r="r" b="b"/>
            <a:pathLst>
              <a:path w="172" h="518">
                <a:moveTo>
                  <a:pt x="48" y="0"/>
                </a:moveTo>
                <a:lnTo>
                  <a:pt x="0" y="432"/>
                </a:lnTo>
                <a:lnTo>
                  <a:pt x="86" y="518"/>
                </a:lnTo>
                <a:lnTo>
                  <a:pt x="172" y="432"/>
                </a:lnTo>
                <a:lnTo>
                  <a:pt x="124" y="0"/>
                </a:lnTo>
                <a:lnTo>
                  <a:pt x="48" y="0"/>
                </a:lnTo>
                <a:close/>
              </a:path>
            </a:pathLst>
          </a:custGeom>
          <a:solidFill>
            <a:srgbClr val="4EAEE6"/>
          </a:solidFill>
          <a:ln>
            <a:noFill/>
          </a:ln>
        </p:spPr>
        <p:txBody>
          <a:bodyPr vert="horz" wrap="square" lIns="91440" tIns="45720" rIns="91440" bIns="45720" numCol="1" anchor="t" anchorCtr="0" compatLnSpc="1"/>
          <a:lstStyle/>
          <a:p>
            <a:endParaRPr lang="zh-CN" altLang="en-US"/>
          </a:p>
        </p:txBody>
      </p:sp>
      <p:sp>
        <p:nvSpPr>
          <p:cNvPr id="73" name="Freeform 281"/>
          <p:cNvSpPr/>
          <p:nvPr>
            <p:custDataLst>
              <p:tags r:id="rId73"/>
            </p:custDataLst>
          </p:nvPr>
        </p:nvSpPr>
        <p:spPr bwMode="auto">
          <a:xfrm>
            <a:off x="2982661" y="3692690"/>
            <a:ext cx="144524" cy="129424"/>
          </a:xfrm>
          <a:custGeom>
            <a:avLst/>
            <a:gdLst>
              <a:gd name="T0" fmla="*/ 134 w 134"/>
              <a:gd name="T1" fmla="*/ 0 h 120"/>
              <a:gd name="T2" fmla="*/ 0 w 134"/>
              <a:gd name="T3" fmla="*/ 0 h 120"/>
              <a:gd name="T4" fmla="*/ 28 w 134"/>
              <a:gd name="T5" fmla="*/ 120 h 120"/>
              <a:gd name="T6" fmla="*/ 104 w 134"/>
              <a:gd name="T7" fmla="*/ 120 h 120"/>
              <a:gd name="T8" fmla="*/ 134 w 134"/>
              <a:gd name="T9" fmla="*/ 0 h 120"/>
            </a:gdLst>
            <a:ahLst/>
            <a:cxnLst>
              <a:cxn ang="0">
                <a:pos x="T0" y="T1"/>
              </a:cxn>
              <a:cxn ang="0">
                <a:pos x="T2" y="T3"/>
              </a:cxn>
              <a:cxn ang="0">
                <a:pos x="T4" y="T5"/>
              </a:cxn>
              <a:cxn ang="0">
                <a:pos x="T6" y="T7"/>
              </a:cxn>
              <a:cxn ang="0">
                <a:pos x="T8" y="T9"/>
              </a:cxn>
            </a:cxnLst>
            <a:rect l="0" t="0" r="r" b="b"/>
            <a:pathLst>
              <a:path w="134" h="120">
                <a:moveTo>
                  <a:pt x="134" y="0"/>
                </a:moveTo>
                <a:lnTo>
                  <a:pt x="0" y="0"/>
                </a:lnTo>
                <a:lnTo>
                  <a:pt x="28" y="120"/>
                </a:lnTo>
                <a:lnTo>
                  <a:pt x="104" y="120"/>
                </a:lnTo>
                <a:lnTo>
                  <a:pt x="134" y="0"/>
                </a:lnTo>
                <a:close/>
              </a:path>
            </a:pathLst>
          </a:custGeom>
          <a:solidFill>
            <a:srgbClr val="4EAEE6">
              <a:lumMod val="75000"/>
            </a:srgbClr>
          </a:solidFill>
          <a:ln>
            <a:noFill/>
          </a:ln>
        </p:spPr>
        <p:txBody>
          <a:bodyPr vert="horz" wrap="square" lIns="91440" tIns="45720" rIns="91440" bIns="45720" numCol="1" anchor="t" anchorCtr="0" compatLnSpc="1"/>
          <a:lstStyle/>
          <a:p>
            <a:endParaRPr lang="zh-CN" altLang="en-US"/>
          </a:p>
        </p:txBody>
      </p:sp>
      <p:sp>
        <p:nvSpPr>
          <p:cNvPr id="74" name="Freeform 282"/>
          <p:cNvSpPr/>
          <p:nvPr>
            <p:custDataLst>
              <p:tags r:id="rId74"/>
            </p:custDataLst>
          </p:nvPr>
        </p:nvSpPr>
        <p:spPr bwMode="auto">
          <a:xfrm>
            <a:off x="2982661" y="3692690"/>
            <a:ext cx="144524" cy="129424"/>
          </a:xfrm>
          <a:custGeom>
            <a:avLst/>
            <a:gdLst>
              <a:gd name="T0" fmla="*/ 134 w 134"/>
              <a:gd name="T1" fmla="*/ 0 h 120"/>
              <a:gd name="T2" fmla="*/ 0 w 134"/>
              <a:gd name="T3" fmla="*/ 0 h 120"/>
              <a:gd name="T4" fmla="*/ 28 w 134"/>
              <a:gd name="T5" fmla="*/ 120 h 120"/>
              <a:gd name="T6" fmla="*/ 104 w 134"/>
              <a:gd name="T7" fmla="*/ 120 h 120"/>
              <a:gd name="T8" fmla="*/ 134 w 134"/>
              <a:gd name="T9" fmla="*/ 0 h 120"/>
            </a:gdLst>
            <a:ahLst/>
            <a:cxnLst>
              <a:cxn ang="0">
                <a:pos x="T0" y="T1"/>
              </a:cxn>
              <a:cxn ang="0">
                <a:pos x="T2" y="T3"/>
              </a:cxn>
              <a:cxn ang="0">
                <a:pos x="T4" y="T5"/>
              </a:cxn>
              <a:cxn ang="0">
                <a:pos x="T6" y="T7"/>
              </a:cxn>
              <a:cxn ang="0">
                <a:pos x="T8" y="T9"/>
              </a:cxn>
            </a:cxnLst>
            <a:rect l="0" t="0" r="r" b="b"/>
            <a:pathLst>
              <a:path w="134" h="120">
                <a:moveTo>
                  <a:pt x="134" y="0"/>
                </a:moveTo>
                <a:lnTo>
                  <a:pt x="0" y="0"/>
                </a:lnTo>
                <a:lnTo>
                  <a:pt x="28" y="120"/>
                </a:lnTo>
                <a:lnTo>
                  <a:pt x="104" y="120"/>
                </a:lnTo>
                <a:lnTo>
                  <a:pt x="13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5" name="Freeform 283"/>
          <p:cNvSpPr/>
          <p:nvPr>
            <p:custDataLst>
              <p:tags r:id="rId75"/>
            </p:custDataLst>
          </p:nvPr>
        </p:nvSpPr>
        <p:spPr bwMode="auto">
          <a:xfrm>
            <a:off x="2876965" y="3567581"/>
            <a:ext cx="122953" cy="71184"/>
          </a:xfrm>
          <a:custGeom>
            <a:avLst/>
            <a:gdLst>
              <a:gd name="T0" fmla="*/ 48 w 114"/>
              <a:gd name="T1" fmla="*/ 0 h 66"/>
              <a:gd name="T2" fmla="*/ 0 w 114"/>
              <a:gd name="T3" fmla="*/ 66 h 66"/>
              <a:gd name="T4" fmla="*/ 114 w 114"/>
              <a:gd name="T5" fmla="*/ 66 h 66"/>
              <a:gd name="T6" fmla="*/ 48 w 114"/>
              <a:gd name="T7" fmla="*/ 0 h 66"/>
            </a:gdLst>
            <a:ahLst/>
            <a:cxnLst>
              <a:cxn ang="0">
                <a:pos x="T0" y="T1"/>
              </a:cxn>
              <a:cxn ang="0">
                <a:pos x="T2" y="T3"/>
              </a:cxn>
              <a:cxn ang="0">
                <a:pos x="T4" y="T5"/>
              </a:cxn>
              <a:cxn ang="0">
                <a:pos x="T6" y="T7"/>
              </a:cxn>
            </a:cxnLst>
            <a:rect l="0" t="0" r="r" b="b"/>
            <a:pathLst>
              <a:path w="114" h="66">
                <a:moveTo>
                  <a:pt x="48" y="0"/>
                </a:moveTo>
                <a:lnTo>
                  <a:pt x="0" y="66"/>
                </a:lnTo>
                <a:lnTo>
                  <a:pt x="114" y="66"/>
                </a:lnTo>
                <a:lnTo>
                  <a:pt x="48" y="0"/>
                </a:lnTo>
                <a:close/>
              </a:path>
            </a:pathLst>
          </a:custGeom>
          <a:solidFill>
            <a:srgbClr val="F2F2F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6" name="Freeform 284"/>
          <p:cNvSpPr/>
          <p:nvPr>
            <p:custDataLst>
              <p:tags r:id="rId76"/>
            </p:custDataLst>
          </p:nvPr>
        </p:nvSpPr>
        <p:spPr bwMode="auto">
          <a:xfrm>
            <a:off x="2876965" y="3567581"/>
            <a:ext cx="122953" cy="71184"/>
          </a:xfrm>
          <a:custGeom>
            <a:avLst/>
            <a:gdLst>
              <a:gd name="T0" fmla="*/ 48 w 114"/>
              <a:gd name="T1" fmla="*/ 0 h 66"/>
              <a:gd name="T2" fmla="*/ 0 w 114"/>
              <a:gd name="T3" fmla="*/ 66 h 66"/>
              <a:gd name="T4" fmla="*/ 114 w 114"/>
              <a:gd name="T5" fmla="*/ 66 h 66"/>
              <a:gd name="T6" fmla="*/ 48 w 114"/>
              <a:gd name="T7" fmla="*/ 0 h 66"/>
            </a:gdLst>
            <a:ahLst/>
            <a:cxnLst>
              <a:cxn ang="0">
                <a:pos x="T0" y="T1"/>
              </a:cxn>
              <a:cxn ang="0">
                <a:pos x="T2" y="T3"/>
              </a:cxn>
              <a:cxn ang="0">
                <a:pos x="T4" y="T5"/>
              </a:cxn>
              <a:cxn ang="0">
                <a:pos x="T6" y="T7"/>
              </a:cxn>
            </a:cxnLst>
            <a:rect l="0" t="0" r="r" b="b"/>
            <a:pathLst>
              <a:path w="114" h="66">
                <a:moveTo>
                  <a:pt x="48" y="0"/>
                </a:moveTo>
                <a:lnTo>
                  <a:pt x="0" y="66"/>
                </a:lnTo>
                <a:lnTo>
                  <a:pt x="114" y="66"/>
                </a:lnTo>
                <a:lnTo>
                  <a:pt x="4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7" name="Freeform 285"/>
          <p:cNvSpPr/>
          <p:nvPr>
            <p:custDataLst>
              <p:tags r:id="rId77"/>
            </p:custDataLst>
          </p:nvPr>
        </p:nvSpPr>
        <p:spPr bwMode="auto">
          <a:xfrm>
            <a:off x="2900692" y="3686221"/>
            <a:ext cx="153152" cy="105697"/>
          </a:xfrm>
          <a:custGeom>
            <a:avLst/>
            <a:gdLst>
              <a:gd name="T0" fmla="*/ 16 w 142"/>
              <a:gd name="T1" fmla="*/ 0 h 98"/>
              <a:gd name="T2" fmla="*/ 0 w 142"/>
              <a:gd name="T3" fmla="*/ 4 h 98"/>
              <a:gd name="T4" fmla="*/ 80 w 142"/>
              <a:gd name="T5" fmla="*/ 98 h 98"/>
              <a:gd name="T6" fmla="*/ 88 w 142"/>
              <a:gd name="T7" fmla="*/ 84 h 98"/>
              <a:gd name="T8" fmla="*/ 68 w 142"/>
              <a:gd name="T9" fmla="*/ 6 h 98"/>
              <a:gd name="T10" fmla="*/ 76 w 142"/>
              <a:gd name="T11" fmla="*/ 6 h 98"/>
              <a:gd name="T12" fmla="*/ 76 w 142"/>
              <a:gd name="T13" fmla="*/ 6 h 98"/>
              <a:gd name="T14" fmla="*/ 142 w 142"/>
              <a:gd name="T15" fmla="*/ 6 h 98"/>
              <a:gd name="T16" fmla="*/ 136 w 142"/>
              <a:gd name="T17" fmla="*/ 0 h 98"/>
              <a:gd name="T18" fmla="*/ 16 w 142"/>
              <a:gd name="T19" fmla="*/ 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2" h="98">
                <a:moveTo>
                  <a:pt x="16" y="0"/>
                </a:moveTo>
                <a:lnTo>
                  <a:pt x="0" y="4"/>
                </a:lnTo>
                <a:lnTo>
                  <a:pt x="80" y="98"/>
                </a:lnTo>
                <a:lnTo>
                  <a:pt x="88" y="84"/>
                </a:lnTo>
                <a:lnTo>
                  <a:pt x="68" y="6"/>
                </a:lnTo>
                <a:lnTo>
                  <a:pt x="76" y="6"/>
                </a:lnTo>
                <a:lnTo>
                  <a:pt x="76" y="6"/>
                </a:lnTo>
                <a:lnTo>
                  <a:pt x="142" y="6"/>
                </a:lnTo>
                <a:lnTo>
                  <a:pt x="136" y="0"/>
                </a:lnTo>
                <a:lnTo>
                  <a:pt x="16" y="0"/>
                </a:lnTo>
                <a:close/>
              </a:path>
            </a:pathLst>
          </a:custGeom>
          <a:solidFill>
            <a:srgbClr val="E6E6E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8" name="Freeform 286"/>
          <p:cNvSpPr/>
          <p:nvPr>
            <p:custDataLst>
              <p:tags r:id="rId78"/>
            </p:custDataLst>
          </p:nvPr>
        </p:nvSpPr>
        <p:spPr bwMode="auto">
          <a:xfrm>
            <a:off x="2900692" y="3686221"/>
            <a:ext cx="153152" cy="105697"/>
          </a:xfrm>
          <a:custGeom>
            <a:avLst/>
            <a:gdLst>
              <a:gd name="T0" fmla="*/ 16 w 142"/>
              <a:gd name="T1" fmla="*/ 0 h 98"/>
              <a:gd name="T2" fmla="*/ 0 w 142"/>
              <a:gd name="T3" fmla="*/ 4 h 98"/>
              <a:gd name="T4" fmla="*/ 80 w 142"/>
              <a:gd name="T5" fmla="*/ 98 h 98"/>
              <a:gd name="T6" fmla="*/ 88 w 142"/>
              <a:gd name="T7" fmla="*/ 84 h 98"/>
              <a:gd name="T8" fmla="*/ 68 w 142"/>
              <a:gd name="T9" fmla="*/ 6 h 98"/>
              <a:gd name="T10" fmla="*/ 76 w 142"/>
              <a:gd name="T11" fmla="*/ 6 h 98"/>
              <a:gd name="T12" fmla="*/ 76 w 142"/>
              <a:gd name="T13" fmla="*/ 6 h 98"/>
              <a:gd name="T14" fmla="*/ 142 w 142"/>
              <a:gd name="T15" fmla="*/ 6 h 98"/>
              <a:gd name="T16" fmla="*/ 136 w 142"/>
              <a:gd name="T17" fmla="*/ 0 h 98"/>
              <a:gd name="T18" fmla="*/ 16 w 142"/>
              <a:gd name="T19" fmla="*/ 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2" h="98">
                <a:moveTo>
                  <a:pt x="16" y="0"/>
                </a:moveTo>
                <a:lnTo>
                  <a:pt x="0" y="4"/>
                </a:lnTo>
                <a:lnTo>
                  <a:pt x="80" y="98"/>
                </a:lnTo>
                <a:lnTo>
                  <a:pt x="88" y="84"/>
                </a:lnTo>
                <a:lnTo>
                  <a:pt x="68" y="6"/>
                </a:lnTo>
                <a:lnTo>
                  <a:pt x="76" y="6"/>
                </a:lnTo>
                <a:lnTo>
                  <a:pt x="76" y="6"/>
                </a:lnTo>
                <a:lnTo>
                  <a:pt x="142" y="6"/>
                </a:lnTo>
                <a:lnTo>
                  <a:pt x="136" y="0"/>
                </a:lnTo>
                <a:lnTo>
                  <a:pt x="1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9" name="Freeform 287"/>
          <p:cNvSpPr/>
          <p:nvPr>
            <p:custDataLst>
              <p:tags r:id="rId79"/>
            </p:custDataLst>
          </p:nvPr>
        </p:nvSpPr>
        <p:spPr bwMode="auto">
          <a:xfrm>
            <a:off x="2859709" y="3638765"/>
            <a:ext cx="187665" cy="51769"/>
          </a:xfrm>
          <a:custGeom>
            <a:avLst/>
            <a:gdLst>
              <a:gd name="T0" fmla="*/ 16 w 174"/>
              <a:gd name="T1" fmla="*/ 0 h 48"/>
              <a:gd name="T2" fmla="*/ 16 w 174"/>
              <a:gd name="T3" fmla="*/ 0 h 48"/>
              <a:gd name="T4" fmla="*/ 0 w 174"/>
              <a:gd name="T5" fmla="*/ 6 h 48"/>
              <a:gd name="T6" fmla="*/ 38 w 174"/>
              <a:gd name="T7" fmla="*/ 48 h 48"/>
              <a:gd name="T8" fmla="*/ 54 w 174"/>
              <a:gd name="T9" fmla="*/ 44 h 48"/>
              <a:gd name="T10" fmla="*/ 174 w 174"/>
              <a:gd name="T11" fmla="*/ 44 h 48"/>
              <a:gd name="T12" fmla="*/ 130 w 174"/>
              <a:gd name="T13" fmla="*/ 0 h 48"/>
              <a:gd name="T14" fmla="*/ 16 w 174"/>
              <a:gd name="T15" fmla="*/ 0 h 4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4" h="48">
                <a:moveTo>
                  <a:pt x="16" y="0"/>
                </a:moveTo>
                <a:lnTo>
                  <a:pt x="16" y="0"/>
                </a:lnTo>
                <a:lnTo>
                  <a:pt x="0" y="6"/>
                </a:lnTo>
                <a:lnTo>
                  <a:pt x="38" y="48"/>
                </a:lnTo>
                <a:lnTo>
                  <a:pt x="54" y="44"/>
                </a:lnTo>
                <a:lnTo>
                  <a:pt x="174" y="44"/>
                </a:lnTo>
                <a:lnTo>
                  <a:pt x="130" y="0"/>
                </a:lnTo>
                <a:lnTo>
                  <a:pt x="16" y="0"/>
                </a:lnTo>
                <a:close/>
              </a:path>
            </a:pathLst>
          </a:custGeom>
          <a:solidFill>
            <a:srgbClr val="EFEFE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0" name="Freeform 288"/>
          <p:cNvSpPr/>
          <p:nvPr>
            <p:custDataLst>
              <p:tags r:id="rId80"/>
            </p:custDataLst>
          </p:nvPr>
        </p:nvSpPr>
        <p:spPr bwMode="auto">
          <a:xfrm>
            <a:off x="2859709" y="3638765"/>
            <a:ext cx="187665" cy="51769"/>
          </a:xfrm>
          <a:custGeom>
            <a:avLst/>
            <a:gdLst>
              <a:gd name="T0" fmla="*/ 16 w 174"/>
              <a:gd name="T1" fmla="*/ 0 h 48"/>
              <a:gd name="T2" fmla="*/ 16 w 174"/>
              <a:gd name="T3" fmla="*/ 0 h 48"/>
              <a:gd name="T4" fmla="*/ 0 w 174"/>
              <a:gd name="T5" fmla="*/ 6 h 48"/>
              <a:gd name="T6" fmla="*/ 38 w 174"/>
              <a:gd name="T7" fmla="*/ 48 h 48"/>
              <a:gd name="T8" fmla="*/ 54 w 174"/>
              <a:gd name="T9" fmla="*/ 44 h 48"/>
              <a:gd name="T10" fmla="*/ 174 w 174"/>
              <a:gd name="T11" fmla="*/ 44 h 48"/>
              <a:gd name="T12" fmla="*/ 130 w 174"/>
              <a:gd name="T13" fmla="*/ 0 h 48"/>
              <a:gd name="T14" fmla="*/ 16 w 174"/>
              <a:gd name="T15" fmla="*/ 0 h 4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4" h="48">
                <a:moveTo>
                  <a:pt x="16" y="0"/>
                </a:moveTo>
                <a:lnTo>
                  <a:pt x="16" y="0"/>
                </a:lnTo>
                <a:lnTo>
                  <a:pt x="0" y="6"/>
                </a:lnTo>
                <a:lnTo>
                  <a:pt x="38" y="48"/>
                </a:lnTo>
                <a:lnTo>
                  <a:pt x="54" y="44"/>
                </a:lnTo>
                <a:lnTo>
                  <a:pt x="174" y="44"/>
                </a:lnTo>
                <a:lnTo>
                  <a:pt x="130" y="0"/>
                </a:lnTo>
                <a:lnTo>
                  <a:pt x="1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1" name="Freeform 289"/>
          <p:cNvSpPr/>
          <p:nvPr>
            <p:custDataLst>
              <p:tags r:id="rId81"/>
            </p:custDataLst>
          </p:nvPr>
        </p:nvSpPr>
        <p:spPr bwMode="auto">
          <a:xfrm>
            <a:off x="2974032" y="3692691"/>
            <a:ext cx="25885" cy="84125"/>
          </a:xfrm>
          <a:custGeom>
            <a:avLst/>
            <a:gdLst>
              <a:gd name="T0" fmla="*/ 0 w 24"/>
              <a:gd name="T1" fmla="*/ 0 h 78"/>
              <a:gd name="T2" fmla="*/ 20 w 24"/>
              <a:gd name="T3" fmla="*/ 78 h 78"/>
              <a:gd name="T4" fmla="*/ 24 w 24"/>
              <a:gd name="T5" fmla="*/ 72 h 78"/>
              <a:gd name="T6" fmla="*/ 8 w 24"/>
              <a:gd name="T7" fmla="*/ 0 h 78"/>
              <a:gd name="T8" fmla="*/ 0 w 24"/>
              <a:gd name="T9" fmla="*/ 0 h 78"/>
            </a:gdLst>
            <a:ahLst/>
            <a:cxnLst>
              <a:cxn ang="0">
                <a:pos x="T0" y="T1"/>
              </a:cxn>
              <a:cxn ang="0">
                <a:pos x="T2" y="T3"/>
              </a:cxn>
              <a:cxn ang="0">
                <a:pos x="T4" y="T5"/>
              </a:cxn>
              <a:cxn ang="0">
                <a:pos x="T6" y="T7"/>
              </a:cxn>
              <a:cxn ang="0">
                <a:pos x="T8" y="T9"/>
              </a:cxn>
            </a:cxnLst>
            <a:rect l="0" t="0" r="r" b="b"/>
            <a:pathLst>
              <a:path w="24" h="78">
                <a:moveTo>
                  <a:pt x="0" y="0"/>
                </a:moveTo>
                <a:lnTo>
                  <a:pt x="20" y="78"/>
                </a:lnTo>
                <a:lnTo>
                  <a:pt x="24" y="72"/>
                </a:lnTo>
                <a:lnTo>
                  <a:pt x="8" y="0"/>
                </a:lnTo>
                <a:lnTo>
                  <a:pt x="0" y="0"/>
                </a:ln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2" name="Freeform 290"/>
          <p:cNvSpPr/>
          <p:nvPr>
            <p:custDataLst>
              <p:tags r:id="rId82"/>
            </p:custDataLst>
          </p:nvPr>
        </p:nvSpPr>
        <p:spPr bwMode="auto">
          <a:xfrm>
            <a:off x="2974032" y="3692691"/>
            <a:ext cx="25885" cy="84125"/>
          </a:xfrm>
          <a:custGeom>
            <a:avLst/>
            <a:gdLst>
              <a:gd name="T0" fmla="*/ 0 w 24"/>
              <a:gd name="T1" fmla="*/ 0 h 78"/>
              <a:gd name="T2" fmla="*/ 20 w 24"/>
              <a:gd name="T3" fmla="*/ 78 h 78"/>
              <a:gd name="T4" fmla="*/ 24 w 24"/>
              <a:gd name="T5" fmla="*/ 72 h 78"/>
              <a:gd name="T6" fmla="*/ 8 w 24"/>
              <a:gd name="T7" fmla="*/ 0 h 78"/>
              <a:gd name="T8" fmla="*/ 0 w 24"/>
              <a:gd name="T9" fmla="*/ 0 h 78"/>
            </a:gdLst>
            <a:ahLst/>
            <a:cxnLst>
              <a:cxn ang="0">
                <a:pos x="T0" y="T1"/>
              </a:cxn>
              <a:cxn ang="0">
                <a:pos x="T2" y="T3"/>
              </a:cxn>
              <a:cxn ang="0">
                <a:pos x="T4" y="T5"/>
              </a:cxn>
              <a:cxn ang="0">
                <a:pos x="T6" y="T7"/>
              </a:cxn>
              <a:cxn ang="0">
                <a:pos x="T8" y="T9"/>
              </a:cxn>
            </a:cxnLst>
            <a:rect l="0" t="0" r="r" b="b"/>
            <a:pathLst>
              <a:path w="24" h="78">
                <a:moveTo>
                  <a:pt x="0" y="0"/>
                </a:moveTo>
                <a:lnTo>
                  <a:pt x="20" y="78"/>
                </a:lnTo>
                <a:lnTo>
                  <a:pt x="24" y="72"/>
                </a:lnTo>
                <a:lnTo>
                  <a:pt x="8"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3" name="Freeform 291"/>
          <p:cNvSpPr/>
          <p:nvPr>
            <p:custDataLst>
              <p:tags r:id="rId83"/>
            </p:custDataLst>
          </p:nvPr>
        </p:nvSpPr>
        <p:spPr bwMode="auto">
          <a:xfrm>
            <a:off x="2982660" y="3692691"/>
            <a:ext cx="71184" cy="77655"/>
          </a:xfrm>
          <a:custGeom>
            <a:avLst/>
            <a:gdLst>
              <a:gd name="T0" fmla="*/ 0 w 66"/>
              <a:gd name="T1" fmla="*/ 0 h 72"/>
              <a:gd name="T2" fmla="*/ 0 w 66"/>
              <a:gd name="T3" fmla="*/ 0 h 72"/>
              <a:gd name="T4" fmla="*/ 16 w 66"/>
              <a:gd name="T5" fmla="*/ 72 h 72"/>
              <a:gd name="T6" fmla="*/ 66 w 66"/>
              <a:gd name="T7" fmla="*/ 0 h 72"/>
              <a:gd name="T8" fmla="*/ 66 w 66"/>
              <a:gd name="T9" fmla="*/ 0 h 72"/>
              <a:gd name="T10" fmla="*/ 66 w 66"/>
              <a:gd name="T11" fmla="*/ 0 h 72"/>
              <a:gd name="T12" fmla="*/ 66 w 66"/>
              <a:gd name="T13" fmla="*/ 0 h 72"/>
              <a:gd name="T14" fmla="*/ 0 w 66"/>
              <a:gd name="T15" fmla="*/ 0 h 7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6" h="72">
                <a:moveTo>
                  <a:pt x="0" y="0"/>
                </a:moveTo>
                <a:lnTo>
                  <a:pt x="0" y="0"/>
                </a:lnTo>
                <a:lnTo>
                  <a:pt x="16" y="72"/>
                </a:lnTo>
                <a:lnTo>
                  <a:pt x="66" y="0"/>
                </a:lnTo>
                <a:lnTo>
                  <a:pt x="66" y="0"/>
                </a:lnTo>
                <a:lnTo>
                  <a:pt x="66" y="0"/>
                </a:lnTo>
                <a:lnTo>
                  <a:pt x="66" y="0"/>
                </a:lnTo>
                <a:lnTo>
                  <a:pt x="0" y="0"/>
                </a:lnTo>
                <a:close/>
              </a:path>
            </a:pathLst>
          </a:custGeom>
          <a:solidFill>
            <a:srgbClr val="52B7F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4" name="Freeform 292"/>
          <p:cNvSpPr/>
          <p:nvPr>
            <p:custDataLst>
              <p:tags r:id="rId84"/>
            </p:custDataLst>
          </p:nvPr>
        </p:nvSpPr>
        <p:spPr bwMode="auto">
          <a:xfrm>
            <a:off x="2982660" y="3692691"/>
            <a:ext cx="71184" cy="77655"/>
          </a:xfrm>
          <a:custGeom>
            <a:avLst/>
            <a:gdLst>
              <a:gd name="T0" fmla="*/ 0 w 66"/>
              <a:gd name="T1" fmla="*/ 0 h 72"/>
              <a:gd name="T2" fmla="*/ 0 w 66"/>
              <a:gd name="T3" fmla="*/ 0 h 72"/>
              <a:gd name="T4" fmla="*/ 16 w 66"/>
              <a:gd name="T5" fmla="*/ 72 h 72"/>
              <a:gd name="T6" fmla="*/ 66 w 66"/>
              <a:gd name="T7" fmla="*/ 0 h 72"/>
              <a:gd name="T8" fmla="*/ 66 w 66"/>
              <a:gd name="T9" fmla="*/ 0 h 72"/>
              <a:gd name="T10" fmla="*/ 66 w 66"/>
              <a:gd name="T11" fmla="*/ 0 h 72"/>
              <a:gd name="T12" fmla="*/ 66 w 66"/>
              <a:gd name="T13" fmla="*/ 0 h 72"/>
              <a:gd name="T14" fmla="*/ 0 w 66"/>
              <a:gd name="T15" fmla="*/ 0 h 7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6" h="72">
                <a:moveTo>
                  <a:pt x="0" y="0"/>
                </a:moveTo>
                <a:lnTo>
                  <a:pt x="0" y="0"/>
                </a:lnTo>
                <a:lnTo>
                  <a:pt x="16" y="72"/>
                </a:lnTo>
                <a:lnTo>
                  <a:pt x="66" y="0"/>
                </a:lnTo>
                <a:lnTo>
                  <a:pt x="66" y="0"/>
                </a:lnTo>
                <a:lnTo>
                  <a:pt x="66" y="0"/>
                </a:lnTo>
                <a:lnTo>
                  <a:pt x="66"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5" name="Freeform 293"/>
          <p:cNvSpPr/>
          <p:nvPr>
            <p:custDataLst>
              <p:tags r:id="rId85"/>
            </p:custDataLst>
          </p:nvPr>
        </p:nvSpPr>
        <p:spPr bwMode="auto">
          <a:xfrm>
            <a:off x="3107772" y="3567581"/>
            <a:ext cx="122953" cy="71184"/>
          </a:xfrm>
          <a:custGeom>
            <a:avLst/>
            <a:gdLst>
              <a:gd name="T0" fmla="*/ 66 w 114"/>
              <a:gd name="T1" fmla="*/ 0 h 66"/>
              <a:gd name="T2" fmla="*/ 0 w 114"/>
              <a:gd name="T3" fmla="*/ 66 h 66"/>
              <a:gd name="T4" fmla="*/ 114 w 114"/>
              <a:gd name="T5" fmla="*/ 66 h 66"/>
              <a:gd name="T6" fmla="*/ 66 w 114"/>
              <a:gd name="T7" fmla="*/ 0 h 66"/>
            </a:gdLst>
            <a:ahLst/>
            <a:cxnLst>
              <a:cxn ang="0">
                <a:pos x="T0" y="T1"/>
              </a:cxn>
              <a:cxn ang="0">
                <a:pos x="T2" y="T3"/>
              </a:cxn>
              <a:cxn ang="0">
                <a:pos x="T4" y="T5"/>
              </a:cxn>
              <a:cxn ang="0">
                <a:pos x="T6" y="T7"/>
              </a:cxn>
            </a:cxnLst>
            <a:rect l="0" t="0" r="r" b="b"/>
            <a:pathLst>
              <a:path w="114" h="66">
                <a:moveTo>
                  <a:pt x="66" y="0"/>
                </a:moveTo>
                <a:lnTo>
                  <a:pt x="0" y="66"/>
                </a:lnTo>
                <a:lnTo>
                  <a:pt x="114" y="66"/>
                </a:lnTo>
                <a:lnTo>
                  <a:pt x="66" y="0"/>
                </a:lnTo>
                <a:close/>
              </a:path>
            </a:pathLst>
          </a:custGeom>
          <a:solidFill>
            <a:srgbClr val="F2F2F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6" name="Freeform 294"/>
          <p:cNvSpPr/>
          <p:nvPr>
            <p:custDataLst>
              <p:tags r:id="rId86"/>
            </p:custDataLst>
          </p:nvPr>
        </p:nvSpPr>
        <p:spPr bwMode="auto">
          <a:xfrm>
            <a:off x="3107772" y="3567581"/>
            <a:ext cx="122953" cy="71184"/>
          </a:xfrm>
          <a:custGeom>
            <a:avLst/>
            <a:gdLst>
              <a:gd name="T0" fmla="*/ 66 w 114"/>
              <a:gd name="T1" fmla="*/ 0 h 66"/>
              <a:gd name="T2" fmla="*/ 0 w 114"/>
              <a:gd name="T3" fmla="*/ 66 h 66"/>
              <a:gd name="T4" fmla="*/ 114 w 114"/>
              <a:gd name="T5" fmla="*/ 66 h 66"/>
              <a:gd name="T6" fmla="*/ 66 w 114"/>
              <a:gd name="T7" fmla="*/ 0 h 66"/>
            </a:gdLst>
            <a:ahLst/>
            <a:cxnLst>
              <a:cxn ang="0">
                <a:pos x="T0" y="T1"/>
              </a:cxn>
              <a:cxn ang="0">
                <a:pos x="T2" y="T3"/>
              </a:cxn>
              <a:cxn ang="0">
                <a:pos x="T4" y="T5"/>
              </a:cxn>
              <a:cxn ang="0">
                <a:pos x="T6" y="T7"/>
              </a:cxn>
            </a:cxnLst>
            <a:rect l="0" t="0" r="r" b="b"/>
            <a:pathLst>
              <a:path w="114" h="66">
                <a:moveTo>
                  <a:pt x="66" y="0"/>
                </a:moveTo>
                <a:lnTo>
                  <a:pt x="0" y="66"/>
                </a:lnTo>
                <a:lnTo>
                  <a:pt x="114" y="66"/>
                </a:lnTo>
                <a:lnTo>
                  <a:pt x="6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7" name="Freeform 295"/>
          <p:cNvSpPr/>
          <p:nvPr>
            <p:custDataLst>
              <p:tags r:id="rId87"/>
            </p:custDataLst>
          </p:nvPr>
        </p:nvSpPr>
        <p:spPr bwMode="auto">
          <a:xfrm>
            <a:off x="3053844" y="3686221"/>
            <a:ext cx="153152" cy="105697"/>
          </a:xfrm>
          <a:custGeom>
            <a:avLst/>
            <a:gdLst>
              <a:gd name="T0" fmla="*/ 6 w 142"/>
              <a:gd name="T1" fmla="*/ 0 h 98"/>
              <a:gd name="T2" fmla="*/ 0 w 142"/>
              <a:gd name="T3" fmla="*/ 6 h 98"/>
              <a:gd name="T4" fmla="*/ 68 w 142"/>
              <a:gd name="T5" fmla="*/ 6 h 98"/>
              <a:gd name="T6" fmla="*/ 50 w 142"/>
              <a:gd name="T7" fmla="*/ 78 h 98"/>
              <a:gd name="T8" fmla="*/ 62 w 142"/>
              <a:gd name="T9" fmla="*/ 98 h 98"/>
              <a:gd name="T10" fmla="*/ 142 w 142"/>
              <a:gd name="T11" fmla="*/ 6 h 98"/>
              <a:gd name="T12" fmla="*/ 124 w 142"/>
              <a:gd name="T13" fmla="*/ 0 h 98"/>
              <a:gd name="T14" fmla="*/ 6 w 142"/>
              <a:gd name="T15" fmla="*/ 0 h 9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2" h="98">
                <a:moveTo>
                  <a:pt x="6" y="0"/>
                </a:moveTo>
                <a:lnTo>
                  <a:pt x="0" y="6"/>
                </a:lnTo>
                <a:lnTo>
                  <a:pt x="68" y="6"/>
                </a:lnTo>
                <a:lnTo>
                  <a:pt x="50" y="78"/>
                </a:lnTo>
                <a:lnTo>
                  <a:pt x="62" y="98"/>
                </a:lnTo>
                <a:lnTo>
                  <a:pt x="142" y="6"/>
                </a:lnTo>
                <a:lnTo>
                  <a:pt x="124" y="0"/>
                </a:lnTo>
                <a:lnTo>
                  <a:pt x="6" y="0"/>
                </a:lnTo>
                <a:close/>
              </a:path>
            </a:pathLst>
          </a:custGeom>
          <a:solidFill>
            <a:srgbClr val="E6E6E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8" name="Freeform 296"/>
          <p:cNvSpPr/>
          <p:nvPr>
            <p:custDataLst>
              <p:tags r:id="rId88"/>
            </p:custDataLst>
          </p:nvPr>
        </p:nvSpPr>
        <p:spPr bwMode="auto">
          <a:xfrm>
            <a:off x="3053844" y="3686221"/>
            <a:ext cx="153152" cy="105697"/>
          </a:xfrm>
          <a:custGeom>
            <a:avLst/>
            <a:gdLst>
              <a:gd name="T0" fmla="*/ 6 w 142"/>
              <a:gd name="T1" fmla="*/ 0 h 98"/>
              <a:gd name="T2" fmla="*/ 0 w 142"/>
              <a:gd name="T3" fmla="*/ 6 h 98"/>
              <a:gd name="T4" fmla="*/ 68 w 142"/>
              <a:gd name="T5" fmla="*/ 6 h 98"/>
              <a:gd name="T6" fmla="*/ 50 w 142"/>
              <a:gd name="T7" fmla="*/ 78 h 98"/>
              <a:gd name="T8" fmla="*/ 62 w 142"/>
              <a:gd name="T9" fmla="*/ 98 h 98"/>
              <a:gd name="T10" fmla="*/ 142 w 142"/>
              <a:gd name="T11" fmla="*/ 6 h 98"/>
              <a:gd name="T12" fmla="*/ 124 w 142"/>
              <a:gd name="T13" fmla="*/ 0 h 98"/>
              <a:gd name="T14" fmla="*/ 6 w 142"/>
              <a:gd name="T15" fmla="*/ 0 h 9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2" h="98">
                <a:moveTo>
                  <a:pt x="6" y="0"/>
                </a:moveTo>
                <a:lnTo>
                  <a:pt x="0" y="6"/>
                </a:lnTo>
                <a:lnTo>
                  <a:pt x="68" y="6"/>
                </a:lnTo>
                <a:lnTo>
                  <a:pt x="50" y="78"/>
                </a:lnTo>
                <a:lnTo>
                  <a:pt x="62" y="98"/>
                </a:lnTo>
                <a:lnTo>
                  <a:pt x="142" y="6"/>
                </a:lnTo>
                <a:lnTo>
                  <a:pt x="124" y="0"/>
                </a:lnTo>
                <a:lnTo>
                  <a:pt x="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9" name="Freeform 297"/>
          <p:cNvSpPr/>
          <p:nvPr>
            <p:custDataLst>
              <p:tags r:id="rId89"/>
            </p:custDataLst>
          </p:nvPr>
        </p:nvSpPr>
        <p:spPr bwMode="auto">
          <a:xfrm>
            <a:off x="3060316" y="3638764"/>
            <a:ext cx="187665" cy="53927"/>
          </a:xfrm>
          <a:custGeom>
            <a:avLst/>
            <a:gdLst>
              <a:gd name="T0" fmla="*/ 44 w 174"/>
              <a:gd name="T1" fmla="*/ 0 h 50"/>
              <a:gd name="T2" fmla="*/ 0 w 174"/>
              <a:gd name="T3" fmla="*/ 44 h 50"/>
              <a:gd name="T4" fmla="*/ 118 w 174"/>
              <a:gd name="T5" fmla="*/ 44 h 50"/>
              <a:gd name="T6" fmla="*/ 136 w 174"/>
              <a:gd name="T7" fmla="*/ 50 h 50"/>
              <a:gd name="T8" fmla="*/ 174 w 174"/>
              <a:gd name="T9" fmla="*/ 6 h 50"/>
              <a:gd name="T10" fmla="*/ 158 w 174"/>
              <a:gd name="T11" fmla="*/ 0 h 50"/>
              <a:gd name="T12" fmla="*/ 44 w 174"/>
              <a:gd name="T13" fmla="*/ 0 h 50"/>
            </a:gdLst>
            <a:ahLst/>
            <a:cxnLst>
              <a:cxn ang="0">
                <a:pos x="T0" y="T1"/>
              </a:cxn>
              <a:cxn ang="0">
                <a:pos x="T2" y="T3"/>
              </a:cxn>
              <a:cxn ang="0">
                <a:pos x="T4" y="T5"/>
              </a:cxn>
              <a:cxn ang="0">
                <a:pos x="T6" y="T7"/>
              </a:cxn>
              <a:cxn ang="0">
                <a:pos x="T8" y="T9"/>
              </a:cxn>
              <a:cxn ang="0">
                <a:pos x="T10" y="T11"/>
              </a:cxn>
              <a:cxn ang="0">
                <a:pos x="T12" y="T13"/>
              </a:cxn>
            </a:cxnLst>
            <a:rect l="0" t="0" r="r" b="b"/>
            <a:pathLst>
              <a:path w="174" h="50">
                <a:moveTo>
                  <a:pt x="44" y="0"/>
                </a:moveTo>
                <a:lnTo>
                  <a:pt x="0" y="44"/>
                </a:lnTo>
                <a:lnTo>
                  <a:pt x="118" y="44"/>
                </a:lnTo>
                <a:lnTo>
                  <a:pt x="136" y="50"/>
                </a:lnTo>
                <a:lnTo>
                  <a:pt x="174" y="6"/>
                </a:lnTo>
                <a:lnTo>
                  <a:pt x="158" y="0"/>
                </a:lnTo>
                <a:lnTo>
                  <a:pt x="44" y="0"/>
                </a:lnTo>
                <a:close/>
              </a:path>
            </a:pathLst>
          </a:custGeom>
          <a:solidFill>
            <a:srgbClr val="EFEFE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0" name="Freeform 298"/>
          <p:cNvSpPr/>
          <p:nvPr>
            <p:custDataLst>
              <p:tags r:id="rId90"/>
            </p:custDataLst>
          </p:nvPr>
        </p:nvSpPr>
        <p:spPr bwMode="auto">
          <a:xfrm>
            <a:off x="3060316" y="3638764"/>
            <a:ext cx="187665" cy="53927"/>
          </a:xfrm>
          <a:custGeom>
            <a:avLst/>
            <a:gdLst>
              <a:gd name="T0" fmla="*/ 44 w 174"/>
              <a:gd name="T1" fmla="*/ 0 h 50"/>
              <a:gd name="T2" fmla="*/ 0 w 174"/>
              <a:gd name="T3" fmla="*/ 44 h 50"/>
              <a:gd name="T4" fmla="*/ 118 w 174"/>
              <a:gd name="T5" fmla="*/ 44 h 50"/>
              <a:gd name="T6" fmla="*/ 136 w 174"/>
              <a:gd name="T7" fmla="*/ 50 h 50"/>
              <a:gd name="T8" fmla="*/ 174 w 174"/>
              <a:gd name="T9" fmla="*/ 6 h 50"/>
              <a:gd name="T10" fmla="*/ 158 w 174"/>
              <a:gd name="T11" fmla="*/ 0 h 50"/>
              <a:gd name="T12" fmla="*/ 44 w 174"/>
              <a:gd name="T13" fmla="*/ 0 h 50"/>
            </a:gdLst>
            <a:ahLst/>
            <a:cxnLst>
              <a:cxn ang="0">
                <a:pos x="T0" y="T1"/>
              </a:cxn>
              <a:cxn ang="0">
                <a:pos x="T2" y="T3"/>
              </a:cxn>
              <a:cxn ang="0">
                <a:pos x="T4" y="T5"/>
              </a:cxn>
              <a:cxn ang="0">
                <a:pos x="T6" y="T7"/>
              </a:cxn>
              <a:cxn ang="0">
                <a:pos x="T8" y="T9"/>
              </a:cxn>
              <a:cxn ang="0">
                <a:pos x="T10" y="T11"/>
              </a:cxn>
              <a:cxn ang="0">
                <a:pos x="T12" y="T13"/>
              </a:cxn>
            </a:cxnLst>
            <a:rect l="0" t="0" r="r" b="b"/>
            <a:pathLst>
              <a:path w="174" h="50">
                <a:moveTo>
                  <a:pt x="44" y="0"/>
                </a:moveTo>
                <a:lnTo>
                  <a:pt x="0" y="44"/>
                </a:lnTo>
                <a:lnTo>
                  <a:pt x="118" y="44"/>
                </a:lnTo>
                <a:lnTo>
                  <a:pt x="136" y="50"/>
                </a:lnTo>
                <a:lnTo>
                  <a:pt x="174" y="6"/>
                </a:lnTo>
                <a:lnTo>
                  <a:pt x="158" y="0"/>
                </a:lnTo>
                <a:lnTo>
                  <a:pt x="4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1" name="Freeform 299"/>
          <p:cNvSpPr/>
          <p:nvPr>
            <p:custDataLst>
              <p:tags r:id="rId91"/>
            </p:custDataLst>
          </p:nvPr>
        </p:nvSpPr>
        <p:spPr bwMode="auto">
          <a:xfrm>
            <a:off x="3053845" y="3692691"/>
            <a:ext cx="73340" cy="77655"/>
          </a:xfrm>
          <a:custGeom>
            <a:avLst/>
            <a:gdLst>
              <a:gd name="T0" fmla="*/ 0 w 68"/>
              <a:gd name="T1" fmla="*/ 0 h 72"/>
              <a:gd name="T2" fmla="*/ 0 w 68"/>
              <a:gd name="T3" fmla="*/ 0 h 72"/>
              <a:gd name="T4" fmla="*/ 0 w 68"/>
              <a:gd name="T5" fmla="*/ 0 h 72"/>
              <a:gd name="T6" fmla="*/ 0 w 68"/>
              <a:gd name="T7" fmla="*/ 0 h 72"/>
              <a:gd name="T8" fmla="*/ 50 w 68"/>
              <a:gd name="T9" fmla="*/ 72 h 72"/>
              <a:gd name="T10" fmla="*/ 68 w 68"/>
              <a:gd name="T11" fmla="*/ 0 h 72"/>
              <a:gd name="T12" fmla="*/ 0 w 68"/>
              <a:gd name="T13" fmla="*/ 0 h 72"/>
            </a:gdLst>
            <a:ahLst/>
            <a:cxnLst>
              <a:cxn ang="0">
                <a:pos x="T0" y="T1"/>
              </a:cxn>
              <a:cxn ang="0">
                <a:pos x="T2" y="T3"/>
              </a:cxn>
              <a:cxn ang="0">
                <a:pos x="T4" y="T5"/>
              </a:cxn>
              <a:cxn ang="0">
                <a:pos x="T6" y="T7"/>
              </a:cxn>
              <a:cxn ang="0">
                <a:pos x="T8" y="T9"/>
              </a:cxn>
              <a:cxn ang="0">
                <a:pos x="T10" y="T11"/>
              </a:cxn>
              <a:cxn ang="0">
                <a:pos x="T12" y="T13"/>
              </a:cxn>
            </a:cxnLst>
            <a:rect l="0" t="0" r="r" b="b"/>
            <a:pathLst>
              <a:path w="68" h="72">
                <a:moveTo>
                  <a:pt x="0" y="0"/>
                </a:moveTo>
                <a:lnTo>
                  <a:pt x="0" y="0"/>
                </a:lnTo>
                <a:lnTo>
                  <a:pt x="0" y="0"/>
                </a:lnTo>
                <a:lnTo>
                  <a:pt x="0" y="0"/>
                </a:lnTo>
                <a:lnTo>
                  <a:pt x="50" y="72"/>
                </a:lnTo>
                <a:lnTo>
                  <a:pt x="68" y="0"/>
                </a:lnTo>
                <a:lnTo>
                  <a:pt x="0" y="0"/>
                </a:lnTo>
                <a:close/>
              </a:path>
            </a:pathLst>
          </a:custGeom>
          <a:solidFill>
            <a:srgbClr val="52B7F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2" name="Freeform 300"/>
          <p:cNvSpPr/>
          <p:nvPr>
            <p:custDataLst>
              <p:tags r:id="rId92"/>
            </p:custDataLst>
          </p:nvPr>
        </p:nvSpPr>
        <p:spPr bwMode="auto">
          <a:xfrm>
            <a:off x="3053845" y="3692691"/>
            <a:ext cx="73340" cy="77655"/>
          </a:xfrm>
          <a:custGeom>
            <a:avLst/>
            <a:gdLst>
              <a:gd name="T0" fmla="*/ 0 w 68"/>
              <a:gd name="T1" fmla="*/ 0 h 72"/>
              <a:gd name="T2" fmla="*/ 0 w 68"/>
              <a:gd name="T3" fmla="*/ 0 h 72"/>
              <a:gd name="T4" fmla="*/ 0 w 68"/>
              <a:gd name="T5" fmla="*/ 0 h 72"/>
              <a:gd name="T6" fmla="*/ 0 w 68"/>
              <a:gd name="T7" fmla="*/ 0 h 72"/>
              <a:gd name="T8" fmla="*/ 50 w 68"/>
              <a:gd name="T9" fmla="*/ 72 h 72"/>
              <a:gd name="T10" fmla="*/ 68 w 68"/>
              <a:gd name="T11" fmla="*/ 0 h 72"/>
              <a:gd name="T12" fmla="*/ 0 w 68"/>
              <a:gd name="T13" fmla="*/ 0 h 72"/>
            </a:gdLst>
            <a:ahLst/>
            <a:cxnLst>
              <a:cxn ang="0">
                <a:pos x="T0" y="T1"/>
              </a:cxn>
              <a:cxn ang="0">
                <a:pos x="T2" y="T3"/>
              </a:cxn>
              <a:cxn ang="0">
                <a:pos x="T4" y="T5"/>
              </a:cxn>
              <a:cxn ang="0">
                <a:pos x="T6" y="T7"/>
              </a:cxn>
              <a:cxn ang="0">
                <a:pos x="T8" y="T9"/>
              </a:cxn>
              <a:cxn ang="0">
                <a:pos x="T10" y="T11"/>
              </a:cxn>
              <a:cxn ang="0">
                <a:pos x="T12" y="T13"/>
              </a:cxn>
            </a:cxnLst>
            <a:rect l="0" t="0" r="r" b="b"/>
            <a:pathLst>
              <a:path w="68" h="72">
                <a:moveTo>
                  <a:pt x="0" y="0"/>
                </a:moveTo>
                <a:lnTo>
                  <a:pt x="0" y="0"/>
                </a:lnTo>
                <a:lnTo>
                  <a:pt x="0" y="0"/>
                </a:lnTo>
                <a:lnTo>
                  <a:pt x="0" y="0"/>
                </a:lnTo>
                <a:lnTo>
                  <a:pt x="50" y="72"/>
                </a:lnTo>
                <a:lnTo>
                  <a:pt x="68"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3" name="Rectangle 301"/>
          <p:cNvSpPr>
            <a:spLocks noChangeArrowheads="1"/>
          </p:cNvSpPr>
          <p:nvPr>
            <p:custDataLst>
              <p:tags r:id="rId93"/>
            </p:custDataLst>
          </p:nvPr>
        </p:nvSpPr>
        <p:spPr bwMode="auto">
          <a:xfrm>
            <a:off x="3053845" y="3692691"/>
            <a:ext cx="1079" cy="1079"/>
          </a:xfrm>
          <a:prstGeom prst="rect">
            <a:avLst/>
          </a:prstGeom>
          <a:solidFill>
            <a:srgbClr val="4EAEE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94" name="Rectangle 302"/>
          <p:cNvSpPr>
            <a:spLocks noChangeArrowheads="1"/>
          </p:cNvSpPr>
          <p:nvPr>
            <p:custDataLst>
              <p:tags r:id="rId94"/>
            </p:custDataLst>
          </p:nvPr>
        </p:nvSpPr>
        <p:spPr bwMode="auto">
          <a:xfrm>
            <a:off x="3053845" y="3692691"/>
            <a:ext cx="1079" cy="10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95" name="Freeform 303"/>
          <p:cNvSpPr/>
          <p:nvPr>
            <p:custDataLst>
              <p:tags r:id="rId95"/>
            </p:custDataLst>
          </p:nvPr>
        </p:nvSpPr>
        <p:spPr bwMode="auto">
          <a:xfrm>
            <a:off x="2876964" y="3565424"/>
            <a:ext cx="353760" cy="215708"/>
          </a:xfrm>
          <a:custGeom>
            <a:avLst/>
            <a:gdLst>
              <a:gd name="T0" fmla="*/ 228 w 328"/>
              <a:gd name="T1" fmla="*/ 200 h 200"/>
              <a:gd name="T2" fmla="*/ 328 w 328"/>
              <a:gd name="T3" fmla="*/ 70 h 200"/>
              <a:gd name="T4" fmla="*/ 286 w 328"/>
              <a:gd name="T5" fmla="*/ 8 h 200"/>
              <a:gd name="T6" fmla="*/ 286 w 328"/>
              <a:gd name="T7" fmla="*/ 8 h 200"/>
              <a:gd name="T8" fmla="*/ 278 w 328"/>
              <a:gd name="T9" fmla="*/ 2 h 200"/>
              <a:gd name="T10" fmla="*/ 270 w 328"/>
              <a:gd name="T11" fmla="*/ 0 h 200"/>
              <a:gd name="T12" fmla="*/ 58 w 328"/>
              <a:gd name="T13" fmla="*/ 0 h 200"/>
              <a:gd name="T14" fmla="*/ 58 w 328"/>
              <a:gd name="T15" fmla="*/ 0 h 200"/>
              <a:gd name="T16" fmla="*/ 50 w 328"/>
              <a:gd name="T17" fmla="*/ 2 h 200"/>
              <a:gd name="T18" fmla="*/ 42 w 328"/>
              <a:gd name="T19" fmla="*/ 8 h 200"/>
              <a:gd name="T20" fmla="*/ 0 w 328"/>
              <a:gd name="T21" fmla="*/ 68 h 200"/>
              <a:gd name="T22" fmla="*/ 102 w 328"/>
              <a:gd name="T23" fmla="*/ 200 h 200"/>
              <a:gd name="T24" fmla="*/ 164 w 328"/>
              <a:gd name="T25" fmla="*/ 118 h 200"/>
              <a:gd name="T26" fmla="*/ 164 w 328"/>
              <a:gd name="T27" fmla="*/ 118 h 200"/>
              <a:gd name="T28" fmla="*/ 228 w 328"/>
              <a:gd name="T29" fmla="*/ 200 h 200"/>
              <a:gd name="T30" fmla="*/ 228 w 328"/>
              <a:gd name="T31" fmla="*/ 20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28" h="200">
                <a:moveTo>
                  <a:pt x="228" y="200"/>
                </a:moveTo>
                <a:lnTo>
                  <a:pt x="328" y="70"/>
                </a:lnTo>
                <a:lnTo>
                  <a:pt x="286" y="8"/>
                </a:lnTo>
                <a:lnTo>
                  <a:pt x="286" y="8"/>
                </a:lnTo>
                <a:lnTo>
                  <a:pt x="278" y="2"/>
                </a:lnTo>
                <a:lnTo>
                  <a:pt x="270" y="0"/>
                </a:lnTo>
                <a:lnTo>
                  <a:pt x="58" y="0"/>
                </a:lnTo>
                <a:lnTo>
                  <a:pt x="58" y="0"/>
                </a:lnTo>
                <a:lnTo>
                  <a:pt x="50" y="2"/>
                </a:lnTo>
                <a:lnTo>
                  <a:pt x="42" y="8"/>
                </a:lnTo>
                <a:lnTo>
                  <a:pt x="0" y="68"/>
                </a:lnTo>
                <a:lnTo>
                  <a:pt x="102" y="200"/>
                </a:lnTo>
                <a:lnTo>
                  <a:pt x="164" y="118"/>
                </a:lnTo>
                <a:lnTo>
                  <a:pt x="164" y="118"/>
                </a:lnTo>
                <a:lnTo>
                  <a:pt x="228" y="200"/>
                </a:lnTo>
                <a:lnTo>
                  <a:pt x="228" y="20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6" name="Freeform 304"/>
          <p:cNvSpPr/>
          <p:nvPr>
            <p:custDataLst>
              <p:tags r:id="rId96"/>
            </p:custDataLst>
          </p:nvPr>
        </p:nvSpPr>
        <p:spPr bwMode="auto">
          <a:xfrm>
            <a:off x="2945991" y="3578367"/>
            <a:ext cx="215708" cy="114325"/>
          </a:xfrm>
          <a:custGeom>
            <a:avLst/>
            <a:gdLst>
              <a:gd name="T0" fmla="*/ 196 w 200"/>
              <a:gd name="T1" fmla="*/ 0 h 106"/>
              <a:gd name="T2" fmla="*/ 4 w 200"/>
              <a:gd name="T3" fmla="*/ 0 h 106"/>
              <a:gd name="T4" fmla="*/ 4 w 200"/>
              <a:gd name="T5" fmla="*/ 0 h 106"/>
              <a:gd name="T6" fmla="*/ 2 w 200"/>
              <a:gd name="T7" fmla="*/ 0 h 106"/>
              <a:gd name="T8" fmla="*/ 0 w 200"/>
              <a:gd name="T9" fmla="*/ 2 h 106"/>
              <a:gd name="T10" fmla="*/ 0 w 200"/>
              <a:gd name="T11" fmla="*/ 4 h 106"/>
              <a:gd name="T12" fmla="*/ 2 w 200"/>
              <a:gd name="T13" fmla="*/ 6 h 106"/>
              <a:gd name="T14" fmla="*/ 100 w 200"/>
              <a:gd name="T15" fmla="*/ 106 h 106"/>
              <a:gd name="T16" fmla="*/ 198 w 200"/>
              <a:gd name="T17" fmla="*/ 6 h 106"/>
              <a:gd name="T18" fmla="*/ 198 w 200"/>
              <a:gd name="T19" fmla="*/ 6 h 106"/>
              <a:gd name="T20" fmla="*/ 200 w 200"/>
              <a:gd name="T21" fmla="*/ 4 h 106"/>
              <a:gd name="T22" fmla="*/ 200 w 200"/>
              <a:gd name="T23" fmla="*/ 2 h 106"/>
              <a:gd name="T24" fmla="*/ 198 w 200"/>
              <a:gd name="T25" fmla="*/ 0 h 106"/>
              <a:gd name="T26" fmla="*/ 196 w 200"/>
              <a:gd name="T27" fmla="*/ 0 h 106"/>
              <a:gd name="T28" fmla="*/ 196 w 200"/>
              <a:gd name="T2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0" h="105">
                <a:moveTo>
                  <a:pt x="196" y="0"/>
                </a:moveTo>
                <a:lnTo>
                  <a:pt x="4" y="0"/>
                </a:lnTo>
                <a:lnTo>
                  <a:pt x="4" y="0"/>
                </a:lnTo>
                <a:lnTo>
                  <a:pt x="2" y="0"/>
                </a:lnTo>
                <a:lnTo>
                  <a:pt x="0" y="2"/>
                </a:lnTo>
                <a:lnTo>
                  <a:pt x="0" y="4"/>
                </a:lnTo>
                <a:lnTo>
                  <a:pt x="2" y="6"/>
                </a:lnTo>
                <a:lnTo>
                  <a:pt x="100" y="106"/>
                </a:lnTo>
                <a:lnTo>
                  <a:pt x="198" y="6"/>
                </a:lnTo>
                <a:lnTo>
                  <a:pt x="198" y="6"/>
                </a:lnTo>
                <a:lnTo>
                  <a:pt x="200" y="4"/>
                </a:lnTo>
                <a:lnTo>
                  <a:pt x="200" y="2"/>
                </a:lnTo>
                <a:lnTo>
                  <a:pt x="198" y="0"/>
                </a:lnTo>
                <a:lnTo>
                  <a:pt x="196" y="0"/>
                </a:lnTo>
                <a:lnTo>
                  <a:pt x="196" y="0"/>
                </a:lnTo>
                <a:close/>
              </a:path>
            </a:pathLst>
          </a:custGeom>
          <a:solidFill>
            <a:srgbClr val="ADADA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7" name="Freeform 305"/>
          <p:cNvSpPr/>
          <p:nvPr>
            <p:custDataLst>
              <p:tags r:id="rId97"/>
            </p:custDataLst>
          </p:nvPr>
        </p:nvSpPr>
        <p:spPr bwMode="auto">
          <a:xfrm>
            <a:off x="2702241" y="3088711"/>
            <a:ext cx="92755" cy="189823"/>
          </a:xfrm>
          <a:custGeom>
            <a:avLst/>
            <a:gdLst>
              <a:gd name="T0" fmla="*/ 86 w 86"/>
              <a:gd name="T1" fmla="*/ 0 h 176"/>
              <a:gd name="T2" fmla="*/ 86 w 86"/>
              <a:gd name="T3" fmla="*/ 0 h 176"/>
              <a:gd name="T4" fmla="*/ 68 w 86"/>
              <a:gd name="T5" fmla="*/ 2 h 176"/>
              <a:gd name="T6" fmla="*/ 52 w 86"/>
              <a:gd name="T7" fmla="*/ 8 h 176"/>
              <a:gd name="T8" fmla="*/ 38 w 86"/>
              <a:gd name="T9" fmla="*/ 16 h 176"/>
              <a:gd name="T10" fmla="*/ 24 w 86"/>
              <a:gd name="T11" fmla="*/ 26 h 176"/>
              <a:gd name="T12" fmla="*/ 14 w 86"/>
              <a:gd name="T13" fmla="*/ 40 h 176"/>
              <a:gd name="T14" fmla="*/ 6 w 86"/>
              <a:gd name="T15" fmla="*/ 54 h 176"/>
              <a:gd name="T16" fmla="*/ 2 w 86"/>
              <a:gd name="T17" fmla="*/ 70 h 176"/>
              <a:gd name="T18" fmla="*/ 0 w 86"/>
              <a:gd name="T19" fmla="*/ 88 h 176"/>
              <a:gd name="T20" fmla="*/ 0 w 86"/>
              <a:gd name="T21" fmla="*/ 88 h 176"/>
              <a:gd name="T22" fmla="*/ 2 w 86"/>
              <a:gd name="T23" fmla="*/ 104 h 176"/>
              <a:gd name="T24" fmla="*/ 6 w 86"/>
              <a:gd name="T25" fmla="*/ 122 h 176"/>
              <a:gd name="T26" fmla="*/ 14 w 86"/>
              <a:gd name="T27" fmla="*/ 136 h 176"/>
              <a:gd name="T28" fmla="*/ 24 w 86"/>
              <a:gd name="T29" fmla="*/ 148 h 176"/>
              <a:gd name="T30" fmla="*/ 38 w 86"/>
              <a:gd name="T31" fmla="*/ 160 h 176"/>
              <a:gd name="T32" fmla="*/ 52 w 86"/>
              <a:gd name="T33" fmla="*/ 168 h 176"/>
              <a:gd name="T34" fmla="*/ 68 w 86"/>
              <a:gd name="T35" fmla="*/ 172 h 176"/>
              <a:gd name="T36" fmla="*/ 86 w 86"/>
              <a:gd name="T37" fmla="*/ 176 h 176"/>
              <a:gd name="T38" fmla="*/ 86 w 86"/>
              <a:gd name="T39" fmla="*/ 0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6" h="176">
                <a:moveTo>
                  <a:pt x="86" y="0"/>
                </a:moveTo>
                <a:lnTo>
                  <a:pt x="86" y="0"/>
                </a:lnTo>
                <a:lnTo>
                  <a:pt x="68" y="2"/>
                </a:lnTo>
                <a:lnTo>
                  <a:pt x="52" y="8"/>
                </a:lnTo>
                <a:lnTo>
                  <a:pt x="38" y="16"/>
                </a:lnTo>
                <a:lnTo>
                  <a:pt x="24" y="26"/>
                </a:lnTo>
                <a:lnTo>
                  <a:pt x="14" y="40"/>
                </a:lnTo>
                <a:lnTo>
                  <a:pt x="6" y="54"/>
                </a:lnTo>
                <a:lnTo>
                  <a:pt x="2" y="70"/>
                </a:lnTo>
                <a:lnTo>
                  <a:pt x="0" y="88"/>
                </a:lnTo>
                <a:lnTo>
                  <a:pt x="0" y="88"/>
                </a:lnTo>
                <a:lnTo>
                  <a:pt x="2" y="104"/>
                </a:lnTo>
                <a:lnTo>
                  <a:pt x="6" y="122"/>
                </a:lnTo>
                <a:lnTo>
                  <a:pt x="14" y="136"/>
                </a:lnTo>
                <a:lnTo>
                  <a:pt x="24" y="148"/>
                </a:lnTo>
                <a:lnTo>
                  <a:pt x="38" y="160"/>
                </a:lnTo>
                <a:lnTo>
                  <a:pt x="52" y="168"/>
                </a:lnTo>
                <a:lnTo>
                  <a:pt x="68" y="172"/>
                </a:lnTo>
                <a:lnTo>
                  <a:pt x="86" y="176"/>
                </a:lnTo>
                <a:lnTo>
                  <a:pt x="86" y="0"/>
                </a:lnTo>
                <a:close/>
              </a:path>
            </a:pathLst>
          </a:custGeom>
          <a:solidFill>
            <a:srgbClr val="FAA67A">
              <a:lumMod val="90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8" name="Freeform 306"/>
          <p:cNvSpPr/>
          <p:nvPr>
            <p:custDataLst>
              <p:tags r:id="rId98"/>
            </p:custDataLst>
          </p:nvPr>
        </p:nvSpPr>
        <p:spPr bwMode="auto">
          <a:xfrm>
            <a:off x="3314851" y="3088711"/>
            <a:ext cx="92755" cy="189823"/>
          </a:xfrm>
          <a:custGeom>
            <a:avLst/>
            <a:gdLst>
              <a:gd name="T0" fmla="*/ 0 w 86"/>
              <a:gd name="T1" fmla="*/ 0 h 176"/>
              <a:gd name="T2" fmla="*/ 0 w 86"/>
              <a:gd name="T3" fmla="*/ 0 h 176"/>
              <a:gd name="T4" fmla="*/ 18 w 86"/>
              <a:gd name="T5" fmla="*/ 2 h 176"/>
              <a:gd name="T6" fmla="*/ 34 w 86"/>
              <a:gd name="T7" fmla="*/ 8 h 176"/>
              <a:gd name="T8" fmla="*/ 48 w 86"/>
              <a:gd name="T9" fmla="*/ 16 h 176"/>
              <a:gd name="T10" fmla="*/ 60 w 86"/>
              <a:gd name="T11" fmla="*/ 26 h 176"/>
              <a:gd name="T12" fmla="*/ 70 w 86"/>
              <a:gd name="T13" fmla="*/ 40 h 176"/>
              <a:gd name="T14" fmla="*/ 78 w 86"/>
              <a:gd name="T15" fmla="*/ 54 h 176"/>
              <a:gd name="T16" fmla="*/ 84 w 86"/>
              <a:gd name="T17" fmla="*/ 70 h 176"/>
              <a:gd name="T18" fmla="*/ 86 w 86"/>
              <a:gd name="T19" fmla="*/ 88 h 176"/>
              <a:gd name="T20" fmla="*/ 86 w 86"/>
              <a:gd name="T21" fmla="*/ 88 h 176"/>
              <a:gd name="T22" fmla="*/ 84 w 86"/>
              <a:gd name="T23" fmla="*/ 106 h 176"/>
              <a:gd name="T24" fmla="*/ 78 w 86"/>
              <a:gd name="T25" fmla="*/ 122 h 176"/>
              <a:gd name="T26" fmla="*/ 70 w 86"/>
              <a:gd name="T27" fmla="*/ 136 h 176"/>
              <a:gd name="T28" fmla="*/ 60 w 86"/>
              <a:gd name="T29" fmla="*/ 150 h 176"/>
              <a:gd name="T30" fmla="*/ 48 w 86"/>
              <a:gd name="T31" fmla="*/ 160 h 176"/>
              <a:gd name="T32" fmla="*/ 34 w 86"/>
              <a:gd name="T33" fmla="*/ 168 h 176"/>
              <a:gd name="T34" fmla="*/ 18 w 86"/>
              <a:gd name="T35" fmla="*/ 174 h 176"/>
              <a:gd name="T36" fmla="*/ 0 w 86"/>
              <a:gd name="T37" fmla="*/ 176 h 176"/>
              <a:gd name="T38" fmla="*/ 0 w 86"/>
              <a:gd name="T39" fmla="*/ 0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6" h="176">
                <a:moveTo>
                  <a:pt x="0" y="0"/>
                </a:moveTo>
                <a:lnTo>
                  <a:pt x="0" y="0"/>
                </a:lnTo>
                <a:lnTo>
                  <a:pt x="18" y="2"/>
                </a:lnTo>
                <a:lnTo>
                  <a:pt x="34" y="8"/>
                </a:lnTo>
                <a:lnTo>
                  <a:pt x="48" y="16"/>
                </a:lnTo>
                <a:lnTo>
                  <a:pt x="60" y="26"/>
                </a:lnTo>
                <a:lnTo>
                  <a:pt x="70" y="40"/>
                </a:lnTo>
                <a:lnTo>
                  <a:pt x="78" y="54"/>
                </a:lnTo>
                <a:lnTo>
                  <a:pt x="84" y="70"/>
                </a:lnTo>
                <a:lnTo>
                  <a:pt x="86" y="88"/>
                </a:lnTo>
                <a:lnTo>
                  <a:pt x="86" y="88"/>
                </a:lnTo>
                <a:lnTo>
                  <a:pt x="84" y="106"/>
                </a:lnTo>
                <a:lnTo>
                  <a:pt x="78" y="122"/>
                </a:lnTo>
                <a:lnTo>
                  <a:pt x="70" y="136"/>
                </a:lnTo>
                <a:lnTo>
                  <a:pt x="60" y="150"/>
                </a:lnTo>
                <a:lnTo>
                  <a:pt x="48" y="160"/>
                </a:lnTo>
                <a:lnTo>
                  <a:pt x="34" y="168"/>
                </a:lnTo>
                <a:lnTo>
                  <a:pt x="18" y="174"/>
                </a:lnTo>
                <a:lnTo>
                  <a:pt x="0" y="176"/>
                </a:lnTo>
                <a:lnTo>
                  <a:pt x="0" y="0"/>
                </a:lnTo>
                <a:close/>
              </a:path>
            </a:pathLst>
          </a:custGeom>
          <a:solidFill>
            <a:srgbClr val="FAA67A">
              <a:lumMod val="90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9" name="Freeform 307"/>
          <p:cNvSpPr/>
          <p:nvPr>
            <p:custDataLst>
              <p:tags r:id="rId99"/>
            </p:custDataLst>
          </p:nvPr>
        </p:nvSpPr>
        <p:spPr bwMode="auto">
          <a:xfrm>
            <a:off x="2954619" y="3492082"/>
            <a:ext cx="198451" cy="200608"/>
          </a:xfrm>
          <a:custGeom>
            <a:avLst/>
            <a:gdLst>
              <a:gd name="T0" fmla="*/ 184 w 184"/>
              <a:gd name="T1" fmla="*/ 92 h 186"/>
              <a:gd name="T2" fmla="*/ 92 w 184"/>
              <a:gd name="T3" fmla="*/ 186 h 186"/>
              <a:gd name="T4" fmla="*/ 0 w 184"/>
              <a:gd name="T5" fmla="*/ 92 h 186"/>
              <a:gd name="T6" fmla="*/ 2 w 184"/>
              <a:gd name="T7" fmla="*/ 0 h 186"/>
              <a:gd name="T8" fmla="*/ 184 w 184"/>
              <a:gd name="T9" fmla="*/ 0 h 186"/>
              <a:gd name="T10" fmla="*/ 184 w 184"/>
              <a:gd name="T11" fmla="*/ 92 h 186"/>
            </a:gdLst>
            <a:ahLst/>
            <a:cxnLst>
              <a:cxn ang="0">
                <a:pos x="T0" y="T1"/>
              </a:cxn>
              <a:cxn ang="0">
                <a:pos x="T2" y="T3"/>
              </a:cxn>
              <a:cxn ang="0">
                <a:pos x="T4" y="T5"/>
              </a:cxn>
              <a:cxn ang="0">
                <a:pos x="T6" y="T7"/>
              </a:cxn>
              <a:cxn ang="0">
                <a:pos x="T8" y="T9"/>
              </a:cxn>
              <a:cxn ang="0">
                <a:pos x="T10" y="T11"/>
              </a:cxn>
            </a:cxnLst>
            <a:rect l="0" t="0" r="r" b="b"/>
            <a:pathLst>
              <a:path w="184" h="186">
                <a:moveTo>
                  <a:pt x="184" y="92"/>
                </a:moveTo>
                <a:lnTo>
                  <a:pt x="92" y="186"/>
                </a:lnTo>
                <a:lnTo>
                  <a:pt x="0" y="92"/>
                </a:lnTo>
                <a:lnTo>
                  <a:pt x="2" y="0"/>
                </a:lnTo>
                <a:lnTo>
                  <a:pt x="184" y="0"/>
                </a:lnTo>
                <a:lnTo>
                  <a:pt x="184" y="92"/>
                </a:lnTo>
                <a:close/>
              </a:path>
            </a:pathLst>
          </a:custGeom>
          <a:solidFill>
            <a:srgbClr val="FAA67A">
              <a:lumMod val="90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0" name="Freeform 308"/>
          <p:cNvSpPr/>
          <p:nvPr>
            <p:custDataLst>
              <p:tags r:id="rId100"/>
            </p:custDataLst>
          </p:nvPr>
        </p:nvSpPr>
        <p:spPr bwMode="auto">
          <a:xfrm>
            <a:off x="2773425" y="2885946"/>
            <a:ext cx="562996" cy="655751"/>
          </a:xfrm>
          <a:custGeom>
            <a:avLst/>
            <a:gdLst>
              <a:gd name="T0" fmla="*/ 0 w 522"/>
              <a:gd name="T1" fmla="*/ 0 h 608"/>
              <a:gd name="T2" fmla="*/ 24 w 522"/>
              <a:gd name="T3" fmla="*/ 426 h 608"/>
              <a:gd name="T4" fmla="*/ 24 w 522"/>
              <a:gd name="T5" fmla="*/ 426 h 608"/>
              <a:gd name="T6" fmla="*/ 24 w 522"/>
              <a:gd name="T7" fmla="*/ 440 h 608"/>
              <a:gd name="T8" fmla="*/ 26 w 522"/>
              <a:gd name="T9" fmla="*/ 456 h 608"/>
              <a:gd name="T10" fmla="*/ 30 w 522"/>
              <a:gd name="T11" fmla="*/ 470 h 608"/>
              <a:gd name="T12" fmla="*/ 34 w 522"/>
              <a:gd name="T13" fmla="*/ 482 h 608"/>
              <a:gd name="T14" fmla="*/ 48 w 522"/>
              <a:gd name="T15" fmla="*/ 508 h 608"/>
              <a:gd name="T16" fmla="*/ 62 w 522"/>
              <a:gd name="T17" fmla="*/ 528 h 608"/>
              <a:gd name="T18" fmla="*/ 80 w 522"/>
              <a:gd name="T19" fmla="*/ 548 h 608"/>
              <a:gd name="T20" fmla="*/ 98 w 522"/>
              <a:gd name="T21" fmla="*/ 564 h 608"/>
              <a:gd name="T22" fmla="*/ 132 w 522"/>
              <a:gd name="T23" fmla="*/ 590 h 608"/>
              <a:gd name="T24" fmla="*/ 132 w 522"/>
              <a:gd name="T25" fmla="*/ 590 h 608"/>
              <a:gd name="T26" fmla="*/ 146 w 522"/>
              <a:gd name="T27" fmla="*/ 598 h 608"/>
              <a:gd name="T28" fmla="*/ 160 w 522"/>
              <a:gd name="T29" fmla="*/ 604 h 608"/>
              <a:gd name="T30" fmla="*/ 176 w 522"/>
              <a:gd name="T31" fmla="*/ 606 h 608"/>
              <a:gd name="T32" fmla="*/ 190 w 522"/>
              <a:gd name="T33" fmla="*/ 608 h 608"/>
              <a:gd name="T34" fmla="*/ 330 w 522"/>
              <a:gd name="T35" fmla="*/ 608 h 608"/>
              <a:gd name="T36" fmla="*/ 330 w 522"/>
              <a:gd name="T37" fmla="*/ 608 h 608"/>
              <a:gd name="T38" fmla="*/ 344 w 522"/>
              <a:gd name="T39" fmla="*/ 608 h 608"/>
              <a:gd name="T40" fmla="*/ 360 w 522"/>
              <a:gd name="T41" fmla="*/ 604 h 608"/>
              <a:gd name="T42" fmla="*/ 374 w 522"/>
              <a:gd name="T43" fmla="*/ 598 h 608"/>
              <a:gd name="T44" fmla="*/ 386 w 522"/>
              <a:gd name="T45" fmla="*/ 592 h 608"/>
              <a:gd name="T46" fmla="*/ 386 w 522"/>
              <a:gd name="T47" fmla="*/ 592 h 608"/>
              <a:gd name="T48" fmla="*/ 402 w 522"/>
              <a:gd name="T49" fmla="*/ 580 h 608"/>
              <a:gd name="T50" fmla="*/ 420 w 522"/>
              <a:gd name="T51" fmla="*/ 566 h 608"/>
              <a:gd name="T52" fmla="*/ 440 w 522"/>
              <a:gd name="T53" fmla="*/ 550 h 608"/>
              <a:gd name="T54" fmla="*/ 456 w 522"/>
              <a:gd name="T55" fmla="*/ 530 h 608"/>
              <a:gd name="T56" fmla="*/ 472 w 522"/>
              <a:gd name="T57" fmla="*/ 508 h 608"/>
              <a:gd name="T58" fmla="*/ 480 w 522"/>
              <a:gd name="T59" fmla="*/ 496 h 608"/>
              <a:gd name="T60" fmla="*/ 486 w 522"/>
              <a:gd name="T61" fmla="*/ 484 h 608"/>
              <a:gd name="T62" fmla="*/ 490 w 522"/>
              <a:gd name="T63" fmla="*/ 470 h 608"/>
              <a:gd name="T64" fmla="*/ 494 w 522"/>
              <a:gd name="T65" fmla="*/ 456 h 608"/>
              <a:gd name="T66" fmla="*/ 496 w 522"/>
              <a:gd name="T67" fmla="*/ 442 h 608"/>
              <a:gd name="T68" fmla="*/ 498 w 522"/>
              <a:gd name="T69" fmla="*/ 426 h 608"/>
              <a:gd name="T70" fmla="*/ 522 w 522"/>
              <a:gd name="T71" fmla="*/ 0 h 608"/>
              <a:gd name="T72" fmla="*/ 0 w 522"/>
              <a:gd name="T73" fmla="*/ 0 h 6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22" h="608">
                <a:moveTo>
                  <a:pt x="0" y="0"/>
                </a:moveTo>
                <a:lnTo>
                  <a:pt x="24" y="426"/>
                </a:lnTo>
                <a:lnTo>
                  <a:pt x="24" y="426"/>
                </a:lnTo>
                <a:lnTo>
                  <a:pt x="24" y="440"/>
                </a:lnTo>
                <a:lnTo>
                  <a:pt x="26" y="456"/>
                </a:lnTo>
                <a:lnTo>
                  <a:pt x="30" y="470"/>
                </a:lnTo>
                <a:lnTo>
                  <a:pt x="34" y="482"/>
                </a:lnTo>
                <a:lnTo>
                  <a:pt x="48" y="508"/>
                </a:lnTo>
                <a:lnTo>
                  <a:pt x="62" y="528"/>
                </a:lnTo>
                <a:lnTo>
                  <a:pt x="80" y="548"/>
                </a:lnTo>
                <a:lnTo>
                  <a:pt x="98" y="564"/>
                </a:lnTo>
                <a:lnTo>
                  <a:pt x="132" y="590"/>
                </a:lnTo>
                <a:lnTo>
                  <a:pt x="132" y="590"/>
                </a:lnTo>
                <a:lnTo>
                  <a:pt x="146" y="598"/>
                </a:lnTo>
                <a:lnTo>
                  <a:pt x="160" y="604"/>
                </a:lnTo>
                <a:lnTo>
                  <a:pt x="176" y="606"/>
                </a:lnTo>
                <a:lnTo>
                  <a:pt x="190" y="608"/>
                </a:lnTo>
                <a:lnTo>
                  <a:pt x="330" y="608"/>
                </a:lnTo>
                <a:lnTo>
                  <a:pt x="330" y="608"/>
                </a:lnTo>
                <a:lnTo>
                  <a:pt x="344" y="608"/>
                </a:lnTo>
                <a:lnTo>
                  <a:pt x="360" y="604"/>
                </a:lnTo>
                <a:lnTo>
                  <a:pt x="374" y="598"/>
                </a:lnTo>
                <a:lnTo>
                  <a:pt x="386" y="592"/>
                </a:lnTo>
                <a:lnTo>
                  <a:pt x="386" y="592"/>
                </a:lnTo>
                <a:lnTo>
                  <a:pt x="402" y="580"/>
                </a:lnTo>
                <a:lnTo>
                  <a:pt x="420" y="566"/>
                </a:lnTo>
                <a:lnTo>
                  <a:pt x="440" y="550"/>
                </a:lnTo>
                <a:lnTo>
                  <a:pt x="456" y="530"/>
                </a:lnTo>
                <a:lnTo>
                  <a:pt x="472" y="508"/>
                </a:lnTo>
                <a:lnTo>
                  <a:pt x="480" y="496"/>
                </a:lnTo>
                <a:lnTo>
                  <a:pt x="486" y="484"/>
                </a:lnTo>
                <a:lnTo>
                  <a:pt x="490" y="470"/>
                </a:lnTo>
                <a:lnTo>
                  <a:pt x="494" y="456"/>
                </a:lnTo>
                <a:lnTo>
                  <a:pt x="496" y="442"/>
                </a:lnTo>
                <a:lnTo>
                  <a:pt x="498" y="426"/>
                </a:lnTo>
                <a:lnTo>
                  <a:pt x="522" y="0"/>
                </a:lnTo>
                <a:lnTo>
                  <a:pt x="0" y="0"/>
                </a:lnTo>
                <a:close/>
              </a:path>
            </a:pathLst>
          </a:custGeom>
          <a:solidFill>
            <a:srgbClr val="CE885B">
              <a:lumMod val="50000"/>
              <a:lumOff val="50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1" name="Freeform 309"/>
          <p:cNvSpPr/>
          <p:nvPr>
            <p:custDataLst>
              <p:tags r:id="rId101"/>
            </p:custDataLst>
          </p:nvPr>
        </p:nvSpPr>
        <p:spPr bwMode="auto">
          <a:xfrm>
            <a:off x="2885593" y="3080082"/>
            <a:ext cx="58241" cy="58241"/>
          </a:xfrm>
          <a:custGeom>
            <a:avLst/>
            <a:gdLst>
              <a:gd name="T0" fmla="*/ 0 w 54"/>
              <a:gd name="T1" fmla="*/ 26 h 54"/>
              <a:gd name="T2" fmla="*/ 0 w 54"/>
              <a:gd name="T3" fmla="*/ 26 h 54"/>
              <a:gd name="T4" fmla="*/ 2 w 54"/>
              <a:gd name="T5" fmla="*/ 38 h 54"/>
              <a:gd name="T6" fmla="*/ 8 w 54"/>
              <a:gd name="T7" fmla="*/ 46 h 54"/>
              <a:gd name="T8" fmla="*/ 16 w 54"/>
              <a:gd name="T9" fmla="*/ 52 h 54"/>
              <a:gd name="T10" fmla="*/ 28 w 54"/>
              <a:gd name="T11" fmla="*/ 54 h 54"/>
              <a:gd name="T12" fmla="*/ 28 w 54"/>
              <a:gd name="T13" fmla="*/ 54 h 54"/>
              <a:gd name="T14" fmla="*/ 38 w 54"/>
              <a:gd name="T15" fmla="*/ 52 h 54"/>
              <a:gd name="T16" fmla="*/ 46 w 54"/>
              <a:gd name="T17" fmla="*/ 46 h 54"/>
              <a:gd name="T18" fmla="*/ 52 w 54"/>
              <a:gd name="T19" fmla="*/ 38 h 54"/>
              <a:gd name="T20" fmla="*/ 54 w 54"/>
              <a:gd name="T21" fmla="*/ 26 h 54"/>
              <a:gd name="T22" fmla="*/ 54 w 54"/>
              <a:gd name="T23" fmla="*/ 26 h 54"/>
              <a:gd name="T24" fmla="*/ 52 w 54"/>
              <a:gd name="T25" fmla="*/ 16 h 54"/>
              <a:gd name="T26" fmla="*/ 46 w 54"/>
              <a:gd name="T27" fmla="*/ 8 h 54"/>
              <a:gd name="T28" fmla="*/ 38 w 54"/>
              <a:gd name="T29" fmla="*/ 2 h 54"/>
              <a:gd name="T30" fmla="*/ 28 w 54"/>
              <a:gd name="T31" fmla="*/ 0 h 54"/>
              <a:gd name="T32" fmla="*/ 28 w 54"/>
              <a:gd name="T33" fmla="*/ 0 h 54"/>
              <a:gd name="T34" fmla="*/ 18 w 54"/>
              <a:gd name="T35" fmla="*/ 2 h 54"/>
              <a:gd name="T36" fmla="*/ 8 w 54"/>
              <a:gd name="T37" fmla="*/ 8 h 54"/>
              <a:gd name="T38" fmla="*/ 2 w 54"/>
              <a:gd name="T39" fmla="*/ 16 h 54"/>
              <a:gd name="T40" fmla="*/ 0 w 54"/>
              <a:gd name="T41" fmla="*/ 26 h 54"/>
              <a:gd name="T42" fmla="*/ 0 w 54"/>
              <a:gd name="T43" fmla="*/ 26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4" h="54">
                <a:moveTo>
                  <a:pt x="0" y="26"/>
                </a:moveTo>
                <a:lnTo>
                  <a:pt x="0" y="26"/>
                </a:lnTo>
                <a:lnTo>
                  <a:pt x="2" y="38"/>
                </a:lnTo>
                <a:lnTo>
                  <a:pt x="8" y="46"/>
                </a:lnTo>
                <a:lnTo>
                  <a:pt x="16" y="52"/>
                </a:lnTo>
                <a:lnTo>
                  <a:pt x="28" y="54"/>
                </a:lnTo>
                <a:lnTo>
                  <a:pt x="28" y="54"/>
                </a:lnTo>
                <a:lnTo>
                  <a:pt x="38" y="52"/>
                </a:lnTo>
                <a:lnTo>
                  <a:pt x="46" y="46"/>
                </a:lnTo>
                <a:lnTo>
                  <a:pt x="52" y="38"/>
                </a:lnTo>
                <a:lnTo>
                  <a:pt x="54" y="26"/>
                </a:lnTo>
                <a:lnTo>
                  <a:pt x="54" y="26"/>
                </a:lnTo>
                <a:lnTo>
                  <a:pt x="52" y="16"/>
                </a:lnTo>
                <a:lnTo>
                  <a:pt x="46" y="8"/>
                </a:lnTo>
                <a:lnTo>
                  <a:pt x="38" y="2"/>
                </a:lnTo>
                <a:lnTo>
                  <a:pt x="28" y="0"/>
                </a:lnTo>
                <a:lnTo>
                  <a:pt x="28" y="0"/>
                </a:lnTo>
                <a:lnTo>
                  <a:pt x="18" y="2"/>
                </a:lnTo>
                <a:lnTo>
                  <a:pt x="8" y="8"/>
                </a:lnTo>
                <a:lnTo>
                  <a:pt x="2" y="16"/>
                </a:lnTo>
                <a:lnTo>
                  <a:pt x="0" y="26"/>
                </a:lnTo>
                <a:lnTo>
                  <a:pt x="0" y="26"/>
                </a:lnTo>
                <a:close/>
              </a:path>
            </a:pathLst>
          </a:custGeom>
          <a:solidFill>
            <a:srgbClr val="CE885B">
              <a:lumMod val="75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2" name="Freeform 310"/>
          <p:cNvSpPr/>
          <p:nvPr>
            <p:custDataLst>
              <p:tags r:id="rId102"/>
            </p:custDataLst>
          </p:nvPr>
        </p:nvSpPr>
        <p:spPr bwMode="auto">
          <a:xfrm>
            <a:off x="2874807" y="3205192"/>
            <a:ext cx="79812" cy="77655"/>
          </a:xfrm>
          <a:custGeom>
            <a:avLst/>
            <a:gdLst>
              <a:gd name="T0" fmla="*/ 0 w 74"/>
              <a:gd name="T1" fmla="*/ 36 h 72"/>
              <a:gd name="T2" fmla="*/ 0 w 74"/>
              <a:gd name="T3" fmla="*/ 36 h 72"/>
              <a:gd name="T4" fmla="*/ 2 w 74"/>
              <a:gd name="T5" fmla="*/ 44 h 72"/>
              <a:gd name="T6" fmla="*/ 4 w 74"/>
              <a:gd name="T7" fmla="*/ 50 h 72"/>
              <a:gd name="T8" fmla="*/ 6 w 74"/>
              <a:gd name="T9" fmla="*/ 56 h 72"/>
              <a:gd name="T10" fmla="*/ 12 w 74"/>
              <a:gd name="T11" fmla="*/ 62 h 72"/>
              <a:gd name="T12" fmla="*/ 16 w 74"/>
              <a:gd name="T13" fmla="*/ 66 h 72"/>
              <a:gd name="T14" fmla="*/ 22 w 74"/>
              <a:gd name="T15" fmla="*/ 70 h 72"/>
              <a:gd name="T16" fmla="*/ 30 w 74"/>
              <a:gd name="T17" fmla="*/ 72 h 72"/>
              <a:gd name="T18" fmla="*/ 38 w 74"/>
              <a:gd name="T19" fmla="*/ 72 h 72"/>
              <a:gd name="T20" fmla="*/ 38 w 74"/>
              <a:gd name="T21" fmla="*/ 72 h 72"/>
              <a:gd name="T22" fmla="*/ 44 w 74"/>
              <a:gd name="T23" fmla="*/ 72 h 72"/>
              <a:gd name="T24" fmla="*/ 52 w 74"/>
              <a:gd name="T25" fmla="*/ 70 h 72"/>
              <a:gd name="T26" fmla="*/ 58 w 74"/>
              <a:gd name="T27" fmla="*/ 66 h 72"/>
              <a:gd name="T28" fmla="*/ 64 w 74"/>
              <a:gd name="T29" fmla="*/ 62 h 72"/>
              <a:gd name="T30" fmla="*/ 68 w 74"/>
              <a:gd name="T31" fmla="*/ 56 h 72"/>
              <a:gd name="T32" fmla="*/ 70 w 74"/>
              <a:gd name="T33" fmla="*/ 50 h 72"/>
              <a:gd name="T34" fmla="*/ 74 w 74"/>
              <a:gd name="T35" fmla="*/ 44 h 72"/>
              <a:gd name="T36" fmla="*/ 74 w 74"/>
              <a:gd name="T37" fmla="*/ 36 h 72"/>
              <a:gd name="T38" fmla="*/ 74 w 74"/>
              <a:gd name="T39" fmla="*/ 36 h 72"/>
              <a:gd name="T40" fmla="*/ 74 w 74"/>
              <a:gd name="T41" fmla="*/ 28 h 72"/>
              <a:gd name="T42" fmla="*/ 70 w 74"/>
              <a:gd name="T43" fmla="*/ 22 h 72"/>
              <a:gd name="T44" fmla="*/ 68 w 74"/>
              <a:gd name="T45" fmla="*/ 16 h 72"/>
              <a:gd name="T46" fmla="*/ 64 w 74"/>
              <a:gd name="T47" fmla="*/ 10 h 72"/>
              <a:gd name="T48" fmla="*/ 58 w 74"/>
              <a:gd name="T49" fmla="*/ 6 h 72"/>
              <a:gd name="T50" fmla="*/ 52 w 74"/>
              <a:gd name="T51" fmla="*/ 2 h 72"/>
              <a:gd name="T52" fmla="*/ 44 w 74"/>
              <a:gd name="T53" fmla="*/ 0 h 72"/>
              <a:gd name="T54" fmla="*/ 38 w 74"/>
              <a:gd name="T55" fmla="*/ 0 h 72"/>
              <a:gd name="T56" fmla="*/ 38 w 74"/>
              <a:gd name="T57" fmla="*/ 0 h 72"/>
              <a:gd name="T58" fmla="*/ 30 w 74"/>
              <a:gd name="T59" fmla="*/ 0 h 72"/>
              <a:gd name="T60" fmla="*/ 24 w 74"/>
              <a:gd name="T61" fmla="*/ 2 h 72"/>
              <a:gd name="T62" fmla="*/ 16 w 74"/>
              <a:gd name="T63" fmla="*/ 6 h 72"/>
              <a:gd name="T64" fmla="*/ 12 w 74"/>
              <a:gd name="T65" fmla="*/ 10 h 72"/>
              <a:gd name="T66" fmla="*/ 6 w 74"/>
              <a:gd name="T67" fmla="*/ 16 h 72"/>
              <a:gd name="T68" fmla="*/ 4 w 74"/>
              <a:gd name="T69" fmla="*/ 22 h 72"/>
              <a:gd name="T70" fmla="*/ 2 w 74"/>
              <a:gd name="T71" fmla="*/ 28 h 72"/>
              <a:gd name="T72" fmla="*/ 0 w 74"/>
              <a:gd name="T73" fmla="*/ 36 h 72"/>
              <a:gd name="T74" fmla="*/ 0 w 74"/>
              <a:gd name="T75" fmla="*/ 36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4" h="72">
                <a:moveTo>
                  <a:pt x="0" y="36"/>
                </a:moveTo>
                <a:lnTo>
                  <a:pt x="0" y="36"/>
                </a:lnTo>
                <a:lnTo>
                  <a:pt x="2" y="44"/>
                </a:lnTo>
                <a:lnTo>
                  <a:pt x="4" y="50"/>
                </a:lnTo>
                <a:lnTo>
                  <a:pt x="6" y="56"/>
                </a:lnTo>
                <a:lnTo>
                  <a:pt x="12" y="62"/>
                </a:lnTo>
                <a:lnTo>
                  <a:pt x="16" y="66"/>
                </a:lnTo>
                <a:lnTo>
                  <a:pt x="22" y="70"/>
                </a:lnTo>
                <a:lnTo>
                  <a:pt x="30" y="72"/>
                </a:lnTo>
                <a:lnTo>
                  <a:pt x="38" y="72"/>
                </a:lnTo>
                <a:lnTo>
                  <a:pt x="38" y="72"/>
                </a:lnTo>
                <a:lnTo>
                  <a:pt x="44" y="72"/>
                </a:lnTo>
                <a:lnTo>
                  <a:pt x="52" y="70"/>
                </a:lnTo>
                <a:lnTo>
                  <a:pt x="58" y="66"/>
                </a:lnTo>
                <a:lnTo>
                  <a:pt x="64" y="62"/>
                </a:lnTo>
                <a:lnTo>
                  <a:pt x="68" y="56"/>
                </a:lnTo>
                <a:lnTo>
                  <a:pt x="70" y="50"/>
                </a:lnTo>
                <a:lnTo>
                  <a:pt x="74" y="44"/>
                </a:lnTo>
                <a:lnTo>
                  <a:pt x="74" y="36"/>
                </a:lnTo>
                <a:lnTo>
                  <a:pt x="74" y="36"/>
                </a:lnTo>
                <a:lnTo>
                  <a:pt x="74" y="28"/>
                </a:lnTo>
                <a:lnTo>
                  <a:pt x="70" y="22"/>
                </a:lnTo>
                <a:lnTo>
                  <a:pt x="68" y="16"/>
                </a:lnTo>
                <a:lnTo>
                  <a:pt x="64" y="10"/>
                </a:lnTo>
                <a:lnTo>
                  <a:pt x="58" y="6"/>
                </a:lnTo>
                <a:lnTo>
                  <a:pt x="52" y="2"/>
                </a:lnTo>
                <a:lnTo>
                  <a:pt x="44" y="0"/>
                </a:lnTo>
                <a:lnTo>
                  <a:pt x="38" y="0"/>
                </a:lnTo>
                <a:lnTo>
                  <a:pt x="38" y="0"/>
                </a:lnTo>
                <a:lnTo>
                  <a:pt x="30" y="0"/>
                </a:lnTo>
                <a:lnTo>
                  <a:pt x="24" y="2"/>
                </a:lnTo>
                <a:lnTo>
                  <a:pt x="16" y="6"/>
                </a:lnTo>
                <a:lnTo>
                  <a:pt x="12" y="10"/>
                </a:lnTo>
                <a:lnTo>
                  <a:pt x="6" y="16"/>
                </a:lnTo>
                <a:lnTo>
                  <a:pt x="4" y="22"/>
                </a:lnTo>
                <a:lnTo>
                  <a:pt x="2" y="28"/>
                </a:lnTo>
                <a:lnTo>
                  <a:pt x="0" y="36"/>
                </a:lnTo>
                <a:lnTo>
                  <a:pt x="0" y="36"/>
                </a:lnTo>
                <a:close/>
              </a:path>
            </a:pathLst>
          </a:custGeom>
          <a:solidFill>
            <a:srgbClr val="FAA67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3" name="Freeform 311"/>
          <p:cNvSpPr/>
          <p:nvPr>
            <p:custDataLst>
              <p:tags r:id="rId103"/>
            </p:custDataLst>
          </p:nvPr>
        </p:nvSpPr>
        <p:spPr bwMode="auto">
          <a:xfrm>
            <a:off x="3166013" y="3080082"/>
            <a:ext cx="56084" cy="58241"/>
          </a:xfrm>
          <a:custGeom>
            <a:avLst/>
            <a:gdLst>
              <a:gd name="T0" fmla="*/ 0 w 52"/>
              <a:gd name="T1" fmla="*/ 26 h 54"/>
              <a:gd name="T2" fmla="*/ 0 w 52"/>
              <a:gd name="T3" fmla="*/ 26 h 54"/>
              <a:gd name="T4" fmla="*/ 2 w 52"/>
              <a:gd name="T5" fmla="*/ 38 h 54"/>
              <a:gd name="T6" fmla="*/ 8 w 52"/>
              <a:gd name="T7" fmla="*/ 46 h 54"/>
              <a:gd name="T8" fmla="*/ 16 w 52"/>
              <a:gd name="T9" fmla="*/ 52 h 54"/>
              <a:gd name="T10" fmla="*/ 26 w 52"/>
              <a:gd name="T11" fmla="*/ 54 h 54"/>
              <a:gd name="T12" fmla="*/ 26 w 52"/>
              <a:gd name="T13" fmla="*/ 54 h 54"/>
              <a:gd name="T14" fmla="*/ 36 w 52"/>
              <a:gd name="T15" fmla="*/ 52 h 54"/>
              <a:gd name="T16" fmla="*/ 44 w 52"/>
              <a:gd name="T17" fmla="*/ 46 h 54"/>
              <a:gd name="T18" fmla="*/ 50 w 52"/>
              <a:gd name="T19" fmla="*/ 38 h 54"/>
              <a:gd name="T20" fmla="*/ 52 w 52"/>
              <a:gd name="T21" fmla="*/ 28 h 54"/>
              <a:gd name="T22" fmla="*/ 52 w 52"/>
              <a:gd name="T23" fmla="*/ 28 h 54"/>
              <a:gd name="T24" fmla="*/ 50 w 52"/>
              <a:gd name="T25" fmla="*/ 16 h 54"/>
              <a:gd name="T26" fmla="*/ 44 w 52"/>
              <a:gd name="T27" fmla="*/ 8 h 54"/>
              <a:gd name="T28" fmla="*/ 36 w 52"/>
              <a:gd name="T29" fmla="*/ 2 h 54"/>
              <a:gd name="T30" fmla="*/ 26 w 52"/>
              <a:gd name="T31" fmla="*/ 0 h 54"/>
              <a:gd name="T32" fmla="*/ 26 w 52"/>
              <a:gd name="T33" fmla="*/ 0 h 54"/>
              <a:gd name="T34" fmla="*/ 16 w 52"/>
              <a:gd name="T35" fmla="*/ 2 h 54"/>
              <a:gd name="T36" fmla="*/ 8 w 52"/>
              <a:gd name="T37" fmla="*/ 8 h 54"/>
              <a:gd name="T38" fmla="*/ 2 w 52"/>
              <a:gd name="T39" fmla="*/ 16 h 54"/>
              <a:gd name="T40" fmla="*/ 0 w 52"/>
              <a:gd name="T41" fmla="*/ 26 h 54"/>
              <a:gd name="T42" fmla="*/ 0 w 52"/>
              <a:gd name="T43" fmla="*/ 26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2" h="54">
                <a:moveTo>
                  <a:pt x="0" y="26"/>
                </a:moveTo>
                <a:lnTo>
                  <a:pt x="0" y="26"/>
                </a:lnTo>
                <a:lnTo>
                  <a:pt x="2" y="38"/>
                </a:lnTo>
                <a:lnTo>
                  <a:pt x="8" y="46"/>
                </a:lnTo>
                <a:lnTo>
                  <a:pt x="16" y="52"/>
                </a:lnTo>
                <a:lnTo>
                  <a:pt x="26" y="54"/>
                </a:lnTo>
                <a:lnTo>
                  <a:pt x="26" y="54"/>
                </a:lnTo>
                <a:lnTo>
                  <a:pt x="36" y="52"/>
                </a:lnTo>
                <a:lnTo>
                  <a:pt x="44" y="46"/>
                </a:lnTo>
                <a:lnTo>
                  <a:pt x="50" y="38"/>
                </a:lnTo>
                <a:lnTo>
                  <a:pt x="52" y="28"/>
                </a:lnTo>
                <a:lnTo>
                  <a:pt x="52" y="28"/>
                </a:lnTo>
                <a:lnTo>
                  <a:pt x="50" y="16"/>
                </a:lnTo>
                <a:lnTo>
                  <a:pt x="44" y="8"/>
                </a:lnTo>
                <a:lnTo>
                  <a:pt x="36" y="2"/>
                </a:lnTo>
                <a:lnTo>
                  <a:pt x="26" y="0"/>
                </a:lnTo>
                <a:lnTo>
                  <a:pt x="26" y="0"/>
                </a:lnTo>
                <a:lnTo>
                  <a:pt x="16" y="2"/>
                </a:lnTo>
                <a:lnTo>
                  <a:pt x="8" y="8"/>
                </a:lnTo>
                <a:lnTo>
                  <a:pt x="2" y="16"/>
                </a:lnTo>
                <a:lnTo>
                  <a:pt x="0" y="26"/>
                </a:lnTo>
                <a:lnTo>
                  <a:pt x="0" y="26"/>
                </a:lnTo>
                <a:close/>
              </a:path>
            </a:pathLst>
          </a:custGeom>
          <a:solidFill>
            <a:srgbClr val="CE885B">
              <a:lumMod val="75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4" name="Freeform 312"/>
          <p:cNvSpPr/>
          <p:nvPr>
            <p:custDataLst>
              <p:tags r:id="rId104"/>
            </p:custDataLst>
          </p:nvPr>
        </p:nvSpPr>
        <p:spPr bwMode="auto">
          <a:xfrm>
            <a:off x="3155227" y="3205192"/>
            <a:ext cx="77655" cy="77655"/>
          </a:xfrm>
          <a:custGeom>
            <a:avLst/>
            <a:gdLst>
              <a:gd name="T0" fmla="*/ 0 w 72"/>
              <a:gd name="T1" fmla="*/ 36 h 72"/>
              <a:gd name="T2" fmla="*/ 0 w 72"/>
              <a:gd name="T3" fmla="*/ 36 h 72"/>
              <a:gd name="T4" fmla="*/ 0 w 72"/>
              <a:gd name="T5" fmla="*/ 44 h 72"/>
              <a:gd name="T6" fmla="*/ 2 w 72"/>
              <a:gd name="T7" fmla="*/ 50 h 72"/>
              <a:gd name="T8" fmla="*/ 6 w 72"/>
              <a:gd name="T9" fmla="*/ 56 h 72"/>
              <a:gd name="T10" fmla="*/ 10 w 72"/>
              <a:gd name="T11" fmla="*/ 62 h 72"/>
              <a:gd name="T12" fmla="*/ 16 w 72"/>
              <a:gd name="T13" fmla="*/ 66 h 72"/>
              <a:gd name="T14" fmla="*/ 22 w 72"/>
              <a:gd name="T15" fmla="*/ 70 h 72"/>
              <a:gd name="T16" fmla="*/ 28 w 72"/>
              <a:gd name="T17" fmla="*/ 72 h 72"/>
              <a:gd name="T18" fmla="*/ 36 w 72"/>
              <a:gd name="T19" fmla="*/ 72 h 72"/>
              <a:gd name="T20" fmla="*/ 36 w 72"/>
              <a:gd name="T21" fmla="*/ 72 h 72"/>
              <a:gd name="T22" fmla="*/ 44 w 72"/>
              <a:gd name="T23" fmla="*/ 72 h 72"/>
              <a:gd name="T24" fmla="*/ 50 w 72"/>
              <a:gd name="T25" fmla="*/ 70 h 72"/>
              <a:gd name="T26" fmla="*/ 56 w 72"/>
              <a:gd name="T27" fmla="*/ 66 h 72"/>
              <a:gd name="T28" fmla="*/ 62 w 72"/>
              <a:gd name="T29" fmla="*/ 62 h 72"/>
              <a:gd name="T30" fmla="*/ 66 w 72"/>
              <a:gd name="T31" fmla="*/ 56 h 72"/>
              <a:gd name="T32" fmla="*/ 70 w 72"/>
              <a:gd name="T33" fmla="*/ 50 h 72"/>
              <a:gd name="T34" fmla="*/ 72 w 72"/>
              <a:gd name="T35" fmla="*/ 44 h 72"/>
              <a:gd name="T36" fmla="*/ 72 w 72"/>
              <a:gd name="T37" fmla="*/ 36 h 72"/>
              <a:gd name="T38" fmla="*/ 72 w 72"/>
              <a:gd name="T39" fmla="*/ 36 h 72"/>
              <a:gd name="T40" fmla="*/ 72 w 72"/>
              <a:gd name="T41" fmla="*/ 30 h 72"/>
              <a:gd name="T42" fmla="*/ 70 w 72"/>
              <a:gd name="T43" fmla="*/ 22 h 72"/>
              <a:gd name="T44" fmla="*/ 66 w 72"/>
              <a:gd name="T45" fmla="*/ 16 h 72"/>
              <a:gd name="T46" fmla="*/ 62 w 72"/>
              <a:gd name="T47" fmla="*/ 10 h 72"/>
              <a:gd name="T48" fmla="*/ 56 w 72"/>
              <a:gd name="T49" fmla="*/ 6 h 72"/>
              <a:gd name="T50" fmla="*/ 50 w 72"/>
              <a:gd name="T51" fmla="*/ 2 h 72"/>
              <a:gd name="T52" fmla="*/ 44 w 72"/>
              <a:gd name="T53" fmla="*/ 0 h 72"/>
              <a:gd name="T54" fmla="*/ 36 w 72"/>
              <a:gd name="T55" fmla="*/ 0 h 72"/>
              <a:gd name="T56" fmla="*/ 36 w 72"/>
              <a:gd name="T57" fmla="*/ 0 h 72"/>
              <a:gd name="T58" fmla="*/ 28 w 72"/>
              <a:gd name="T59" fmla="*/ 0 h 72"/>
              <a:gd name="T60" fmla="*/ 22 w 72"/>
              <a:gd name="T61" fmla="*/ 2 h 72"/>
              <a:gd name="T62" fmla="*/ 16 w 72"/>
              <a:gd name="T63" fmla="*/ 6 h 72"/>
              <a:gd name="T64" fmla="*/ 10 w 72"/>
              <a:gd name="T65" fmla="*/ 10 h 72"/>
              <a:gd name="T66" fmla="*/ 6 w 72"/>
              <a:gd name="T67" fmla="*/ 16 h 72"/>
              <a:gd name="T68" fmla="*/ 2 w 72"/>
              <a:gd name="T69" fmla="*/ 22 h 72"/>
              <a:gd name="T70" fmla="*/ 0 w 72"/>
              <a:gd name="T71" fmla="*/ 30 h 72"/>
              <a:gd name="T72" fmla="*/ 0 w 72"/>
              <a:gd name="T73" fmla="*/ 36 h 72"/>
              <a:gd name="T74" fmla="*/ 0 w 72"/>
              <a:gd name="T75" fmla="*/ 36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2" h="72">
                <a:moveTo>
                  <a:pt x="0" y="36"/>
                </a:moveTo>
                <a:lnTo>
                  <a:pt x="0" y="36"/>
                </a:lnTo>
                <a:lnTo>
                  <a:pt x="0" y="44"/>
                </a:lnTo>
                <a:lnTo>
                  <a:pt x="2" y="50"/>
                </a:lnTo>
                <a:lnTo>
                  <a:pt x="6" y="56"/>
                </a:lnTo>
                <a:lnTo>
                  <a:pt x="10" y="62"/>
                </a:lnTo>
                <a:lnTo>
                  <a:pt x="16" y="66"/>
                </a:lnTo>
                <a:lnTo>
                  <a:pt x="22" y="70"/>
                </a:lnTo>
                <a:lnTo>
                  <a:pt x="28" y="72"/>
                </a:lnTo>
                <a:lnTo>
                  <a:pt x="36" y="72"/>
                </a:lnTo>
                <a:lnTo>
                  <a:pt x="36" y="72"/>
                </a:lnTo>
                <a:lnTo>
                  <a:pt x="44" y="72"/>
                </a:lnTo>
                <a:lnTo>
                  <a:pt x="50" y="70"/>
                </a:lnTo>
                <a:lnTo>
                  <a:pt x="56" y="66"/>
                </a:lnTo>
                <a:lnTo>
                  <a:pt x="62" y="62"/>
                </a:lnTo>
                <a:lnTo>
                  <a:pt x="66" y="56"/>
                </a:lnTo>
                <a:lnTo>
                  <a:pt x="70" y="50"/>
                </a:lnTo>
                <a:lnTo>
                  <a:pt x="72" y="44"/>
                </a:lnTo>
                <a:lnTo>
                  <a:pt x="72" y="36"/>
                </a:lnTo>
                <a:lnTo>
                  <a:pt x="72" y="36"/>
                </a:lnTo>
                <a:lnTo>
                  <a:pt x="72" y="30"/>
                </a:lnTo>
                <a:lnTo>
                  <a:pt x="70" y="22"/>
                </a:lnTo>
                <a:lnTo>
                  <a:pt x="66" y="16"/>
                </a:lnTo>
                <a:lnTo>
                  <a:pt x="62" y="10"/>
                </a:lnTo>
                <a:lnTo>
                  <a:pt x="56" y="6"/>
                </a:lnTo>
                <a:lnTo>
                  <a:pt x="50" y="2"/>
                </a:lnTo>
                <a:lnTo>
                  <a:pt x="44" y="0"/>
                </a:lnTo>
                <a:lnTo>
                  <a:pt x="36" y="0"/>
                </a:lnTo>
                <a:lnTo>
                  <a:pt x="36" y="0"/>
                </a:lnTo>
                <a:lnTo>
                  <a:pt x="28" y="0"/>
                </a:lnTo>
                <a:lnTo>
                  <a:pt x="22" y="2"/>
                </a:lnTo>
                <a:lnTo>
                  <a:pt x="16" y="6"/>
                </a:lnTo>
                <a:lnTo>
                  <a:pt x="10" y="10"/>
                </a:lnTo>
                <a:lnTo>
                  <a:pt x="6" y="16"/>
                </a:lnTo>
                <a:lnTo>
                  <a:pt x="2" y="22"/>
                </a:lnTo>
                <a:lnTo>
                  <a:pt x="0" y="30"/>
                </a:lnTo>
                <a:lnTo>
                  <a:pt x="0" y="36"/>
                </a:lnTo>
                <a:lnTo>
                  <a:pt x="0" y="36"/>
                </a:lnTo>
                <a:close/>
              </a:path>
            </a:pathLst>
          </a:custGeom>
          <a:solidFill>
            <a:srgbClr val="FAA67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5" name="Freeform 313"/>
          <p:cNvSpPr/>
          <p:nvPr>
            <p:custDataLst>
              <p:tags r:id="rId105"/>
            </p:custDataLst>
          </p:nvPr>
        </p:nvSpPr>
        <p:spPr bwMode="auto">
          <a:xfrm>
            <a:off x="3015018" y="3105967"/>
            <a:ext cx="84125" cy="235121"/>
          </a:xfrm>
          <a:custGeom>
            <a:avLst/>
            <a:gdLst>
              <a:gd name="T0" fmla="*/ 38 w 78"/>
              <a:gd name="T1" fmla="*/ 218 h 218"/>
              <a:gd name="T2" fmla="*/ 38 w 78"/>
              <a:gd name="T3" fmla="*/ 218 h 218"/>
              <a:gd name="T4" fmla="*/ 30 w 78"/>
              <a:gd name="T5" fmla="*/ 216 h 218"/>
              <a:gd name="T6" fmla="*/ 24 w 78"/>
              <a:gd name="T7" fmla="*/ 214 h 218"/>
              <a:gd name="T8" fmla="*/ 16 w 78"/>
              <a:gd name="T9" fmla="*/ 210 h 218"/>
              <a:gd name="T10" fmla="*/ 12 w 78"/>
              <a:gd name="T11" fmla="*/ 206 h 218"/>
              <a:gd name="T12" fmla="*/ 6 w 78"/>
              <a:gd name="T13" fmla="*/ 200 h 218"/>
              <a:gd name="T14" fmla="*/ 2 w 78"/>
              <a:gd name="T15" fmla="*/ 194 h 218"/>
              <a:gd name="T16" fmla="*/ 0 w 78"/>
              <a:gd name="T17" fmla="*/ 186 h 218"/>
              <a:gd name="T18" fmla="*/ 0 w 78"/>
              <a:gd name="T19" fmla="*/ 178 h 218"/>
              <a:gd name="T20" fmla="*/ 0 w 78"/>
              <a:gd name="T21" fmla="*/ 40 h 218"/>
              <a:gd name="T22" fmla="*/ 0 w 78"/>
              <a:gd name="T23" fmla="*/ 40 h 218"/>
              <a:gd name="T24" fmla="*/ 0 w 78"/>
              <a:gd name="T25" fmla="*/ 32 h 218"/>
              <a:gd name="T26" fmla="*/ 2 w 78"/>
              <a:gd name="T27" fmla="*/ 24 h 218"/>
              <a:gd name="T28" fmla="*/ 6 w 78"/>
              <a:gd name="T29" fmla="*/ 18 h 218"/>
              <a:gd name="T30" fmla="*/ 12 w 78"/>
              <a:gd name="T31" fmla="*/ 12 h 218"/>
              <a:gd name="T32" fmla="*/ 18 w 78"/>
              <a:gd name="T33" fmla="*/ 6 h 218"/>
              <a:gd name="T34" fmla="*/ 24 w 78"/>
              <a:gd name="T35" fmla="*/ 4 h 218"/>
              <a:gd name="T36" fmla="*/ 32 w 78"/>
              <a:gd name="T37" fmla="*/ 0 h 218"/>
              <a:gd name="T38" fmla="*/ 38 w 78"/>
              <a:gd name="T39" fmla="*/ 0 h 218"/>
              <a:gd name="T40" fmla="*/ 38 w 78"/>
              <a:gd name="T41" fmla="*/ 0 h 218"/>
              <a:gd name="T42" fmla="*/ 46 w 78"/>
              <a:gd name="T43" fmla="*/ 0 h 218"/>
              <a:gd name="T44" fmla="*/ 54 w 78"/>
              <a:gd name="T45" fmla="*/ 4 h 218"/>
              <a:gd name="T46" fmla="*/ 60 w 78"/>
              <a:gd name="T47" fmla="*/ 6 h 218"/>
              <a:gd name="T48" fmla="*/ 66 w 78"/>
              <a:gd name="T49" fmla="*/ 12 h 218"/>
              <a:gd name="T50" fmla="*/ 72 w 78"/>
              <a:gd name="T51" fmla="*/ 18 h 218"/>
              <a:gd name="T52" fmla="*/ 74 w 78"/>
              <a:gd name="T53" fmla="*/ 24 h 218"/>
              <a:gd name="T54" fmla="*/ 78 w 78"/>
              <a:gd name="T55" fmla="*/ 32 h 218"/>
              <a:gd name="T56" fmla="*/ 78 w 78"/>
              <a:gd name="T57" fmla="*/ 40 h 218"/>
              <a:gd name="T58" fmla="*/ 78 w 78"/>
              <a:gd name="T59" fmla="*/ 178 h 218"/>
              <a:gd name="T60" fmla="*/ 78 w 78"/>
              <a:gd name="T61" fmla="*/ 178 h 218"/>
              <a:gd name="T62" fmla="*/ 78 w 78"/>
              <a:gd name="T63" fmla="*/ 186 h 218"/>
              <a:gd name="T64" fmla="*/ 74 w 78"/>
              <a:gd name="T65" fmla="*/ 194 h 218"/>
              <a:gd name="T66" fmla="*/ 72 w 78"/>
              <a:gd name="T67" fmla="*/ 200 h 218"/>
              <a:gd name="T68" fmla="*/ 66 w 78"/>
              <a:gd name="T69" fmla="*/ 206 h 218"/>
              <a:gd name="T70" fmla="*/ 60 w 78"/>
              <a:gd name="T71" fmla="*/ 210 h 218"/>
              <a:gd name="T72" fmla="*/ 54 w 78"/>
              <a:gd name="T73" fmla="*/ 214 h 218"/>
              <a:gd name="T74" fmla="*/ 46 w 78"/>
              <a:gd name="T75" fmla="*/ 216 h 218"/>
              <a:gd name="T76" fmla="*/ 38 w 78"/>
              <a:gd name="T77" fmla="*/ 218 h 218"/>
              <a:gd name="T78" fmla="*/ 38 w 78"/>
              <a:gd name="T79" fmla="*/ 218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78" h="218">
                <a:moveTo>
                  <a:pt x="38" y="218"/>
                </a:moveTo>
                <a:lnTo>
                  <a:pt x="38" y="218"/>
                </a:lnTo>
                <a:lnTo>
                  <a:pt x="30" y="216"/>
                </a:lnTo>
                <a:lnTo>
                  <a:pt x="24" y="214"/>
                </a:lnTo>
                <a:lnTo>
                  <a:pt x="16" y="210"/>
                </a:lnTo>
                <a:lnTo>
                  <a:pt x="12" y="206"/>
                </a:lnTo>
                <a:lnTo>
                  <a:pt x="6" y="200"/>
                </a:lnTo>
                <a:lnTo>
                  <a:pt x="2" y="194"/>
                </a:lnTo>
                <a:lnTo>
                  <a:pt x="0" y="186"/>
                </a:lnTo>
                <a:lnTo>
                  <a:pt x="0" y="178"/>
                </a:lnTo>
                <a:lnTo>
                  <a:pt x="0" y="40"/>
                </a:lnTo>
                <a:lnTo>
                  <a:pt x="0" y="40"/>
                </a:lnTo>
                <a:lnTo>
                  <a:pt x="0" y="32"/>
                </a:lnTo>
                <a:lnTo>
                  <a:pt x="2" y="24"/>
                </a:lnTo>
                <a:lnTo>
                  <a:pt x="6" y="18"/>
                </a:lnTo>
                <a:lnTo>
                  <a:pt x="12" y="12"/>
                </a:lnTo>
                <a:lnTo>
                  <a:pt x="18" y="6"/>
                </a:lnTo>
                <a:lnTo>
                  <a:pt x="24" y="4"/>
                </a:lnTo>
                <a:lnTo>
                  <a:pt x="32" y="0"/>
                </a:lnTo>
                <a:lnTo>
                  <a:pt x="38" y="0"/>
                </a:lnTo>
                <a:lnTo>
                  <a:pt x="38" y="0"/>
                </a:lnTo>
                <a:lnTo>
                  <a:pt x="46" y="0"/>
                </a:lnTo>
                <a:lnTo>
                  <a:pt x="54" y="4"/>
                </a:lnTo>
                <a:lnTo>
                  <a:pt x="60" y="6"/>
                </a:lnTo>
                <a:lnTo>
                  <a:pt x="66" y="12"/>
                </a:lnTo>
                <a:lnTo>
                  <a:pt x="72" y="18"/>
                </a:lnTo>
                <a:lnTo>
                  <a:pt x="74" y="24"/>
                </a:lnTo>
                <a:lnTo>
                  <a:pt x="78" y="32"/>
                </a:lnTo>
                <a:lnTo>
                  <a:pt x="78" y="40"/>
                </a:lnTo>
                <a:lnTo>
                  <a:pt x="78" y="178"/>
                </a:lnTo>
                <a:lnTo>
                  <a:pt x="78" y="178"/>
                </a:lnTo>
                <a:lnTo>
                  <a:pt x="78" y="186"/>
                </a:lnTo>
                <a:lnTo>
                  <a:pt x="74" y="194"/>
                </a:lnTo>
                <a:lnTo>
                  <a:pt x="72" y="200"/>
                </a:lnTo>
                <a:lnTo>
                  <a:pt x="66" y="206"/>
                </a:lnTo>
                <a:lnTo>
                  <a:pt x="60" y="210"/>
                </a:lnTo>
                <a:lnTo>
                  <a:pt x="54" y="214"/>
                </a:lnTo>
                <a:lnTo>
                  <a:pt x="46" y="216"/>
                </a:lnTo>
                <a:lnTo>
                  <a:pt x="38" y="218"/>
                </a:lnTo>
                <a:lnTo>
                  <a:pt x="38" y="218"/>
                </a:lnTo>
                <a:close/>
              </a:path>
            </a:pathLst>
          </a:custGeom>
          <a:solidFill>
            <a:srgbClr val="FAA67A">
              <a:lumMod val="50000"/>
              <a:lumOff val="50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6" name="Freeform 314"/>
          <p:cNvSpPr/>
          <p:nvPr>
            <p:custDataLst>
              <p:tags r:id="rId106"/>
            </p:custDataLst>
          </p:nvPr>
        </p:nvSpPr>
        <p:spPr bwMode="auto">
          <a:xfrm>
            <a:off x="3038744" y="2728479"/>
            <a:ext cx="310619" cy="476713"/>
          </a:xfrm>
          <a:custGeom>
            <a:avLst/>
            <a:gdLst>
              <a:gd name="T0" fmla="*/ 32 w 288"/>
              <a:gd name="T1" fmla="*/ 0 h 442"/>
              <a:gd name="T2" fmla="*/ 32 w 288"/>
              <a:gd name="T3" fmla="*/ 0 h 442"/>
              <a:gd name="T4" fmla="*/ 68 w 288"/>
              <a:gd name="T5" fmla="*/ 2 h 442"/>
              <a:gd name="T6" fmla="*/ 102 w 288"/>
              <a:gd name="T7" fmla="*/ 6 h 442"/>
              <a:gd name="T8" fmla="*/ 132 w 288"/>
              <a:gd name="T9" fmla="*/ 12 h 442"/>
              <a:gd name="T10" fmla="*/ 158 w 288"/>
              <a:gd name="T11" fmla="*/ 20 h 442"/>
              <a:gd name="T12" fmla="*/ 182 w 288"/>
              <a:gd name="T13" fmla="*/ 30 h 442"/>
              <a:gd name="T14" fmla="*/ 202 w 288"/>
              <a:gd name="T15" fmla="*/ 40 h 442"/>
              <a:gd name="T16" fmla="*/ 218 w 288"/>
              <a:gd name="T17" fmla="*/ 54 h 442"/>
              <a:gd name="T18" fmla="*/ 234 w 288"/>
              <a:gd name="T19" fmla="*/ 66 h 442"/>
              <a:gd name="T20" fmla="*/ 246 w 288"/>
              <a:gd name="T21" fmla="*/ 80 h 442"/>
              <a:gd name="T22" fmla="*/ 256 w 288"/>
              <a:gd name="T23" fmla="*/ 92 h 442"/>
              <a:gd name="T24" fmla="*/ 264 w 288"/>
              <a:gd name="T25" fmla="*/ 106 h 442"/>
              <a:gd name="T26" fmla="*/ 272 w 288"/>
              <a:gd name="T27" fmla="*/ 120 h 442"/>
              <a:gd name="T28" fmla="*/ 282 w 288"/>
              <a:gd name="T29" fmla="*/ 144 h 442"/>
              <a:gd name="T30" fmla="*/ 286 w 288"/>
              <a:gd name="T31" fmla="*/ 162 h 442"/>
              <a:gd name="T32" fmla="*/ 286 w 288"/>
              <a:gd name="T33" fmla="*/ 162 h 442"/>
              <a:gd name="T34" fmla="*/ 288 w 288"/>
              <a:gd name="T35" fmla="*/ 164 h 442"/>
              <a:gd name="T36" fmla="*/ 288 w 288"/>
              <a:gd name="T37" fmla="*/ 164 h 442"/>
              <a:gd name="T38" fmla="*/ 288 w 288"/>
              <a:gd name="T39" fmla="*/ 170 h 442"/>
              <a:gd name="T40" fmla="*/ 288 w 288"/>
              <a:gd name="T41" fmla="*/ 170 h 442"/>
              <a:gd name="T42" fmla="*/ 288 w 288"/>
              <a:gd name="T43" fmla="*/ 172 h 442"/>
              <a:gd name="T44" fmla="*/ 278 w 288"/>
              <a:gd name="T45" fmla="*/ 442 h 442"/>
              <a:gd name="T46" fmla="*/ 278 w 288"/>
              <a:gd name="T47" fmla="*/ 442 h 442"/>
              <a:gd name="T48" fmla="*/ 258 w 288"/>
              <a:gd name="T49" fmla="*/ 442 h 442"/>
              <a:gd name="T50" fmla="*/ 258 w 288"/>
              <a:gd name="T51" fmla="*/ 212 h 442"/>
              <a:gd name="T52" fmla="*/ 258 w 288"/>
              <a:gd name="T53" fmla="*/ 212 h 442"/>
              <a:gd name="T54" fmla="*/ 258 w 288"/>
              <a:gd name="T55" fmla="*/ 200 h 442"/>
              <a:gd name="T56" fmla="*/ 254 w 288"/>
              <a:gd name="T57" fmla="*/ 190 h 442"/>
              <a:gd name="T58" fmla="*/ 248 w 288"/>
              <a:gd name="T59" fmla="*/ 180 h 442"/>
              <a:gd name="T60" fmla="*/ 242 w 288"/>
              <a:gd name="T61" fmla="*/ 172 h 442"/>
              <a:gd name="T62" fmla="*/ 234 w 288"/>
              <a:gd name="T63" fmla="*/ 164 h 442"/>
              <a:gd name="T64" fmla="*/ 224 w 288"/>
              <a:gd name="T65" fmla="*/ 158 h 442"/>
              <a:gd name="T66" fmla="*/ 212 w 288"/>
              <a:gd name="T67" fmla="*/ 156 h 442"/>
              <a:gd name="T68" fmla="*/ 200 w 288"/>
              <a:gd name="T69" fmla="*/ 154 h 442"/>
              <a:gd name="T70" fmla="*/ 200 w 288"/>
              <a:gd name="T71" fmla="*/ 154 h 442"/>
              <a:gd name="T72" fmla="*/ 152 w 288"/>
              <a:gd name="T73" fmla="*/ 166 h 442"/>
              <a:gd name="T74" fmla="*/ 100 w 288"/>
              <a:gd name="T75" fmla="*/ 172 h 442"/>
              <a:gd name="T76" fmla="*/ 50 w 288"/>
              <a:gd name="T77" fmla="*/ 176 h 442"/>
              <a:gd name="T78" fmla="*/ 0 w 288"/>
              <a:gd name="T79" fmla="*/ 178 h 442"/>
              <a:gd name="T80" fmla="*/ 0 w 288"/>
              <a:gd name="T81" fmla="*/ 56 h 442"/>
              <a:gd name="T82" fmla="*/ 0 w 288"/>
              <a:gd name="T83" fmla="*/ 56 h 442"/>
              <a:gd name="T84" fmla="*/ 32 w 288"/>
              <a:gd name="T85" fmla="*/ 56 h 442"/>
              <a:gd name="T86" fmla="*/ 32 w 288"/>
              <a:gd name="T87" fmla="*/ 0 h 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88" h="442">
                <a:moveTo>
                  <a:pt x="32" y="0"/>
                </a:moveTo>
                <a:lnTo>
                  <a:pt x="32" y="0"/>
                </a:lnTo>
                <a:lnTo>
                  <a:pt x="68" y="2"/>
                </a:lnTo>
                <a:lnTo>
                  <a:pt x="102" y="6"/>
                </a:lnTo>
                <a:lnTo>
                  <a:pt x="132" y="12"/>
                </a:lnTo>
                <a:lnTo>
                  <a:pt x="158" y="20"/>
                </a:lnTo>
                <a:lnTo>
                  <a:pt x="182" y="30"/>
                </a:lnTo>
                <a:lnTo>
                  <a:pt x="202" y="40"/>
                </a:lnTo>
                <a:lnTo>
                  <a:pt x="218" y="54"/>
                </a:lnTo>
                <a:lnTo>
                  <a:pt x="234" y="66"/>
                </a:lnTo>
                <a:lnTo>
                  <a:pt x="246" y="80"/>
                </a:lnTo>
                <a:lnTo>
                  <a:pt x="256" y="92"/>
                </a:lnTo>
                <a:lnTo>
                  <a:pt x="264" y="106"/>
                </a:lnTo>
                <a:lnTo>
                  <a:pt x="272" y="120"/>
                </a:lnTo>
                <a:lnTo>
                  <a:pt x="282" y="144"/>
                </a:lnTo>
                <a:lnTo>
                  <a:pt x="286" y="162"/>
                </a:lnTo>
                <a:lnTo>
                  <a:pt x="286" y="162"/>
                </a:lnTo>
                <a:lnTo>
                  <a:pt x="288" y="164"/>
                </a:lnTo>
                <a:lnTo>
                  <a:pt x="288" y="164"/>
                </a:lnTo>
                <a:lnTo>
                  <a:pt x="288" y="170"/>
                </a:lnTo>
                <a:lnTo>
                  <a:pt x="288" y="170"/>
                </a:lnTo>
                <a:lnTo>
                  <a:pt x="288" y="172"/>
                </a:lnTo>
                <a:lnTo>
                  <a:pt x="278" y="442"/>
                </a:lnTo>
                <a:lnTo>
                  <a:pt x="278" y="442"/>
                </a:lnTo>
                <a:lnTo>
                  <a:pt x="258" y="442"/>
                </a:lnTo>
                <a:lnTo>
                  <a:pt x="258" y="212"/>
                </a:lnTo>
                <a:lnTo>
                  <a:pt x="258" y="212"/>
                </a:lnTo>
                <a:lnTo>
                  <a:pt x="258" y="200"/>
                </a:lnTo>
                <a:lnTo>
                  <a:pt x="254" y="190"/>
                </a:lnTo>
                <a:lnTo>
                  <a:pt x="248" y="180"/>
                </a:lnTo>
                <a:lnTo>
                  <a:pt x="242" y="172"/>
                </a:lnTo>
                <a:lnTo>
                  <a:pt x="234" y="164"/>
                </a:lnTo>
                <a:lnTo>
                  <a:pt x="224" y="158"/>
                </a:lnTo>
                <a:lnTo>
                  <a:pt x="212" y="156"/>
                </a:lnTo>
                <a:lnTo>
                  <a:pt x="200" y="154"/>
                </a:lnTo>
                <a:lnTo>
                  <a:pt x="200" y="154"/>
                </a:lnTo>
                <a:lnTo>
                  <a:pt x="152" y="166"/>
                </a:lnTo>
                <a:lnTo>
                  <a:pt x="100" y="172"/>
                </a:lnTo>
                <a:lnTo>
                  <a:pt x="50" y="176"/>
                </a:lnTo>
                <a:lnTo>
                  <a:pt x="0" y="178"/>
                </a:lnTo>
                <a:lnTo>
                  <a:pt x="0" y="56"/>
                </a:lnTo>
                <a:lnTo>
                  <a:pt x="0" y="56"/>
                </a:lnTo>
                <a:lnTo>
                  <a:pt x="32" y="56"/>
                </a:lnTo>
                <a:lnTo>
                  <a:pt x="32" y="0"/>
                </a:lnTo>
                <a:close/>
              </a:path>
            </a:pathLst>
          </a:custGeom>
          <a:solidFill>
            <a:srgbClr val="CE885B">
              <a:lumMod val="75000"/>
            </a:srgbClr>
          </a:solidFill>
          <a:ln>
            <a:noFill/>
          </a:ln>
        </p:spPr>
        <p:txBody>
          <a:bodyPr vert="horz" wrap="square" lIns="91440" tIns="45720" rIns="91440" bIns="45720" numCol="1" anchor="t" anchorCtr="0" compatLnSpc="1"/>
          <a:lstStyle/>
          <a:p>
            <a:endParaRPr lang="zh-CN" altLang="en-US"/>
          </a:p>
        </p:txBody>
      </p:sp>
      <p:sp>
        <p:nvSpPr>
          <p:cNvPr id="107" name="Freeform 315"/>
          <p:cNvSpPr/>
          <p:nvPr>
            <p:custDataLst>
              <p:tags r:id="rId107"/>
            </p:custDataLst>
          </p:nvPr>
        </p:nvSpPr>
        <p:spPr bwMode="auto">
          <a:xfrm>
            <a:off x="2760482" y="2728479"/>
            <a:ext cx="429257" cy="476713"/>
          </a:xfrm>
          <a:custGeom>
            <a:avLst/>
            <a:gdLst>
              <a:gd name="T0" fmla="*/ 296 w 398"/>
              <a:gd name="T1" fmla="*/ 0 h 442"/>
              <a:gd name="T2" fmla="*/ 256 w 398"/>
              <a:gd name="T3" fmla="*/ 0 h 442"/>
              <a:gd name="T4" fmla="*/ 256 w 398"/>
              <a:gd name="T5" fmla="*/ 0 h 442"/>
              <a:gd name="T6" fmla="*/ 220 w 398"/>
              <a:gd name="T7" fmla="*/ 2 h 442"/>
              <a:gd name="T8" fmla="*/ 186 w 398"/>
              <a:gd name="T9" fmla="*/ 6 h 442"/>
              <a:gd name="T10" fmla="*/ 156 w 398"/>
              <a:gd name="T11" fmla="*/ 12 h 442"/>
              <a:gd name="T12" fmla="*/ 130 w 398"/>
              <a:gd name="T13" fmla="*/ 20 h 442"/>
              <a:gd name="T14" fmla="*/ 106 w 398"/>
              <a:gd name="T15" fmla="*/ 30 h 442"/>
              <a:gd name="T16" fmla="*/ 86 w 398"/>
              <a:gd name="T17" fmla="*/ 40 h 442"/>
              <a:gd name="T18" fmla="*/ 70 w 398"/>
              <a:gd name="T19" fmla="*/ 52 h 442"/>
              <a:gd name="T20" fmla="*/ 54 w 398"/>
              <a:gd name="T21" fmla="*/ 66 h 442"/>
              <a:gd name="T22" fmla="*/ 42 w 398"/>
              <a:gd name="T23" fmla="*/ 78 h 442"/>
              <a:gd name="T24" fmla="*/ 32 w 398"/>
              <a:gd name="T25" fmla="*/ 92 h 442"/>
              <a:gd name="T26" fmla="*/ 22 w 398"/>
              <a:gd name="T27" fmla="*/ 106 h 442"/>
              <a:gd name="T28" fmla="*/ 16 w 398"/>
              <a:gd name="T29" fmla="*/ 118 h 442"/>
              <a:gd name="T30" fmla="*/ 6 w 398"/>
              <a:gd name="T31" fmla="*/ 142 h 442"/>
              <a:gd name="T32" fmla="*/ 2 w 398"/>
              <a:gd name="T33" fmla="*/ 162 h 442"/>
              <a:gd name="T34" fmla="*/ 2 w 398"/>
              <a:gd name="T35" fmla="*/ 162 h 442"/>
              <a:gd name="T36" fmla="*/ 0 w 398"/>
              <a:gd name="T37" fmla="*/ 164 h 442"/>
              <a:gd name="T38" fmla="*/ 0 w 398"/>
              <a:gd name="T39" fmla="*/ 164 h 442"/>
              <a:gd name="T40" fmla="*/ 0 w 398"/>
              <a:gd name="T41" fmla="*/ 168 h 442"/>
              <a:gd name="T42" fmla="*/ 0 w 398"/>
              <a:gd name="T43" fmla="*/ 168 h 442"/>
              <a:gd name="T44" fmla="*/ 0 w 398"/>
              <a:gd name="T45" fmla="*/ 172 h 442"/>
              <a:gd name="T46" fmla="*/ 10 w 398"/>
              <a:gd name="T47" fmla="*/ 442 h 442"/>
              <a:gd name="T48" fmla="*/ 10 w 398"/>
              <a:gd name="T49" fmla="*/ 442 h 442"/>
              <a:gd name="T50" fmla="*/ 28 w 398"/>
              <a:gd name="T51" fmla="*/ 442 h 442"/>
              <a:gd name="T52" fmla="*/ 28 w 398"/>
              <a:gd name="T53" fmla="*/ 212 h 442"/>
              <a:gd name="T54" fmla="*/ 28 w 398"/>
              <a:gd name="T55" fmla="*/ 212 h 442"/>
              <a:gd name="T56" fmla="*/ 30 w 398"/>
              <a:gd name="T57" fmla="*/ 200 h 442"/>
              <a:gd name="T58" fmla="*/ 34 w 398"/>
              <a:gd name="T59" fmla="*/ 190 h 442"/>
              <a:gd name="T60" fmla="*/ 38 w 398"/>
              <a:gd name="T61" fmla="*/ 180 h 442"/>
              <a:gd name="T62" fmla="*/ 46 w 398"/>
              <a:gd name="T63" fmla="*/ 170 h 442"/>
              <a:gd name="T64" fmla="*/ 54 w 398"/>
              <a:gd name="T65" fmla="*/ 164 h 442"/>
              <a:gd name="T66" fmla="*/ 64 w 398"/>
              <a:gd name="T67" fmla="*/ 158 h 442"/>
              <a:gd name="T68" fmla="*/ 76 w 398"/>
              <a:gd name="T69" fmla="*/ 154 h 442"/>
              <a:gd name="T70" fmla="*/ 88 w 398"/>
              <a:gd name="T71" fmla="*/ 154 h 442"/>
              <a:gd name="T72" fmla="*/ 88 w 398"/>
              <a:gd name="T73" fmla="*/ 154 h 442"/>
              <a:gd name="T74" fmla="*/ 130 w 398"/>
              <a:gd name="T75" fmla="*/ 164 h 442"/>
              <a:gd name="T76" fmla="*/ 172 w 398"/>
              <a:gd name="T77" fmla="*/ 170 h 442"/>
              <a:gd name="T78" fmla="*/ 214 w 398"/>
              <a:gd name="T79" fmla="*/ 176 h 442"/>
              <a:gd name="T80" fmla="*/ 256 w 398"/>
              <a:gd name="T81" fmla="*/ 178 h 442"/>
              <a:gd name="T82" fmla="*/ 256 w 398"/>
              <a:gd name="T83" fmla="*/ 178 h 442"/>
              <a:gd name="T84" fmla="*/ 268 w 398"/>
              <a:gd name="T85" fmla="*/ 178 h 442"/>
              <a:gd name="T86" fmla="*/ 302 w 398"/>
              <a:gd name="T87" fmla="*/ 178 h 442"/>
              <a:gd name="T88" fmla="*/ 302 w 398"/>
              <a:gd name="T89" fmla="*/ 178 h 442"/>
              <a:gd name="T90" fmla="*/ 324 w 398"/>
              <a:gd name="T91" fmla="*/ 174 h 442"/>
              <a:gd name="T92" fmla="*/ 346 w 398"/>
              <a:gd name="T93" fmla="*/ 168 h 442"/>
              <a:gd name="T94" fmla="*/ 362 w 398"/>
              <a:gd name="T95" fmla="*/ 158 h 442"/>
              <a:gd name="T96" fmla="*/ 376 w 398"/>
              <a:gd name="T97" fmla="*/ 148 h 442"/>
              <a:gd name="T98" fmla="*/ 386 w 398"/>
              <a:gd name="T99" fmla="*/ 134 h 442"/>
              <a:gd name="T100" fmla="*/ 394 w 398"/>
              <a:gd name="T101" fmla="*/ 118 h 442"/>
              <a:gd name="T102" fmla="*/ 398 w 398"/>
              <a:gd name="T103" fmla="*/ 102 h 442"/>
              <a:gd name="T104" fmla="*/ 398 w 398"/>
              <a:gd name="T105" fmla="*/ 86 h 442"/>
              <a:gd name="T106" fmla="*/ 396 w 398"/>
              <a:gd name="T107" fmla="*/ 70 h 442"/>
              <a:gd name="T108" fmla="*/ 392 w 398"/>
              <a:gd name="T109" fmla="*/ 54 h 442"/>
              <a:gd name="T110" fmla="*/ 382 w 398"/>
              <a:gd name="T111" fmla="*/ 40 h 442"/>
              <a:gd name="T112" fmla="*/ 372 w 398"/>
              <a:gd name="T113" fmla="*/ 28 h 442"/>
              <a:gd name="T114" fmla="*/ 356 w 398"/>
              <a:gd name="T115" fmla="*/ 16 h 442"/>
              <a:gd name="T116" fmla="*/ 340 w 398"/>
              <a:gd name="T117" fmla="*/ 8 h 442"/>
              <a:gd name="T118" fmla="*/ 318 w 398"/>
              <a:gd name="T119" fmla="*/ 2 h 442"/>
              <a:gd name="T120" fmla="*/ 296 w 398"/>
              <a:gd name="T121" fmla="*/ 0 h 442"/>
              <a:gd name="T122" fmla="*/ 296 w 398"/>
              <a:gd name="T123" fmla="*/ 0 h 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98" h="442">
                <a:moveTo>
                  <a:pt x="296" y="0"/>
                </a:moveTo>
                <a:lnTo>
                  <a:pt x="256" y="0"/>
                </a:lnTo>
                <a:lnTo>
                  <a:pt x="256" y="0"/>
                </a:lnTo>
                <a:lnTo>
                  <a:pt x="220" y="2"/>
                </a:lnTo>
                <a:lnTo>
                  <a:pt x="186" y="6"/>
                </a:lnTo>
                <a:lnTo>
                  <a:pt x="156" y="12"/>
                </a:lnTo>
                <a:lnTo>
                  <a:pt x="130" y="20"/>
                </a:lnTo>
                <a:lnTo>
                  <a:pt x="106" y="30"/>
                </a:lnTo>
                <a:lnTo>
                  <a:pt x="86" y="40"/>
                </a:lnTo>
                <a:lnTo>
                  <a:pt x="70" y="52"/>
                </a:lnTo>
                <a:lnTo>
                  <a:pt x="54" y="66"/>
                </a:lnTo>
                <a:lnTo>
                  <a:pt x="42" y="78"/>
                </a:lnTo>
                <a:lnTo>
                  <a:pt x="32" y="92"/>
                </a:lnTo>
                <a:lnTo>
                  <a:pt x="22" y="106"/>
                </a:lnTo>
                <a:lnTo>
                  <a:pt x="16" y="118"/>
                </a:lnTo>
                <a:lnTo>
                  <a:pt x="6" y="142"/>
                </a:lnTo>
                <a:lnTo>
                  <a:pt x="2" y="162"/>
                </a:lnTo>
                <a:lnTo>
                  <a:pt x="2" y="162"/>
                </a:lnTo>
                <a:lnTo>
                  <a:pt x="0" y="164"/>
                </a:lnTo>
                <a:lnTo>
                  <a:pt x="0" y="164"/>
                </a:lnTo>
                <a:lnTo>
                  <a:pt x="0" y="168"/>
                </a:lnTo>
                <a:lnTo>
                  <a:pt x="0" y="168"/>
                </a:lnTo>
                <a:lnTo>
                  <a:pt x="0" y="172"/>
                </a:lnTo>
                <a:lnTo>
                  <a:pt x="10" y="442"/>
                </a:lnTo>
                <a:lnTo>
                  <a:pt x="10" y="442"/>
                </a:lnTo>
                <a:lnTo>
                  <a:pt x="28" y="442"/>
                </a:lnTo>
                <a:lnTo>
                  <a:pt x="28" y="212"/>
                </a:lnTo>
                <a:lnTo>
                  <a:pt x="28" y="212"/>
                </a:lnTo>
                <a:lnTo>
                  <a:pt x="30" y="200"/>
                </a:lnTo>
                <a:lnTo>
                  <a:pt x="34" y="190"/>
                </a:lnTo>
                <a:lnTo>
                  <a:pt x="38" y="180"/>
                </a:lnTo>
                <a:lnTo>
                  <a:pt x="46" y="170"/>
                </a:lnTo>
                <a:lnTo>
                  <a:pt x="54" y="164"/>
                </a:lnTo>
                <a:lnTo>
                  <a:pt x="64" y="158"/>
                </a:lnTo>
                <a:lnTo>
                  <a:pt x="76" y="154"/>
                </a:lnTo>
                <a:lnTo>
                  <a:pt x="88" y="154"/>
                </a:lnTo>
                <a:lnTo>
                  <a:pt x="88" y="154"/>
                </a:lnTo>
                <a:lnTo>
                  <a:pt x="130" y="164"/>
                </a:lnTo>
                <a:lnTo>
                  <a:pt x="172" y="170"/>
                </a:lnTo>
                <a:lnTo>
                  <a:pt x="214" y="176"/>
                </a:lnTo>
                <a:lnTo>
                  <a:pt x="256" y="178"/>
                </a:lnTo>
                <a:lnTo>
                  <a:pt x="256" y="178"/>
                </a:lnTo>
                <a:lnTo>
                  <a:pt x="268" y="178"/>
                </a:lnTo>
                <a:lnTo>
                  <a:pt x="302" y="178"/>
                </a:lnTo>
                <a:lnTo>
                  <a:pt x="302" y="178"/>
                </a:lnTo>
                <a:lnTo>
                  <a:pt x="324" y="174"/>
                </a:lnTo>
                <a:lnTo>
                  <a:pt x="346" y="168"/>
                </a:lnTo>
                <a:lnTo>
                  <a:pt x="362" y="158"/>
                </a:lnTo>
                <a:lnTo>
                  <a:pt x="376" y="148"/>
                </a:lnTo>
                <a:lnTo>
                  <a:pt x="386" y="134"/>
                </a:lnTo>
                <a:lnTo>
                  <a:pt x="394" y="118"/>
                </a:lnTo>
                <a:lnTo>
                  <a:pt x="398" y="102"/>
                </a:lnTo>
                <a:lnTo>
                  <a:pt x="398" y="86"/>
                </a:lnTo>
                <a:lnTo>
                  <a:pt x="396" y="70"/>
                </a:lnTo>
                <a:lnTo>
                  <a:pt x="392" y="54"/>
                </a:lnTo>
                <a:lnTo>
                  <a:pt x="382" y="40"/>
                </a:lnTo>
                <a:lnTo>
                  <a:pt x="372" y="28"/>
                </a:lnTo>
                <a:lnTo>
                  <a:pt x="356" y="16"/>
                </a:lnTo>
                <a:lnTo>
                  <a:pt x="340" y="8"/>
                </a:lnTo>
                <a:lnTo>
                  <a:pt x="318" y="2"/>
                </a:lnTo>
                <a:lnTo>
                  <a:pt x="296" y="0"/>
                </a:lnTo>
                <a:lnTo>
                  <a:pt x="296" y="0"/>
                </a:lnTo>
                <a:close/>
              </a:path>
            </a:pathLst>
          </a:custGeom>
          <a:solidFill>
            <a:srgbClr val="CE885B">
              <a:lumMod val="50000"/>
            </a:srgbClr>
          </a:solidFill>
          <a:ln>
            <a:noFill/>
          </a:ln>
        </p:spPr>
        <p:txBody>
          <a:bodyPr vert="horz" wrap="square" lIns="91440" tIns="45720" rIns="91440" bIns="45720" numCol="1" anchor="t" anchorCtr="0" compatLnSpc="1"/>
          <a:lstStyle/>
          <a:p>
            <a:endParaRPr lang="zh-CN" altLang="en-US"/>
          </a:p>
        </p:txBody>
      </p:sp>
      <p:sp>
        <p:nvSpPr>
          <p:cNvPr id="108" name="Freeform 316"/>
          <p:cNvSpPr/>
          <p:nvPr>
            <p:custDataLst>
              <p:tags r:id="rId108"/>
            </p:custDataLst>
          </p:nvPr>
        </p:nvSpPr>
        <p:spPr bwMode="auto">
          <a:xfrm>
            <a:off x="2976190" y="3397172"/>
            <a:ext cx="168252" cy="47456"/>
          </a:xfrm>
          <a:custGeom>
            <a:avLst/>
            <a:gdLst>
              <a:gd name="T0" fmla="*/ 156 w 156"/>
              <a:gd name="T1" fmla="*/ 0 h 44"/>
              <a:gd name="T2" fmla="*/ 0 w 156"/>
              <a:gd name="T3" fmla="*/ 0 h 44"/>
              <a:gd name="T4" fmla="*/ 0 w 156"/>
              <a:gd name="T5" fmla="*/ 0 h 44"/>
              <a:gd name="T6" fmla="*/ 0 w 156"/>
              <a:gd name="T7" fmla="*/ 8 h 44"/>
              <a:gd name="T8" fmla="*/ 2 w 156"/>
              <a:gd name="T9" fmla="*/ 16 h 44"/>
              <a:gd name="T10" fmla="*/ 8 w 156"/>
              <a:gd name="T11" fmla="*/ 24 h 44"/>
              <a:gd name="T12" fmla="*/ 12 w 156"/>
              <a:gd name="T13" fmla="*/ 32 h 44"/>
              <a:gd name="T14" fmla="*/ 20 w 156"/>
              <a:gd name="T15" fmla="*/ 36 h 44"/>
              <a:gd name="T16" fmla="*/ 26 w 156"/>
              <a:gd name="T17" fmla="*/ 40 h 44"/>
              <a:gd name="T18" fmla="*/ 36 w 156"/>
              <a:gd name="T19" fmla="*/ 44 h 44"/>
              <a:gd name="T20" fmla="*/ 44 w 156"/>
              <a:gd name="T21" fmla="*/ 44 h 44"/>
              <a:gd name="T22" fmla="*/ 112 w 156"/>
              <a:gd name="T23" fmla="*/ 44 h 44"/>
              <a:gd name="T24" fmla="*/ 112 w 156"/>
              <a:gd name="T25" fmla="*/ 44 h 44"/>
              <a:gd name="T26" fmla="*/ 120 w 156"/>
              <a:gd name="T27" fmla="*/ 44 h 44"/>
              <a:gd name="T28" fmla="*/ 128 w 156"/>
              <a:gd name="T29" fmla="*/ 40 h 44"/>
              <a:gd name="T30" fmla="*/ 136 w 156"/>
              <a:gd name="T31" fmla="*/ 36 h 44"/>
              <a:gd name="T32" fmla="*/ 142 w 156"/>
              <a:gd name="T33" fmla="*/ 32 h 44"/>
              <a:gd name="T34" fmla="*/ 148 w 156"/>
              <a:gd name="T35" fmla="*/ 24 h 44"/>
              <a:gd name="T36" fmla="*/ 152 w 156"/>
              <a:gd name="T37" fmla="*/ 16 h 44"/>
              <a:gd name="T38" fmla="*/ 156 w 156"/>
              <a:gd name="T39" fmla="*/ 8 h 44"/>
              <a:gd name="T40" fmla="*/ 156 w 156"/>
              <a:gd name="T41" fmla="*/ 0 h 44"/>
              <a:gd name="T42" fmla="*/ 156 w 156"/>
              <a:gd name="T43"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56" h="44">
                <a:moveTo>
                  <a:pt x="156" y="0"/>
                </a:moveTo>
                <a:lnTo>
                  <a:pt x="0" y="0"/>
                </a:lnTo>
                <a:lnTo>
                  <a:pt x="0" y="0"/>
                </a:lnTo>
                <a:lnTo>
                  <a:pt x="0" y="8"/>
                </a:lnTo>
                <a:lnTo>
                  <a:pt x="2" y="16"/>
                </a:lnTo>
                <a:lnTo>
                  <a:pt x="8" y="24"/>
                </a:lnTo>
                <a:lnTo>
                  <a:pt x="12" y="32"/>
                </a:lnTo>
                <a:lnTo>
                  <a:pt x="20" y="36"/>
                </a:lnTo>
                <a:lnTo>
                  <a:pt x="26" y="40"/>
                </a:lnTo>
                <a:lnTo>
                  <a:pt x="36" y="44"/>
                </a:lnTo>
                <a:lnTo>
                  <a:pt x="44" y="44"/>
                </a:lnTo>
                <a:lnTo>
                  <a:pt x="112" y="44"/>
                </a:lnTo>
                <a:lnTo>
                  <a:pt x="112" y="44"/>
                </a:lnTo>
                <a:lnTo>
                  <a:pt x="120" y="44"/>
                </a:lnTo>
                <a:lnTo>
                  <a:pt x="128" y="40"/>
                </a:lnTo>
                <a:lnTo>
                  <a:pt x="136" y="36"/>
                </a:lnTo>
                <a:lnTo>
                  <a:pt x="142" y="32"/>
                </a:lnTo>
                <a:lnTo>
                  <a:pt x="148" y="24"/>
                </a:lnTo>
                <a:lnTo>
                  <a:pt x="152" y="16"/>
                </a:lnTo>
                <a:lnTo>
                  <a:pt x="156" y="8"/>
                </a:lnTo>
                <a:lnTo>
                  <a:pt x="156" y="0"/>
                </a:lnTo>
                <a:lnTo>
                  <a:pt x="156" y="0"/>
                </a:lnTo>
                <a:close/>
              </a:path>
            </a:pathLst>
          </a:custGeom>
          <a:solidFill>
            <a:srgbClr val="FAA67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9" name="Freeform 317"/>
          <p:cNvSpPr/>
          <p:nvPr>
            <p:custDataLst>
              <p:tags r:id="rId109"/>
            </p:custDataLst>
          </p:nvPr>
        </p:nvSpPr>
        <p:spPr bwMode="auto">
          <a:xfrm>
            <a:off x="3226411" y="3988211"/>
            <a:ext cx="202765" cy="230807"/>
          </a:xfrm>
          <a:custGeom>
            <a:avLst/>
            <a:gdLst>
              <a:gd name="T0" fmla="*/ 188 w 188"/>
              <a:gd name="T1" fmla="*/ 214 h 214"/>
              <a:gd name="T2" fmla="*/ 0 w 188"/>
              <a:gd name="T3" fmla="*/ 214 h 214"/>
              <a:gd name="T4" fmla="*/ 0 w 188"/>
              <a:gd name="T5" fmla="*/ 0 h 214"/>
              <a:gd name="T6" fmla="*/ 188 w 188"/>
              <a:gd name="T7" fmla="*/ 2 h 214"/>
              <a:gd name="T8" fmla="*/ 188 w 188"/>
              <a:gd name="T9" fmla="*/ 214 h 214"/>
            </a:gdLst>
            <a:ahLst/>
            <a:cxnLst>
              <a:cxn ang="0">
                <a:pos x="T0" y="T1"/>
              </a:cxn>
              <a:cxn ang="0">
                <a:pos x="T2" y="T3"/>
              </a:cxn>
              <a:cxn ang="0">
                <a:pos x="T4" y="T5"/>
              </a:cxn>
              <a:cxn ang="0">
                <a:pos x="T6" y="T7"/>
              </a:cxn>
              <a:cxn ang="0">
                <a:pos x="T8" y="T9"/>
              </a:cxn>
            </a:cxnLst>
            <a:rect l="0" t="0" r="r" b="b"/>
            <a:pathLst>
              <a:path w="188" h="214">
                <a:moveTo>
                  <a:pt x="188" y="214"/>
                </a:moveTo>
                <a:lnTo>
                  <a:pt x="0" y="214"/>
                </a:lnTo>
                <a:lnTo>
                  <a:pt x="0" y="0"/>
                </a:lnTo>
                <a:lnTo>
                  <a:pt x="188" y="2"/>
                </a:lnTo>
                <a:lnTo>
                  <a:pt x="188" y="214"/>
                </a:lnTo>
                <a:close/>
              </a:path>
            </a:pathLst>
          </a:custGeom>
          <a:solidFill>
            <a:srgbClr val="DC5126"/>
          </a:solidFill>
          <a:ln>
            <a:noFill/>
          </a:ln>
        </p:spPr>
        <p:txBody>
          <a:bodyPr vert="horz" wrap="square" lIns="91440" tIns="45720" rIns="91440" bIns="45720" numCol="1" anchor="t" anchorCtr="0" compatLnSpc="1"/>
          <a:lstStyle/>
          <a:p>
            <a:endParaRPr lang="zh-CN" altLang="en-US"/>
          </a:p>
        </p:txBody>
      </p:sp>
      <p:sp>
        <p:nvSpPr>
          <p:cNvPr id="110" name="Freeform 318"/>
          <p:cNvSpPr/>
          <p:nvPr>
            <p:custDataLst>
              <p:tags r:id="rId110"/>
            </p:custDataLst>
          </p:nvPr>
        </p:nvSpPr>
        <p:spPr bwMode="auto">
          <a:xfrm>
            <a:off x="2529675" y="3684063"/>
            <a:ext cx="213551" cy="230807"/>
          </a:xfrm>
          <a:custGeom>
            <a:avLst/>
            <a:gdLst>
              <a:gd name="T0" fmla="*/ 0 w 198"/>
              <a:gd name="T1" fmla="*/ 214 h 214"/>
              <a:gd name="T2" fmla="*/ 0 w 198"/>
              <a:gd name="T3" fmla="*/ 214 h 214"/>
              <a:gd name="T4" fmla="*/ 0 w 198"/>
              <a:gd name="T5" fmla="*/ 208 h 214"/>
              <a:gd name="T6" fmla="*/ 4 w 198"/>
              <a:gd name="T7" fmla="*/ 190 h 214"/>
              <a:gd name="T8" fmla="*/ 12 w 198"/>
              <a:gd name="T9" fmla="*/ 164 h 214"/>
              <a:gd name="T10" fmla="*/ 20 w 198"/>
              <a:gd name="T11" fmla="*/ 148 h 214"/>
              <a:gd name="T12" fmla="*/ 28 w 198"/>
              <a:gd name="T13" fmla="*/ 132 h 214"/>
              <a:gd name="T14" fmla="*/ 38 w 198"/>
              <a:gd name="T15" fmla="*/ 116 h 214"/>
              <a:gd name="T16" fmla="*/ 52 w 198"/>
              <a:gd name="T17" fmla="*/ 98 h 214"/>
              <a:gd name="T18" fmla="*/ 68 w 198"/>
              <a:gd name="T19" fmla="*/ 80 h 214"/>
              <a:gd name="T20" fmla="*/ 86 w 198"/>
              <a:gd name="T21" fmla="*/ 62 h 214"/>
              <a:gd name="T22" fmla="*/ 108 w 198"/>
              <a:gd name="T23" fmla="*/ 46 h 214"/>
              <a:gd name="T24" fmla="*/ 134 w 198"/>
              <a:gd name="T25" fmla="*/ 30 h 214"/>
              <a:gd name="T26" fmla="*/ 164 w 198"/>
              <a:gd name="T27" fmla="*/ 14 h 214"/>
              <a:gd name="T28" fmla="*/ 198 w 198"/>
              <a:gd name="T29" fmla="*/ 0 h 214"/>
              <a:gd name="T30" fmla="*/ 198 w 198"/>
              <a:gd name="T31" fmla="*/ 214 h 214"/>
              <a:gd name="T32" fmla="*/ 0 w 198"/>
              <a:gd name="T33" fmla="*/ 214 h 214"/>
              <a:gd name="T34" fmla="*/ 0 w 198"/>
              <a:gd name="T35" fmla="*/ 214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8" h="214">
                <a:moveTo>
                  <a:pt x="0" y="214"/>
                </a:moveTo>
                <a:lnTo>
                  <a:pt x="0" y="214"/>
                </a:lnTo>
                <a:lnTo>
                  <a:pt x="0" y="208"/>
                </a:lnTo>
                <a:lnTo>
                  <a:pt x="4" y="190"/>
                </a:lnTo>
                <a:lnTo>
                  <a:pt x="12" y="164"/>
                </a:lnTo>
                <a:lnTo>
                  <a:pt x="20" y="148"/>
                </a:lnTo>
                <a:lnTo>
                  <a:pt x="28" y="132"/>
                </a:lnTo>
                <a:lnTo>
                  <a:pt x="38" y="116"/>
                </a:lnTo>
                <a:lnTo>
                  <a:pt x="52" y="98"/>
                </a:lnTo>
                <a:lnTo>
                  <a:pt x="68" y="80"/>
                </a:lnTo>
                <a:lnTo>
                  <a:pt x="86" y="62"/>
                </a:lnTo>
                <a:lnTo>
                  <a:pt x="108" y="46"/>
                </a:lnTo>
                <a:lnTo>
                  <a:pt x="134" y="30"/>
                </a:lnTo>
                <a:lnTo>
                  <a:pt x="164" y="14"/>
                </a:lnTo>
                <a:lnTo>
                  <a:pt x="198" y="0"/>
                </a:lnTo>
                <a:lnTo>
                  <a:pt x="198" y="214"/>
                </a:lnTo>
                <a:lnTo>
                  <a:pt x="0" y="214"/>
                </a:lnTo>
                <a:lnTo>
                  <a:pt x="0" y="214"/>
                </a:lnTo>
                <a:close/>
              </a:path>
            </a:pathLst>
          </a:custGeom>
          <a:solidFill>
            <a:srgbClr val="ACACAC">
              <a:lumMod val="20000"/>
              <a:lumOff val="80000"/>
            </a:srgbClr>
          </a:solidFill>
          <a:ln>
            <a:noFill/>
          </a:ln>
        </p:spPr>
        <p:txBody>
          <a:bodyPr vert="horz" wrap="square" lIns="91440" tIns="45720" rIns="91440" bIns="45720" numCol="1" anchor="t" anchorCtr="0" compatLnSpc="1"/>
          <a:lstStyle/>
          <a:p>
            <a:endParaRPr lang="zh-CN" altLang="en-US"/>
          </a:p>
        </p:txBody>
      </p:sp>
      <p:sp>
        <p:nvSpPr>
          <p:cNvPr id="111" name="Freeform 320"/>
          <p:cNvSpPr/>
          <p:nvPr>
            <p:custDataLst>
              <p:tags r:id="rId111"/>
            </p:custDataLst>
          </p:nvPr>
        </p:nvSpPr>
        <p:spPr bwMode="auto">
          <a:xfrm>
            <a:off x="4283378" y="4247060"/>
            <a:ext cx="478871" cy="478871"/>
          </a:xfrm>
          <a:custGeom>
            <a:avLst/>
            <a:gdLst>
              <a:gd name="T0" fmla="*/ 0 w 444"/>
              <a:gd name="T1" fmla="*/ 222 h 444"/>
              <a:gd name="T2" fmla="*/ 4 w 444"/>
              <a:gd name="T3" fmla="*/ 266 h 444"/>
              <a:gd name="T4" fmla="*/ 16 w 444"/>
              <a:gd name="T5" fmla="*/ 308 h 444"/>
              <a:gd name="T6" fmla="*/ 38 w 444"/>
              <a:gd name="T7" fmla="*/ 346 h 444"/>
              <a:gd name="T8" fmla="*/ 64 w 444"/>
              <a:gd name="T9" fmla="*/ 378 h 444"/>
              <a:gd name="T10" fmla="*/ 98 w 444"/>
              <a:gd name="T11" fmla="*/ 406 h 444"/>
              <a:gd name="T12" fmla="*/ 134 w 444"/>
              <a:gd name="T13" fmla="*/ 426 h 444"/>
              <a:gd name="T14" fmla="*/ 176 w 444"/>
              <a:gd name="T15" fmla="*/ 440 h 444"/>
              <a:gd name="T16" fmla="*/ 222 w 444"/>
              <a:gd name="T17" fmla="*/ 444 h 444"/>
              <a:gd name="T18" fmla="*/ 244 w 444"/>
              <a:gd name="T19" fmla="*/ 442 h 444"/>
              <a:gd name="T20" fmla="*/ 288 w 444"/>
              <a:gd name="T21" fmla="*/ 434 h 444"/>
              <a:gd name="T22" fmla="*/ 328 w 444"/>
              <a:gd name="T23" fmla="*/ 416 h 444"/>
              <a:gd name="T24" fmla="*/ 362 w 444"/>
              <a:gd name="T25" fmla="*/ 392 h 444"/>
              <a:gd name="T26" fmla="*/ 392 w 444"/>
              <a:gd name="T27" fmla="*/ 362 h 444"/>
              <a:gd name="T28" fmla="*/ 416 w 444"/>
              <a:gd name="T29" fmla="*/ 328 h 444"/>
              <a:gd name="T30" fmla="*/ 434 w 444"/>
              <a:gd name="T31" fmla="*/ 288 h 444"/>
              <a:gd name="T32" fmla="*/ 442 w 444"/>
              <a:gd name="T33" fmla="*/ 244 h 444"/>
              <a:gd name="T34" fmla="*/ 444 w 444"/>
              <a:gd name="T35" fmla="*/ 222 h 444"/>
              <a:gd name="T36" fmla="*/ 438 w 444"/>
              <a:gd name="T37" fmla="*/ 178 h 444"/>
              <a:gd name="T38" fmla="*/ 426 w 444"/>
              <a:gd name="T39" fmla="*/ 136 h 444"/>
              <a:gd name="T40" fmla="*/ 406 w 444"/>
              <a:gd name="T41" fmla="*/ 98 h 444"/>
              <a:gd name="T42" fmla="*/ 378 w 444"/>
              <a:gd name="T43" fmla="*/ 64 h 444"/>
              <a:gd name="T44" fmla="*/ 346 w 444"/>
              <a:gd name="T45" fmla="*/ 38 h 444"/>
              <a:gd name="T46" fmla="*/ 308 w 444"/>
              <a:gd name="T47" fmla="*/ 18 h 444"/>
              <a:gd name="T48" fmla="*/ 266 w 444"/>
              <a:gd name="T49" fmla="*/ 4 h 444"/>
              <a:gd name="T50" fmla="*/ 222 w 444"/>
              <a:gd name="T51" fmla="*/ 0 h 444"/>
              <a:gd name="T52" fmla="*/ 198 w 444"/>
              <a:gd name="T53" fmla="*/ 0 h 444"/>
              <a:gd name="T54" fmla="*/ 156 w 444"/>
              <a:gd name="T55" fmla="*/ 10 h 444"/>
              <a:gd name="T56" fmla="*/ 116 w 444"/>
              <a:gd name="T57" fmla="*/ 26 h 444"/>
              <a:gd name="T58" fmla="*/ 80 w 444"/>
              <a:gd name="T59" fmla="*/ 50 h 444"/>
              <a:gd name="T60" fmla="*/ 50 w 444"/>
              <a:gd name="T61" fmla="*/ 80 h 444"/>
              <a:gd name="T62" fmla="*/ 26 w 444"/>
              <a:gd name="T63" fmla="*/ 116 h 444"/>
              <a:gd name="T64" fmla="*/ 10 w 444"/>
              <a:gd name="T65" fmla="*/ 156 h 444"/>
              <a:gd name="T66" fmla="*/ 0 w 444"/>
              <a:gd name="T67" fmla="*/ 198 h 444"/>
              <a:gd name="T68" fmla="*/ 0 w 444"/>
              <a:gd name="T69" fmla="*/ 222 h 4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43" h="443">
                <a:moveTo>
                  <a:pt x="0" y="222"/>
                </a:moveTo>
                <a:lnTo>
                  <a:pt x="0" y="222"/>
                </a:lnTo>
                <a:lnTo>
                  <a:pt x="0" y="244"/>
                </a:lnTo>
                <a:lnTo>
                  <a:pt x="4" y="266"/>
                </a:lnTo>
                <a:lnTo>
                  <a:pt x="10" y="288"/>
                </a:lnTo>
                <a:lnTo>
                  <a:pt x="16" y="308"/>
                </a:lnTo>
                <a:lnTo>
                  <a:pt x="26" y="328"/>
                </a:lnTo>
                <a:lnTo>
                  <a:pt x="38" y="346"/>
                </a:lnTo>
                <a:lnTo>
                  <a:pt x="50" y="362"/>
                </a:lnTo>
                <a:lnTo>
                  <a:pt x="64" y="378"/>
                </a:lnTo>
                <a:lnTo>
                  <a:pt x="80" y="392"/>
                </a:lnTo>
                <a:lnTo>
                  <a:pt x="98" y="406"/>
                </a:lnTo>
                <a:lnTo>
                  <a:pt x="116" y="416"/>
                </a:lnTo>
                <a:lnTo>
                  <a:pt x="134" y="426"/>
                </a:lnTo>
                <a:lnTo>
                  <a:pt x="156" y="434"/>
                </a:lnTo>
                <a:lnTo>
                  <a:pt x="176" y="440"/>
                </a:lnTo>
                <a:lnTo>
                  <a:pt x="198" y="442"/>
                </a:lnTo>
                <a:lnTo>
                  <a:pt x="222" y="444"/>
                </a:lnTo>
                <a:lnTo>
                  <a:pt x="222" y="444"/>
                </a:lnTo>
                <a:lnTo>
                  <a:pt x="244" y="442"/>
                </a:lnTo>
                <a:lnTo>
                  <a:pt x="266" y="440"/>
                </a:lnTo>
                <a:lnTo>
                  <a:pt x="288" y="434"/>
                </a:lnTo>
                <a:lnTo>
                  <a:pt x="308" y="426"/>
                </a:lnTo>
                <a:lnTo>
                  <a:pt x="328" y="416"/>
                </a:lnTo>
                <a:lnTo>
                  <a:pt x="346" y="406"/>
                </a:lnTo>
                <a:lnTo>
                  <a:pt x="362" y="392"/>
                </a:lnTo>
                <a:lnTo>
                  <a:pt x="378" y="378"/>
                </a:lnTo>
                <a:lnTo>
                  <a:pt x="392" y="362"/>
                </a:lnTo>
                <a:lnTo>
                  <a:pt x="406" y="346"/>
                </a:lnTo>
                <a:lnTo>
                  <a:pt x="416" y="328"/>
                </a:lnTo>
                <a:lnTo>
                  <a:pt x="426" y="308"/>
                </a:lnTo>
                <a:lnTo>
                  <a:pt x="434" y="288"/>
                </a:lnTo>
                <a:lnTo>
                  <a:pt x="438" y="266"/>
                </a:lnTo>
                <a:lnTo>
                  <a:pt x="442" y="244"/>
                </a:lnTo>
                <a:lnTo>
                  <a:pt x="444" y="222"/>
                </a:lnTo>
                <a:lnTo>
                  <a:pt x="444" y="222"/>
                </a:lnTo>
                <a:lnTo>
                  <a:pt x="442" y="200"/>
                </a:lnTo>
                <a:lnTo>
                  <a:pt x="438" y="178"/>
                </a:lnTo>
                <a:lnTo>
                  <a:pt x="434" y="156"/>
                </a:lnTo>
                <a:lnTo>
                  <a:pt x="426" y="136"/>
                </a:lnTo>
                <a:lnTo>
                  <a:pt x="416" y="116"/>
                </a:lnTo>
                <a:lnTo>
                  <a:pt x="406" y="98"/>
                </a:lnTo>
                <a:lnTo>
                  <a:pt x="392" y="80"/>
                </a:lnTo>
                <a:lnTo>
                  <a:pt x="378" y="64"/>
                </a:lnTo>
                <a:lnTo>
                  <a:pt x="362" y="50"/>
                </a:lnTo>
                <a:lnTo>
                  <a:pt x="346" y="38"/>
                </a:lnTo>
                <a:lnTo>
                  <a:pt x="328" y="26"/>
                </a:lnTo>
                <a:lnTo>
                  <a:pt x="308" y="18"/>
                </a:lnTo>
                <a:lnTo>
                  <a:pt x="288" y="10"/>
                </a:lnTo>
                <a:lnTo>
                  <a:pt x="266" y="4"/>
                </a:lnTo>
                <a:lnTo>
                  <a:pt x="244" y="0"/>
                </a:lnTo>
                <a:lnTo>
                  <a:pt x="222" y="0"/>
                </a:lnTo>
                <a:lnTo>
                  <a:pt x="222" y="0"/>
                </a:lnTo>
                <a:lnTo>
                  <a:pt x="198" y="0"/>
                </a:lnTo>
                <a:lnTo>
                  <a:pt x="176" y="4"/>
                </a:lnTo>
                <a:lnTo>
                  <a:pt x="156" y="10"/>
                </a:lnTo>
                <a:lnTo>
                  <a:pt x="136" y="18"/>
                </a:lnTo>
                <a:lnTo>
                  <a:pt x="116" y="26"/>
                </a:lnTo>
                <a:lnTo>
                  <a:pt x="98" y="38"/>
                </a:lnTo>
                <a:lnTo>
                  <a:pt x="80" y="50"/>
                </a:lnTo>
                <a:lnTo>
                  <a:pt x="64" y="64"/>
                </a:lnTo>
                <a:lnTo>
                  <a:pt x="50" y="80"/>
                </a:lnTo>
                <a:lnTo>
                  <a:pt x="38" y="98"/>
                </a:lnTo>
                <a:lnTo>
                  <a:pt x="26" y="116"/>
                </a:lnTo>
                <a:lnTo>
                  <a:pt x="16" y="136"/>
                </a:lnTo>
                <a:lnTo>
                  <a:pt x="10" y="156"/>
                </a:lnTo>
                <a:lnTo>
                  <a:pt x="4" y="176"/>
                </a:lnTo>
                <a:lnTo>
                  <a:pt x="0" y="198"/>
                </a:lnTo>
                <a:lnTo>
                  <a:pt x="0" y="222"/>
                </a:lnTo>
                <a:lnTo>
                  <a:pt x="0" y="222"/>
                </a:lnTo>
                <a:close/>
              </a:path>
            </a:pathLst>
          </a:custGeom>
          <a:solidFill>
            <a:srgbClr val="FFFFFF">
              <a:lumMod val="50000"/>
            </a:srgbClr>
          </a:solidFill>
          <a:ln>
            <a:noFill/>
          </a:ln>
        </p:spPr>
        <p:txBody>
          <a:bodyPr vert="horz" wrap="square" lIns="91440" tIns="45720" rIns="91440" bIns="45720" numCol="1" anchor="t" anchorCtr="0" compatLnSpc="1"/>
          <a:lstStyle/>
          <a:p>
            <a:endParaRPr lang="zh-CN" altLang="en-US"/>
          </a:p>
        </p:txBody>
      </p:sp>
      <p:sp>
        <p:nvSpPr>
          <p:cNvPr id="112" name="Freeform 321"/>
          <p:cNvSpPr/>
          <p:nvPr>
            <p:custDataLst>
              <p:tags r:id="rId112"/>
            </p:custDataLst>
          </p:nvPr>
        </p:nvSpPr>
        <p:spPr bwMode="auto">
          <a:xfrm>
            <a:off x="3532715" y="5351482"/>
            <a:ext cx="470243" cy="213551"/>
          </a:xfrm>
          <a:custGeom>
            <a:avLst/>
            <a:gdLst>
              <a:gd name="T0" fmla="*/ 28 w 436"/>
              <a:gd name="T1" fmla="*/ 196 h 198"/>
              <a:gd name="T2" fmla="*/ 204 w 436"/>
              <a:gd name="T3" fmla="*/ 198 h 198"/>
              <a:gd name="T4" fmla="*/ 296 w 436"/>
              <a:gd name="T5" fmla="*/ 168 h 198"/>
              <a:gd name="T6" fmla="*/ 296 w 436"/>
              <a:gd name="T7" fmla="*/ 198 h 198"/>
              <a:gd name="T8" fmla="*/ 434 w 436"/>
              <a:gd name="T9" fmla="*/ 198 h 198"/>
              <a:gd name="T10" fmla="*/ 436 w 436"/>
              <a:gd name="T11" fmla="*/ 0 h 198"/>
              <a:gd name="T12" fmla="*/ 254 w 436"/>
              <a:gd name="T13" fmla="*/ 0 h 198"/>
              <a:gd name="T14" fmla="*/ 204 w 436"/>
              <a:gd name="T15" fmla="*/ 72 h 198"/>
              <a:gd name="T16" fmla="*/ 40 w 436"/>
              <a:gd name="T17" fmla="*/ 108 h 198"/>
              <a:gd name="T18" fmla="*/ 40 w 436"/>
              <a:gd name="T19" fmla="*/ 108 h 198"/>
              <a:gd name="T20" fmla="*/ 16 w 436"/>
              <a:gd name="T21" fmla="*/ 116 h 198"/>
              <a:gd name="T22" fmla="*/ 8 w 436"/>
              <a:gd name="T23" fmla="*/ 120 h 198"/>
              <a:gd name="T24" fmla="*/ 4 w 436"/>
              <a:gd name="T25" fmla="*/ 126 h 198"/>
              <a:gd name="T26" fmla="*/ 2 w 436"/>
              <a:gd name="T27" fmla="*/ 134 h 198"/>
              <a:gd name="T28" fmla="*/ 0 w 436"/>
              <a:gd name="T29" fmla="*/ 142 h 198"/>
              <a:gd name="T30" fmla="*/ 0 w 436"/>
              <a:gd name="T31" fmla="*/ 168 h 198"/>
              <a:gd name="T32" fmla="*/ 0 w 436"/>
              <a:gd name="T33" fmla="*/ 168 h 198"/>
              <a:gd name="T34" fmla="*/ 2 w 436"/>
              <a:gd name="T35" fmla="*/ 180 h 198"/>
              <a:gd name="T36" fmla="*/ 8 w 436"/>
              <a:gd name="T37" fmla="*/ 188 h 198"/>
              <a:gd name="T38" fmla="*/ 18 w 436"/>
              <a:gd name="T39" fmla="*/ 194 h 198"/>
              <a:gd name="T40" fmla="*/ 28 w 436"/>
              <a:gd name="T41" fmla="*/ 196 h 198"/>
              <a:gd name="T42" fmla="*/ 28 w 436"/>
              <a:gd name="T43" fmla="*/ 196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36" h="198">
                <a:moveTo>
                  <a:pt x="28" y="196"/>
                </a:moveTo>
                <a:lnTo>
                  <a:pt x="204" y="198"/>
                </a:lnTo>
                <a:lnTo>
                  <a:pt x="296" y="168"/>
                </a:lnTo>
                <a:lnTo>
                  <a:pt x="296" y="198"/>
                </a:lnTo>
                <a:lnTo>
                  <a:pt x="434" y="198"/>
                </a:lnTo>
                <a:lnTo>
                  <a:pt x="436" y="0"/>
                </a:lnTo>
                <a:lnTo>
                  <a:pt x="254" y="0"/>
                </a:lnTo>
                <a:lnTo>
                  <a:pt x="204" y="72"/>
                </a:lnTo>
                <a:lnTo>
                  <a:pt x="40" y="108"/>
                </a:lnTo>
                <a:lnTo>
                  <a:pt x="40" y="108"/>
                </a:lnTo>
                <a:lnTo>
                  <a:pt x="16" y="116"/>
                </a:lnTo>
                <a:lnTo>
                  <a:pt x="8" y="120"/>
                </a:lnTo>
                <a:lnTo>
                  <a:pt x="4" y="126"/>
                </a:lnTo>
                <a:lnTo>
                  <a:pt x="2" y="134"/>
                </a:lnTo>
                <a:lnTo>
                  <a:pt x="0" y="142"/>
                </a:lnTo>
                <a:lnTo>
                  <a:pt x="0" y="168"/>
                </a:lnTo>
                <a:lnTo>
                  <a:pt x="0" y="168"/>
                </a:lnTo>
                <a:lnTo>
                  <a:pt x="2" y="180"/>
                </a:lnTo>
                <a:lnTo>
                  <a:pt x="8" y="188"/>
                </a:lnTo>
                <a:lnTo>
                  <a:pt x="18" y="194"/>
                </a:lnTo>
                <a:lnTo>
                  <a:pt x="28" y="196"/>
                </a:lnTo>
                <a:lnTo>
                  <a:pt x="28" y="196"/>
                </a:lnTo>
                <a:close/>
              </a:path>
            </a:pathLst>
          </a:custGeom>
          <a:solidFill>
            <a:srgbClr val="40404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3" name="Freeform 322"/>
          <p:cNvSpPr/>
          <p:nvPr>
            <p:custDataLst>
              <p:tags r:id="rId113"/>
            </p:custDataLst>
          </p:nvPr>
        </p:nvSpPr>
        <p:spPr bwMode="auto">
          <a:xfrm>
            <a:off x="3759209" y="4423941"/>
            <a:ext cx="720463" cy="990097"/>
          </a:xfrm>
          <a:custGeom>
            <a:avLst/>
            <a:gdLst>
              <a:gd name="T0" fmla="*/ 230 w 668"/>
              <a:gd name="T1" fmla="*/ 918 h 918"/>
              <a:gd name="T2" fmla="*/ 0 w 668"/>
              <a:gd name="T3" fmla="*/ 918 h 918"/>
              <a:gd name="T4" fmla="*/ 0 w 668"/>
              <a:gd name="T5" fmla="*/ 228 h 918"/>
              <a:gd name="T6" fmla="*/ 0 w 668"/>
              <a:gd name="T7" fmla="*/ 228 h 918"/>
              <a:gd name="T8" fmla="*/ 2 w 668"/>
              <a:gd name="T9" fmla="*/ 204 h 918"/>
              <a:gd name="T10" fmla="*/ 4 w 668"/>
              <a:gd name="T11" fmla="*/ 182 h 918"/>
              <a:gd name="T12" fmla="*/ 10 w 668"/>
              <a:gd name="T13" fmla="*/ 160 h 918"/>
              <a:gd name="T14" fmla="*/ 18 w 668"/>
              <a:gd name="T15" fmla="*/ 138 h 918"/>
              <a:gd name="T16" fmla="*/ 28 w 668"/>
              <a:gd name="T17" fmla="*/ 118 h 918"/>
              <a:gd name="T18" fmla="*/ 38 w 668"/>
              <a:gd name="T19" fmla="*/ 100 h 918"/>
              <a:gd name="T20" fmla="*/ 52 w 668"/>
              <a:gd name="T21" fmla="*/ 82 h 918"/>
              <a:gd name="T22" fmla="*/ 66 w 668"/>
              <a:gd name="T23" fmla="*/ 66 h 918"/>
              <a:gd name="T24" fmla="*/ 84 w 668"/>
              <a:gd name="T25" fmla="*/ 52 h 918"/>
              <a:gd name="T26" fmla="*/ 100 w 668"/>
              <a:gd name="T27" fmla="*/ 38 h 918"/>
              <a:gd name="T28" fmla="*/ 120 w 668"/>
              <a:gd name="T29" fmla="*/ 26 h 918"/>
              <a:gd name="T30" fmla="*/ 140 w 668"/>
              <a:gd name="T31" fmla="*/ 18 h 918"/>
              <a:gd name="T32" fmla="*/ 160 w 668"/>
              <a:gd name="T33" fmla="*/ 10 h 918"/>
              <a:gd name="T34" fmla="*/ 182 w 668"/>
              <a:gd name="T35" fmla="*/ 4 h 918"/>
              <a:gd name="T36" fmla="*/ 204 w 668"/>
              <a:gd name="T37" fmla="*/ 0 h 918"/>
              <a:gd name="T38" fmla="*/ 228 w 668"/>
              <a:gd name="T39" fmla="*/ 0 h 918"/>
              <a:gd name="T40" fmla="*/ 668 w 668"/>
              <a:gd name="T41" fmla="*/ 0 h 918"/>
              <a:gd name="T42" fmla="*/ 668 w 668"/>
              <a:gd name="T43" fmla="*/ 230 h 918"/>
              <a:gd name="T44" fmla="*/ 230 w 668"/>
              <a:gd name="T45" fmla="*/ 230 h 918"/>
              <a:gd name="T46" fmla="*/ 230 w 668"/>
              <a:gd name="T47" fmla="*/ 918 h 9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68" h="918">
                <a:moveTo>
                  <a:pt x="230" y="918"/>
                </a:moveTo>
                <a:lnTo>
                  <a:pt x="0" y="918"/>
                </a:lnTo>
                <a:lnTo>
                  <a:pt x="0" y="228"/>
                </a:lnTo>
                <a:lnTo>
                  <a:pt x="0" y="228"/>
                </a:lnTo>
                <a:lnTo>
                  <a:pt x="2" y="204"/>
                </a:lnTo>
                <a:lnTo>
                  <a:pt x="4" y="182"/>
                </a:lnTo>
                <a:lnTo>
                  <a:pt x="10" y="160"/>
                </a:lnTo>
                <a:lnTo>
                  <a:pt x="18" y="138"/>
                </a:lnTo>
                <a:lnTo>
                  <a:pt x="28" y="118"/>
                </a:lnTo>
                <a:lnTo>
                  <a:pt x="38" y="100"/>
                </a:lnTo>
                <a:lnTo>
                  <a:pt x="52" y="82"/>
                </a:lnTo>
                <a:lnTo>
                  <a:pt x="66" y="66"/>
                </a:lnTo>
                <a:lnTo>
                  <a:pt x="84" y="52"/>
                </a:lnTo>
                <a:lnTo>
                  <a:pt x="100" y="38"/>
                </a:lnTo>
                <a:lnTo>
                  <a:pt x="120" y="26"/>
                </a:lnTo>
                <a:lnTo>
                  <a:pt x="140" y="18"/>
                </a:lnTo>
                <a:lnTo>
                  <a:pt x="160" y="10"/>
                </a:lnTo>
                <a:lnTo>
                  <a:pt x="182" y="4"/>
                </a:lnTo>
                <a:lnTo>
                  <a:pt x="204" y="0"/>
                </a:lnTo>
                <a:lnTo>
                  <a:pt x="228" y="0"/>
                </a:lnTo>
                <a:lnTo>
                  <a:pt x="668" y="0"/>
                </a:lnTo>
                <a:lnTo>
                  <a:pt x="668" y="230"/>
                </a:lnTo>
                <a:lnTo>
                  <a:pt x="230" y="230"/>
                </a:lnTo>
                <a:lnTo>
                  <a:pt x="230" y="918"/>
                </a:lnTo>
                <a:close/>
              </a:path>
            </a:pathLst>
          </a:custGeom>
          <a:solidFill>
            <a:srgbClr val="FFFFFF">
              <a:lumMod val="50000"/>
            </a:srgbClr>
          </a:solidFill>
          <a:ln>
            <a:noFill/>
          </a:ln>
        </p:spPr>
        <p:txBody>
          <a:bodyPr vert="horz" wrap="square" lIns="91440" tIns="45720" rIns="91440" bIns="45720" numCol="1" anchor="t" anchorCtr="0" compatLnSpc="1"/>
          <a:lstStyle/>
          <a:p>
            <a:endParaRPr lang="zh-CN" altLang="en-US"/>
          </a:p>
        </p:txBody>
      </p:sp>
      <p:sp>
        <p:nvSpPr>
          <p:cNvPr id="114" name="Freeform 323"/>
          <p:cNvSpPr/>
          <p:nvPr>
            <p:custDataLst>
              <p:tags r:id="rId114"/>
            </p:custDataLst>
          </p:nvPr>
        </p:nvSpPr>
        <p:spPr bwMode="auto">
          <a:xfrm>
            <a:off x="4214351" y="3632293"/>
            <a:ext cx="142367" cy="314933"/>
          </a:xfrm>
          <a:custGeom>
            <a:avLst/>
            <a:gdLst>
              <a:gd name="T0" fmla="*/ 72 w 132"/>
              <a:gd name="T1" fmla="*/ 0 h 292"/>
              <a:gd name="T2" fmla="*/ 72 w 132"/>
              <a:gd name="T3" fmla="*/ 0 h 292"/>
              <a:gd name="T4" fmla="*/ 70 w 132"/>
              <a:gd name="T5" fmla="*/ 2 h 292"/>
              <a:gd name="T6" fmla="*/ 62 w 132"/>
              <a:gd name="T7" fmla="*/ 8 h 292"/>
              <a:gd name="T8" fmla="*/ 50 w 132"/>
              <a:gd name="T9" fmla="*/ 22 h 292"/>
              <a:gd name="T10" fmla="*/ 36 w 132"/>
              <a:gd name="T11" fmla="*/ 42 h 292"/>
              <a:gd name="T12" fmla="*/ 30 w 132"/>
              <a:gd name="T13" fmla="*/ 56 h 292"/>
              <a:gd name="T14" fmla="*/ 22 w 132"/>
              <a:gd name="T15" fmla="*/ 72 h 292"/>
              <a:gd name="T16" fmla="*/ 16 w 132"/>
              <a:gd name="T17" fmla="*/ 92 h 292"/>
              <a:gd name="T18" fmla="*/ 10 w 132"/>
              <a:gd name="T19" fmla="*/ 114 h 292"/>
              <a:gd name="T20" fmla="*/ 6 w 132"/>
              <a:gd name="T21" fmla="*/ 138 h 292"/>
              <a:gd name="T22" fmla="*/ 2 w 132"/>
              <a:gd name="T23" fmla="*/ 168 h 292"/>
              <a:gd name="T24" fmla="*/ 0 w 132"/>
              <a:gd name="T25" fmla="*/ 198 h 292"/>
              <a:gd name="T26" fmla="*/ 0 w 132"/>
              <a:gd name="T27" fmla="*/ 234 h 292"/>
              <a:gd name="T28" fmla="*/ 0 w 132"/>
              <a:gd name="T29" fmla="*/ 234 h 292"/>
              <a:gd name="T30" fmla="*/ 0 w 132"/>
              <a:gd name="T31" fmla="*/ 262 h 292"/>
              <a:gd name="T32" fmla="*/ 6 w 132"/>
              <a:gd name="T33" fmla="*/ 280 h 292"/>
              <a:gd name="T34" fmla="*/ 8 w 132"/>
              <a:gd name="T35" fmla="*/ 286 h 292"/>
              <a:gd name="T36" fmla="*/ 12 w 132"/>
              <a:gd name="T37" fmla="*/ 290 h 292"/>
              <a:gd name="T38" fmla="*/ 16 w 132"/>
              <a:gd name="T39" fmla="*/ 292 h 292"/>
              <a:gd name="T40" fmla="*/ 20 w 132"/>
              <a:gd name="T41" fmla="*/ 292 h 292"/>
              <a:gd name="T42" fmla="*/ 24 w 132"/>
              <a:gd name="T43" fmla="*/ 292 h 292"/>
              <a:gd name="T44" fmla="*/ 30 w 132"/>
              <a:gd name="T45" fmla="*/ 290 h 292"/>
              <a:gd name="T46" fmla="*/ 42 w 132"/>
              <a:gd name="T47" fmla="*/ 282 h 292"/>
              <a:gd name="T48" fmla="*/ 54 w 132"/>
              <a:gd name="T49" fmla="*/ 270 h 292"/>
              <a:gd name="T50" fmla="*/ 66 w 132"/>
              <a:gd name="T51" fmla="*/ 256 h 292"/>
              <a:gd name="T52" fmla="*/ 90 w 132"/>
              <a:gd name="T53" fmla="*/ 222 h 292"/>
              <a:gd name="T54" fmla="*/ 110 w 132"/>
              <a:gd name="T55" fmla="*/ 186 h 292"/>
              <a:gd name="T56" fmla="*/ 132 w 132"/>
              <a:gd name="T57" fmla="*/ 150 h 292"/>
              <a:gd name="T58" fmla="*/ 72 w 132"/>
              <a:gd name="T59" fmla="*/ 0 h 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32" h="292">
                <a:moveTo>
                  <a:pt x="72" y="0"/>
                </a:moveTo>
                <a:lnTo>
                  <a:pt x="72" y="0"/>
                </a:lnTo>
                <a:lnTo>
                  <a:pt x="70" y="2"/>
                </a:lnTo>
                <a:lnTo>
                  <a:pt x="62" y="8"/>
                </a:lnTo>
                <a:lnTo>
                  <a:pt x="50" y="22"/>
                </a:lnTo>
                <a:lnTo>
                  <a:pt x="36" y="42"/>
                </a:lnTo>
                <a:lnTo>
                  <a:pt x="30" y="56"/>
                </a:lnTo>
                <a:lnTo>
                  <a:pt x="22" y="72"/>
                </a:lnTo>
                <a:lnTo>
                  <a:pt x="16" y="92"/>
                </a:lnTo>
                <a:lnTo>
                  <a:pt x="10" y="114"/>
                </a:lnTo>
                <a:lnTo>
                  <a:pt x="6" y="138"/>
                </a:lnTo>
                <a:lnTo>
                  <a:pt x="2" y="168"/>
                </a:lnTo>
                <a:lnTo>
                  <a:pt x="0" y="198"/>
                </a:lnTo>
                <a:lnTo>
                  <a:pt x="0" y="234"/>
                </a:lnTo>
                <a:lnTo>
                  <a:pt x="0" y="234"/>
                </a:lnTo>
                <a:lnTo>
                  <a:pt x="0" y="262"/>
                </a:lnTo>
                <a:lnTo>
                  <a:pt x="6" y="280"/>
                </a:lnTo>
                <a:lnTo>
                  <a:pt x="8" y="286"/>
                </a:lnTo>
                <a:lnTo>
                  <a:pt x="12" y="290"/>
                </a:lnTo>
                <a:lnTo>
                  <a:pt x="16" y="292"/>
                </a:lnTo>
                <a:lnTo>
                  <a:pt x="20" y="292"/>
                </a:lnTo>
                <a:lnTo>
                  <a:pt x="24" y="292"/>
                </a:lnTo>
                <a:lnTo>
                  <a:pt x="30" y="290"/>
                </a:lnTo>
                <a:lnTo>
                  <a:pt x="42" y="282"/>
                </a:lnTo>
                <a:lnTo>
                  <a:pt x="54" y="270"/>
                </a:lnTo>
                <a:lnTo>
                  <a:pt x="66" y="256"/>
                </a:lnTo>
                <a:lnTo>
                  <a:pt x="90" y="222"/>
                </a:lnTo>
                <a:lnTo>
                  <a:pt x="110" y="186"/>
                </a:lnTo>
                <a:lnTo>
                  <a:pt x="132" y="150"/>
                </a:lnTo>
                <a:lnTo>
                  <a:pt x="72" y="0"/>
                </a:lnTo>
                <a:close/>
              </a:path>
            </a:pathLst>
          </a:custGeom>
          <a:solidFill>
            <a:srgbClr val="4EAEE6">
              <a:lumMod val="75000"/>
              <a:lumOff val="25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 name="Freeform 324"/>
          <p:cNvSpPr/>
          <p:nvPr>
            <p:custDataLst>
              <p:tags r:id="rId115"/>
            </p:custDataLst>
          </p:nvPr>
        </p:nvSpPr>
        <p:spPr bwMode="auto">
          <a:xfrm>
            <a:off x="4320047" y="3317360"/>
            <a:ext cx="248064" cy="627709"/>
          </a:xfrm>
          <a:custGeom>
            <a:avLst/>
            <a:gdLst>
              <a:gd name="T0" fmla="*/ 0 w 230"/>
              <a:gd name="T1" fmla="*/ 582 h 582"/>
              <a:gd name="T2" fmla="*/ 228 w 230"/>
              <a:gd name="T3" fmla="*/ 582 h 582"/>
              <a:gd name="T4" fmla="*/ 230 w 230"/>
              <a:gd name="T5" fmla="*/ 0 h 582"/>
              <a:gd name="T6" fmla="*/ 0 w 230"/>
              <a:gd name="T7" fmla="*/ 0 h 582"/>
              <a:gd name="T8" fmla="*/ 0 w 230"/>
              <a:gd name="T9" fmla="*/ 582 h 582"/>
            </a:gdLst>
            <a:ahLst/>
            <a:cxnLst>
              <a:cxn ang="0">
                <a:pos x="T0" y="T1"/>
              </a:cxn>
              <a:cxn ang="0">
                <a:pos x="T2" y="T3"/>
              </a:cxn>
              <a:cxn ang="0">
                <a:pos x="T4" y="T5"/>
              </a:cxn>
              <a:cxn ang="0">
                <a:pos x="T6" y="T7"/>
              </a:cxn>
              <a:cxn ang="0">
                <a:pos x="T8" y="T9"/>
              </a:cxn>
            </a:cxnLst>
            <a:rect l="0" t="0" r="r" b="b"/>
            <a:pathLst>
              <a:path w="230" h="582">
                <a:moveTo>
                  <a:pt x="0" y="582"/>
                </a:moveTo>
                <a:lnTo>
                  <a:pt x="228" y="582"/>
                </a:lnTo>
                <a:lnTo>
                  <a:pt x="230" y="0"/>
                </a:lnTo>
                <a:lnTo>
                  <a:pt x="0" y="0"/>
                </a:lnTo>
                <a:lnTo>
                  <a:pt x="0" y="582"/>
                </a:lnTo>
                <a:close/>
              </a:path>
            </a:pathLst>
          </a:custGeom>
          <a:solidFill>
            <a:srgbClr val="FAA67A">
              <a:lumMod val="90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6" name="Freeform 325"/>
          <p:cNvSpPr/>
          <p:nvPr>
            <p:custDataLst>
              <p:tags r:id="rId116"/>
            </p:custDataLst>
          </p:nvPr>
        </p:nvSpPr>
        <p:spPr bwMode="auto">
          <a:xfrm>
            <a:off x="3992172" y="2866532"/>
            <a:ext cx="157467" cy="450829"/>
          </a:xfrm>
          <a:custGeom>
            <a:avLst/>
            <a:gdLst>
              <a:gd name="T0" fmla="*/ 146 w 146"/>
              <a:gd name="T1" fmla="*/ 0 h 418"/>
              <a:gd name="T2" fmla="*/ 146 w 146"/>
              <a:gd name="T3" fmla="*/ 418 h 418"/>
              <a:gd name="T4" fmla="*/ 38 w 146"/>
              <a:gd name="T5" fmla="*/ 418 h 418"/>
              <a:gd name="T6" fmla="*/ 38 w 146"/>
              <a:gd name="T7" fmla="*/ 418 h 418"/>
              <a:gd name="T8" fmla="*/ 28 w 146"/>
              <a:gd name="T9" fmla="*/ 418 h 418"/>
              <a:gd name="T10" fmla="*/ 20 w 146"/>
              <a:gd name="T11" fmla="*/ 414 h 418"/>
              <a:gd name="T12" fmla="*/ 12 w 146"/>
              <a:gd name="T13" fmla="*/ 408 h 418"/>
              <a:gd name="T14" fmla="*/ 6 w 146"/>
              <a:gd name="T15" fmla="*/ 402 h 418"/>
              <a:gd name="T16" fmla="*/ 2 w 146"/>
              <a:gd name="T17" fmla="*/ 394 h 418"/>
              <a:gd name="T18" fmla="*/ 0 w 146"/>
              <a:gd name="T19" fmla="*/ 384 h 418"/>
              <a:gd name="T20" fmla="*/ 0 w 146"/>
              <a:gd name="T21" fmla="*/ 374 h 418"/>
              <a:gd name="T22" fmla="*/ 2 w 146"/>
              <a:gd name="T23" fmla="*/ 366 h 418"/>
              <a:gd name="T24" fmla="*/ 146 w 146"/>
              <a:gd name="T25" fmla="*/ 0 h 4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6" h="418">
                <a:moveTo>
                  <a:pt x="146" y="0"/>
                </a:moveTo>
                <a:lnTo>
                  <a:pt x="146" y="418"/>
                </a:lnTo>
                <a:lnTo>
                  <a:pt x="38" y="418"/>
                </a:lnTo>
                <a:lnTo>
                  <a:pt x="38" y="418"/>
                </a:lnTo>
                <a:lnTo>
                  <a:pt x="28" y="418"/>
                </a:lnTo>
                <a:lnTo>
                  <a:pt x="20" y="414"/>
                </a:lnTo>
                <a:lnTo>
                  <a:pt x="12" y="408"/>
                </a:lnTo>
                <a:lnTo>
                  <a:pt x="6" y="402"/>
                </a:lnTo>
                <a:lnTo>
                  <a:pt x="2" y="394"/>
                </a:lnTo>
                <a:lnTo>
                  <a:pt x="0" y="384"/>
                </a:lnTo>
                <a:lnTo>
                  <a:pt x="0" y="374"/>
                </a:lnTo>
                <a:lnTo>
                  <a:pt x="2" y="366"/>
                </a:lnTo>
                <a:lnTo>
                  <a:pt x="146" y="0"/>
                </a:lnTo>
                <a:close/>
              </a:path>
            </a:pathLst>
          </a:custGeom>
          <a:solidFill>
            <a:srgbClr val="FAA67A">
              <a:lumMod val="50000"/>
              <a:lumOff val="50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7" name="Freeform 326"/>
          <p:cNvSpPr/>
          <p:nvPr>
            <p:custDataLst>
              <p:tags r:id="rId117"/>
            </p:custDataLst>
          </p:nvPr>
        </p:nvSpPr>
        <p:spPr bwMode="auto">
          <a:xfrm>
            <a:off x="4080613" y="2728479"/>
            <a:ext cx="677321" cy="679479"/>
          </a:xfrm>
          <a:custGeom>
            <a:avLst/>
            <a:gdLst>
              <a:gd name="T0" fmla="*/ 628 w 628"/>
              <a:gd name="T1" fmla="*/ 316 h 630"/>
              <a:gd name="T2" fmla="*/ 622 w 628"/>
              <a:gd name="T3" fmla="*/ 380 h 630"/>
              <a:gd name="T4" fmla="*/ 604 w 628"/>
              <a:gd name="T5" fmla="*/ 438 h 630"/>
              <a:gd name="T6" fmla="*/ 576 w 628"/>
              <a:gd name="T7" fmla="*/ 492 h 630"/>
              <a:gd name="T8" fmla="*/ 536 w 628"/>
              <a:gd name="T9" fmla="*/ 538 h 630"/>
              <a:gd name="T10" fmla="*/ 490 w 628"/>
              <a:gd name="T11" fmla="*/ 576 h 630"/>
              <a:gd name="T12" fmla="*/ 436 w 628"/>
              <a:gd name="T13" fmla="*/ 606 h 630"/>
              <a:gd name="T14" fmla="*/ 378 w 628"/>
              <a:gd name="T15" fmla="*/ 624 h 630"/>
              <a:gd name="T16" fmla="*/ 314 w 628"/>
              <a:gd name="T17" fmla="*/ 630 h 630"/>
              <a:gd name="T18" fmla="*/ 282 w 628"/>
              <a:gd name="T19" fmla="*/ 628 h 630"/>
              <a:gd name="T20" fmla="*/ 220 w 628"/>
              <a:gd name="T21" fmla="*/ 616 h 630"/>
              <a:gd name="T22" fmla="*/ 164 w 628"/>
              <a:gd name="T23" fmla="*/ 592 h 630"/>
              <a:gd name="T24" fmla="*/ 114 w 628"/>
              <a:gd name="T25" fmla="*/ 558 h 630"/>
              <a:gd name="T26" fmla="*/ 72 w 628"/>
              <a:gd name="T27" fmla="*/ 516 h 630"/>
              <a:gd name="T28" fmla="*/ 38 w 628"/>
              <a:gd name="T29" fmla="*/ 466 h 630"/>
              <a:gd name="T30" fmla="*/ 14 w 628"/>
              <a:gd name="T31" fmla="*/ 408 h 630"/>
              <a:gd name="T32" fmla="*/ 2 w 628"/>
              <a:gd name="T33" fmla="*/ 348 h 630"/>
              <a:gd name="T34" fmla="*/ 0 w 628"/>
              <a:gd name="T35" fmla="*/ 316 h 630"/>
              <a:gd name="T36" fmla="*/ 6 w 628"/>
              <a:gd name="T37" fmla="*/ 252 h 630"/>
              <a:gd name="T38" fmla="*/ 24 w 628"/>
              <a:gd name="T39" fmla="*/ 192 h 630"/>
              <a:gd name="T40" fmla="*/ 54 w 628"/>
              <a:gd name="T41" fmla="*/ 140 h 630"/>
              <a:gd name="T42" fmla="*/ 92 w 628"/>
              <a:gd name="T43" fmla="*/ 92 h 630"/>
              <a:gd name="T44" fmla="*/ 138 w 628"/>
              <a:gd name="T45" fmla="*/ 54 h 630"/>
              <a:gd name="T46" fmla="*/ 192 w 628"/>
              <a:gd name="T47" fmla="*/ 26 h 630"/>
              <a:gd name="T48" fmla="*/ 250 w 628"/>
              <a:gd name="T49" fmla="*/ 8 h 630"/>
              <a:gd name="T50" fmla="*/ 314 w 628"/>
              <a:gd name="T51" fmla="*/ 0 h 630"/>
              <a:gd name="T52" fmla="*/ 346 w 628"/>
              <a:gd name="T53" fmla="*/ 2 h 630"/>
              <a:gd name="T54" fmla="*/ 408 w 628"/>
              <a:gd name="T55" fmla="*/ 14 h 630"/>
              <a:gd name="T56" fmla="*/ 464 w 628"/>
              <a:gd name="T57" fmla="*/ 38 h 630"/>
              <a:gd name="T58" fmla="*/ 514 w 628"/>
              <a:gd name="T59" fmla="*/ 72 h 630"/>
              <a:gd name="T60" fmla="*/ 558 w 628"/>
              <a:gd name="T61" fmla="*/ 116 h 630"/>
              <a:gd name="T62" fmla="*/ 592 w 628"/>
              <a:gd name="T63" fmla="*/ 166 h 630"/>
              <a:gd name="T64" fmla="*/ 614 w 628"/>
              <a:gd name="T65" fmla="*/ 222 h 630"/>
              <a:gd name="T66" fmla="*/ 628 w 628"/>
              <a:gd name="T67" fmla="*/ 284 h 630"/>
              <a:gd name="T68" fmla="*/ 628 w 628"/>
              <a:gd name="T69" fmla="*/ 316 h 6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28" h="630">
                <a:moveTo>
                  <a:pt x="628" y="316"/>
                </a:moveTo>
                <a:lnTo>
                  <a:pt x="628" y="316"/>
                </a:lnTo>
                <a:lnTo>
                  <a:pt x="628" y="348"/>
                </a:lnTo>
                <a:lnTo>
                  <a:pt x="622" y="380"/>
                </a:lnTo>
                <a:lnTo>
                  <a:pt x="614" y="410"/>
                </a:lnTo>
                <a:lnTo>
                  <a:pt x="604" y="438"/>
                </a:lnTo>
                <a:lnTo>
                  <a:pt x="590" y="466"/>
                </a:lnTo>
                <a:lnTo>
                  <a:pt x="576" y="492"/>
                </a:lnTo>
                <a:lnTo>
                  <a:pt x="556" y="516"/>
                </a:lnTo>
                <a:lnTo>
                  <a:pt x="536" y="538"/>
                </a:lnTo>
                <a:lnTo>
                  <a:pt x="514" y="558"/>
                </a:lnTo>
                <a:lnTo>
                  <a:pt x="490" y="576"/>
                </a:lnTo>
                <a:lnTo>
                  <a:pt x="464" y="592"/>
                </a:lnTo>
                <a:lnTo>
                  <a:pt x="436" y="606"/>
                </a:lnTo>
                <a:lnTo>
                  <a:pt x="408" y="616"/>
                </a:lnTo>
                <a:lnTo>
                  <a:pt x="378" y="624"/>
                </a:lnTo>
                <a:lnTo>
                  <a:pt x="346" y="628"/>
                </a:lnTo>
                <a:lnTo>
                  <a:pt x="314" y="630"/>
                </a:lnTo>
                <a:lnTo>
                  <a:pt x="314" y="630"/>
                </a:lnTo>
                <a:lnTo>
                  <a:pt x="282" y="628"/>
                </a:lnTo>
                <a:lnTo>
                  <a:pt x="250" y="624"/>
                </a:lnTo>
                <a:lnTo>
                  <a:pt x="220" y="616"/>
                </a:lnTo>
                <a:lnTo>
                  <a:pt x="192" y="606"/>
                </a:lnTo>
                <a:lnTo>
                  <a:pt x="164" y="592"/>
                </a:lnTo>
                <a:lnTo>
                  <a:pt x="138" y="576"/>
                </a:lnTo>
                <a:lnTo>
                  <a:pt x="114" y="558"/>
                </a:lnTo>
                <a:lnTo>
                  <a:pt x="92" y="538"/>
                </a:lnTo>
                <a:lnTo>
                  <a:pt x="72" y="516"/>
                </a:lnTo>
                <a:lnTo>
                  <a:pt x="54" y="492"/>
                </a:lnTo>
                <a:lnTo>
                  <a:pt x="38" y="466"/>
                </a:lnTo>
                <a:lnTo>
                  <a:pt x="24" y="438"/>
                </a:lnTo>
                <a:lnTo>
                  <a:pt x="14" y="408"/>
                </a:lnTo>
                <a:lnTo>
                  <a:pt x="6" y="378"/>
                </a:lnTo>
                <a:lnTo>
                  <a:pt x="2" y="348"/>
                </a:lnTo>
                <a:lnTo>
                  <a:pt x="0" y="316"/>
                </a:lnTo>
                <a:lnTo>
                  <a:pt x="0" y="316"/>
                </a:lnTo>
                <a:lnTo>
                  <a:pt x="2" y="284"/>
                </a:lnTo>
                <a:lnTo>
                  <a:pt x="6" y="252"/>
                </a:lnTo>
                <a:lnTo>
                  <a:pt x="14" y="222"/>
                </a:lnTo>
                <a:lnTo>
                  <a:pt x="24" y="192"/>
                </a:lnTo>
                <a:lnTo>
                  <a:pt x="38" y="166"/>
                </a:lnTo>
                <a:lnTo>
                  <a:pt x="54" y="140"/>
                </a:lnTo>
                <a:lnTo>
                  <a:pt x="72" y="116"/>
                </a:lnTo>
                <a:lnTo>
                  <a:pt x="92" y="92"/>
                </a:lnTo>
                <a:lnTo>
                  <a:pt x="114" y="72"/>
                </a:lnTo>
                <a:lnTo>
                  <a:pt x="138" y="54"/>
                </a:lnTo>
                <a:lnTo>
                  <a:pt x="164" y="38"/>
                </a:lnTo>
                <a:lnTo>
                  <a:pt x="192" y="26"/>
                </a:lnTo>
                <a:lnTo>
                  <a:pt x="220" y="14"/>
                </a:lnTo>
                <a:lnTo>
                  <a:pt x="250" y="8"/>
                </a:lnTo>
                <a:lnTo>
                  <a:pt x="282" y="2"/>
                </a:lnTo>
                <a:lnTo>
                  <a:pt x="314" y="0"/>
                </a:lnTo>
                <a:lnTo>
                  <a:pt x="314" y="0"/>
                </a:lnTo>
                <a:lnTo>
                  <a:pt x="346" y="2"/>
                </a:lnTo>
                <a:lnTo>
                  <a:pt x="378" y="8"/>
                </a:lnTo>
                <a:lnTo>
                  <a:pt x="408" y="14"/>
                </a:lnTo>
                <a:lnTo>
                  <a:pt x="436" y="26"/>
                </a:lnTo>
                <a:lnTo>
                  <a:pt x="464" y="38"/>
                </a:lnTo>
                <a:lnTo>
                  <a:pt x="490" y="54"/>
                </a:lnTo>
                <a:lnTo>
                  <a:pt x="514" y="72"/>
                </a:lnTo>
                <a:lnTo>
                  <a:pt x="536" y="94"/>
                </a:lnTo>
                <a:lnTo>
                  <a:pt x="558" y="116"/>
                </a:lnTo>
                <a:lnTo>
                  <a:pt x="576" y="140"/>
                </a:lnTo>
                <a:lnTo>
                  <a:pt x="592" y="166"/>
                </a:lnTo>
                <a:lnTo>
                  <a:pt x="604" y="194"/>
                </a:lnTo>
                <a:lnTo>
                  <a:pt x="614" y="222"/>
                </a:lnTo>
                <a:lnTo>
                  <a:pt x="622" y="252"/>
                </a:lnTo>
                <a:lnTo>
                  <a:pt x="628" y="284"/>
                </a:lnTo>
                <a:lnTo>
                  <a:pt x="628" y="316"/>
                </a:lnTo>
                <a:lnTo>
                  <a:pt x="628" y="316"/>
                </a:lnTo>
                <a:close/>
              </a:path>
            </a:pathLst>
          </a:custGeom>
          <a:solidFill>
            <a:srgbClr val="CE885B">
              <a:lumMod val="50000"/>
              <a:lumOff val="50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8" name="Freeform 327"/>
          <p:cNvSpPr/>
          <p:nvPr>
            <p:custDataLst>
              <p:tags r:id="rId118"/>
            </p:custDataLst>
          </p:nvPr>
        </p:nvSpPr>
        <p:spPr bwMode="auto">
          <a:xfrm>
            <a:off x="4080612" y="3069297"/>
            <a:ext cx="532797" cy="435729"/>
          </a:xfrm>
          <a:custGeom>
            <a:avLst/>
            <a:gdLst>
              <a:gd name="T0" fmla="*/ 102 w 494"/>
              <a:gd name="T1" fmla="*/ 404 h 404"/>
              <a:gd name="T2" fmla="*/ 102 w 494"/>
              <a:gd name="T3" fmla="*/ 404 h 404"/>
              <a:gd name="T4" fmla="*/ 122 w 494"/>
              <a:gd name="T5" fmla="*/ 402 h 404"/>
              <a:gd name="T6" fmla="*/ 148 w 494"/>
              <a:gd name="T7" fmla="*/ 398 h 404"/>
              <a:gd name="T8" fmla="*/ 176 w 494"/>
              <a:gd name="T9" fmla="*/ 390 h 404"/>
              <a:gd name="T10" fmla="*/ 206 w 494"/>
              <a:gd name="T11" fmla="*/ 382 h 404"/>
              <a:gd name="T12" fmla="*/ 270 w 494"/>
              <a:gd name="T13" fmla="*/ 358 h 404"/>
              <a:gd name="T14" fmla="*/ 336 w 494"/>
              <a:gd name="T15" fmla="*/ 332 h 404"/>
              <a:gd name="T16" fmla="*/ 396 w 494"/>
              <a:gd name="T17" fmla="*/ 306 h 404"/>
              <a:gd name="T18" fmla="*/ 446 w 494"/>
              <a:gd name="T19" fmla="*/ 282 h 404"/>
              <a:gd name="T20" fmla="*/ 494 w 494"/>
              <a:gd name="T21" fmla="*/ 260 h 404"/>
              <a:gd name="T22" fmla="*/ 0 w 494"/>
              <a:gd name="T23" fmla="*/ 0 h 404"/>
              <a:gd name="T24" fmla="*/ 0 w 494"/>
              <a:gd name="T25" fmla="*/ 302 h 404"/>
              <a:gd name="T26" fmla="*/ 0 w 494"/>
              <a:gd name="T27" fmla="*/ 302 h 404"/>
              <a:gd name="T28" fmla="*/ 2 w 494"/>
              <a:gd name="T29" fmla="*/ 322 h 404"/>
              <a:gd name="T30" fmla="*/ 8 w 494"/>
              <a:gd name="T31" fmla="*/ 342 h 404"/>
              <a:gd name="T32" fmla="*/ 16 w 494"/>
              <a:gd name="T33" fmla="*/ 360 h 404"/>
              <a:gd name="T34" fmla="*/ 30 w 494"/>
              <a:gd name="T35" fmla="*/ 374 h 404"/>
              <a:gd name="T36" fmla="*/ 44 w 494"/>
              <a:gd name="T37" fmla="*/ 386 h 404"/>
              <a:gd name="T38" fmla="*/ 62 w 494"/>
              <a:gd name="T39" fmla="*/ 396 h 404"/>
              <a:gd name="T40" fmla="*/ 80 w 494"/>
              <a:gd name="T41" fmla="*/ 402 h 404"/>
              <a:gd name="T42" fmla="*/ 102 w 494"/>
              <a:gd name="T43" fmla="*/ 404 h 404"/>
              <a:gd name="T44" fmla="*/ 102 w 494"/>
              <a:gd name="T45" fmla="*/ 404 h 4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93" h="403">
                <a:moveTo>
                  <a:pt x="102" y="404"/>
                </a:moveTo>
                <a:lnTo>
                  <a:pt x="102" y="404"/>
                </a:lnTo>
                <a:lnTo>
                  <a:pt x="122" y="402"/>
                </a:lnTo>
                <a:lnTo>
                  <a:pt x="148" y="398"/>
                </a:lnTo>
                <a:lnTo>
                  <a:pt x="176" y="390"/>
                </a:lnTo>
                <a:lnTo>
                  <a:pt x="206" y="382"/>
                </a:lnTo>
                <a:lnTo>
                  <a:pt x="270" y="358"/>
                </a:lnTo>
                <a:lnTo>
                  <a:pt x="336" y="332"/>
                </a:lnTo>
                <a:lnTo>
                  <a:pt x="396" y="306"/>
                </a:lnTo>
                <a:lnTo>
                  <a:pt x="446" y="282"/>
                </a:lnTo>
                <a:lnTo>
                  <a:pt x="494" y="260"/>
                </a:lnTo>
                <a:lnTo>
                  <a:pt x="0" y="0"/>
                </a:lnTo>
                <a:lnTo>
                  <a:pt x="0" y="302"/>
                </a:lnTo>
                <a:lnTo>
                  <a:pt x="0" y="302"/>
                </a:lnTo>
                <a:lnTo>
                  <a:pt x="2" y="322"/>
                </a:lnTo>
                <a:lnTo>
                  <a:pt x="8" y="342"/>
                </a:lnTo>
                <a:lnTo>
                  <a:pt x="16" y="360"/>
                </a:lnTo>
                <a:lnTo>
                  <a:pt x="30" y="374"/>
                </a:lnTo>
                <a:lnTo>
                  <a:pt x="44" y="386"/>
                </a:lnTo>
                <a:lnTo>
                  <a:pt x="62" y="396"/>
                </a:lnTo>
                <a:lnTo>
                  <a:pt x="80" y="402"/>
                </a:lnTo>
                <a:lnTo>
                  <a:pt x="102" y="404"/>
                </a:lnTo>
                <a:lnTo>
                  <a:pt x="102" y="404"/>
                </a:lnTo>
                <a:close/>
              </a:path>
            </a:pathLst>
          </a:custGeom>
          <a:solidFill>
            <a:srgbClr val="CE885B">
              <a:lumMod val="50000"/>
              <a:lumOff val="50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9" name="Freeform 328"/>
          <p:cNvSpPr/>
          <p:nvPr>
            <p:custDataLst>
              <p:tags r:id="rId119"/>
            </p:custDataLst>
          </p:nvPr>
        </p:nvSpPr>
        <p:spPr bwMode="auto">
          <a:xfrm>
            <a:off x="4132381" y="2728479"/>
            <a:ext cx="625552" cy="651436"/>
          </a:xfrm>
          <a:custGeom>
            <a:avLst/>
            <a:gdLst>
              <a:gd name="T0" fmla="*/ 296 w 580"/>
              <a:gd name="T1" fmla="*/ 2 h 604"/>
              <a:gd name="T2" fmla="*/ 350 w 580"/>
              <a:gd name="T3" fmla="*/ 12 h 604"/>
              <a:gd name="T4" fmla="*/ 400 w 580"/>
              <a:gd name="T5" fmla="*/ 30 h 604"/>
              <a:gd name="T6" fmla="*/ 446 w 580"/>
              <a:gd name="T7" fmla="*/ 58 h 604"/>
              <a:gd name="T8" fmla="*/ 486 w 580"/>
              <a:gd name="T9" fmla="*/ 92 h 604"/>
              <a:gd name="T10" fmla="*/ 522 w 580"/>
              <a:gd name="T11" fmla="*/ 132 h 604"/>
              <a:gd name="T12" fmla="*/ 548 w 580"/>
              <a:gd name="T13" fmla="*/ 178 h 604"/>
              <a:gd name="T14" fmla="*/ 568 w 580"/>
              <a:gd name="T15" fmla="*/ 228 h 604"/>
              <a:gd name="T16" fmla="*/ 580 w 580"/>
              <a:gd name="T17" fmla="*/ 280 h 604"/>
              <a:gd name="T18" fmla="*/ 580 w 580"/>
              <a:gd name="T19" fmla="*/ 304 h 604"/>
              <a:gd name="T20" fmla="*/ 578 w 580"/>
              <a:gd name="T21" fmla="*/ 350 h 604"/>
              <a:gd name="T22" fmla="*/ 568 w 580"/>
              <a:gd name="T23" fmla="*/ 396 h 604"/>
              <a:gd name="T24" fmla="*/ 552 w 580"/>
              <a:gd name="T25" fmla="*/ 440 h 604"/>
              <a:gd name="T26" fmla="*/ 530 w 580"/>
              <a:gd name="T27" fmla="*/ 484 h 604"/>
              <a:gd name="T28" fmla="*/ 500 w 580"/>
              <a:gd name="T29" fmla="*/ 524 h 604"/>
              <a:gd name="T30" fmla="*/ 464 w 580"/>
              <a:gd name="T31" fmla="*/ 560 h 604"/>
              <a:gd name="T32" fmla="*/ 422 w 580"/>
              <a:gd name="T33" fmla="*/ 590 h 604"/>
              <a:gd name="T34" fmla="*/ 326 w 580"/>
              <a:gd name="T35" fmla="*/ 454 h 604"/>
              <a:gd name="T36" fmla="*/ 218 w 580"/>
              <a:gd name="T37" fmla="*/ 420 h 604"/>
              <a:gd name="T38" fmla="*/ 218 w 580"/>
              <a:gd name="T39" fmla="*/ 274 h 604"/>
              <a:gd name="T40" fmla="*/ 216 w 580"/>
              <a:gd name="T41" fmla="*/ 248 h 604"/>
              <a:gd name="T42" fmla="*/ 208 w 580"/>
              <a:gd name="T43" fmla="*/ 224 h 604"/>
              <a:gd name="T44" fmla="*/ 182 w 580"/>
              <a:gd name="T45" fmla="*/ 184 h 604"/>
              <a:gd name="T46" fmla="*/ 142 w 580"/>
              <a:gd name="T47" fmla="*/ 158 h 604"/>
              <a:gd name="T48" fmla="*/ 118 w 580"/>
              <a:gd name="T49" fmla="*/ 150 h 604"/>
              <a:gd name="T50" fmla="*/ 94 w 580"/>
              <a:gd name="T51" fmla="*/ 148 h 604"/>
              <a:gd name="T52" fmla="*/ 0 w 580"/>
              <a:gd name="T53" fmla="*/ 148 h 604"/>
              <a:gd name="T54" fmla="*/ 26 w 580"/>
              <a:gd name="T55" fmla="*/ 114 h 604"/>
              <a:gd name="T56" fmla="*/ 54 w 580"/>
              <a:gd name="T57" fmla="*/ 82 h 604"/>
              <a:gd name="T58" fmla="*/ 88 w 580"/>
              <a:gd name="T59" fmla="*/ 56 h 604"/>
              <a:gd name="T60" fmla="*/ 124 w 580"/>
              <a:gd name="T61" fmla="*/ 34 h 604"/>
              <a:gd name="T62" fmla="*/ 164 w 580"/>
              <a:gd name="T63" fmla="*/ 18 h 604"/>
              <a:gd name="T64" fmla="*/ 206 w 580"/>
              <a:gd name="T65" fmla="*/ 6 h 604"/>
              <a:gd name="T66" fmla="*/ 250 w 580"/>
              <a:gd name="T67" fmla="*/ 2 h 604"/>
              <a:gd name="T68" fmla="*/ 296 w 580"/>
              <a:gd name="T69" fmla="*/ 2 h 6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80" h="604">
                <a:moveTo>
                  <a:pt x="296" y="2"/>
                </a:moveTo>
                <a:lnTo>
                  <a:pt x="296" y="2"/>
                </a:lnTo>
                <a:lnTo>
                  <a:pt x="324" y="6"/>
                </a:lnTo>
                <a:lnTo>
                  <a:pt x="350" y="12"/>
                </a:lnTo>
                <a:lnTo>
                  <a:pt x="376" y="20"/>
                </a:lnTo>
                <a:lnTo>
                  <a:pt x="400" y="30"/>
                </a:lnTo>
                <a:lnTo>
                  <a:pt x="424" y="44"/>
                </a:lnTo>
                <a:lnTo>
                  <a:pt x="446" y="58"/>
                </a:lnTo>
                <a:lnTo>
                  <a:pt x="468" y="74"/>
                </a:lnTo>
                <a:lnTo>
                  <a:pt x="486" y="92"/>
                </a:lnTo>
                <a:lnTo>
                  <a:pt x="506" y="110"/>
                </a:lnTo>
                <a:lnTo>
                  <a:pt x="522" y="132"/>
                </a:lnTo>
                <a:lnTo>
                  <a:pt x="536" y="154"/>
                </a:lnTo>
                <a:lnTo>
                  <a:pt x="548" y="178"/>
                </a:lnTo>
                <a:lnTo>
                  <a:pt x="560" y="202"/>
                </a:lnTo>
                <a:lnTo>
                  <a:pt x="568" y="228"/>
                </a:lnTo>
                <a:lnTo>
                  <a:pt x="574" y="254"/>
                </a:lnTo>
                <a:lnTo>
                  <a:pt x="580" y="280"/>
                </a:lnTo>
                <a:lnTo>
                  <a:pt x="580" y="280"/>
                </a:lnTo>
                <a:lnTo>
                  <a:pt x="580" y="304"/>
                </a:lnTo>
                <a:lnTo>
                  <a:pt x="580" y="326"/>
                </a:lnTo>
                <a:lnTo>
                  <a:pt x="578" y="350"/>
                </a:lnTo>
                <a:lnTo>
                  <a:pt x="574" y="374"/>
                </a:lnTo>
                <a:lnTo>
                  <a:pt x="568" y="396"/>
                </a:lnTo>
                <a:lnTo>
                  <a:pt x="562" y="418"/>
                </a:lnTo>
                <a:lnTo>
                  <a:pt x="552" y="440"/>
                </a:lnTo>
                <a:lnTo>
                  <a:pt x="542" y="462"/>
                </a:lnTo>
                <a:lnTo>
                  <a:pt x="530" y="484"/>
                </a:lnTo>
                <a:lnTo>
                  <a:pt x="516" y="504"/>
                </a:lnTo>
                <a:lnTo>
                  <a:pt x="500" y="524"/>
                </a:lnTo>
                <a:lnTo>
                  <a:pt x="484" y="542"/>
                </a:lnTo>
                <a:lnTo>
                  <a:pt x="464" y="560"/>
                </a:lnTo>
                <a:lnTo>
                  <a:pt x="444" y="576"/>
                </a:lnTo>
                <a:lnTo>
                  <a:pt x="422" y="590"/>
                </a:lnTo>
                <a:lnTo>
                  <a:pt x="400" y="604"/>
                </a:lnTo>
                <a:lnTo>
                  <a:pt x="326" y="454"/>
                </a:lnTo>
                <a:lnTo>
                  <a:pt x="326" y="420"/>
                </a:lnTo>
                <a:lnTo>
                  <a:pt x="218" y="420"/>
                </a:lnTo>
                <a:lnTo>
                  <a:pt x="218" y="274"/>
                </a:lnTo>
                <a:lnTo>
                  <a:pt x="218" y="274"/>
                </a:lnTo>
                <a:lnTo>
                  <a:pt x="218" y="260"/>
                </a:lnTo>
                <a:lnTo>
                  <a:pt x="216" y="248"/>
                </a:lnTo>
                <a:lnTo>
                  <a:pt x="212" y="236"/>
                </a:lnTo>
                <a:lnTo>
                  <a:pt x="208" y="224"/>
                </a:lnTo>
                <a:lnTo>
                  <a:pt x="198" y="204"/>
                </a:lnTo>
                <a:lnTo>
                  <a:pt x="182" y="184"/>
                </a:lnTo>
                <a:lnTo>
                  <a:pt x="164" y="170"/>
                </a:lnTo>
                <a:lnTo>
                  <a:pt x="142" y="158"/>
                </a:lnTo>
                <a:lnTo>
                  <a:pt x="130" y="154"/>
                </a:lnTo>
                <a:lnTo>
                  <a:pt x="118" y="150"/>
                </a:lnTo>
                <a:lnTo>
                  <a:pt x="106" y="148"/>
                </a:lnTo>
                <a:lnTo>
                  <a:pt x="94" y="148"/>
                </a:lnTo>
                <a:lnTo>
                  <a:pt x="0" y="148"/>
                </a:lnTo>
                <a:lnTo>
                  <a:pt x="0" y="148"/>
                </a:lnTo>
                <a:lnTo>
                  <a:pt x="12" y="130"/>
                </a:lnTo>
                <a:lnTo>
                  <a:pt x="26" y="114"/>
                </a:lnTo>
                <a:lnTo>
                  <a:pt x="40" y="98"/>
                </a:lnTo>
                <a:lnTo>
                  <a:pt x="54" y="82"/>
                </a:lnTo>
                <a:lnTo>
                  <a:pt x="70" y="70"/>
                </a:lnTo>
                <a:lnTo>
                  <a:pt x="88" y="56"/>
                </a:lnTo>
                <a:lnTo>
                  <a:pt x="106" y="44"/>
                </a:lnTo>
                <a:lnTo>
                  <a:pt x="124" y="34"/>
                </a:lnTo>
                <a:lnTo>
                  <a:pt x="144" y="26"/>
                </a:lnTo>
                <a:lnTo>
                  <a:pt x="164" y="18"/>
                </a:lnTo>
                <a:lnTo>
                  <a:pt x="184" y="12"/>
                </a:lnTo>
                <a:lnTo>
                  <a:pt x="206" y="6"/>
                </a:lnTo>
                <a:lnTo>
                  <a:pt x="228" y="4"/>
                </a:lnTo>
                <a:lnTo>
                  <a:pt x="250" y="2"/>
                </a:lnTo>
                <a:lnTo>
                  <a:pt x="274" y="0"/>
                </a:lnTo>
                <a:lnTo>
                  <a:pt x="296" y="2"/>
                </a:lnTo>
                <a:lnTo>
                  <a:pt x="296" y="2"/>
                </a:lnTo>
                <a:close/>
              </a:path>
            </a:pathLst>
          </a:custGeom>
          <a:solidFill>
            <a:srgbClr val="CE885B">
              <a:lumMod val="50000"/>
            </a:srgbClr>
          </a:solidFill>
          <a:ln>
            <a:noFill/>
          </a:ln>
        </p:spPr>
        <p:txBody>
          <a:bodyPr vert="horz" wrap="square" lIns="91440" tIns="45720" rIns="91440" bIns="45720" numCol="1" anchor="t" anchorCtr="0" compatLnSpc="1"/>
          <a:lstStyle/>
          <a:p>
            <a:endParaRPr lang="zh-CN" altLang="en-US"/>
          </a:p>
        </p:txBody>
      </p:sp>
      <p:sp>
        <p:nvSpPr>
          <p:cNvPr id="120" name="Freeform 330"/>
          <p:cNvSpPr/>
          <p:nvPr>
            <p:custDataLst>
              <p:tags r:id="rId120"/>
            </p:custDataLst>
          </p:nvPr>
        </p:nvSpPr>
        <p:spPr bwMode="auto">
          <a:xfrm>
            <a:off x="4162581" y="3054197"/>
            <a:ext cx="60399" cy="62555"/>
          </a:xfrm>
          <a:custGeom>
            <a:avLst/>
            <a:gdLst>
              <a:gd name="T0" fmla="*/ 56 w 56"/>
              <a:gd name="T1" fmla="*/ 28 h 58"/>
              <a:gd name="T2" fmla="*/ 56 w 56"/>
              <a:gd name="T3" fmla="*/ 28 h 58"/>
              <a:gd name="T4" fmla="*/ 54 w 56"/>
              <a:gd name="T5" fmla="*/ 40 h 58"/>
              <a:gd name="T6" fmla="*/ 48 w 56"/>
              <a:gd name="T7" fmla="*/ 48 h 58"/>
              <a:gd name="T8" fmla="*/ 40 w 56"/>
              <a:gd name="T9" fmla="*/ 56 h 58"/>
              <a:gd name="T10" fmla="*/ 28 w 56"/>
              <a:gd name="T11" fmla="*/ 58 h 58"/>
              <a:gd name="T12" fmla="*/ 28 w 56"/>
              <a:gd name="T13" fmla="*/ 58 h 58"/>
              <a:gd name="T14" fmla="*/ 16 w 56"/>
              <a:gd name="T15" fmla="*/ 56 h 58"/>
              <a:gd name="T16" fmla="*/ 8 w 56"/>
              <a:gd name="T17" fmla="*/ 48 h 58"/>
              <a:gd name="T18" fmla="*/ 2 w 56"/>
              <a:gd name="T19" fmla="*/ 40 h 58"/>
              <a:gd name="T20" fmla="*/ 0 w 56"/>
              <a:gd name="T21" fmla="*/ 28 h 58"/>
              <a:gd name="T22" fmla="*/ 0 w 56"/>
              <a:gd name="T23" fmla="*/ 28 h 58"/>
              <a:gd name="T24" fmla="*/ 2 w 56"/>
              <a:gd name="T25" fmla="*/ 18 h 58"/>
              <a:gd name="T26" fmla="*/ 8 w 56"/>
              <a:gd name="T27" fmla="*/ 8 h 58"/>
              <a:gd name="T28" fmla="*/ 16 w 56"/>
              <a:gd name="T29" fmla="*/ 2 h 58"/>
              <a:gd name="T30" fmla="*/ 28 w 56"/>
              <a:gd name="T31" fmla="*/ 0 h 58"/>
              <a:gd name="T32" fmla="*/ 28 w 56"/>
              <a:gd name="T33" fmla="*/ 0 h 58"/>
              <a:gd name="T34" fmla="*/ 40 w 56"/>
              <a:gd name="T35" fmla="*/ 2 h 58"/>
              <a:gd name="T36" fmla="*/ 48 w 56"/>
              <a:gd name="T37" fmla="*/ 8 h 58"/>
              <a:gd name="T38" fmla="*/ 54 w 56"/>
              <a:gd name="T39" fmla="*/ 18 h 58"/>
              <a:gd name="T40" fmla="*/ 56 w 56"/>
              <a:gd name="T41" fmla="*/ 28 h 58"/>
              <a:gd name="T42" fmla="*/ 56 w 56"/>
              <a:gd name="T43" fmla="*/ 28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6" h="57">
                <a:moveTo>
                  <a:pt x="56" y="28"/>
                </a:moveTo>
                <a:lnTo>
                  <a:pt x="56" y="28"/>
                </a:lnTo>
                <a:lnTo>
                  <a:pt x="54" y="40"/>
                </a:lnTo>
                <a:lnTo>
                  <a:pt x="48" y="48"/>
                </a:lnTo>
                <a:lnTo>
                  <a:pt x="40" y="56"/>
                </a:lnTo>
                <a:lnTo>
                  <a:pt x="28" y="58"/>
                </a:lnTo>
                <a:lnTo>
                  <a:pt x="28" y="58"/>
                </a:lnTo>
                <a:lnTo>
                  <a:pt x="16" y="56"/>
                </a:lnTo>
                <a:lnTo>
                  <a:pt x="8" y="48"/>
                </a:lnTo>
                <a:lnTo>
                  <a:pt x="2" y="40"/>
                </a:lnTo>
                <a:lnTo>
                  <a:pt x="0" y="28"/>
                </a:lnTo>
                <a:lnTo>
                  <a:pt x="0" y="28"/>
                </a:lnTo>
                <a:lnTo>
                  <a:pt x="2" y="18"/>
                </a:lnTo>
                <a:lnTo>
                  <a:pt x="8" y="8"/>
                </a:lnTo>
                <a:lnTo>
                  <a:pt x="16" y="2"/>
                </a:lnTo>
                <a:lnTo>
                  <a:pt x="28" y="0"/>
                </a:lnTo>
                <a:lnTo>
                  <a:pt x="28" y="0"/>
                </a:lnTo>
                <a:lnTo>
                  <a:pt x="40" y="2"/>
                </a:lnTo>
                <a:lnTo>
                  <a:pt x="48" y="8"/>
                </a:lnTo>
                <a:lnTo>
                  <a:pt x="54" y="18"/>
                </a:lnTo>
                <a:lnTo>
                  <a:pt x="56" y="28"/>
                </a:lnTo>
                <a:lnTo>
                  <a:pt x="56" y="28"/>
                </a:lnTo>
                <a:close/>
              </a:path>
            </a:pathLst>
          </a:custGeom>
          <a:solidFill>
            <a:srgbClr val="CE885B">
              <a:lumMod val="75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1" name="Freeform 331"/>
          <p:cNvSpPr/>
          <p:nvPr>
            <p:custDataLst>
              <p:tags r:id="rId121"/>
            </p:custDataLst>
          </p:nvPr>
        </p:nvSpPr>
        <p:spPr bwMode="auto">
          <a:xfrm>
            <a:off x="4149639" y="3190093"/>
            <a:ext cx="86283" cy="86283"/>
          </a:xfrm>
          <a:custGeom>
            <a:avLst/>
            <a:gdLst>
              <a:gd name="T0" fmla="*/ 80 w 80"/>
              <a:gd name="T1" fmla="*/ 40 h 80"/>
              <a:gd name="T2" fmla="*/ 80 w 80"/>
              <a:gd name="T3" fmla="*/ 40 h 80"/>
              <a:gd name="T4" fmla="*/ 80 w 80"/>
              <a:gd name="T5" fmla="*/ 48 h 80"/>
              <a:gd name="T6" fmla="*/ 76 w 80"/>
              <a:gd name="T7" fmla="*/ 56 h 80"/>
              <a:gd name="T8" fmla="*/ 74 w 80"/>
              <a:gd name="T9" fmla="*/ 62 h 80"/>
              <a:gd name="T10" fmla="*/ 68 w 80"/>
              <a:gd name="T11" fmla="*/ 68 h 80"/>
              <a:gd name="T12" fmla="*/ 62 w 80"/>
              <a:gd name="T13" fmla="*/ 74 h 80"/>
              <a:gd name="T14" fmla="*/ 56 w 80"/>
              <a:gd name="T15" fmla="*/ 76 h 80"/>
              <a:gd name="T16" fmla="*/ 48 w 80"/>
              <a:gd name="T17" fmla="*/ 80 h 80"/>
              <a:gd name="T18" fmla="*/ 40 w 80"/>
              <a:gd name="T19" fmla="*/ 80 h 80"/>
              <a:gd name="T20" fmla="*/ 40 w 80"/>
              <a:gd name="T21" fmla="*/ 80 h 80"/>
              <a:gd name="T22" fmla="*/ 32 w 80"/>
              <a:gd name="T23" fmla="*/ 80 h 80"/>
              <a:gd name="T24" fmla="*/ 24 w 80"/>
              <a:gd name="T25" fmla="*/ 76 h 80"/>
              <a:gd name="T26" fmla="*/ 18 w 80"/>
              <a:gd name="T27" fmla="*/ 74 h 80"/>
              <a:gd name="T28" fmla="*/ 12 w 80"/>
              <a:gd name="T29" fmla="*/ 68 h 80"/>
              <a:gd name="T30" fmla="*/ 6 w 80"/>
              <a:gd name="T31" fmla="*/ 62 h 80"/>
              <a:gd name="T32" fmla="*/ 4 w 80"/>
              <a:gd name="T33" fmla="*/ 56 h 80"/>
              <a:gd name="T34" fmla="*/ 0 w 80"/>
              <a:gd name="T35" fmla="*/ 48 h 80"/>
              <a:gd name="T36" fmla="*/ 0 w 80"/>
              <a:gd name="T37" fmla="*/ 40 h 80"/>
              <a:gd name="T38" fmla="*/ 0 w 80"/>
              <a:gd name="T39" fmla="*/ 40 h 80"/>
              <a:gd name="T40" fmla="*/ 0 w 80"/>
              <a:gd name="T41" fmla="*/ 32 h 80"/>
              <a:gd name="T42" fmla="*/ 4 w 80"/>
              <a:gd name="T43" fmla="*/ 24 h 80"/>
              <a:gd name="T44" fmla="*/ 6 w 80"/>
              <a:gd name="T45" fmla="*/ 18 h 80"/>
              <a:gd name="T46" fmla="*/ 12 w 80"/>
              <a:gd name="T47" fmla="*/ 12 h 80"/>
              <a:gd name="T48" fmla="*/ 18 w 80"/>
              <a:gd name="T49" fmla="*/ 6 h 80"/>
              <a:gd name="T50" fmla="*/ 24 w 80"/>
              <a:gd name="T51" fmla="*/ 2 h 80"/>
              <a:gd name="T52" fmla="*/ 32 w 80"/>
              <a:gd name="T53" fmla="*/ 0 h 80"/>
              <a:gd name="T54" fmla="*/ 40 w 80"/>
              <a:gd name="T55" fmla="*/ 0 h 80"/>
              <a:gd name="T56" fmla="*/ 40 w 80"/>
              <a:gd name="T57" fmla="*/ 0 h 80"/>
              <a:gd name="T58" fmla="*/ 48 w 80"/>
              <a:gd name="T59" fmla="*/ 0 h 80"/>
              <a:gd name="T60" fmla="*/ 56 w 80"/>
              <a:gd name="T61" fmla="*/ 4 h 80"/>
              <a:gd name="T62" fmla="*/ 62 w 80"/>
              <a:gd name="T63" fmla="*/ 6 h 80"/>
              <a:gd name="T64" fmla="*/ 68 w 80"/>
              <a:gd name="T65" fmla="*/ 12 h 80"/>
              <a:gd name="T66" fmla="*/ 74 w 80"/>
              <a:gd name="T67" fmla="*/ 18 h 80"/>
              <a:gd name="T68" fmla="*/ 76 w 80"/>
              <a:gd name="T69" fmla="*/ 24 h 80"/>
              <a:gd name="T70" fmla="*/ 80 w 80"/>
              <a:gd name="T71" fmla="*/ 32 h 80"/>
              <a:gd name="T72" fmla="*/ 80 w 80"/>
              <a:gd name="T73" fmla="*/ 40 h 80"/>
              <a:gd name="T74" fmla="*/ 80 w 80"/>
              <a:gd name="T75" fmla="*/ 4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0" h="80">
                <a:moveTo>
                  <a:pt x="80" y="40"/>
                </a:moveTo>
                <a:lnTo>
                  <a:pt x="80" y="40"/>
                </a:lnTo>
                <a:lnTo>
                  <a:pt x="80" y="48"/>
                </a:lnTo>
                <a:lnTo>
                  <a:pt x="76" y="56"/>
                </a:lnTo>
                <a:lnTo>
                  <a:pt x="74" y="62"/>
                </a:lnTo>
                <a:lnTo>
                  <a:pt x="68" y="68"/>
                </a:lnTo>
                <a:lnTo>
                  <a:pt x="62" y="74"/>
                </a:lnTo>
                <a:lnTo>
                  <a:pt x="56" y="76"/>
                </a:lnTo>
                <a:lnTo>
                  <a:pt x="48" y="80"/>
                </a:lnTo>
                <a:lnTo>
                  <a:pt x="40" y="80"/>
                </a:lnTo>
                <a:lnTo>
                  <a:pt x="40" y="80"/>
                </a:lnTo>
                <a:lnTo>
                  <a:pt x="32" y="80"/>
                </a:lnTo>
                <a:lnTo>
                  <a:pt x="24" y="76"/>
                </a:lnTo>
                <a:lnTo>
                  <a:pt x="18" y="74"/>
                </a:lnTo>
                <a:lnTo>
                  <a:pt x="12" y="68"/>
                </a:lnTo>
                <a:lnTo>
                  <a:pt x="6" y="62"/>
                </a:lnTo>
                <a:lnTo>
                  <a:pt x="4" y="56"/>
                </a:lnTo>
                <a:lnTo>
                  <a:pt x="0" y="48"/>
                </a:lnTo>
                <a:lnTo>
                  <a:pt x="0" y="40"/>
                </a:lnTo>
                <a:lnTo>
                  <a:pt x="0" y="40"/>
                </a:lnTo>
                <a:lnTo>
                  <a:pt x="0" y="32"/>
                </a:lnTo>
                <a:lnTo>
                  <a:pt x="4" y="24"/>
                </a:lnTo>
                <a:lnTo>
                  <a:pt x="6" y="18"/>
                </a:lnTo>
                <a:lnTo>
                  <a:pt x="12" y="12"/>
                </a:lnTo>
                <a:lnTo>
                  <a:pt x="18" y="6"/>
                </a:lnTo>
                <a:lnTo>
                  <a:pt x="24" y="2"/>
                </a:lnTo>
                <a:lnTo>
                  <a:pt x="32" y="0"/>
                </a:lnTo>
                <a:lnTo>
                  <a:pt x="40" y="0"/>
                </a:lnTo>
                <a:lnTo>
                  <a:pt x="40" y="0"/>
                </a:lnTo>
                <a:lnTo>
                  <a:pt x="48" y="0"/>
                </a:lnTo>
                <a:lnTo>
                  <a:pt x="56" y="4"/>
                </a:lnTo>
                <a:lnTo>
                  <a:pt x="62" y="6"/>
                </a:lnTo>
                <a:lnTo>
                  <a:pt x="68" y="12"/>
                </a:lnTo>
                <a:lnTo>
                  <a:pt x="74" y="18"/>
                </a:lnTo>
                <a:lnTo>
                  <a:pt x="76" y="24"/>
                </a:lnTo>
                <a:lnTo>
                  <a:pt x="80" y="32"/>
                </a:lnTo>
                <a:lnTo>
                  <a:pt x="80" y="40"/>
                </a:lnTo>
                <a:lnTo>
                  <a:pt x="80" y="40"/>
                </a:lnTo>
                <a:close/>
              </a:path>
            </a:pathLst>
          </a:custGeom>
          <a:solidFill>
            <a:srgbClr val="FAA67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2" name="Freeform 332"/>
          <p:cNvSpPr/>
          <p:nvPr>
            <p:custDataLst>
              <p:tags r:id="rId122"/>
            </p:custDataLst>
          </p:nvPr>
        </p:nvSpPr>
        <p:spPr bwMode="auto">
          <a:xfrm>
            <a:off x="4084925" y="2728478"/>
            <a:ext cx="360232" cy="159624"/>
          </a:xfrm>
          <a:custGeom>
            <a:avLst/>
            <a:gdLst>
              <a:gd name="T0" fmla="*/ 334 w 334"/>
              <a:gd name="T1" fmla="*/ 0 h 148"/>
              <a:gd name="T2" fmla="*/ 334 w 334"/>
              <a:gd name="T3" fmla="*/ 148 h 148"/>
              <a:gd name="T4" fmla="*/ 44 w 334"/>
              <a:gd name="T5" fmla="*/ 148 h 148"/>
              <a:gd name="T6" fmla="*/ 42 w 334"/>
              <a:gd name="T7" fmla="*/ 148 h 148"/>
              <a:gd name="T8" fmla="*/ 42 w 334"/>
              <a:gd name="T9" fmla="*/ 148 h 148"/>
              <a:gd name="T10" fmla="*/ 30 w 334"/>
              <a:gd name="T11" fmla="*/ 140 h 148"/>
              <a:gd name="T12" fmla="*/ 20 w 334"/>
              <a:gd name="T13" fmla="*/ 130 h 148"/>
              <a:gd name="T14" fmla="*/ 12 w 334"/>
              <a:gd name="T15" fmla="*/ 120 h 148"/>
              <a:gd name="T16" fmla="*/ 6 w 334"/>
              <a:gd name="T17" fmla="*/ 110 h 148"/>
              <a:gd name="T18" fmla="*/ 2 w 334"/>
              <a:gd name="T19" fmla="*/ 98 h 148"/>
              <a:gd name="T20" fmla="*/ 0 w 334"/>
              <a:gd name="T21" fmla="*/ 86 h 148"/>
              <a:gd name="T22" fmla="*/ 0 w 334"/>
              <a:gd name="T23" fmla="*/ 72 h 148"/>
              <a:gd name="T24" fmla="*/ 2 w 334"/>
              <a:gd name="T25" fmla="*/ 60 h 148"/>
              <a:gd name="T26" fmla="*/ 6 w 334"/>
              <a:gd name="T27" fmla="*/ 48 h 148"/>
              <a:gd name="T28" fmla="*/ 12 w 334"/>
              <a:gd name="T29" fmla="*/ 38 h 148"/>
              <a:gd name="T30" fmla="*/ 18 w 334"/>
              <a:gd name="T31" fmla="*/ 28 h 148"/>
              <a:gd name="T32" fmla="*/ 28 w 334"/>
              <a:gd name="T33" fmla="*/ 18 h 148"/>
              <a:gd name="T34" fmla="*/ 38 w 334"/>
              <a:gd name="T35" fmla="*/ 12 h 148"/>
              <a:gd name="T36" fmla="*/ 50 w 334"/>
              <a:gd name="T37" fmla="*/ 6 h 148"/>
              <a:gd name="T38" fmla="*/ 62 w 334"/>
              <a:gd name="T39" fmla="*/ 2 h 148"/>
              <a:gd name="T40" fmla="*/ 78 w 334"/>
              <a:gd name="T41" fmla="*/ 0 h 148"/>
              <a:gd name="T42" fmla="*/ 334 w 334"/>
              <a:gd name="T43" fmla="*/ 0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34" h="148">
                <a:moveTo>
                  <a:pt x="334" y="0"/>
                </a:moveTo>
                <a:lnTo>
                  <a:pt x="334" y="148"/>
                </a:lnTo>
                <a:lnTo>
                  <a:pt x="44" y="148"/>
                </a:lnTo>
                <a:lnTo>
                  <a:pt x="42" y="148"/>
                </a:lnTo>
                <a:lnTo>
                  <a:pt x="42" y="148"/>
                </a:lnTo>
                <a:lnTo>
                  <a:pt x="30" y="140"/>
                </a:lnTo>
                <a:lnTo>
                  <a:pt x="20" y="130"/>
                </a:lnTo>
                <a:lnTo>
                  <a:pt x="12" y="120"/>
                </a:lnTo>
                <a:lnTo>
                  <a:pt x="6" y="110"/>
                </a:lnTo>
                <a:lnTo>
                  <a:pt x="2" y="98"/>
                </a:lnTo>
                <a:lnTo>
                  <a:pt x="0" y="86"/>
                </a:lnTo>
                <a:lnTo>
                  <a:pt x="0" y="72"/>
                </a:lnTo>
                <a:lnTo>
                  <a:pt x="2" y="60"/>
                </a:lnTo>
                <a:lnTo>
                  <a:pt x="6" y="48"/>
                </a:lnTo>
                <a:lnTo>
                  <a:pt x="12" y="38"/>
                </a:lnTo>
                <a:lnTo>
                  <a:pt x="18" y="28"/>
                </a:lnTo>
                <a:lnTo>
                  <a:pt x="28" y="18"/>
                </a:lnTo>
                <a:lnTo>
                  <a:pt x="38" y="12"/>
                </a:lnTo>
                <a:lnTo>
                  <a:pt x="50" y="6"/>
                </a:lnTo>
                <a:lnTo>
                  <a:pt x="62" y="2"/>
                </a:lnTo>
                <a:lnTo>
                  <a:pt x="78" y="0"/>
                </a:lnTo>
                <a:lnTo>
                  <a:pt x="334" y="0"/>
                </a:lnTo>
                <a:close/>
              </a:path>
            </a:pathLst>
          </a:custGeom>
          <a:solidFill>
            <a:srgbClr val="CE885B">
              <a:lumMod val="50000"/>
            </a:srgbClr>
          </a:solidFill>
          <a:ln>
            <a:noFill/>
          </a:ln>
        </p:spPr>
        <p:txBody>
          <a:bodyPr vert="horz" wrap="square" lIns="91440" tIns="45720" rIns="91440" bIns="45720" numCol="1" anchor="t" anchorCtr="0" compatLnSpc="1"/>
          <a:lstStyle/>
          <a:p>
            <a:endParaRPr lang="zh-CN" altLang="en-US"/>
          </a:p>
        </p:txBody>
      </p:sp>
      <p:sp>
        <p:nvSpPr>
          <p:cNvPr id="123" name="Freeform 333"/>
          <p:cNvSpPr/>
          <p:nvPr>
            <p:custDataLst>
              <p:tags r:id="rId123"/>
            </p:custDataLst>
          </p:nvPr>
        </p:nvSpPr>
        <p:spPr bwMode="auto">
          <a:xfrm>
            <a:off x="4287691" y="3539539"/>
            <a:ext cx="317091" cy="295519"/>
          </a:xfrm>
          <a:custGeom>
            <a:avLst/>
            <a:gdLst>
              <a:gd name="T0" fmla="*/ 0 w 294"/>
              <a:gd name="T1" fmla="*/ 172 h 274"/>
              <a:gd name="T2" fmla="*/ 266 w 294"/>
              <a:gd name="T3" fmla="*/ 0 h 274"/>
              <a:gd name="T4" fmla="*/ 294 w 294"/>
              <a:gd name="T5" fmla="*/ 82 h 274"/>
              <a:gd name="T6" fmla="*/ 30 w 294"/>
              <a:gd name="T7" fmla="*/ 274 h 274"/>
              <a:gd name="T8" fmla="*/ 0 w 294"/>
              <a:gd name="T9" fmla="*/ 172 h 274"/>
            </a:gdLst>
            <a:ahLst/>
            <a:cxnLst>
              <a:cxn ang="0">
                <a:pos x="T0" y="T1"/>
              </a:cxn>
              <a:cxn ang="0">
                <a:pos x="T2" y="T3"/>
              </a:cxn>
              <a:cxn ang="0">
                <a:pos x="T4" y="T5"/>
              </a:cxn>
              <a:cxn ang="0">
                <a:pos x="T6" y="T7"/>
              </a:cxn>
              <a:cxn ang="0">
                <a:pos x="T8" y="T9"/>
              </a:cxn>
            </a:cxnLst>
            <a:rect l="0" t="0" r="r" b="b"/>
            <a:pathLst>
              <a:path w="294" h="274">
                <a:moveTo>
                  <a:pt x="0" y="172"/>
                </a:moveTo>
                <a:lnTo>
                  <a:pt x="266" y="0"/>
                </a:lnTo>
                <a:lnTo>
                  <a:pt x="294" y="82"/>
                </a:lnTo>
                <a:lnTo>
                  <a:pt x="30" y="274"/>
                </a:lnTo>
                <a:lnTo>
                  <a:pt x="0" y="172"/>
                </a:lnTo>
                <a:close/>
              </a:path>
            </a:pathLst>
          </a:custGeom>
          <a:solidFill>
            <a:srgbClr val="ACACA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4" name="Freeform 334"/>
          <p:cNvSpPr/>
          <p:nvPr>
            <p:custDataLst>
              <p:tags r:id="rId124"/>
            </p:custDataLst>
          </p:nvPr>
        </p:nvSpPr>
        <p:spPr bwMode="auto">
          <a:xfrm>
            <a:off x="4287691" y="3446785"/>
            <a:ext cx="317091" cy="293363"/>
          </a:xfrm>
          <a:custGeom>
            <a:avLst/>
            <a:gdLst>
              <a:gd name="T0" fmla="*/ 0 w 294"/>
              <a:gd name="T1" fmla="*/ 172 h 272"/>
              <a:gd name="T2" fmla="*/ 266 w 294"/>
              <a:gd name="T3" fmla="*/ 0 h 272"/>
              <a:gd name="T4" fmla="*/ 294 w 294"/>
              <a:gd name="T5" fmla="*/ 82 h 272"/>
              <a:gd name="T6" fmla="*/ 30 w 294"/>
              <a:gd name="T7" fmla="*/ 272 h 272"/>
              <a:gd name="T8" fmla="*/ 0 w 294"/>
              <a:gd name="T9" fmla="*/ 172 h 272"/>
            </a:gdLst>
            <a:ahLst/>
            <a:cxnLst>
              <a:cxn ang="0">
                <a:pos x="T0" y="T1"/>
              </a:cxn>
              <a:cxn ang="0">
                <a:pos x="T2" y="T3"/>
              </a:cxn>
              <a:cxn ang="0">
                <a:pos x="T4" y="T5"/>
              </a:cxn>
              <a:cxn ang="0">
                <a:pos x="T6" y="T7"/>
              </a:cxn>
              <a:cxn ang="0">
                <a:pos x="T8" y="T9"/>
              </a:cxn>
            </a:cxnLst>
            <a:rect l="0" t="0" r="r" b="b"/>
            <a:pathLst>
              <a:path w="294" h="272">
                <a:moveTo>
                  <a:pt x="0" y="172"/>
                </a:moveTo>
                <a:lnTo>
                  <a:pt x="266" y="0"/>
                </a:lnTo>
                <a:lnTo>
                  <a:pt x="294" y="82"/>
                </a:lnTo>
                <a:lnTo>
                  <a:pt x="30" y="272"/>
                </a:lnTo>
                <a:lnTo>
                  <a:pt x="0" y="172"/>
                </a:lnTo>
                <a:close/>
              </a:path>
            </a:pathLst>
          </a:custGeom>
          <a:solidFill>
            <a:srgbClr val="FFFFFF"/>
          </a:solidFill>
          <a:ln>
            <a:noFill/>
          </a:ln>
        </p:spPr>
        <p:txBody>
          <a:bodyPr vert="horz" wrap="square" lIns="91440" tIns="45720" rIns="91440" bIns="45720" numCol="1" anchor="t" anchorCtr="0" compatLnSpc="1"/>
          <a:lstStyle/>
          <a:p>
            <a:endParaRPr lang="zh-CN" altLang="en-US"/>
          </a:p>
        </p:txBody>
      </p:sp>
      <p:sp>
        <p:nvSpPr>
          <p:cNvPr id="125" name="Freeform 335"/>
          <p:cNvSpPr/>
          <p:nvPr>
            <p:custDataLst>
              <p:tags r:id="rId125"/>
            </p:custDataLst>
          </p:nvPr>
        </p:nvSpPr>
        <p:spPr bwMode="auto">
          <a:xfrm>
            <a:off x="3448590" y="4076650"/>
            <a:ext cx="444357" cy="135896"/>
          </a:xfrm>
          <a:custGeom>
            <a:avLst/>
            <a:gdLst>
              <a:gd name="T0" fmla="*/ 366 w 412"/>
              <a:gd name="T1" fmla="*/ 0 h 126"/>
              <a:gd name="T2" fmla="*/ 214 w 412"/>
              <a:gd name="T3" fmla="*/ 0 h 126"/>
              <a:gd name="T4" fmla="*/ 28 w 412"/>
              <a:gd name="T5" fmla="*/ 60 h 126"/>
              <a:gd name="T6" fmla="*/ 28 w 412"/>
              <a:gd name="T7" fmla="*/ 60 h 126"/>
              <a:gd name="T8" fmla="*/ 18 w 412"/>
              <a:gd name="T9" fmla="*/ 70 h 126"/>
              <a:gd name="T10" fmla="*/ 10 w 412"/>
              <a:gd name="T11" fmla="*/ 80 h 126"/>
              <a:gd name="T12" fmla="*/ 2 w 412"/>
              <a:gd name="T13" fmla="*/ 92 h 126"/>
              <a:gd name="T14" fmla="*/ 0 w 412"/>
              <a:gd name="T15" fmla="*/ 98 h 126"/>
              <a:gd name="T16" fmla="*/ 0 w 412"/>
              <a:gd name="T17" fmla="*/ 104 h 126"/>
              <a:gd name="T18" fmla="*/ 2 w 412"/>
              <a:gd name="T19" fmla="*/ 110 h 126"/>
              <a:gd name="T20" fmla="*/ 4 w 412"/>
              <a:gd name="T21" fmla="*/ 114 h 126"/>
              <a:gd name="T22" fmla="*/ 10 w 412"/>
              <a:gd name="T23" fmla="*/ 120 h 126"/>
              <a:gd name="T24" fmla="*/ 20 w 412"/>
              <a:gd name="T25" fmla="*/ 122 h 126"/>
              <a:gd name="T26" fmla="*/ 32 w 412"/>
              <a:gd name="T27" fmla="*/ 124 h 126"/>
              <a:gd name="T28" fmla="*/ 46 w 412"/>
              <a:gd name="T29" fmla="*/ 126 h 126"/>
              <a:gd name="T30" fmla="*/ 46 w 412"/>
              <a:gd name="T31" fmla="*/ 126 h 126"/>
              <a:gd name="T32" fmla="*/ 412 w 412"/>
              <a:gd name="T33" fmla="*/ 126 h 126"/>
              <a:gd name="T34" fmla="*/ 366 w 412"/>
              <a:gd name="T35" fmla="*/ 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12" h="125">
                <a:moveTo>
                  <a:pt x="366" y="0"/>
                </a:moveTo>
                <a:lnTo>
                  <a:pt x="214" y="0"/>
                </a:lnTo>
                <a:lnTo>
                  <a:pt x="28" y="60"/>
                </a:lnTo>
                <a:lnTo>
                  <a:pt x="28" y="60"/>
                </a:lnTo>
                <a:lnTo>
                  <a:pt x="18" y="70"/>
                </a:lnTo>
                <a:lnTo>
                  <a:pt x="10" y="80"/>
                </a:lnTo>
                <a:lnTo>
                  <a:pt x="2" y="92"/>
                </a:lnTo>
                <a:lnTo>
                  <a:pt x="0" y="98"/>
                </a:lnTo>
                <a:lnTo>
                  <a:pt x="0" y="104"/>
                </a:lnTo>
                <a:lnTo>
                  <a:pt x="2" y="110"/>
                </a:lnTo>
                <a:lnTo>
                  <a:pt x="4" y="114"/>
                </a:lnTo>
                <a:lnTo>
                  <a:pt x="10" y="120"/>
                </a:lnTo>
                <a:lnTo>
                  <a:pt x="20" y="122"/>
                </a:lnTo>
                <a:lnTo>
                  <a:pt x="32" y="124"/>
                </a:lnTo>
                <a:lnTo>
                  <a:pt x="46" y="126"/>
                </a:lnTo>
                <a:lnTo>
                  <a:pt x="46" y="126"/>
                </a:lnTo>
                <a:lnTo>
                  <a:pt x="412" y="126"/>
                </a:lnTo>
                <a:lnTo>
                  <a:pt x="366" y="0"/>
                </a:lnTo>
                <a:close/>
              </a:path>
            </a:pathLst>
          </a:custGeom>
          <a:solidFill>
            <a:srgbClr val="CE885B">
              <a:lumMod val="50000"/>
              <a:lumOff val="50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6" name="Freeform 336"/>
          <p:cNvSpPr/>
          <p:nvPr>
            <p:custDataLst>
              <p:tags r:id="rId126"/>
            </p:custDataLst>
          </p:nvPr>
        </p:nvSpPr>
        <p:spPr bwMode="auto">
          <a:xfrm>
            <a:off x="4210036" y="3539539"/>
            <a:ext cx="580253" cy="1078537"/>
          </a:xfrm>
          <a:custGeom>
            <a:avLst/>
            <a:gdLst>
              <a:gd name="T0" fmla="*/ 56 w 538"/>
              <a:gd name="T1" fmla="*/ 998 h 1000"/>
              <a:gd name="T2" fmla="*/ 530 w 538"/>
              <a:gd name="T3" fmla="*/ 1000 h 1000"/>
              <a:gd name="T4" fmla="*/ 530 w 538"/>
              <a:gd name="T5" fmla="*/ 1000 h 1000"/>
              <a:gd name="T6" fmla="*/ 534 w 538"/>
              <a:gd name="T7" fmla="*/ 998 h 1000"/>
              <a:gd name="T8" fmla="*/ 536 w 538"/>
              <a:gd name="T9" fmla="*/ 996 h 1000"/>
              <a:gd name="T10" fmla="*/ 538 w 538"/>
              <a:gd name="T11" fmla="*/ 994 h 1000"/>
              <a:gd name="T12" fmla="*/ 538 w 538"/>
              <a:gd name="T13" fmla="*/ 990 h 1000"/>
              <a:gd name="T14" fmla="*/ 512 w 538"/>
              <a:gd name="T15" fmla="*/ 656 h 1000"/>
              <a:gd name="T16" fmla="*/ 512 w 538"/>
              <a:gd name="T17" fmla="*/ 226 h 1000"/>
              <a:gd name="T18" fmla="*/ 512 w 538"/>
              <a:gd name="T19" fmla="*/ 226 h 1000"/>
              <a:gd name="T20" fmla="*/ 510 w 538"/>
              <a:gd name="T21" fmla="*/ 186 h 1000"/>
              <a:gd name="T22" fmla="*/ 504 w 538"/>
              <a:gd name="T23" fmla="*/ 148 h 1000"/>
              <a:gd name="T24" fmla="*/ 494 w 538"/>
              <a:gd name="T25" fmla="*/ 114 h 1000"/>
              <a:gd name="T26" fmla="*/ 488 w 538"/>
              <a:gd name="T27" fmla="*/ 98 h 1000"/>
              <a:gd name="T28" fmla="*/ 482 w 538"/>
              <a:gd name="T29" fmla="*/ 82 h 1000"/>
              <a:gd name="T30" fmla="*/ 472 w 538"/>
              <a:gd name="T31" fmla="*/ 68 h 1000"/>
              <a:gd name="T32" fmla="*/ 464 w 538"/>
              <a:gd name="T33" fmla="*/ 54 h 1000"/>
              <a:gd name="T34" fmla="*/ 454 w 538"/>
              <a:gd name="T35" fmla="*/ 42 h 1000"/>
              <a:gd name="T36" fmla="*/ 442 w 538"/>
              <a:gd name="T37" fmla="*/ 32 h 1000"/>
              <a:gd name="T38" fmla="*/ 430 w 538"/>
              <a:gd name="T39" fmla="*/ 22 h 1000"/>
              <a:gd name="T40" fmla="*/ 416 w 538"/>
              <a:gd name="T41" fmla="*/ 14 h 1000"/>
              <a:gd name="T42" fmla="*/ 402 w 538"/>
              <a:gd name="T43" fmla="*/ 6 h 1000"/>
              <a:gd name="T44" fmla="*/ 386 w 538"/>
              <a:gd name="T45" fmla="*/ 0 h 1000"/>
              <a:gd name="T46" fmla="*/ 362 w 538"/>
              <a:gd name="T47" fmla="*/ 0 h 1000"/>
              <a:gd name="T48" fmla="*/ 2 w 538"/>
              <a:gd name="T49" fmla="*/ 320 h 1000"/>
              <a:gd name="T50" fmla="*/ 0 w 538"/>
              <a:gd name="T51" fmla="*/ 902 h 1000"/>
              <a:gd name="T52" fmla="*/ 0 w 538"/>
              <a:gd name="T53" fmla="*/ 902 h 1000"/>
              <a:gd name="T54" fmla="*/ 0 w 538"/>
              <a:gd name="T55" fmla="*/ 922 h 1000"/>
              <a:gd name="T56" fmla="*/ 0 w 538"/>
              <a:gd name="T57" fmla="*/ 940 h 1000"/>
              <a:gd name="T58" fmla="*/ 4 w 538"/>
              <a:gd name="T59" fmla="*/ 956 h 1000"/>
              <a:gd name="T60" fmla="*/ 8 w 538"/>
              <a:gd name="T61" fmla="*/ 970 h 1000"/>
              <a:gd name="T62" fmla="*/ 16 w 538"/>
              <a:gd name="T63" fmla="*/ 982 h 1000"/>
              <a:gd name="T64" fmla="*/ 26 w 538"/>
              <a:gd name="T65" fmla="*/ 992 h 1000"/>
              <a:gd name="T66" fmla="*/ 40 w 538"/>
              <a:gd name="T67" fmla="*/ 996 h 1000"/>
              <a:gd name="T68" fmla="*/ 56 w 538"/>
              <a:gd name="T69" fmla="*/ 998 h 1000"/>
              <a:gd name="T70" fmla="*/ 56 w 538"/>
              <a:gd name="T71" fmla="*/ 998 h 10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38" h="1000">
                <a:moveTo>
                  <a:pt x="56" y="998"/>
                </a:moveTo>
                <a:lnTo>
                  <a:pt x="530" y="1000"/>
                </a:lnTo>
                <a:lnTo>
                  <a:pt x="530" y="1000"/>
                </a:lnTo>
                <a:lnTo>
                  <a:pt x="534" y="998"/>
                </a:lnTo>
                <a:lnTo>
                  <a:pt x="536" y="996"/>
                </a:lnTo>
                <a:lnTo>
                  <a:pt x="538" y="994"/>
                </a:lnTo>
                <a:lnTo>
                  <a:pt x="538" y="990"/>
                </a:lnTo>
                <a:lnTo>
                  <a:pt x="512" y="656"/>
                </a:lnTo>
                <a:lnTo>
                  <a:pt x="512" y="226"/>
                </a:lnTo>
                <a:lnTo>
                  <a:pt x="512" y="226"/>
                </a:lnTo>
                <a:lnTo>
                  <a:pt x="510" y="186"/>
                </a:lnTo>
                <a:lnTo>
                  <a:pt x="504" y="148"/>
                </a:lnTo>
                <a:lnTo>
                  <a:pt x="494" y="114"/>
                </a:lnTo>
                <a:lnTo>
                  <a:pt x="488" y="98"/>
                </a:lnTo>
                <a:lnTo>
                  <a:pt x="482" y="82"/>
                </a:lnTo>
                <a:lnTo>
                  <a:pt x="472" y="68"/>
                </a:lnTo>
                <a:lnTo>
                  <a:pt x="464" y="54"/>
                </a:lnTo>
                <a:lnTo>
                  <a:pt x="454" y="42"/>
                </a:lnTo>
                <a:lnTo>
                  <a:pt x="442" y="32"/>
                </a:lnTo>
                <a:lnTo>
                  <a:pt x="430" y="22"/>
                </a:lnTo>
                <a:lnTo>
                  <a:pt x="416" y="14"/>
                </a:lnTo>
                <a:lnTo>
                  <a:pt x="402" y="6"/>
                </a:lnTo>
                <a:lnTo>
                  <a:pt x="386" y="0"/>
                </a:lnTo>
                <a:lnTo>
                  <a:pt x="362" y="0"/>
                </a:lnTo>
                <a:lnTo>
                  <a:pt x="2" y="320"/>
                </a:lnTo>
                <a:lnTo>
                  <a:pt x="0" y="902"/>
                </a:lnTo>
                <a:lnTo>
                  <a:pt x="0" y="902"/>
                </a:lnTo>
                <a:lnTo>
                  <a:pt x="0" y="922"/>
                </a:lnTo>
                <a:lnTo>
                  <a:pt x="0" y="940"/>
                </a:lnTo>
                <a:lnTo>
                  <a:pt x="4" y="956"/>
                </a:lnTo>
                <a:lnTo>
                  <a:pt x="8" y="970"/>
                </a:lnTo>
                <a:lnTo>
                  <a:pt x="16" y="982"/>
                </a:lnTo>
                <a:lnTo>
                  <a:pt x="26" y="992"/>
                </a:lnTo>
                <a:lnTo>
                  <a:pt x="40" y="996"/>
                </a:lnTo>
                <a:lnTo>
                  <a:pt x="56" y="998"/>
                </a:lnTo>
                <a:lnTo>
                  <a:pt x="56" y="998"/>
                </a:lnTo>
                <a:close/>
              </a:path>
            </a:pathLst>
          </a:custGeom>
          <a:solidFill>
            <a:srgbClr val="ACACAC">
              <a:lumMod val="50000"/>
            </a:srgbClr>
          </a:solidFill>
          <a:ln>
            <a:noFill/>
          </a:ln>
        </p:spPr>
        <p:txBody>
          <a:bodyPr vert="horz" wrap="square" lIns="91440" tIns="45720" rIns="91440" bIns="45720" numCol="1" anchor="t" anchorCtr="0" compatLnSpc="1"/>
          <a:lstStyle/>
          <a:p>
            <a:endParaRPr lang="zh-CN" altLang="en-US"/>
          </a:p>
        </p:txBody>
      </p:sp>
      <p:sp>
        <p:nvSpPr>
          <p:cNvPr id="127" name="Freeform 337"/>
          <p:cNvSpPr/>
          <p:nvPr>
            <p:custDataLst>
              <p:tags r:id="rId127"/>
            </p:custDataLst>
          </p:nvPr>
        </p:nvSpPr>
        <p:spPr bwMode="auto">
          <a:xfrm>
            <a:off x="4212193" y="3476984"/>
            <a:ext cx="424944" cy="407687"/>
          </a:xfrm>
          <a:custGeom>
            <a:avLst/>
            <a:gdLst>
              <a:gd name="T0" fmla="*/ 372 w 394"/>
              <a:gd name="T1" fmla="*/ 0 h 378"/>
              <a:gd name="T2" fmla="*/ 394 w 394"/>
              <a:gd name="T3" fmla="*/ 62 h 378"/>
              <a:gd name="T4" fmla="*/ 302 w 394"/>
              <a:gd name="T5" fmla="*/ 176 h 378"/>
              <a:gd name="T6" fmla="*/ 230 w 394"/>
              <a:gd name="T7" fmla="*/ 172 h 378"/>
              <a:gd name="T8" fmla="*/ 218 w 394"/>
              <a:gd name="T9" fmla="*/ 234 h 378"/>
              <a:gd name="T10" fmla="*/ 0 w 394"/>
              <a:gd name="T11" fmla="*/ 378 h 378"/>
              <a:gd name="T12" fmla="*/ 372 w 394"/>
              <a:gd name="T13" fmla="*/ 0 h 378"/>
            </a:gdLst>
            <a:ahLst/>
            <a:cxnLst>
              <a:cxn ang="0">
                <a:pos x="T0" y="T1"/>
              </a:cxn>
              <a:cxn ang="0">
                <a:pos x="T2" y="T3"/>
              </a:cxn>
              <a:cxn ang="0">
                <a:pos x="T4" y="T5"/>
              </a:cxn>
              <a:cxn ang="0">
                <a:pos x="T6" y="T7"/>
              </a:cxn>
              <a:cxn ang="0">
                <a:pos x="T8" y="T9"/>
              </a:cxn>
              <a:cxn ang="0">
                <a:pos x="T10" y="T11"/>
              </a:cxn>
              <a:cxn ang="0">
                <a:pos x="T12" y="T13"/>
              </a:cxn>
            </a:cxnLst>
            <a:rect l="0" t="0" r="r" b="b"/>
            <a:pathLst>
              <a:path w="394" h="378">
                <a:moveTo>
                  <a:pt x="372" y="0"/>
                </a:moveTo>
                <a:lnTo>
                  <a:pt x="394" y="62"/>
                </a:lnTo>
                <a:lnTo>
                  <a:pt x="302" y="176"/>
                </a:lnTo>
                <a:lnTo>
                  <a:pt x="230" y="172"/>
                </a:lnTo>
                <a:lnTo>
                  <a:pt x="218" y="234"/>
                </a:lnTo>
                <a:lnTo>
                  <a:pt x="0" y="378"/>
                </a:lnTo>
                <a:lnTo>
                  <a:pt x="372" y="0"/>
                </a:ln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8" name="Freeform 338"/>
          <p:cNvSpPr/>
          <p:nvPr>
            <p:custDataLst>
              <p:tags r:id="rId128"/>
            </p:custDataLst>
          </p:nvPr>
        </p:nvSpPr>
        <p:spPr bwMode="auto">
          <a:xfrm>
            <a:off x="3769993" y="3675435"/>
            <a:ext cx="953427" cy="571625"/>
          </a:xfrm>
          <a:custGeom>
            <a:avLst/>
            <a:gdLst>
              <a:gd name="T0" fmla="*/ 436 w 884"/>
              <a:gd name="T1" fmla="*/ 530 h 530"/>
              <a:gd name="T2" fmla="*/ 834 w 884"/>
              <a:gd name="T3" fmla="*/ 194 h 530"/>
              <a:gd name="T4" fmla="*/ 834 w 884"/>
              <a:gd name="T5" fmla="*/ 194 h 530"/>
              <a:gd name="T6" fmla="*/ 850 w 884"/>
              <a:gd name="T7" fmla="*/ 180 h 530"/>
              <a:gd name="T8" fmla="*/ 864 w 884"/>
              <a:gd name="T9" fmla="*/ 166 h 530"/>
              <a:gd name="T10" fmla="*/ 874 w 884"/>
              <a:gd name="T11" fmla="*/ 148 h 530"/>
              <a:gd name="T12" fmla="*/ 880 w 884"/>
              <a:gd name="T13" fmla="*/ 128 h 530"/>
              <a:gd name="T14" fmla="*/ 884 w 884"/>
              <a:gd name="T15" fmla="*/ 108 h 530"/>
              <a:gd name="T16" fmla="*/ 882 w 884"/>
              <a:gd name="T17" fmla="*/ 88 h 530"/>
              <a:gd name="T18" fmla="*/ 878 w 884"/>
              <a:gd name="T19" fmla="*/ 68 h 530"/>
              <a:gd name="T20" fmla="*/ 868 w 884"/>
              <a:gd name="T21" fmla="*/ 50 h 530"/>
              <a:gd name="T22" fmla="*/ 868 w 884"/>
              <a:gd name="T23" fmla="*/ 50 h 530"/>
              <a:gd name="T24" fmla="*/ 856 w 884"/>
              <a:gd name="T25" fmla="*/ 32 h 530"/>
              <a:gd name="T26" fmla="*/ 840 w 884"/>
              <a:gd name="T27" fmla="*/ 20 h 530"/>
              <a:gd name="T28" fmla="*/ 824 w 884"/>
              <a:gd name="T29" fmla="*/ 10 h 530"/>
              <a:gd name="T30" fmla="*/ 804 w 884"/>
              <a:gd name="T31" fmla="*/ 2 h 530"/>
              <a:gd name="T32" fmla="*/ 784 w 884"/>
              <a:gd name="T33" fmla="*/ 0 h 530"/>
              <a:gd name="T34" fmla="*/ 764 w 884"/>
              <a:gd name="T35" fmla="*/ 0 h 530"/>
              <a:gd name="T36" fmla="*/ 744 w 884"/>
              <a:gd name="T37" fmla="*/ 6 h 530"/>
              <a:gd name="T38" fmla="*/ 726 w 884"/>
              <a:gd name="T39" fmla="*/ 14 h 530"/>
              <a:gd name="T40" fmla="*/ 366 w 884"/>
              <a:gd name="T41" fmla="*/ 328 h 530"/>
              <a:gd name="T42" fmla="*/ 0 w 884"/>
              <a:gd name="T43" fmla="*/ 328 h 530"/>
              <a:gd name="T44" fmla="*/ 0 w 884"/>
              <a:gd name="T45" fmla="*/ 530 h 530"/>
              <a:gd name="T46" fmla="*/ 436 w 884"/>
              <a:gd name="T47" fmla="*/ 530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84" h="530">
                <a:moveTo>
                  <a:pt x="436" y="530"/>
                </a:moveTo>
                <a:lnTo>
                  <a:pt x="834" y="194"/>
                </a:lnTo>
                <a:lnTo>
                  <a:pt x="834" y="194"/>
                </a:lnTo>
                <a:lnTo>
                  <a:pt x="850" y="180"/>
                </a:lnTo>
                <a:lnTo>
                  <a:pt x="864" y="166"/>
                </a:lnTo>
                <a:lnTo>
                  <a:pt x="874" y="148"/>
                </a:lnTo>
                <a:lnTo>
                  <a:pt x="880" y="128"/>
                </a:lnTo>
                <a:lnTo>
                  <a:pt x="884" y="108"/>
                </a:lnTo>
                <a:lnTo>
                  <a:pt x="882" y="88"/>
                </a:lnTo>
                <a:lnTo>
                  <a:pt x="878" y="68"/>
                </a:lnTo>
                <a:lnTo>
                  <a:pt x="868" y="50"/>
                </a:lnTo>
                <a:lnTo>
                  <a:pt x="868" y="50"/>
                </a:lnTo>
                <a:lnTo>
                  <a:pt x="856" y="32"/>
                </a:lnTo>
                <a:lnTo>
                  <a:pt x="840" y="20"/>
                </a:lnTo>
                <a:lnTo>
                  <a:pt x="824" y="10"/>
                </a:lnTo>
                <a:lnTo>
                  <a:pt x="804" y="2"/>
                </a:lnTo>
                <a:lnTo>
                  <a:pt x="784" y="0"/>
                </a:lnTo>
                <a:lnTo>
                  <a:pt x="764" y="0"/>
                </a:lnTo>
                <a:lnTo>
                  <a:pt x="744" y="6"/>
                </a:lnTo>
                <a:lnTo>
                  <a:pt x="726" y="14"/>
                </a:lnTo>
                <a:lnTo>
                  <a:pt x="366" y="328"/>
                </a:lnTo>
                <a:lnTo>
                  <a:pt x="0" y="328"/>
                </a:lnTo>
                <a:lnTo>
                  <a:pt x="0" y="530"/>
                </a:lnTo>
                <a:lnTo>
                  <a:pt x="436" y="530"/>
                </a:lnTo>
                <a:close/>
              </a:path>
            </a:pathLst>
          </a:custGeom>
          <a:solidFill>
            <a:srgbClr val="FFFFFF">
              <a:lumMod val="50000"/>
            </a:srgbClr>
          </a:solidFill>
          <a:ln>
            <a:noFill/>
          </a:ln>
        </p:spPr>
        <p:txBody>
          <a:bodyPr vert="horz" wrap="square" lIns="91440" tIns="45720" rIns="91440" bIns="45720" numCol="1" anchor="t" anchorCtr="0" compatLnSpc="1"/>
          <a:lstStyle/>
          <a:p>
            <a:endParaRPr lang="zh-CN" altLang="en-US"/>
          </a:p>
        </p:txBody>
      </p:sp>
      <p:sp>
        <p:nvSpPr>
          <p:cNvPr id="129" name="Freeform 341"/>
          <p:cNvSpPr/>
          <p:nvPr>
            <p:custDataLst>
              <p:tags r:id="rId129"/>
            </p:custDataLst>
          </p:nvPr>
        </p:nvSpPr>
        <p:spPr bwMode="auto">
          <a:xfrm>
            <a:off x="4056884" y="4855355"/>
            <a:ext cx="90597" cy="709677"/>
          </a:xfrm>
          <a:custGeom>
            <a:avLst/>
            <a:gdLst>
              <a:gd name="T0" fmla="*/ 0 w 84"/>
              <a:gd name="T1" fmla="*/ 658 h 658"/>
              <a:gd name="T2" fmla="*/ 82 w 84"/>
              <a:gd name="T3" fmla="*/ 658 h 658"/>
              <a:gd name="T4" fmla="*/ 84 w 84"/>
              <a:gd name="T5" fmla="*/ 0 h 658"/>
              <a:gd name="T6" fmla="*/ 0 w 84"/>
              <a:gd name="T7" fmla="*/ 0 h 658"/>
              <a:gd name="T8" fmla="*/ 0 w 84"/>
              <a:gd name="T9" fmla="*/ 658 h 658"/>
            </a:gdLst>
            <a:ahLst/>
            <a:cxnLst>
              <a:cxn ang="0">
                <a:pos x="T0" y="T1"/>
              </a:cxn>
              <a:cxn ang="0">
                <a:pos x="T2" y="T3"/>
              </a:cxn>
              <a:cxn ang="0">
                <a:pos x="T4" y="T5"/>
              </a:cxn>
              <a:cxn ang="0">
                <a:pos x="T6" y="T7"/>
              </a:cxn>
              <a:cxn ang="0">
                <a:pos x="T8" y="T9"/>
              </a:cxn>
            </a:cxnLst>
            <a:rect l="0" t="0" r="r" b="b"/>
            <a:pathLst>
              <a:path w="84" h="658">
                <a:moveTo>
                  <a:pt x="0" y="658"/>
                </a:moveTo>
                <a:lnTo>
                  <a:pt x="82" y="658"/>
                </a:lnTo>
                <a:lnTo>
                  <a:pt x="84" y="0"/>
                </a:lnTo>
                <a:lnTo>
                  <a:pt x="0" y="0"/>
                </a:lnTo>
                <a:lnTo>
                  <a:pt x="0" y="658"/>
                </a:lnTo>
                <a:close/>
              </a:path>
            </a:pathLst>
          </a:custGeom>
          <a:solidFill>
            <a:srgbClr val="FFFFFF">
              <a:lumMod val="85000"/>
            </a:srgbClr>
          </a:solidFill>
          <a:ln>
            <a:noFill/>
          </a:ln>
        </p:spPr>
        <p:txBody>
          <a:bodyPr vert="horz" wrap="square" lIns="91440" tIns="45720" rIns="91440" bIns="45720" numCol="1" anchor="t" anchorCtr="0" compatLnSpc="1"/>
          <a:lstStyle/>
          <a:p>
            <a:endParaRPr lang="zh-CN" altLang="en-US"/>
          </a:p>
        </p:txBody>
      </p:sp>
      <p:sp>
        <p:nvSpPr>
          <p:cNvPr id="130" name="Freeform 342"/>
          <p:cNvSpPr/>
          <p:nvPr>
            <p:custDataLst>
              <p:tags r:id="rId130"/>
            </p:custDataLst>
          </p:nvPr>
        </p:nvSpPr>
        <p:spPr bwMode="auto">
          <a:xfrm>
            <a:off x="3974915" y="4680632"/>
            <a:ext cx="793804" cy="176880"/>
          </a:xfrm>
          <a:custGeom>
            <a:avLst/>
            <a:gdLst>
              <a:gd name="T0" fmla="*/ 0 w 736"/>
              <a:gd name="T1" fmla="*/ 164 h 164"/>
              <a:gd name="T2" fmla="*/ 726 w 736"/>
              <a:gd name="T3" fmla="*/ 164 h 164"/>
              <a:gd name="T4" fmla="*/ 726 w 736"/>
              <a:gd name="T5" fmla="*/ 164 h 164"/>
              <a:gd name="T6" fmla="*/ 730 w 736"/>
              <a:gd name="T7" fmla="*/ 164 h 164"/>
              <a:gd name="T8" fmla="*/ 734 w 736"/>
              <a:gd name="T9" fmla="*/ 160 h 164"/>
              <a:gd name="T10" fmla="*/ 736 w 736"/>
              <a:gd name="T11" fmla="*/ 158 h 164"/>
              <a:gd name="T12" fmla="*/ 736 w 736"/>
              <a:gd name="T13" fmla="*/ 154 h 164"/>
              <a:gd name="T14" fmla="*/ 736 w 736"/>
              <a:gd name="T15" fmla="*/ 12 h 164"/>
              <a:gd name="T16" fmla="*/ 736 w 736"/>
              <a:gd name="T17" fmla="*/ 12 h 164"/>
              <a:gd name="T18" fmla="*/ 736 w 736"/>
              <a:gd name="T19" fmla="*/ 8 h 164"/>
              <a:gd name="T20" fmla="*/ 734 w 736"/>
              <a:gd name="T21" fmla="*/ 4 h 164"/>
              <a:gd name="T22" fmla="*/ 730 w 736"/>
              <a:gd name="T23" fmla="*/ 2 h 164"/>
              <a:gd name="T24" fmla="*/ 726 w 736"/>
              <a:gd name="T25" fmla="*/ 2 h 164"/>
              <a:gd name="T26" fmla="*/ 0 w 736"/>
              <a:gd name="T27" fmla="*/ 0 h 164"/>
              <a:gd name="T28" fmla="*/ 0 w 736"/>
              <a:gd name="T29" fmla="*/ 16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36" h="164">
                <a:moveTo>
                  <a:pt x="0" y="164"/>
                </a:moveTo>
                <a:lnTo>
                  <a:pt x="726" y="164"/>
                </a:lnTo>
                <a:lnTo>
                  <a:pt x="726" y="164"/>
                </a:lnTo>
                <a:lnTo>
                  <a:pt x="730" y="164"/>
                </a:lnTo>
                <a:lnTo>
                  <a:pt x="734" y="160"/>
                </a:lnTo>
                <a:lnTo>
                  <a:pt x="736" y="158"/>
                </a:lnTo>
                <a:lnTo>
                  <a:pt x="736" y="154"/>
                </a:lnTo>
                <a:lnTo>
                  <a:pt x="736" y="12"/>
                </a:lnTo>
                <a:lnTo>
                  <a:pt x="736" y="12"/>
                </a:lnTo>
                <a:lnTo>
                  <a:pt x="736" y="8"/>
                </a:lnTo>
                <a:lnTo>
                  <a:pt x="734" y="4"/>
                </a:lnTo>
                <a:lnTo>
                  <a:pt x="730" y="2"/>
                </a:lnTo>
                <a:lnTo>
                  <a:pt x="726" y="2"/>
                </a:lnTo>
                <a:lnTo>
                  <a:pt x="0" y="0"/>
                </a:lnTo>
                <a:lnTo>
                  <a:pt x="0" y="164"/>
                </a:lnTo>
                <a:close/>
              </a:path>
            </a:pathLst>
          </a:custGeom>
          <a:solidFill>
            <a:srgbClr val="FAA67A">
              <a:lumMod val="60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1" name="Freeform 343"/>
          <p:cNvSpPr/>
          <p:nvPr>
            <p:custDataLst>
              <p:tags r:id="rId131"/>
            </p:custDataLst>
          </p:nvPr>
        </p:nvSpPr>
        <p:spPr bwMode="auto">
          <a:xfrm>
            <a:off x="3929616" y="4680632"/>
            <a:ext cx="509069" cy="176880"/>
          </a:xfrm>
          <a:custGeom>
            <a:avLst/>
            <a:gdLst>
              <a:gd name="T0" fmla="*/ 472 w 472"/>
              <a:gd name="T1" fmla="*/ 82 h 164"/>
              <a:gd name="T2" fmla="*/ 472 w 472"/>
              <a:gd name="T3" fmla="*/ 82 h 164"/>
              <a:gd name="T4" fmla="*/ 470 w 472"/>
              <a:gd name="T5" fmla="*/ 98 h 164"/>
              <a:gd name="T6" fmla="*/ 466 w 472"/>
              <a:gd name="T7" fmla="*/ 114 h 164"/>
              <a:gd name="T8" fmla="*/ 458 w 472"/>
              <a:gd name="T9" fmla="*/ 128 h 164"/>
              <a:gd name="T10" fmla="*/ 448 w 472"/>
              <a:gd name="T11" fmla="*/ 140 h 164"/>
              <a:gd name="T12" fmla="*/ 436 w 472"/>
              <a:gd name="T13" fmla="*/ 150 h 164"/>
              <a:gd name="T14" fmla="*/ 422 w 472"/>
              <a:gd name="T15" fmla="*/ 158 h 164"/>
              <a:gd name="T16" fmla="*/ 408 w 472"/>
              <a:gd name="T17" fmla="*/ 162 h 164"/>
              <a:gd name="T18" fmla="*/ 390 w 472"/>
              <a:gd name="T19" fmla="*/ 164 h 164"/>
              <a:gd name="T20" fmla="*/ 62 w 472"/>
              <a:gd name="T21" fmla="*/ 164 h 164"/>
              <a:gd name="T22" fmla="*/ 62 w 472"/>
              <a:gd name="T23" fmla="*/ 164 h 164"/>
              <a:gd name="T24" fmla="*/ 50 w 472"/>
              <a:gd name="T25" fmla="*/ 162 h 164"/>
              <a:gd name="T26" fmla="*/ 38 w 472"/>
              <a:gd name="T27" fmla="*/ 158 h 164"/>
              <a:gd name="T28" fmla="*/ 28 w 472"/>
              <a:gd name="T29" fmla="*/ 152 h 164"/>
              <a:gd name="T30" fmla="*/ 18 w 472"/>
              <a:gd name="T31" fmla="*/ 146 h 164"/>
              <a:gd name="T32" fmla="*/ 10 w 472"/>
              <a:gd name="T33" fmla="*/ 136 h 164"/>
              <a:gd name="T34" fmla="*/ 6 w 472"/>
              <a:gd name="T35" fmla="*/ 126 h 164"/>
              <a:gd name="T36" fmla="*/ 2 w 472"/>
              <a:gd name="T37" fmla="*/ 114 h 164"/>
              <a:gd name="T38" fmla="*/ 0 w 472"/>
              <a:gd name="T39" fmla="*/ 102 h 164"/>
              <a:gd name="T40" fmla="*/ 0 w 472"/>
              <a:gd name="T41" fmla="*/ 62 h 164"/>
              <a:gd name="T42" fmla="*/ 0 w 472"/>
              <a:gd name="T43" fmla="*/ 62 h 164"/>
              <a:gd name="T44" fmla="*/ 2 w 472"/>
              <a:gd name="T45" fmla="*/ 50 h 164"/>
              <a:gd name="T46" fmla="*/ 6 w 472"/>
              <a:gd name="T47" fmla="*/ 38 h 164"/>
              <a:gd name="T48" fmla="*/ 10 w 472"/>
              <a:gd name="T49" fmla="*/ 28 h 164"/>
              <a:gd name="T50" fmla="*/ 18 w 472"/>
              <a:gd name="T51" fmla="*/ 20 h 164"/>
              <a:gd name="T52" fmla="*/ 28 w 472"/>
              <a:gd name="T53" fmla="*/ 12 h 164"/>
              <a:gd name="T54" fmla="*/ 38 w 472"/>
              <a:gd name="T55" fmla="*/ 6 h 164"/>
              <a:gd name="T56" fmla="*/ 50 w 472"/>
              <a:gd name="T57" fmla="*/ 2 h 164"/>
              <a:gd name="T58" fmla="*/ 62 w 472"/>
              <a:gd name="T59" fmla="*/ 0 h 164"/>
              <a:gd name="T60" fmla="*/ 390 w 472"/>
              <a:gd name="T61" fmla="*/ 2 h 164"/>
              <a:gd name="T62" fmla="*/ 390 w 472"/>
              <a:gd name="T63" fmla="*/ 2 h 164"/>
              <a:gd name="T64" fmla="*/ 408 w 472"/>
              <a:gd name="T65" fmla="*/ 2 h 164"/>
              <a:gd name="T66" fmla="*/ 422 w 472"/>
              <a:gd name="T67" fmla="*/ 8 h 164"/>
              <a:gd name="T68" fmla="*/ 436 w 472"/>
              <a:gd name="T69" fmla="*/ 16 h 164"/>
              <a:gd name="T70" fmla="*/ 448 w 472"/>
              <a:gd name="T71" fmla="*/ 24 h 164"/>
              <a:gd name="T72" fmla="*/ 458 w 472"/>
              <a:gd name="T73" fmla="*/ 36 h 164"/>
              <a:gd name="T74" fmla="*/ 466 w 472"/>
              <a:gd name="T75" fmla="*/ 50 h 164"/>
              <a:gd name="T76" fmla="*/ 470 w 472"/>
              <a:gd name="T77" fmla="*/ 66 h 164"/>
              <a:gd name="T78" fmla="*/ 472 w 472"/>
              <a:gd name="T79" fmla="*/ 82 h 164"/>
              <a:gd name="T80" fmla="*/ 472 w 472"/>
              <a:gd name="T81" fmla="*/ 82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72" h="164">
                <a:moveTo>
                  <a:pt x="472" y="82"/>
                </a:moveTo>
                <a:lnTo>
                  <a:pt x="472" y="82"/>
                </a:lnTo>
                <a:lnTo>
                  <a:pt x="470" y="98"/>
                </a:lnTo>
                <a:lnTo>
                  <a:pt x="466" y="114"/>
                </a:lnTo>
                <a:lnTo>
                  <a:pt x="458" y="128"/>
                </a:lnTo>
                <a:lnTo>
                  <a:pt x="448" y="140"/>
                </a:lnTo>
                <a:lnTo>
                  <a:pt x="436" y="150"/>
                </a:lnTo>
                <a:lnTo>
                  <a:pt x="422" y="158"/>
                </a:lnTo>
                <a:lnTo>
                  <a:pt x="408" y="162"/>
                </a:lnTo>
                <a:lnTo>
                  <a:pt x="390" y="164"/>
                </a:lnTo>
                <a:lnTo>
                  <a:pt x="62" y="164"/>
                </a:lnTo>
                <a:lnTo>
                  <a:pt x="62" y="164"/>
                </a:lnTo>
                <a:lnTo>
                  <a:pt x="50" y="162"/>
                </a:lnTo>
                <a:lnTo>
                  <a:pt x="38" y="158"/>
                </a:lnTo>
                <a:lnTo>
                  <a:pt x="28" y="152"/>
                </a:lnTo>
                <a:lnTo>
                  <a:pt x="18" y="146"/>
                </a:lnTo>
                <a:lnTo>
                  <a:pt x="10" y="136"/>
                </a:lnTo>
                <a:lnTo>
                  <a:pt x="6" y="126"/>
                </a:lnTo>
                <a:lnTo>
                  <a:pt x="2" y="114"/>
                </a:lnTo>
                <a:lnTo>
                  <a:pt x="0" y="102"/>
                </a:lnTo>
                <a:lnTo>
                  <a:pt x="0" y="62"/>
                </a:lnTo>
                <a:lnTo>
                  <a:pt x="0" y="62"/>
                </a:lnTo>
                <a:lnTo>
                  <a:pt x="2" y="50"/>
                </a:lnTo>
                <a:lnTo>
                  <a:pt x="6" y="38"/>
                </a:lnTo>
                <a:lnTo>
                  <a:pt x="10" y="28"/>
                </a:lnTo>
                <a:lnTo>
                  <a:pt x="18" y="20"/>
                </a:lnTo>
                <a:lnTo>
                  <a:pt x="28" y="12"/>
                </a:lnTo>
                <a:lnTo>
                  <a:pt x="38" y="6"/>
                </a:lnTo>
                <a:lnTo>
                  <a:pt x="50" y="2"/>
                </a:lnTo>
                <a:lnTo>
                  <a:pt x="62" y="0"/>
                </a:lnTo>
                <a:lnTo>
                  <a:pt x="390" y="2"/>
                </a:lnTo>
                <a:lnTo>
                  <a:pt x="390" y="2"/>
                </a:lnTo>
                <a:lnTo>
                  <a:pt x="408" y="2"/>
                </a:lnTo>
                <a:lnTo>
                  <a:pt x="422" y="8"/>
                </a:lnTo>
                <a:lnTo>
                  <a:pt x="436" y="16"/>
                </a:lnTo>
                <a:lnTo>
                  <a:pt x="448" y="24"/>
                </a:lnTo>
                <a:lnTo>
                  <a:pt x="458" y="36"/>
                </a:lnTo>
                <a:lnTo>
                  <a:pt x="466" y="50"/>
                </a:lnTo>
                <a:lnTo>
                  <a:pt x="470" y="66"/>
                </a:lnTo>
                <a:lnTo>
                  <a:pt x="472" y="82"/>
                </a:lnTo>
                <a:lnTo>
                  <a:pt x="472" y="82"/>
                </a:lnTo>
                <a:close/>
              </a:path>
            </a:pathLst>
          </a:custGeom>
          <a:solidFill>
            <a:srgbClr val="FAA67A">
              <a:lumMod val="60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2" name="Freeform 344"/>
          <p:cNvSpPr/>
          <p:nvPr>
            <p:custDataLst>
              <p:tags r:id="rId132"/>
            </p:custDataLst>
          </p:nvPr>
        </p:nvSpPr>
        <p:spPr bwMode="auto">
          <a:xfrm>
            <a:off x="3968444" y="4715146"/>
            <a:ext cx="800275" cy="142367"/>
          </a:xfrm>
          <a:custGeom>
            <a:avLst/>
            <a:gdLst>
              <a:gd name="T0" fmla="*/ 742 w 742"/>
              <a:gd name="T1" fmla="*/ 32 h 132"/>
              <a:gd name="T2" fmla="*/ 742 w 742"/>
              <a:gd name="T3" fmla="*/ 70 h 132"/>
              <a:gd name="T4" fmla="*/ 742 w 742"/>
              <a:gd name="T5" fmla="*/ 70 h 132"/>
              <a:gd name="T6" fmla="*/ 740 w 742"/>
              <a:gd name="T7" fmla="*/ 82 h 132"/>
              <a:gd name="T8" fmla="*/ 738 w 742"/>
              <a:gd name="T9" fmla="*/ 94 h 132"/>
              <a:gd name="T10" fmla="*/ 732 w 742"/>
              <a:gd name="T11" fmla="*/ 104 h 132"/>
              <a:gd name="T12" fmla="*/ 724 w 742"/>
              <a:gd name="T13" fmla="*/ 114 h 132"/>
              <a:gd name="T14" fmla="*/ 714 w 742"/>
              <a:gd name="T15" fmla="*/ 122 h 132"/>
              <a:gd name="T16" fmla="*/ 704 w 742"/>
              <a:gd name="T17" fmla="*/ 126 h 132"/>
              <a:gd name="T18" fmla="*/ 692 w 742"/>
              <a:gd name="T19" fmla="*/ 130 h 132"/>
              <a:gd name="T20" fmla="*/ 680 w 742"/>
              <a:gd name="T21" fmla="*/ 132 h 132"/>
              <a:gd name="T22" fmla="*/ 354 w 742"/>
              <a:gd name="T23" fmla="*/ 132 h 132"/>
              <a:gd name="T24" fmla="*/ 26 w 742"/>
              <a:gd name="T25" fmla="*/ 132 h 132"/>
              <a:gd name="T26" fmla="*/ 6 w 742"/>
              <a:gd name="T27" fmla="*/ 132 h 132"/>
              <a:gd name="T28" fmla="*/ 6 w 742"/>
              <a:gd name="T29" fmla="*/ 128 h 132"/>
              <a:gd name="T30" fmla="*/ 6 w 742"/>
              <a:gd name="T31" fmla="*/ 128 h 132"/>
              <a:gd name="T32" fmla="*/ 0 w 742"/>
              <a:gd name="T33" fmla="*/ 126 h 132"/>
              <a:gd name="T34" fmla="*/ 0 w 742"/>
              <a:gd name="T35" fmla="*/ 0 h 132"/>
              <a:gd name="T36" fmla="*/ 734 w 742"/>
              <a:gd name="T37" fmla="*/ 0 h 132"/>
              <a:gd name="T38" fmla="*/ 734 w 742"/>
              <a:gd name="T39" fmla="*/ 0 h 132"/>
              <a:gd name="T40" fmla="*/ 740 w 742"/>
              <a:gd name="T41" fmla="*/ 14 h 132"/>
              <a:gd name="T42" fmla="*/ 742 w 742"/>
              <a:gd name="T43" fmla="*/ 22 h 132"/>
              <a:gd name="T44" fmla="*/ 742 w 742"/>
              <a:gd name="T45" fmla="*/ 32 h 132"/>
              <a:gd name="T46" fmla="*/ 742 w 742"/>
              <a:gd name="T47" fmla="*/ 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42" h="132">
                <a:moveTo>
                  <a:pt x="742" y="32"/>
                </a:moveTo>
                <a:lnTo>
                  <a:pt x="742" y="70"/>
                </a:lnTo>
                <a:lnTo>
                  <a:pt x="742" y="70"/>
                </a:lnTo>
                <a:lnTo>
                  <a:pt x="740" y="82"/>
                </a:lnTo>
                <a:lnTo>
                  <a:pt x="738" y="94"/>
                </a:lnTo>
                <a:lnTo>
                  <a:pt x="732" y="104"/>
                </a:lnTo>
                <a:lnTo>
                  <a:pt x="724" y="114"/>
                </a:lnTo>
                <a:lnTo>
                  <a:pt x="714" y="122"/>
                </a:lnTo>
                <a:lnTo>
                  <a:pt x="704" y="126"/>
                </a:lnTo>
                <a:lnTo>
                  <a:pt x="692" y="130"/>
                </a:lnTo>
                <a:lnTo>
                  <a:pt x="680" y="132"/>
                </a:lnTo>
                <a:lnTo>
                  <a:pt x="354" y="132"/>
                </a:lnTo>
                <a:lnTo>
                  <a:pt x="26" y="132"/>
                </a:lnTo>
                <a:lnTo>
                  <a:pt x="6" y="132"/>
                </a:lnTo>
                <a:lnTo>
                  <a:pt x="6" y="128"/>
                </a:lnTo>
                <a:lnTo>
                  <a:pt x="6" y="128"/>
                </a:lnTo>
                <a:lnTo>
                  <a:pt x="0" y="126"/>
                </a:lnTo>
                <a:lnTo>
                  <a:pt x="0" y="0"/>
                </a:lnTo>
                <a:lnTo>
                  <a:pt x="734" y="0"/>
                </a:lnTo>
                <a:lnTo>
                  <a:pt x="734" y="0"/>
                </a:lnTo>
                <a:lnTo>
                  <a:pt x="740" y="14"/>
                </a:lnTo>
                <a:lnTo>
                  <a:pt x="742" y="22"/>
                </a:lnTo>
                <a:lnTo>
                  <a:pt x="742" y="32"/>
                </a:lnTo>
                <a:lnTo>
                  <a:pt x="742" y="32"/>
                </a:lnTo>
                <a:close/>
              </a:path>
            </a:pathLst>
          </a:custGeom>
          <a:solidFill>
            <a:srgbClr val="CE885B">
              <a:lumMod val="50000"/>
            </a:srgbClr>
          </a:solidFill>
          <a:ln>
            <a:noFill/>
          </a:ln>
        </p:spPr>
        <p:txBody>
          <a:bodyPr vert="horz" wrap="square" lIns="91440" tIns="45720" rIns="91440" bIns="45720" numCol="1" anchor="t" anchorCtr="0" compatLnSpc="1"/>
          <a:lstStyle/>
          <a:p>
            <a:endParaRPr lang="zh-CN" altLang="en-US"/>
          </a:p>
        </p:txBody>
      </p:sp>
      <p:sp>
        <p:nvSpPr>
          <p:cNvPr id="133" name="Freeform 345"/>
          <p:cNvSpPr/>
          <p:nvPr>
            <p:custDataLst>
              <p:tags r:id="rId133"/>
            </p:custDataLst>
          </p:nvPr>
        </p:nvSpPr>
        <p:spPr bwMode="auto">
          <a:xfrm>
            <a:off x="2581446" y="4712988"/>
            <a:ext cx="944799" cy="144524"/>
          </a:xfrm>
          <a:custGeom>
            <a:avLst/>
            <a:gdLst>
              <a:gd name="T0" fmla="*/ 876 w 876"/>
              <a:gd name="T1" fmla="*/ 134 h 134"/>
              <a:gd name="T2" fmla="*/ 0 w 876"/>
              <a:gd name="T3" fmla="*/ 132 h 134"/>
              <a:gd name="T4" fmla="*/ 0 w 876"/>
              <a:gd name="T5" fmla="*/ 0 h 134"/>
              <a:gd name="T6" fmla="*/ 876 w 876"/>
              <a:gd name="T7" fmla="*/ 2 h 134"/>
              <a:gd name="T8" fmla="*/ 876 w 876"/>
              <a:gd name="T9" fmla="*/ 134 h 134"/>
            </a:gdLst>
            <a:ahLst/>
            <a:cxnLst>
              <a:cxn ang="0">
                <a:pos x="T0" y="T1"/>
              </a:cxn>
              <a:cxn ang="0">
                <a:pos x="T2" y="T3"/>
              </a:cxn>
              <a:cxn ang="0">
                <a:pos x="T4" y="T5"/>
              </a:cxn>
              <a:cxn ang="0">
                <a:pos x="T6" y="T7"/>
              </a:cxn>
              <a:cxn ang="0">
                <a:pos x="T8" y="T9"/>
              </a:cxn>
            </a:cxnLst>
            <a:rect l="0" t="0" r="r" b="b"/>
            <a:pathLst>
              <a:path w="876" h="134">
                <a:moveTo>
                  <a:pt x="876" y="134"/>
                </a:moveTo>
                <a:lnTo>
                  <a:pt x="0" y="132"/>
                </a:lnTo>
                <a:lnTo>
                  <a:pt x="0" y="0"/>
                </a:lnTo>
                <a:lnTo>
                  <a:pt x="876" y="2"/>
                </a:lnTo>
                <a:lnTo>
                  <a:pt x="876" y="134"/>
                </a:lnTo>
                <a:close/>
              </a:path>
            </a:pathLst>
          </a:custGeom>
          <a:solidFill>
            <a:srgbClr val="CE885B">
              <a:lumMod val="50000"/>
            </a:srgbClr>
          </a:solidFill>
          <a:ln>
            <a:noFill/>
          </a:ln>
        </p:spPr>
        <p:txBody>
          <a:bodyPr vert="horz" wrap="square" lIns="91440" tIns="45720" rIns="91440" bIns="45720" numCol="1" anchor="t" anchorCtr="0" compatLnSpc="1"/>
          <a:lstStyle/>
          <a:p>
            <a:endParaRPr lang="zh-CN" altLang="en-US"/>
          </a:p>
        </p:txBody>
      </p:sp>
      <p:sp>
        <p:nvSpPr>
          <p:cNvPr id="134" name="Freeform 347"/>
          <p:cNvSpPr/>
          <p:nvPr>
            <p:custDataLst>
              <p:tags r:id="rId134"/>
            </p:custDataLst>
          </p:nvPr>
        </p:nvSpPr>
        <p:spPr bwMode="auto">
          <a:xfrm>
            <a:off x="1101691" y="3906242"/>
            <a:ext cx="418472" cy="946956"/>
          </a:xfrm>
          <a:custGeom>
            <a:avLst/>
            <a:gdLst>
              <a:gd name="T0" fmla="*/ 74 w 388"/>
              <a:gd name="T1" fmla="*/ 740 h 878"/>
              <a:gd name="T2" fmla="*/ 74 w 388"/>
              <a:gd name="T3" fmla="*/ 0 h 878"/>
              <a:gd name="T4" fmla="*/ 2 w 388"/>
              <a:gd name="T5" fmla="*/ 0 h 878"/>
              <a:gd name="T6" fmla="*/ 0 w 388"/>
              <a:gd name="T7" fmla="*/ 738 h 878"/>
              <a:gd name="T8" fmla="*/ 0 w 388"/>
              <a:gd name="T9" fmla="*/ 738 h 878"/>
              <a:gd name="T10" fmla="*/ 2 w 388"/>
              <a:gd name="T11" fmla="*/ 752 h 878"/>
              <a:gd name="T12" fmla="*/ 4 w 388"/>
              <a:gd name="T13" fmla="*/ 766 h 878"/>
              <a:gd name="T14" fmla="*/ 6 w 388"/>
              <a:gd name="T15" fmla="*/ 778 h 878"/>
              <a:gd name="T16" fmla="*/ 12 w 388"/>
              <a:gd name="T17" fmla="*/ 792 h 878"/>
              <a:gd name="T18" fmla="*/ 18 w 388"/>
              <a:gd name="T19" fmla="*/ 804 h 878"/>
              <a:gd name="T20" fmla="*/ 24 w 388"/>
              <a:gd name="T21" fmla="*/ 816 h 878"/>
              <a:gd name="T22" fmla="*/ 32 w 388"/>
              <a:gd name="T23" fmla="*/ 826 h 878"/>
              <a:gd name="T24" fmla="*/ 42 w 388"/>
              <a:gd name="T25" fmla="*/ 836 h 878"/>
              <a:gd name="T26" fmla="*/ 52 w 388"/>
              <a:gd name="T27" fmla="*/ 846 h 878"/>
              <a:gd name="T28" fmla="*/ 62 w 388"/>
              <a:gd name="T29" fmla="*/ 854 h 878"/>
              <a:gd name="T30" fmla="*/ 74 w 388"/>
              <a:gd name="T31" fmla="*/ 860 h 878"/>
              <a:gd name="T32" fmla="*/ 86 w 388"/>
              <a:gd name="T33" fmla="*/ 866 h 878"/>
              <a:gd name="T34" fmla="*/ 98 w 388"/>
              <a:gd name="T35" fmla="*/ 870 h 878"/>
              <a:gd name="T36" fmla="*/ 112 w 388"/>
              <a:gd name="T37" fmla="*/ 874 h 878"/>
              <a:gd name="T38" fmla="*/ 126 w 388"/>
              <a:gd name="T39" fmla="*/ 876 h 878"/>
              <a:gd name="T40" fmla="*/ 140 w 388"/>
              <a:gd name="T41" fmla="*/ 878 h 878"/>
              <a:gd name="T42" fmla="*/ 388 w 388"/>
              <a:gd name="T43" fmla="*/ 878 h 878"/>
              <a:gd name="T44" fmla="*/ 388 w 388"/>
              <a:gd name="T45" fmla="*/ 824 h 878"/>
              <a:gd name="T46" fmla="*/ 158 w 388"/>
              <a:gd name="T47" fmla="*/ 824 h 878"/>
              <a:gd name="T48" fmla="*/ 158 w 388"/>
              <a:gd name="T49" fmla="*/ 824 h 878"/>
              <a:gd name="T50" fmla="*/ 140 w 388"/>
              <a:gd name="T51" fmla="*/ 822 h 878"/>
              <a:gd name="T52" fmla="*/ 126 w 388"/>
              <a:gd name="T53" fmla="*/ 818 h 878"/>
              <a:gd name="T54" fmla="*/ 110 w 388"/>
              <a:gd name="T55" fmla="*/ 810 h 878"/>
              <a:gd name="T56" fmla="*/ 98 w 388"/>
              <a:gd name="T57" fmla="*/ 800 h 878"/>
              <a:gd name="T58" fmla="*/ 88 w 388"/>
              <a:gd name="T59" fmla="*/ 786 h 878"/>
              <a:gd name="T60" fmla="*/ 80 w 388"/>
              <a:gd name="T61" fmla="*/ 772 h 878"/>
              <a:gd name="T62" fmla="*/ 76 w 388"/>
              <a:gd name="T63" fmla="*/ 756 h 878"/>
              <a:gd name="T64" fmla="*/ 74 w 388"/>
              <a:gd name="T65" fmla="*/ 740 h 878"/>
              <a:gd name="T66" fmla="*/ 74 w 388"/>
              <a:gd name="T67" fmla="*/ 740 h 8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88" h="878">
                <a:moveTo>
                  <a:pt x="74" y="740"/>
                </a:moveTo>
                <a:lnTo>
                  <a:pt x="74" y="0"/>
                </a:lnTo>
                <a:lnTo>
                  <a:pt x="2" y="0"/>
                </a:lnTo>
                <a:lnTo>
                  <a:pt x="0" y="738"/>
                </a:lnTo>
                <a:lnTo>
                  <a:pt x="0" y="738"/>
                </a:lnTo>
                <a:lnTo>
                  <a:pt x="2" y="752"/>
                </a:lnTo>
                <a:lnTo>
                  <a:pt x="4" y="766"/>
                </a:lnTo>
                <a:lnTo>
                  <a:pt x="6" y="778"/>
                </a:lnTo>
                <a:lnTo>
                  <a:pt x="12" y="792"/>
                </a:lnTo>
                <a:lnTo>
                  <a:pt x="18" y="804"/>
                </a:lnTo>
                <a:lnTo>
                  <a:pt x="24" y="816"/>
                </a:lnTo>
                <a:lnTo>
                  <a:pt x="32" y="826"/>
                </a:lnTo>
                <a:lnTo>
                  <a:pt x="42" y="836"/>
                </a:lnTo>
                <a:lnTo>
                  <a:pt x="52" y="846"/>
                </a:lnTo>
                <a:lnTo>
                  <a:pt x="62" y="854"/>
                </a:lnTo>
                <a:lnTo>
                  <a:pt x="74" y="860"/>
                </a:lnTo>
                <a:lnTo>
                  <a:pt x="86" y="866"/>
                </a:lnTo>
                <a:lnTo>
                  <a:pt x="98" y="870"/>
                </a:lnTo>
                <a:lnTo>
                  <a:pt x="112" y="874"/>
                </a:lnTo>
                <a:lnTo>
                  <a:pt x="126" y="876"/>
                </a:lnTo>
                <a:lnTo>
                  <a:pt x="140" y="878"/>
                </a:lnTo>
                <a:lnTo>
                  <a:pt x="388" y="878"/>
                </a:lnTo>
                <a:lnTo>
                  <a:pt x="388" y="824"/>
                </a:lnTo>
                <a:lnTo>
                  <a:pt x="158" y="824"/>
                </a:lnTo>
                <a:lnTo>
                  <a:pt x="158" y="824"/>
                </a:lnTo>
                <a:lnTo>
                  <a:pt x="140" y="822"/>
                </a:lnTo>
                <a:lnTo>
                  <a:pt x="126" y="818"/>
                </a:lnTo>
                <a:lnTo>
                  <a:pt x="110" y="810"/>
                </a:lnTo>
                <a:lnTo>
                  <a:pt x="98" y="800"/>
                </a:lnTo>
                <a:lnTo>
                  <a:pt x="88" y="786"/>
                </a:lnTo>
                <a:lnTo>
                  <a:pt x="80" y="772"/>
                </a:lnTo>
                <a:lnTo>
                  <a:pt x="76" y="756"/>
                </a:lnTo>
                <a:lnTo>
                  <a:pt x="74" y="740"/>
                </a:lnTo>
                <a:lnTo>
                  <a:pt x="74" y="740"/>
                </a:lnTo>
                <a:close/>
              </a:path>
            </a:pathLst>
          </a:custGeom>
          <a:solidFill>
            <a:srgbClr val="FFFFFF">
              <a:lumMod val="85000"/>
            </a:srgbClr>
          </a:solidFill>
          <a:ln>
            <a:noFill/>
          </a:ln>
        </p:spPr>
        <p:txBody>
          <a:bodyPr vert="horz" wrap="square" lIns="91440" tIns="45720" rIns="91440" bIns="45720" numCol="1" anchor="t" anchorCtr="0" compatLnSpc="1"/>
          <a:lstStyle/>
          <a:p>
            <a:endParaRPr lang="zh-CN" altLang="en-US"/>
          </a:p>
        </p:txBody>
      </p:sp>
      <p:sp>
        <p:nvSpPr>
          <p:cNvPr id="135" name="Freeform 348"/>
          <p:cNvSpPr/>
          <p:nvPr>
            <p:custDataLst>
              <p:tags r:id="rId135"/>
            </p:custDataLst>
          </p:nvPr>
        </p:nvSpPr>
        <p:spPr bwMode="auto">
          <a:xfrm>
            <a:off x="1347598" y="4244903"/>
            <a:ext cx="478871" cy="478871"/>
          </a:xfrm>
          <a:custGeom>
            <a:avLst/>
            <a:gdLst>
              <a:gd name="T0" fmla="*/ 444 w 444"/>
              <a:gd name="T1" fmla="*/ 222 h 444"/>
              <a:gd name="T2" fmla="*/ 438 w 444"/>
              <a:gd name="T3" fmla="*/ 266 h 444"/>
              <a:gd name="T4" fmla="*/ 426 w 444"/>
              <a:gd name="T5" fmla="*/ 308 h 444"/>
              <a:gd name="T6" fmla="*/ 406 w 444"/>
              <a:gd name="T7" fmla="*/ 346 h 444"/>
              <a:gd name="T8" fmla="*/ 378 w 444"/>
              <a:gd name="T9" fmla="*/ 378 h 444"/>
              <a:gd name="T10" fmla="*/ 346 w 444"/>
              <a:gd name="T11" fmla="*/ 406 h 444"/>
              <a:gd name="T12" fmla="*/ 308 w 444"/>
              <a:gd name="T13" fmla="*/ 426 h 444"/>
              <a:gd name="T14" fmla="*/ 266 w 444"/>
              <a:gd name="T15" fmla="*/ 440 h 444"/>
              <a:gd name="T16" fmla="*/ 222 w 444"/>
              <a:gd name="T17" fmla="*/ 444 h 444"/>
              <a:gd name="T18" fmla="*/ 198 w 444"/>
              <a:gd name="T19" fmla="*/ 442 h 444"/>
              <a:gd name="T20" fmla="*/ 156 w 444"/>
              <a:gd name="T21" fmla="*/ 434 h 444"/>
              <a:gd name="T22" fmla="*/ 116 w 444"/>
              <a:gd name="T23" fmla="*/ 418 h 444"/>
              <a:gd name="T24" fmla="*/ 80 w 444"/>
              <a:gd name="T25" fmla="*/ 394 h 444"/>
              <a:gd name="T26" fmla="*/ 50 w 444"/>
              <a:gd name="T27" fmla="*/ 364 h 444"/>
              <a:gd name="T28" fmla="*/ 26 w 444"/>
              <a:gd name="T29" fmla="*/ 328 h 444"/>
              <a:gd name="T30" fmla="*/ 10 w 444"/>
              <a:gd name="T31" fmla="*/ 288 h 444"/>
              <a:gd name="T32" fmla="*/ 0 w 444"/>
              <a:gd name="T33" fmla="*/ 244 h 444"/>
              <a:gd name="T34" fmla="*/ 0 w 444"/>
              <a:gd name="T35" fmla="*/ 222 h 444"/>
              <a:gd name="T36" fmla="*/ 4 w 444"/>
              <a:gd name="T37" fmla="*/ 178 h 444"/>
              <a:gd name="T38" fmla="*/ 16 w 444"/>
              <a:gd name="T39" fmla="*/ 136 h 444"/>
              <a:gd name="T40" fmla="*/ 38 w 444"/>
              <a:gd name="T41" fmla="*/ 98 h 444"/>
              <a:gd name="T42" fmla="*/ 64 w 444"/>
              <a:gd name="T43" fmla="*/ 64 h 444"/>
              <a:gd name="T44" fmla="*/ 98 w 444"/>
              <a:gd name="T45" fmla="*/ 38 h 444"/>
              <a:gd name="T46" fmla="*/ 134 w 444"/>
              <a:gd name="T47" fmla="*/ 18 h 444"/>
              <a:gd name="T48" fmla="*/ 176 w 444"/>
              <a:gd name="T49" fmla="*/ 4 h 444"/>
              <a:gd name="T50" fmla="*/ 222 w 444"/>
              <a:gd name="T51" fmla="*/ 0 h 444"/>
              <a:gd name="T52" fmla="*/ 244 w 444"/>
              <a:gd name="T53" fmla="*/ 2 h 444"/>
              <a:gd name="T54" fmla="*/ 288 w 444"/>
              <a:gd name="T55" fmla="*/ 10 h 444"/>
              <a:gd name="T56" fmla="*/ 328 w 444"/>
              <a:gd name="T57" fmla="*/ 26 h 444"/>
              <a:gd name="T58" fmla="*/ 362 w 444"/>
              <a:gd name="T59" fmla="*/ 50 h 444"/>
              <a:gd name="T60" fmla="*/ 392 w 444"/>
              <a:gd name="T61" fmla="*/ 80 h 444"/>
              <a:gd name="T62" fmla="*/ 416 w 444"/>
              <a:gd name="T63" fmla="*/ 116 h 444"/>
              <a:gd name="T64" fmla="*/ 434 w 444"/>
              <a:gd name="T65" fmla="*/ 156 h 444"/>
              <a:gd name="T66" fmla="*/ 442 w 444"/>
              <a:gd name="T67" fmla="*/ 200 h 444"/>
              <a:gd name="T68" fmla="*/ 444 w 444"/>
              <a:gd name="T69" fmla="*/ 222 h 4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43" h="443">
                <a:moveTo>
                  <a:pt x="444" y="222"/>
                </a:moveTo>
                <a:lnTo>
                  <a:pt x="444" y="222"/>
                </a:lnTo>
                <a:lnTo>
                  <a:pt x="442" y="244"/>
                </a:lnTo>
                <a:lnTo>
                  <a:pt x="438" y="266"/>
                </a:lnTo>
                <a:lnTo>
                  <a:pt x="434" y="288"/>
                </a:lnTo>
                <a:lnTo>
                  <a:pt x="426" y="308"/>
                </a:lnTo>
                <a:lnTo>
                  <a:pt x="416" y="328"/>
                </a:lnTo>
                <a:lnTo>
                  <a:pt x="406" y="346"/>
                </a:lnTo>
                <a:lnTo>
                  <a:pt x="392" y="364"/>
                </a:lnTo>
                <a:lnTo>
                  <a:pt x="378" y="378"/>
                </a:lnTo>
                <a:lnTo>
                  <a:pt x="362" y="394"/>
                </a:lnTo>
                <a:lnTo>
                  <a:pt x="346" y="406"/>
                </a:lnTo>
                <a:lnTo>
                  <a:pt x="326" y="418"/>
                </a:lnTo>
                <a:lnTo>
                  <a:pt x="308" y="426"/>
                </a:lnTo>
                <a:lnTo>
                  <a:pt x="288" y="434"/>
                </a:lnTo>
                <a:lnTo>
                  <a:pt x="266" y="440"/>
                </a:lnTo>
                <a:lnTo>
                  <a:pt x="244" y="442"/>
                </a:lnTo>
                <a:lnTo>
                  <a:pt x="222" y="444"/>
                </a:lnTo>
                <a:lnTo>
                  <a:pt x="222" y="444"/>
                </a:lnTo>
                <a:lnTo>
                  <a:pt x="198" y="442"/>
                </a:lnTo>
                <a:lnTo>
                  <a:pt x="176" y="440"/>
                </a:lnTo>
                <a:lnTo>
                  <a:pt x="156" y="434"/>
                </a:lnTo>
                <a:lnTo>
                  <a:pt x="134" y="426"/>
                </a:lnTo>
                <a:lnTo>
                  <a:pt x="116" y="418"/>
                </a:lnTo>
                <a:lnTo>
                  <a:pt x="98" y="406"/>
                </a:lnTo>
                <a:lnTo>
                  <a:pt x="80" y="394"/>
                </a:lnTo>
                <a:lnTo>
                  <a:pt x="64" y="378"/>
                </a:lnTo>
                <a:lnTo>
                  <a:pt x="50" y="364"/>
                </a:lnTo>
                <a:lnTo>
                  <a:pt x="38" y="346"/>
                </a:lnTo>
                <a:lnTo>
                  <a:pt x="26" y="328"/>
                </a:lnTo>
                <a:lnTo>
                  <a:pt x="16" y="308"/>
                </a:lnTo>
                <a:lnTo>
                  <a:pt x="10" y="288"/>
                </a:lnTo>
                <a:lnTo>
                  <a:pt x="4" y="266"/>
                </a:lnTo>
                <a:lnTo>
                  <a:pt x="0" y="244"/>
                </a:lnTo>
                <a:lnTo>
                  <a:pt x="0" y="222"/>
                </a:lnTo>
                <a:lnTo>
                  <a:pt x="0" y="222"/>
                </a:lnTo>
                <a:lnTo>
                  <a:pt x="0" y="200"/>
                </a:lnTo>
                <a:lnTo>
                  <a:pt x="4" y="178"/>
                </a:lnTo>
                <a:lnTo>
                  <a:pt x="10" y="156"/>
                </a:lnTo>
                <a:lnTo>
                  <a:pt x="16" y="136"/>
                </a:lnTo>
                <a:lnTo>
                  <a:pt x="26" y="116"/>
                </a:lnTo>
                <a:lnTo>
                  <a:pt x="38" y="98"/>
                </a:lnTo>
                <a:lnTo>
                  <a:pt x="50" y="80"/>
                </a:lnTo>
                <a:lnTo>
                  <a:pt x="64" y="64"/>
                </a:lnTo>
                <a:lnTo>
                  <a:pt x="80" y="50"/>
                </a:lnTo>
                <a:lnTo>
                  <a:pt x="98" y="38"/>
                </a:lnTo>
                <a:lnTo>
                  <a:pt x="116" y="26"/>
                </a:lnTo>
                <a:lnTo>
                  <a:pt x="134" y="18"/>
                </a:lnTo>
                <a:lnTo>
                  <a:pt x="156" y="10"/>
                </a:lnTo>
                <a:lnTo>
                  <a:pt x="176" y="4"/>
                </a:lnTo>
                <a:lnTo>
                  <a:pt x="198" y="2"/>
                </a:lnTo>
                <a:lnTo>
                  <a:pt x="222" y="0"/>
                </a:lnTo>
                <a:lnTo>
                  <a:pt x="222" y="0"/>
                </a:lnTo>
                <a:lnTo>
                  <a:pt x="244" y="2"/>
                </a:lnTo>
                <a:lnTo>
                  <a:pt x="266" y="4"/>
                </a:lnTo>
                <a:lnTo>
                  <a:pt x="288" y="10"/>
                </a:lnTo>
                <a:lnTo>
                  <a:pt x="308" y="18"/>
                </a:lnTo>
                <a:lnTo>
                  <a:pt x="328" y="26"/>
                </a:lnTo>
                <a:lnTo>
                  <a:pt x="346" y="38"/>
                </a:lnTo>
                <a:lnTo>
                  <a:pt x="362" y="50"/>
                </a:lnTo>
                <a:lnTo>
                  <a:pt x="378" y="66"/>
                </a:lnTo>
                <a:lnTo>
                  <a:pt x="392" y="80"/>
                </a:lnTo>
                <a:lnTo>
                  <a:pt x="406" y="98"/>
                </a:lnTo>
                <a:lnTo>
                  <a:pt x="416" y="116"/>
                </a:lnTo>
                <a:lnTo>
                  <a:pt x="426" y="136"/>
                </a:lnTo>
                <a:lnTo>
                  <a:pt x="434" y="156"/>
                </a:lnTo>
                <a:lnTo>
                  <a:pt x="438" y="178"/>
                </a:lnTo>
                <a:lnTo>
                  <a:pt x="442" y="200"/>
                </a:lnTo>
                <a:lnTo>
                  <a:pt x="444" y="222"/>
                </a:lnTo>
                <a:lnTo>
                  <a:pt x="444" y="222"/>
                </a:lnTo>
                <a:close/>
              </a:path>
            </a:pathLst>
          </a:custGeom>
          <a:solidFill>
            <a:srgbClr val="FFFFFF">
              <a:lumMod val="50000"/>
            </a:srgbClr>
          </a:solidFill>
          <a:ln>
            <a:noFill/>
          </a:ln>
        </p:spPr>
        <p:txBody>
          <a:bodyPr vert="horz" wrap="square" lIns="91440" tIns="45720" rIns="91440" bIns="45720" numCol="1" anchor="t" anchorCtr="0" compatLnSpc="1"/>
          <a:lstStyle/>
          <a:p>
            <a:endParaRPr lang="zh-CN" altLang="en-US"/>
          </a:p>
        </p:txBody>
      </p:sp>
      <p:sp>
        <p:nvSpPr>
          <p:cNvPr id="136" name="Freeform 349"/>
          <p:cNvSpPr/>
          <p:nvPr>
            <p:custDataLst>
              <p:tags r:id="rId136"/>
            </p:custDataLst>
          </p:nvPr>
        </p:nvSpPr>
        <p:spPr bwMode="auto">
          <a:xfrm>
            <a:off x="2104731" y="5351482"/>
            <a:ext cx="470243" cy="211393"/>
          </a:xfrm>
          <a:custGeom>
            <a:avLst/>
            <a:gdLst>
              <a:gd name="T0" fmla="*/ 406 w 436"/>
              <a:gd name="T1" fmla="*/ 196 h 196"/>
              <a:gd name="T2" fmla="*/ 232 w 436"/>
              <a:gd name="T3" fmla="*/ 196 h 196"/>
              <a:gd name="T4" fmla="*/ 138 w 436"/>
              <a:gd name="T5" fmla="*/ 168 h 196"/>
              <a:gd name="T6" fmla="*/ 138 w 436"/>
              <a:gd name="T7" fmla="*/ 196 h 196"/>
              <a:gd name="T8" fmla="*/ 0 w 436"/>
              <a:gd name="T9" fmla="*/ 196 h 196"/>
              <a:gd name="T10" fmla="*/ 0 w 436"/>
              <a:gd name="T11" fmla="*/ 0 h 196"/>
              <a:gd name="T12" fmla="*/ 182 w 436"/>
              <a:gd name="T13" fmla="*/ 0 h 196"/>
              <a:gd name="T14" fmla="*/ 232 w 436"/>
              <a:gd name="T15" fmla="*/ 72 h 196"/>
              <a:gd name="T16" fmla="*/ 396 w 436"/>
              <a:gd name="T17" fmla="*/ 106 h 196"/>
              <a:gd name="T18" fmla="*/ 396 w 436"/>
              <a:gd name="T19" fmla="*/ 106 h 196"/>
              <a:gd name="T20" fmla="*/ 420 w 436"/>
              <a:gd name="T21" fmla="*/ 116 h 196"/>
              <a:gd name="T22" fmla="*/ 426 w 436"/>
              <a:gd name="T23" fmla="*/ 120 h 196"/>
              <a:gd name="T24" fmla="*/ 432 w 436"/>
              <a:gd name="T25" fmla="*/ 126 h 196"/>
              <a:gd name="T26" fmla="*/ 434 w 436"/>
              <a:gd name="T27" fmla="*/ 132 h 196"/>
              <a:gd name="T28" fmla="*/ 436 w 436"/>
              <a:gd name="T29" fmla="*/ 142 h 196"/>
              <a:gd name="T30" fmla="*/ 436 w 436"/>
              <a:gd name="T31" fmla="*/ 168 h 196"/>
              <a:gd name="T32" fmla="*/ 436 w 436"/>
              <a:gd name="T33" fmla="*/ 168 h 196"/>
              <a:gd name="T34" fmla="*/ 434 w 436"/>
              <a:gd name="T35" fmla="*/ 178 h 196"/>
              <a:gd name="T36" fmla="*/ 428 w 436"/>
              <a:gd name="T37" fmla="*/ 188 h 196"/>
              <a:gd name="T38" fmla="*/ 418 w 436"/>
              <a:gd name="T39" fmla="*/ 194 h 196"/>
              <a:gd name="T40" fmla="*/ 406 w 436"/>
              <a:gd name="T41" fmla="*/ 196 h 196"/>
              <a:gd name="T42" fmla="*/ 406 w 436"/>
              <a:gd name="T43" fmla="*/ 196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36" h="196">
                <a:moveTo>
                  <a:pt x="406" y="196"/>
                </a:moveTo>
                <a:lnTo>
                  <a:pt x="232" y="196"/>
                </a:lnTo>
                <a:lnTo>
                  <a:pt x="138" y="168"/>
                </a:lnTo>
                <a:lnTo>
                  <a:pt x="138" y="196"/>
                </a:lnTo>
                <a:lnTo>
                  <a:pt x="0" y="196"/>
                </a:lnTo>
                <a:lnTo>
                  <a:pt x="0" y="0"/>
                </a:lnTo>
                <a:lnTo>
                  <a:pt x="182" y="0"/>
                </a:lnTo>
                <a:lnTo>
                  <a:pt x="232" y="72"/>
                </a:lnTo>
                <a:lnTo>
                  <a:pt x="396" y="106"/>
                </a:lnTo>
                <a:lnTo>
                  <a:pt x="396" y="106"/>
                </a:lnTo>
                <a:lnTo>
                  <a:pt x="420" y="116"/>
                </a:lnTo>
                <a:lnTo>
                  <a:pt x="426" y="120"/>
                </a:lnTo>
                <a:lnTo>
                  <a:pt x="432" y="126"/>
                </a:lnTo>
                <a:lnTo>
                  <a:pt x="434" y="132"/>
                </a:lnTo>
                <a:lnTo>
                  <a:pt x="436" y="142"/>
                </a:lnTo>
                <a:lnTo>
                  <a:pt x="436" y="168"/>
                </a:lnTo>
                <a:lnTo>
                  <a:pt x="436" y="168"/>
                </a:lnTo>
                <a:lnTo>
                  <a:pt x="434" y="178"/>
                </a:lnTo>
                <a:lnTo>
                  <a:pt x="428" y="188"/>
                </a:lnTo>
                <a:lnTo>
                  <a:pt x="418" y="194"/>
                </a:lnTo>
                <a:lnTo>
                  <a:pt x="406" y="196"/>
                </a:lnTo>
                <a:lnTo>
                  <a:pt x="406" y="196"/>
                </a:lnTo>
                <a:close/>
              </a:path>
            </a:pathLst>
          </a:custGeom>
          <a:solidFill>
            <a:srgbClr val="40404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7" name="Freeform 350"/>
          <p:cNvSpPr/>
          <p:nvPr>
            <p:custDataLst>
              <p:tags r:id="rId137"/>
            </p:custDataLst>
          </p:nvPr>
        </p:nvSpPr>
        <p:spPr bwMode="auto">
          <a:xfrm>
            <a:off x="1628018" y="4421783"/>
            <a:ext cx="720463" cy="990097"/>
          </a:xfrm>
          <a:custGeom>
            <a:avLst/>
            <a:gdLst>
              <a:gd name="T0" fmla="*/ 668 w 668"/>
              <a:gd name="T1" fmla="*/ 918 h 918"/>
              <a:gd name="T2" fmla="*/ 438 w 668"/>
              <a:gd name="T3" fmla="*/ 918 h 918"/>
              <a:gd name="T4" fmla="*/ 438 w 668"/>
              <a:gd name="T5" fmla="*/ 232 h 918"/>
              <a:gd name="T6" fmla="*/ 0 w 668"/>
              <a:gd name="T7" fmla="*/ 230 h 918"/>
              <a:gd name="T8" fmla="*/ 0 w 668"/>
              <a:gd name="T9" fmla="*/ 0 h 918"/>
              <a:gd name="T10" fmla="*/ 440 w 668"/>
              <a:gd name="T11" fmla="*/ 0 h 918"/>
              <a:gd name="T12" fmla="*/ 440 w 668"/>
              <a:gd name="T13" fmla="*/ 0 h 918"/>
              <a:gd name="T14" fmla="*/ 464 w 668"/>
              <a:gd name="T15" fmla="*/ 2 h 918"/>
              <a:gd name="T16" fmla="*/ 486 w 668"/>
              <a:gd name="T17" fmla="*/ 4 h 918"/>
              <a:gd name="T18" fmla="*/ 508 w 668"/>
              <a:gd name="T19" fmla="*/ 10 h 918"/>
              <a:gd name="T20" fmla="*/ 530 w 668"/>
              <a:gd name="T21" fmla="*/ 18 h 918"/>
              <a:gd name="T22" fmla="*/ 550 w 668"/>
              <a:gd name="T23" fmla="*/ 28 h 918"/>
              <a:gd name="T24" fmla="*/ 568 w 668"/>
              <a:gd name="T25" fmla="*/ 40 h 918"/>
              <a:gd name="T26" fmla="*/ 586 w 668"/>
              <a:gd name="T27" fmla="*/ 52 h 918"/>
              <a:gd name="T28" fmla="*/ 602 w 668"/>
              <a:gd name="T29" fmla="*/ 68 h 918"/>
              <a:gd name="T30" fmla="*/ 616 w 668"/>
              <a:gd name="T31" fmla="*/ 84 h 918"/>
              <a:gd name="T32" fmla="*/ 630 w 668"/>
              <a:gd name="T33" fmla="*/ 102 h 918"/>
              <a:gd name="T34" fmla="*/ 642 w 668"/>
              <a:gd name="T35" fmla="*/ 120 h 918"/>
              <a:gd name="T36" fmla="*/ 650 w 668"/>
              <a:gd name="T37" fmla="*/ 140 h 918"/>
              <a:gd name="T38" fmla="*/ 658 w 668"/>
              <a:gd name="T39" fmla="*/ 160 h 918"/>
              <a:gd name="T40" fmla="*/ 664 w 668"/>
              <a:gd name="T41" fmla="*/ 182 h 918"/>
              <a:gd name="T42" fmla="*/ 668 w 668"/>
              <a:gd name="T43" fmla="*/ 206 h 918"/>
              <a:gd name="T44" fmla="*/ 668 w 668"/>
              <a:gd name="T45" fmla="*/ 228 h 918"/>
              <a:gd name="T46" fmla="*/ 668 w 668"/>
              <a:gd name="T47" fmla="*/ 918 h 9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68" h="918">
                <a:moveTo>
                  <a:pt x="668" y="918"/>
                </a:moveTo>
                <a:lnTo>
                  <a:pt x="438" y="918"/>
                </a:lnTo>
                <a:lnTo>
                  <a:pt x="438" y="232"/>
                </a:lnTo>
                <a:lnTo>
                  <a:pt x="0" y="230"/>
                </a:lnTo>
                <a:lnTo>
                  <a:pt x="0" y="0"/>
                </a:lnTo>
                <a:lnTo>
                  <a:pt x="440" y="0"/>
                </a:lnTo>
                <a:lnTo>
                  <a:pt x="440" y="0"/>
                </a:lnTo>
                <a:lnTo>
                  <a:pt x="464" y="2"/>
                </a:lnTo>
                <a:lnTo>
                  <a:pt x="486" y="4"/>
                </a:lnTo>
                <a:lnTo>
                  <a:pt x="508" y="10"/>
                </a:lnTo>
                <a:lnTo>
                  <a:pt x="530" y="18"/>
                </a:lnTo>
                <a:lnTo>
                  <a:pt x="550" y="28"/>
                </a:lnTo>
                <a:lnTo>
                  <a:pt x="568" y="40"/>
                </a:lnTo>
                <a:lnTo>
                  <a:pt x="586" y="52"/>
                </a:lnTo>
                <a:lnTo>
                  <a:pt x="602" y="68"/>
                </a:lnTo>
                <a:lnTo>
                  <a:pt x="616" y="84"/>
                </a:lnTo>
                <a:lnTo>
                  <a:pt x="630" y="102"/>
                </a:lnTo>
                <a:lnTo>
                  <a:pt x="642" y="120"/>
                </a:lnTo>
                <a:lnTo>
                  <a:pt x="650" y="140"/>
                </a:lnTo>
                <a:lnTo>
                  <a:pt x="658" y="160"/>
                </a:lnTo>
                <a:lnTo>
                  <a:pt x="664" y="182"/>
                </a:lnTo>
                <a:lnTo>
                  <a:pt x="668" y="206"/>
                </a:lnTo>
                <a:lnTo>
                  <a:pt x="668" y="228"/>
                </a:lnTo>
                <a:lnTo>
                  <a:pt x="668" y="918"/>
                </a:lnTo>
                <a:close/>
              </a:path>
            </a:pathLst>
          </a:custGeom>
          <a:solidFill>
            <a:srgbClr val="FFFFFF">
              <a:lumMod val="50000"/>
            </a:srgbClr>
          </a:solidFill>
          <a:ln>
            <a:noFill/>
          </a:ln>
        </p:spPr>
        <p:txBody>
          <a:bodyPr vert="horz" wrap="square" lIns="91440" tIns="45720" rIns="91440" bIns="45720" numCol="1" anchor="t" anchorCtr="0" compatLnSpc="1"/>
          <a:lstStyle/>
          <a:p>
            <a:endParaRPr lang="zh-CN" altLang="en-US"/>
          </a:p>
        </p:txBody>
      </p:sp>
      <p:sp>
        <p:nvSpPr>
          <p:cNvPr id="138" name="Freeform 351"/>
          <p:cNvSpPr/>
          <p:nvPr>
            <p:custDataLst>
              <p:tags r:id="rId138"/>
            </p:custDataLst>
          </p:nvPr>
        </p:nvSpPr>
        <p:spPr bwMode="auto">
          <a:xfrm>
            <a:off x="1753129" y="3630136"/>
            <a:ext cx="142367" cy="317091"/>
          </a:xfrm>
          <a:custGeom>
            <a:avLst/>
            <a:gdLst>
              <a:gd name="T0" fmla="*/ 58 w 132"/>
              <a:gd name="T1" fmla="*/ 0 h 294"/>
              <a:gd name="T2" fmla="*/ 58 w 132"/>
              <a:gd name="T3" fmla="*/ 0 h 294"/>
              <a:gd name="T4" fmla="*/ 62 w 132"/>
              <a:gd name="T5" fmla="*/ 2 h 294"/>
              <a:gd name="T6" fmla="*/ 70 w 132"/>
              <a:gd name="T7" fmla="*/ 8 h 294"/>
              <a:gd name="T8" fmla="*/ 82 w 132"/>
              <a:gd name="T9" fmla="*/ 22 h 294"/>
              <a:gd name="T10" fmla="*/ 96 w 132"/>
              <a:gd name="T11" fmla="*/ 42 h 294"/>
              <a:gd name="T12" fmla="*/ 102 w 132"/>
              <a:gd name="T13" fmla="*/ 56 h 294"/>
              <a:gd name="T14" fmla="*/ 108 w 132"/>
              <a:gd name="T15" fmla="*/ 74 h 294"/>
              <a:gd name="T16" fmla="*/ 116 w 132"/>
              <a:gd name="T17" fmla="*/ 92 h 294"/>
              <a:gd name="T18" fmla="*/ 120 w 132"/>
              <a:gd name="T19" fmla="*/ 114 h 294"/>
              <a:gd name="T20" fmla="*/ 126 w 132"/>
              <a:gd name="T21" fmla="*/ 140 h 294"/>
              <a:gd name="T22" fmla="*/ 128 w 132"/>
              <a:gd name="T23" fmla="*/ 168 h 294"/>
              <a:gd name="T24" fmla="*/ 132 w 132"/>
              <a:gd name="T25" fmla="*/ 200 h 294"/>
              <a:gd name="T26" fmla="*/ 132 w 132"/>
              <a:gd name="T27" fmla="*/ 234 h 294"/>
              <a:gd name="T28" fmla="*/ 132 w 132"/>
              <a:gd name="T29" fmla="*/ 234 h 294"/>
              <a:gd name="T30" fmla="*/ 130 w 132"/>
              <a:gd name="T31" fmla="*/ 262 h 294"/>
              <a:gd name="T32" fmla="*/ 126 w 132"/>
              <a:gd name="T33" fmla="*/ 280 h 294"/>
              <a:gd name="T34" fmla="*/ 124 w 132"/>
              <a:gd name="T35" fmla="*/ 286 h 294"/>
              <a:gd name="T36" fmla="*/ 120 w 132"/>
              <a:gd name="T37" fmla="*/ 290 h 294"/>
              <a:gd name="T38" fmla="*/ 116 w 132"/>
              <a:gd name="T39" fmla="*/ 292 h 294"/>
              <a:gd name="T40" fmla="*/ 112 w 132"/>
              <a:gd name="T41" fmla="*/ 294 h 294"/>
              <a:gd name="T42" fmla="*/ 106 w 132"/>
              <a:gd name="T43" fmla="*/ 292 h 294"/>
              <a:gd name="T44" fmla="*/ 102 w 132"/>
              <a:gd name="T45" fmla="*/ 290 h 294"/>
              <a:gd name="T46" fmla="*/ 90 w 132"/>
              <a:gd name="T47" fmla="*/ 282 h 294"/>
              <a:gd name="T48" fmla="*/ 78 w 132"/>
              <a:gd name="T49" fmla="*/ 270 h 294"/>
              <a:gd name="T50" fmla="*/ 66 w 132"/>
              <a:gd name="T51" fmla="*/ 256 h 294"/>
              <a:gd name="T52" fmla="*/ 42 w 132"/>
              <a:gd name="T53" fmla="*/ 222 h 294"/>
              <a:gd name="T54" fmla="*/ 20 w 132"/>
              <a:gd name="T55" fmla="*/ 188 h 294"/>
              <a:gd name="T56" fmla="*/ 0 w 132"/>
              <a:gd name="T57" fmla="*/ 150 h 294"/>
              <a:gd name="T58" fmla="*/ 58 w 132"/>
              <a:gd name="T59" fmla="*/ 0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32" h="294">
                <a:moveTo>
                  <a:pt x="58" y="0"/>
                </a:moveTo>
                <a:lnTo>
                  <a:pt x="58" y="0"/>
                </a:lnTo>
                <a:lnTo>
                  <a:pt x="62" y="2"/>
                </a:lnTo>
                <a:lnTo>
                  <a:pt x="70" y="8"/>
                </a:lnTo>
                <a:lnTo>
                  <a:pt x="82" y="22"/>
                </a:lnTo>
                <a:lnTo>
                  <a:pt x="96" y="42"/>
                </a:lnTo>
                <a:lnTo>
                  <a:pt x="102" y="56"/>
                </a:lnTo>
                <a:lnTo>
                  <a:pt x="108" y="74"/>
                </a:lnTo>
                <a:lnTo>
                  <a:pt x="116" y="92"/>
                </a:lnTo>
                <a:lnTo>
                  <a:pt x="120" y="114"/>
                </a:lnTo>
                <a:lnTo>
                  <a:pt x="126" y="140"/>
                </a:lnTo>
                <a:lnTo>
                  <a:pt x="128" y="168"/>
                </a:lnTo>
                <a:lnTo>
                  <a:pt x="132" y="200"/>
                </a:lnTo>
                <a:lnTo>
                  <a:pt x="132" y="234"/>
                </a:lnTo>
                <a:lnTo>
                  <a:pt x="132" y="234"/>
                </a:lnTo>
                <a:lnTo>
                  <a:pt x="130" y="262"/>
                </a:lnTo>
                <a:lnTo>
                  <a:pt x="126" y="280"/>
                </a:lnTo>
                <a:lnTo>
                  <a:pt x="124" y="286"/>
                </a:lnTo>
                <a:lnTo>
                  <a:pt x="120" y="290"/>
                </a:lnTo>
                <a:lnTo>
                  <a:pt x="116" y="292"/>
                </a:lnTo>
                <a:lnTo>
                  <a:pt x="112" y="294"/>
                </a:lnTo>
                <a:lnTo>
                  <a:pt x="106" y="292"/>
                </a:lnTo>
                <a:lnTo>
                  <a:pt x="102" y="290"/>
                </a:lnTo>
                <a:lnTo>
                  <a:pt x="90" y="282"/>
                </a:lnTo>
                <a:lnTo>
                  <a:pt x="78" y="270"/>
                </a:lnTo>
                <a:lnTo>
                  <a:pt x="66" y="256"/>
                </a:lnTo>
                <a:lnTo>
                  <a:pt x="42" y="222"/>
                </a:lnTo>
                <a:lnTo>
                  <a:pt x="20" y="188"/>
                </a:lnTo>
                <a:lnTo>
                  <a:pt x="0" y="150"/>
                </a:lnTo>
                <a:lnTo>
                  <a:pt x="58" y="0"/>
                </a:lnTo>
                <a:close/>
              </a:path>
            </a:pathLst>
          </a:custGeom>
          <a:solidFill>
            <a:srgbClr val="4EAEE6">
              <a:lumMod val="75000"/>
              <a:lumOff val="25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9" name="Rectangle 352"/>
          <p:cNvSpPr>
            <a:spLocks noChangeArrowheads="1"/>
          </p:cNvSpPr>
          <p:nvPr>
            <p:custDataLst>
              <p:tags r:id="rId139"/>
            </p:custDataLst>
          </p:nvPr>
        </p:nvSpPr>
        <p:spPr bwMode="auto">
          <a:xfrm>
            <a:off x="1541735" y="3317360"/>
            <a:ext cx="248064" cy="625552"/>
          </a:xfrm>
          <a:prstGeom prst="rect">
            <a:avLst/>
          </a:prstGeom>
          <a:solidFill>
            <a:srgbClr val="FAA67A">
              <a:lumMod val="9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40" name="Freeform 353"/>
          <p:cNvSpPr/>
          <p:nvPr>
            <p:custDataLst>
              <p:tags r:id="rId140"/>
            </p:custDataLst>
          </p:nvPr>
        </p:nvSpPr>
        <p:spPr bwMode="auto">
          <a:xfrm>
            <a:off x="1960207" y="2866532"/>
            <a:ext cx="157467" cy="450829"/>
          </a:xfrm>
          <a:custGeom>
            <a:avLst/>
            <a:gdLst>
              <a:gd name="T0" fmla="*/ 0 w 146"/>
              <a:gd name="T1" fmla="*/ 0 h 418"/>
              <a:gd name="T2" fmla="*/ 0 w 146"/>
              <a:gd name="T3" fmla="*/ 418 h 418"/>
              <a:gd name="T4" fmla="*/ 108 w 146"/>
              <a:gd name="T5" fmla="*/ 418 h 418"/>
              <a:gd name="T6" fmla="*/ 108 w 146"/>
              <a:gd name="T7" fmla="*/ 418 h 418"/>
              <a:gd name="T8" fmla="*/ 118 w 146"/>
              <a:gd name="T9" fmla="*/ 416 h 418"/>
              <a:gd name="T10" fmla="*/ 126 w 146"/>
              <a:gd name="T11" fmla="*/ 412 h 418"/>
              <a:gd name="T12" fmla="*/ 134 w 146"/>
              <a:gd name="T13" fmla="*/ 408 h 418"/>
              <a:gd name="T14" fmla="*/ 140 w 146"/>
              <a:gd name="T15" fmla="*/ 400 h 418"/>
              <a:gd name="T16" fmla="*/ 144 w 146"/>
              <a:gd name="T17" fmla="*/ 392 h 418"/>
              <a:gd name="T18" fmla="*/ 146 w 146"/>
              <a:gd name="T19" fmla="*/ 384 h 418"/>
              <a:gd name="T20" fmla="*/ 146 w 146"/>
              <a:gd name="T21" fmla="*/ 374 h 418"/>
              <a:gd name="T22" fmla="*/ 144 w 146"/>
              <a:gd name="T23" fmla="*/ 364 h 418"/>
              <a:gd name="T24" fmla="*/ 0 w 146"/>
              <a:gd name="T25" fmla="*/ 0 h 4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6" h="418">
                <a:moveTo>
                  <a:pt x="0" y="0"/>
                </a:moveTo>
                <a:lnTo>
                  <a:pt x="0" y="418"/>
                </a:lnTo>
                <a:lnTo>
                  <a:pt x="108" y="418"/>
                </a:lnTo>
                <a:lnTo>
                  <a:pt x="108" y="418"/>
                </a:lnTo>
                <a:lnTo>
                  <a:pt x="118" y="416"/>
                </a:lnTo>
                <a:lnTo>
                  <a:pt x="126" y="412"/>
                </a:lnTo>
                <a:lnTo>
                  <a:pt x="134" y="408"/>
                </a:lnTo>
                <a:lnTo>
                  <a:pt x="140" y="400"/>
                </a:lnTo>
                <a:lnTo>
                  <a:pt x="144" y="392"/>
                </a:lnTo>
                <a:lnTo>
                  <a:pt x="146" y="384"/>
                </a:lnTo>
                <a:lnTo>
                  <a:pt x="146" y="374"/>
                </a:lnTo>
                <a:lnTo>
                  <a:pt x="144" y="364"/>
                </a:lnTo>
                <a:lnTo>
                  <a:pt x="0" y="0"/>
                </a:lnTo>
                <a:close/>
              </a:path>
            </a:pathLst>
          </a:custGeom>
          <a:solidFill>
            <a:srgbClr val="FAA67A">
              <a:lumMod val="50000"/>
              <a:lumOff val="50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1" name="Freeform 354"/>
          <p:cNvSpPr/>
          <p:nvPr>
            <p:custDataLst>
              <p:tags r:id="rId141"/>
            </p:custDataLst>
          </p:nvPr>
        </p:nvSpPr>
        <p:spPr bwMode="auto">
          <a:xfrm>
            <a:off x="1351913" y="2728479"/>
            <a:ext cx="677321" cy="677321"/>
          </a:xfrm>
          <a:custGeom>
            <a:avLst/>
            <a:gdLst>
              <a:gd name="T0" fmla="*/ 0 w 628"/>
              <a:gd name="T1" fmla="*/ 314 h 628"/>
              <a:gd name="T2" fmla="*/ 6 w 628"/>
              <a:gd name="T3" fmla="*/ 378 h 628"/>
              <a:gd name="T4" fmla="*/ 24 w 628"/>
              <a:gd name="T5" fmla="*/ 436 h 628"/>
              <a:gd name="T6" fmla="*/ 52 w 628"/>
              <a:gd name="T7" fmla="*/ 490 h 628"/>
              <a:gd name="T8" fmla="*/ 92 w 628"/>
              <a:gd name="T9" fmla="*/ 536 h 628"/>
              <a:gd name="T10" fmla="*/ 138 w 628"/>
              <a:gd name="T11" fmla="*/ 574 h 628"/>
              <a:gd name="T12" fmla="*/ 192 w 628"/>
              <a:gd name="T13" fmla="*/ 604 h 628"/>
              <a:gd name="T14" fmla="*/ 250 w 628"/>
              <a:gd name="T15" fmla="*/ 622 h 628"/>
              <a:gd name="T16" fmla="*/ 314 w 628"/>
              <a:gd name="T17" fmla="*/ 628 h 628"/>
              <a:gd name="T18" fmla="*/ 346 w 628"/>
              <a:gd name="T19" fmla="*/ 628 h 628"/>
              <a:gd name="T20" fmla="*/ 408 w 628"/>
              <a:gd name="T21" fmla="*/ 614 h 628"/>
              <a:gd name="T22" fmla="*/ 464 w 628"/>
              <a:gd name="T23" fmla="*/ 590 h 628"/>
              <a:gd name="T24" fmla="*/ 514 w 628"/>
              <a:gd name="T25" fmla="*/ 556 h 628"/>
              <a:gd name="T26" fmla="*/ 556 w 628"/>
              <a:gd name="T27" fmla="*/ 514 h 628"/>
              <a:gd name="T28" fmla="*/ 590 w 628"/>
              <a:gd name="T29" fmla="*/ 464 h 628"/>
              <a:gd name="T30" fmla="*/ 614 w 628"/>
              <a:gd name="T31" fmla="*/ 408 h 628"/>
              <a:gd name="T32" fmla="*/ 628 w 628"/>
              <a:gd name="T33" fmla="*/ 346 h 628"/>
              <a:gd name="T34" fmla="*/ 628 w 628"/>
              <a:gd name="T35" fmla="*/ 314 h 628"/>
              <a:gd name="T36" fmla="*/ 622 w 628"/>
              <a:gd name="T37" fmla="*/ 250 h 628"/>
              <a:gd name="T38" fmla="*/ 604 w 628"/>
              <a:gd name="T39" fmla="*/ 192 h 628"/>
              <a:gd name="T40" fmla="*/ 576 w 628"/>
              <a:gd name="T41" fmla="*/ 138 h 628"/>
              <a:gd name="T42" fmla="*/ 536 w 628"/>
              <a:gd name="T43" fmla="*/ 92 h 628"/>
              <a:gd name="T44" fmla="*/ 490 w 628"/>
              <a:gd name="T45" fmla="*/ 54 h 628"/>
              <a:gd name="T46" fmla="*/ 436 w 628"/>
              <a:gd name="T47" fmla="*/ 24 h 628"/>
              <a:gd name="T48" fmla="*/ 378 w 628"/>
              <a:gd name="T49" fmla="*/ 6 h 628"/>
              <a:gd name="T50" fmla="*/ 314 w 628"/>
              <a:gd name="T51" fmla="*/ 0 h 628"/>
              <a:gd name="T52" fmla="*/ 282 w 628"/>
              <a:gd name="T53" fmla="*/ 0 h 628"/>
              <a:gd name="T54" fmla="*/ 220 w 628"/>
              <a:gd name="T55" fmla="*/ 14 h 628"/>
              <a:gd name="T56" fmla="*/ 164 w 628"/>
              <a:gd name="T57" fmla="*/ 38 h 628"/>
              <a:gd name="T58" fmla="*/ 114 w 628"/>
              <a:gd name="T59" fmla="*/ 70 h 628"/>
              <a:gd name="T60" fmla="*/ 72 w 628"/>
              <a:gd name="T61" fmla="*/ 114 h 628"/>
              <a:gd name="T62" fmla="*/ 38 w 628"/>
              <a:gd name="T63" fmla="*/ 164 h 628"/>
              <a:gd name="T64" fmla="*/ 14 w 628"/>
              <a:gd name="T65" fmla="*/ 220 h 628"/>
              <a:gd name="T66" fmla="*/ 2 w 628"/>
              <a:gd name="T67" fmla="*/ 282 h 628"/>
              <a:gd name="T68" fmla="*/ 0 w 628"/>
              <a:gd name="T69" fmla="*/ 314 h 6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28" h="628">
                <a:moveTo>
                  <a:pt x="0" y="314"/>
                </a:moveTo>
                <a:lnTo>
                  <a:pt x="0" y="314"/>
                </a:lnTo>
                <a:lnTo>
                  <a:pt x="0" y="346"/>
                </a:lnTo>
                <a:lnTo>
                  <a:pt x="6" y="378"/>
                </a:lnTo>
                <a:lnTo>
                  <a:pt x="14" y="408"/>
                </a:lnTo>
                <a:lnTo>
                  <a:pt x="24" y="436"/>
                </a:lnTo>
                <a:lnTo>
                  <a:pt x="38" y="464"/>
                </a:lnTo>
                <a:lnTo>
                  <a:pt x="52" y="490"/>
                </a:lnTo>
                <a:lnTo>
                  <a:pt x="72" y="514"/>
                </a:lnTo>
                <a:lnTo>
                  <a:pt x="92" y="536"/>
                </a:lnTo>
                <a:lnTo>
                  <a:pt x="114" y="556"/>
                </a:lnTo>
                <a:lnTo>
                  <a:pt x="138" y="574"/>
                </a:lnTo>
                <a:lnTo>
                  <a:pt x="164" y="590"/>
                </a:lnTo>
                <a:lnTo>
                  <a:pt x="192" y="604"/>
                </a:lnTo>
                <a:lnTo>
                  <a:pt x="220" y="614"/>
                </a:lnTo>
                <a:lnTo>
                  <a:pt x="250" y="622"/>
                </a:lnTo>
                <a:lnTo>
                  <a:pt x="282" y="626"/>
                </a:lnTo>
                <a:lnTo>
                  <a:pt x="314" y="628"/>
                </a:lnTo>
                <a:lnTo>
                  <a:pt x="314" y="628"/>
                </a:lnTo>
                <a:lnTo>
                  <a:pt x="346" y="628"/>
                </a:lnTo>
                <a:lnTo>
                  <a:pt x="378" y="622"/>
                </a:lnTo>
                <a:lnTo>
                  <a:pt x="408" y="614"/>
                </a:lnTo>
                <a:lnTo>
                  <a:pt x="436" y="604"/>
                </a:lnTo>
                <a:lnTo>
                  <a:pt x="464" y="590"/>
                </a:lnTo>
                <a:lnTo>
                  <a:pt x="490" y="574"/>
                </a:lnTo>
                <a:lnTo>
                  <a:pt x="514" y="556"/>
                </a:lnTo>
                <a:lnTo>
                  <a:pt x="536" y="536"/>
                </a:lnTo>
                <a:lnTo>
                  <a:pt x="556" y="514"/>
                </a:lnTo>
                <a:lnTo>
                  <a:pt x="574" y="490"/>
                </a:lnTo>
                <a:lnTo>
                  <a:pt x="590" y="464"/>
                </a:lnTo>
                <a:lnTo>
                  <a:pt x="604" y="436"/>
                </a:lnTo>
                <a:lnTo>
                  <a:pt x="614" y="408"/>
                </a:lnTo>
                <a:lnTo>
                  <a:pt x="622" y="378"/>
                </a:lnTo>
                <a:lnTo>
                  <a:pt x="628" y="346"/>
                </a:lnTo>
                <a:lnTo>
                  <a:pt x="628" y="314"/>
                </a:lnTo>
                <a:lnTo>
                  <a:pt x="628" y="314"/>
                </a:lnTo>
                <a:lnTo>
                  <a:pt x="628" y="282"/>
                </a:lnTo>
                <a:lnTo>
                  <a:pt x="622" y="250"/>
                </a:lnTo>
                <a:lnTo>
                  <a:pt x="614" y="220"/>
                </a:lnTo>
                <a:lnTo>
                  <a:pt x="604" y="192"/>
                </a:lnTo>
                <a:lnTo>
                  <a:pt x="590" y="164"/>
                </a:lnTo>
                <a:lnTo>
                  <a:pt x="576" y="138"/>
                </a:lnTo>
                <a:lnTo>
                  <a:pt x="558" y="114"/>
                </a:lnTo>
                <a:lnTo>
                  <a:pt x="536" y="92"/>
                </a:lnTo>
                <a:lnTo>
                  <a:pt x="514" y="72"/>
                </a:lnTo>
                <a:lnTo>
                  <a:pt x="490" y="54"/>
                </a:lnTo>
                <a:lnTo>
                  <a:pt x="464" y="38"/>
                </a:lnTo>
                <a:lnTo>
                  <a:pt x="436" y="24"/>
                </a:lnTo>
                <a:lnTo>
                  <a:pt x="408" y="14"/>
                </a:lnTo>
                <a:lnTo>
                  <a:pt x="378" y="6"/>
                </a:lnTo>
                <a:lnTo>
                  <a:pt x="346" y="0"/>
                </a:lnTo>
                <a:lnTo>
                  <a:pt x="314" y="0"/>
                </a:lnTo>
                <a:lnTo>
                  <a:pt x="314" y="0"/>
                </a:lnTo>
                <a:lnTo>
                  <a:pt x="282" y="0"/>
                </a:lnTo>
                <a:lnTo>
                  <a:pt x="250" y="6"/>
                </a:lnTo>
                <a:lnTo>
                  <a:pt x="220" y="14"/>
                </a:lnTo>
                <a:lnTo>
                  <a:pt x="192" y="24"/>
                </a:lnTo>
                <a:lnTo>
                  <a:pt x="164" y="38"/>
                </a:lnTo>
                <a:lnTo>
                  <a:pt x="138" y="52"/>
                </a:lnTo>
                <a:lnTo>
                  <a:pt x="114" y="70"/>
                </a:lnTo>
                <a:lnTo>
                  <a:pt x="92" y="92"/>
                </a:lnTo>
                <a:lnTo>
                  <a:pt x="72" y="114"/>
                </a:lnTo>
                <a:lnTo>
                  <a:pt x="54" y="138"/>
                </a:lnTo>
                <a:lnTo>
                  <a:pt x="38" y="164"/>
                </a:lnTo>
                <a:lnTo>
                  <a:pt x="24" y="192"/>
                </a:lnTo>
                <a:lnTo>
                  <a:pt x="14" y="220"/>
                </a:lnTo>
                <a:lnTo>
                  <a:pt x="6" y="250"/>
                </a:lnTo>
                <a:lnTo>
                  <a:pt x="2" y="282"/>
                </a:lnTo>
                <a:lnTo>
                  <a:pt x="0" y="314"/>
                </a:lnTo>
                <a:lnTo>
                  <a:pt x="0" y="314"/>
                </a:lnTo>
                <a:close/>
              </a:path>
            </a:pathLst>
          </a:custGeom>
          <a:solidFill>
            <a:srgbClr val="CE885B">
              <a:lumMod val="50000"/>
              <a:lumOff val="50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2" name="Freeform 355"/>
          <p:cNvSpPr/>
          <p:nvPr>
            <p:custDataLst>
              <p:tags r:id="rId142"/>
            </p:custDataLst>
          </p:nvPr>
        </p:nvSpPr>
        <p:spPr bwMode="auto">
          <a:xfrm>
            <a:off x="1496436" y="3067141"/>
            <a:ext cx="532797" cy="435729"/>
          </a:xfrm>
          <a:custGeom>
            <a:avLst/>
            <a:gdLst>
              <a:gd name="T0" fmla="*/ 392 w 494"/>
              <a:gd name="T1" fmla="*/ 404 h 404"/>
              <a:gd name="T2" fmla="*/ 392 w 494"/>
              <a:gd name="T3" fmla="*/ 404 h 404"/>
              <a:gd name="T4" fmla="*/ 372 w 494"/>
              <a:gd name="T5" fmla="*/ 404 h 404"/>
              <a:gd name="T6" fmla="*/ 346 w 494"/>
              <a:gd name="T7" fmla="*/ 398 h 404"/>
              <a:gd name="T8" fmla="*/ 318 w 494"/>
              <a:gd name="T9" fmla="*/ 392 h 404"/>
              <a:gd name="T10" fmla="*/ 288 w 494"/>
              <a:gd name="T11" fmla="*/ 382 h 404"/>
              <a:gd name="T12" fmla="*/ 224 w 494"/>
              <a:gd name="T13" fmla="*/ 358 h 404"/>
              <a:gd name="T14" fmla="*/ 158 w 494"/>
              <a:gd name="T15" fmla="*/ 332 h 404"/>
              <a:gd name="T16" fmla="*/ 98 w 494"/>
              <a:gd name="T17" fmla="*/ 306 h 404"/>
              <a:gd name="T18" fmla="*/ 46 w 494"/>
              <a:gd name="T19" fmla="*/ 282 h 404"/>
              <a:gd name="T20" fmla="*/ 0 w 494"/>
              <a:gd name="T21" fmla="*/ 260 h 404"/>
              <a:gd name="T22" fmla="*/ 494 w 494"/>
              <a:gd name="T23" fmla="*/ 0 h 404"/>
              <a:gd name="T24" fmla="*/ 494 w 494"/>
              <a:gd name="T25" fmla="*/ 304 h 404"/>
              <a:gd name="T26" fmla="*/ 494 w 494"/>
              <a:gd name="T27" fmla="*/ 304 h 404"/>
              <a:gd name="T28" fmla="*/ 492 w 494"/>
              <a:gd name="T29" fmla="*/ 324 h 404"/>
              <a:gd name="T30" fmla="*/ 486 w 494"/>
              <a:gd name="T31" fmla="*/ 342 h 404"/>
              <a:gd name="T32" fmla="*/ 478 w 494"/>
              <a:gd name="T33" fmla="*/ 360 h 404"/>
              <a:gd name="T34" fmla="*/ 464 w 494"/>
              <a:gd name="T35" fmla="*/ 376 h 404"/>
              <a:gd name="T36" fmla="*/ 450 w 494"/>
              <a:gd name="T37" fmla="*/ 388 h 404"/>
              <a:gd name="T38" fmla="*/ 432 w 494"/>
              <a:gd name="T39" fmla="*/ 398 h 404"/>
              <a:gd name="T40" fmla="*/ 414 w 494"/>
              <a:gd name="T41" fmla="*/ 402 h 404"/>
              <a:gd name="T42" fmla="*/ 392 w 494"/>
              <a:gd name="T43" fmla="*/ 404 h 404"/>
              <a:gd name="T44" fmla="*/ 392 w 494"/>
              <a:gd name="T45" fmla="*/ 404 h 4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93" h="403">
                <a:moveTo>
                  <a:pt x="392" y="404"/>
                </a:moveTo>
                <a:lnTo>
                  <a:pt x="392" y="404"/>
                </a:lnTo>
                <a:lnTo>
                  <a:pt x="372" y="404"/>
                </a:lnTo>
                <a:lnTo>
                  <a:pt x="346" y="398"/>
                </a:lnTo>
                <a:lnTo>
                  <a:pt x="318" y="392"/>
                </a:lnTo>
                <a:lnTo>
                  <a:pt x="288" y="382"/>
                </a:lnTo>
                <a:lnTo>
                  <a:pt x="224" y="358"/>
                </a:lnTo>
                <a:lnTo>
                  <a:pt x="158" y="332"/>
                </a:lnTo>
                <a:lnTo>
                  <a:pt x="98" y="306"/>
                </a:lnTo>
                <a:lnTo>
                  <a:pt x="46" y="282"/>
                </a:lnTo>
                <a:lnTo>
                  <a:pt x="0" y="260"/>
                </a:lnTo>
                <a:lnTo>
                  <a:pt x="494" y="0"/>
                </a:lnTo>
                <a:lnTo>
                  <a:pt x="494" y="304"/>
                </a:lnTo>
                <a:lnTo>
                  <a:pt x="494" y="304"/>
                </a:lnTo>
                <a:lnTo>
                  <a:pt x="492" y="324"/>
                </a:lnTo>
                <a:lnTo>
                  <a:pt x="486" y="342"/>
                </a:lnTo>
                <a:lnTo>
                  <a:pt x="478" y="360"/>
                </a:lnTo>
                <a:lnTo>
                  <a:pt x="464" y="376"/>
                </a:lnTo>
                <a:lnTo>
                  <a:pt x="450" y="388"/>
                </a:lnTo>
                <a:lnTo>
                  <a:pt x="432" y="398"/>
                </a:lnTo>
                <a:lnTo>
                  <a:pt x="414" y="402"/>
                </a:lnTo>
                <a:lnTo>
                  <a:pt x="392" y="404"/>
                </a:lnTo>
                <a:lnTo>
                  <a:pt x="392" y="404"/>
                </a:lnTo>
                <a:close/>
              </a:path>
            </a:pathLst>
          </a:custGeom>
          <a:solidFill>
            <a:srgbClr val="CE885B">
              <a:lumMod val="50000"/>
              <a:lumOff val="50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3" name="Freeform 356"/>
          <p:cNvSpPr/>
          <p:nvPr>
            <p:custDataLst>
              <p:tags r:id="rId143"/>
            </p:custDataLst>
          </p:nvPr>
        </p:nvSpPr>
        <p:spPr bwMode="auto">
          <a:xfrm>
            <a:off x="1351912" y="2728478"/>
            <a:ext cx="625552" cy="649280"/>
          </a:xfrm>
          <a:custGeom>
            <a:avLst/>
            <a:gdLst>
              <a:gd name="T0" fmla="*/ 284 w 580"/>
              <a:gd name="T1" fmla="*/ 0 h 602"/>
              <a:gd name="T2" fmla="*/ 230 w 580"/>
              <a:gd name="T3" fmla="*/ 10 h 602"/>
              <a:gd name="T4" fmla="*/ 180 w 580"/>
              <a:gd name="T5" fmla="*/ 30 h 602"/>
              <a:gd name="T6" fmla="*/ 134 w 580"/>
              <a:gd name="T7" fmla="*/ 56 h 602"/>
              <a:gd name="T8" fmla="*/ 94 w 580"/>
              <a:gd name="T9" fmla="*/ 90 h 602"/>
              <a:gd name="T10" fmla="*/ 60 w 580"/>
              <a:gd name="T11" fmla="*/ 130 h 602"/>
              <a:gd name="T12" fmla="*/ 32 w 580"/>
              <a:gd name="T13" fmla="*/ 176 h 602"/>
              <a:gd name="T14" fmla="*/ 12 w 580"/>
              <a:gd name="T15" fmla="*/ 226 h 602"/>
              <a:gd name="T16" fmla="*/ 2 w 580"/>
              <a:gd name="T17" fmla="*/ 278 h 602"/>
              <a:gd name="T18" fmla="*/ 0 w 580"/>
              <a:gd name="T19" fmla="*/ 302 h 602"/>
              <a:gd name="T20" fmla="*/ 2 w 580"/>
              <a:gd name="T21" fmla="*/ 348 h 602"/>
              <a:gd name="T22" fmla="*/ 12 w 580"/>
              <a:gd name="T23" fmla="*/ 394 h 602"/>
              <a:gd name="T24" fmla="*/ 28 w 580"/>
              <a:gd name="T25" fmla="*/ 440 h 602"/>
              <a:gd name="T26" fmla="*/ 50 w 580"/>
              <a:gd name="T27" fmla="*/ 482 h 602"/>
              <a:gd name="T28" fmla="*/ 80 w 580"/>
              <a:gd name="T29" fmla="*/ 522 h 602"/>
              <a:gd name="T30" fmla="*/ 116 w 580"/>
              <a:gd name="T31" fmla="*/ 558 h 602"/>
              <a:gd name="T32" fmla="*/ 158 w 580"/>
              <a:gd name="T33" fmla="*/ 590 h 602"/>
              <a:gd name="T34" fmla="*/ 254 w 580"/>
              <a:gd name="T35" fmla="*/ 452 h 602"/>
              <a:gd name="T36" fmla="*/ 362 w 580"/>
              <a:gd name="T37" fmla="*/ 418 h 602"/>
              <a:gd name="T38" fmla="*/ 362 w 580"/>
              <a:gd name="T39" fmla="*/ 272 h 602"/>
              <a:gd name="T40" fmla="*/ 364 w 580"/>
              <a:gd name="T41" fmla="*/ 246 h 602"/>
              <a:gd name="T42" fmla="*/ 372 w 580"/>
              <a:gd name="T43" fmla="*/ 224 h 602"/>
              <a:gd name="T44" fmla="*/ 398 w 580"/>
              <a:gd name="T45" fmla="*/ 184 h 602"/>
              <a:gd name="T46" fmla="*/ 438 w 580"/>
              <a:gd name="T47" fmla="*/ 156 h 602"/>
              <a:gd name="T48" fmla="*/ 462 w 580"/>
              <a:gd name="T49" fmla="*/ 150 h 602"/>
              <a:gd name="T50" fmla="*/ 488 w 580"/>
              <a:gd name="T51" fmla="*/ 146 h 602"/>
              <a:gd name="T52" fmla="*/ 580 w 580"/>
              <a:gd name="T53" fmla="*/ 146 h 602"/>
              <a:gd name="T54" fmla="*/ 556 w 580"/>
              <a:gd name="T55" fmla="*/ 112 h 602"/>
              <a:gd name="T56" fmla="*/ 526 w 580"/>
              <a:gd name="T57" fmla="*/ 82 h 602"/>
              <a:gd name="T58" fmla="*/ 492 w 580"/>
              <a:gd name="T59" fmla="*/ 56 h 602"/>
              <a:gd name="T60" fmla="*/ 456 w 580"/>
              <a:gd name="T61" fmla="*/ 34 h 602"/>
              <a:gd name="T62" fmla="*/ 416 w 580"/>
              <a:gd name="T63" fmla="*/ 16 h 602"/>
              <a:gd name="T64" fmla="*/ 374 w 580"/>
              <a:gd name="T65" fmla="*/ 6 h 602"/>
              <a:gd name="T66" fmla="*/ 330 w 580"/>
              <a:gd name="T67" fmla="*/ 0 h 602"/>
              <a:gd name="T68" fmla="*/ 284 w 580"/>
              <a:gd name="T69" fmla="*/ 0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80" h="602">
                <a:moveTo>
                  <a:pt x="284" y="0"/>
                </a:moveTo>
                <a:lnTo>
                  <a:pt x="284" y="0"/>
                </a:lnTo>
                <a:lnTo>
                  <a:pt x="258" y="4"/>
                </a:lnTo>
                <a:lnTo>
                  <a:pt x="230" y="10"/>
                </a:lnTo>
                <a:lnTo>
                  <a:pt x="204" y="18"/>
                </a:lnTo>
                <a:lnTo>
                  <a:pt x="180" y="30"/>
                </a:lnTo>
                <a:lnTo>
                  <a:pt x="156" y="42"/>
                </a:lnTo>
                <a:lnTo>
                  <a:pt x="134" y="56"/>
                </a:lnTo>
                <a:lnTo>
                  <a:pt x="114" y="72"/>
                </a:lnTo>
                <a:lnTo>
                  <a:pt x="94" y="90"/>
                </a:lnTo>
                <a:lnTo>
                  <a:pt x="76" y="108"/>
                </a:lnTo>
                <a:lnTo>
                  <a:pt x="60" y="130"/>
                </a:lnTo>
                <a:lnTo>
                  <a:pt x="44" y="152"/>
                </a:lnTo>
                <a:lnTo>
                  <a:pt x="32" y="176"/>
                </a:lnTo>
                <a:lnTo>
                  <a:pt x="20" y="200"/>
                </a:lnTo>
                <a:lnTo>
                  <a:pt x="12" y="226"/>
                </a:lnTo>
                <a:lnTo>
                  <a:pt x="6" y="252"/>
                </a:lnTo>
                <a:lnTo>
                  <a:pt x="2" y="278"/>
                </a:lnTo>
                <a:lnTo>
                  <a:pt x="2" y="278"/>
                </a:lnTo>
                <a:lnTo>
                  <a:pt x="0" y="302"/>
                </a:lnTo>
                <a:lnTo>
                  <a:pt x="0" y="324"/>
                </a:lnTo>
                <a:lnTo>
                  <a:pt x="2" y="348"/>
                </a:lnTo>
                <a:lnTo>
                  <a:pt x="6" y="372"/>
                </a:lnTo>
                <a:lnTo>
                  <a:pt x="12" y="394"/>
                </a:lnTo>
                <a:lnTo>
                  <a:pt x="18" y="416"/>
                </a:lnTo>
                <a:lnTo>
                  <a:pt x="28" y="440"/>
                </a:lnTo>
                <a:lnTo>
                  <a:pt x="38" y="460"/>
                </a:lnTo>
                <a:lnTo>
                  <a:pt x="50" y="482"/>
                </a:lnTo>
                <a:lnTo>
                  <a:pt x="64" y="502"/>
                </a:lnTo>
                <a:lnTo>
                  <a:pt x="80" y="522"/>
                </a:lnTo>
                <a:lnTo>
                  <a:pt x="96" y="540"/>
                </a:lnTo>
                <a:lnTo>
                  <a:pt x="116" y="558"/>
                </a:lnTo>
                <a:lnTo>
                  <a:pt x="136" y="574"/>
                </a:lnTo>
                <a:lnTo>
                  <a:pt x="158" y="590"/>
                </a:lnTo>
                <a:lnTo>
                  <a:pt x="180" y="602"/>
                </a:lnTo>
                <a:lnTo>
                  <a:pt x="254" y="452"/>
                </a:lnTo>
                <a:lnTo>
                  <a:pt x="254" y="418"/>
                </a:lnTo>
                <a:lnTo>
                  <a:pt x="362" y="418"/>
                </a:lnTo>
                <a:lnTo>
                  <a:pt x="362" y="272"/>
                </a:lnTo>
                <a:lnTo>
                  <a:pt x="362" y="272"/>
                </a:lnTo>
                <a:lnTo>
                  <a:pt x="362" y="260"/>
                </a:lnTo>
                <a:lnTo>
                  <a:pt x="364" y="246"/>
                </a:lnTo>
                <a:lnTo>
                  <a:pt x="368" y="234"/>
                </a:lnTo>
                <a:lnTo>
                  <a:pt x="372" y="224"/>
                </a:lnTo>
                <a:lnTo>
                  <a:pt x="384" y="202"/>
                </a:lnTo>
                <a:lnTo>
                  <a:pt x="398" y="184"/>
                </a:lnTo>
                <a:lnTo>
                  <a:pt x="418" y="168"/>
                </a:lnTo>
                <a:lnTo>
                  <a:pt x="438" y="156"/>
                </a:lnTo>
                <a:lnTo>
                  <a:pt x="450" y="152"/>
                </a:lnTo>
                <a:lnTo>
                  <a:pt x="462" y="150"/>
                </a:lnTo>
                <a:lnTo>
                  <a:pt x="474" y="148"/>
                </a:lnTo>
                <a:lnTo>
                  <a:pt x="488" y="146"/>
                </a:lnTo>
                <a:lnTo>
                  <a:pt x="580" y="146"/>
                </a:lnTo>
                <a:lnTo>
                  <a:pt x="580" y="146"/>
                </a:lnTo>
                <a:lnTo>
                  <a:pt x="568" y="130"/>
                </a:lnTo>
                <a:lnTo>
                  <a:pt x="556" y="112"/>
                </a:lnTo>
                <a:lnTo>
                  <a:pt x="542" y="96"/>
                </a:lnTo>
                <a:lnTo>
                  <a:pt x="526" y="82"/>
                </a:lnTo>
                <a:lnTo>
                  <a:pt x="510" y="68"/>
                </a:lnTo>
                <a:lnTo>
                  <a:pt x="492" y="56"/>
                </a:lnTo>
                <a:lnTo>
                  <a:pt x="476" y="44"/>
                </a:lnTo>
                <a:lnTo>
                  <a:pt x="456" y="34"/>
                </a:lnTo>
                <a:lnTo>
                  <a:pt x="436" y="24"/>
                </a:lnTo>
                <a:lnTo>
                  <a:pt x="416" y="16"/>
                </a:lnTo>
                <a:lnTo>
                  <a:pt x="396" y="10"/>
                </a:lnTo>
                <a:lnTo>
                  <a:pt x="374" y="6"/>
                </a:lnTo>
                <a:lnTo>
                  <a:pt x="352" y="2"/>
                </a:lnTo>
                <a:lnTo>
                  <a:pt x="330" y="0"/>
                </a:lnTo>
                <a:lnTo>
                  <a:pt x="308" y="0"/>
                </a:lnTo>
                <a:lnTo>
                  <a:pt x="284" y="0"/>
                </a:lnTo>
                <a:lnTo>
                  <a:pt x="284" y="0"/>
                </a:lnTo>
                <a:close/>
              </a:path>
            </a:pathLst>
          </a:custGeom>
          <a:solidFill>
            <a:srgbClr val="CE885B">
              <a:lumMod val="50000"/>
            </a:srgbClr>
          </a:solidFill>
          <a:ln>
            <a:noFill/>
          </a:ln>
        </p:spPr>
        <p:txBody>
          <a:bodyPr vert="horz" wrap="square" lIns="91440" tIns="45720" rIns="91440" bIns="45720" numCol="1" anchor="t" anchorCtr="0" compatLnSpc="1"/>
          <a:lstStyle/>
          <a:p>
            <a:endParaRPr lang="zh-CN" altLang="en-US"/>
          </a:p>
        </p:txBody>
      </p:sp>
      <p:sp>
        <p:nvSpPr>
          <p:cNvPr id="144" name="Freeform 357"/>
          <p:cNvSpPr/>
          <p:nvPr>
            <p:custDataLst>
              <p:tags r:id="rId144"/>
            </p:custDataLst>
          </p:nvPr>
        </p:nvSpPr>
        <p:spPr bwMode="auto">
          <a:xfrm>
            <a:off x="1587034" y="3064983"/>
            <a:ext cx="79812" cy="161780"/>
          </a:xfrm>
          <a:custGeom>
            <a:avLst/>
            <a:gdLst>
              <a:gd name="T0" fmla="*/ 74 w 74"/>
              <a:gd name="T1" fmla="*/ 0 h 150"/>
              <a:gd name="T2" fmla="*/ 74 w 74"/>
              <a:gd name="T3" fmla="*/ 0 h 150"/>
              <a:gd name="T4" fmla="*/ 58 w 74"/>
              <a:gd name="T5" fmla="*/ 2 h 150"/>
              <a:gd name="T6" fmla="*/ 46 w 74"/>
              <a:gd name="T7" fmla="*/ 6 h 150"/>
              <a:gd name="T8" fmla="*/ 32 w 74"/>
              <a:gd name="T9" fmla="*/ 14 h 150"/>
              <a:gd name="T10" fmla="*/ 22 w 74"/>
              <a:gd name="T11" fmla="*/ 22 h 150"/>
              <a:gd name="T12" fmla="*/ 12 w 74"/>
              <a:gd name="T13" fmla="*/ 34 h 150"/>
              <a:gd name="T14" fmla="*/ 6 w 74"/>
              <a:gd name="T15" fmla="*/ 46 h 150"/>
              <a:gd name="T16" fmla="*/ 2 w 74"/>
              <a:gd name="T17" fmla="*/ 60 h 150"/>
              <a:gd name="T18" fmla="*/ 0 w 74"/>
              <a:gd name="T19" fmla="*/ 76 h 150"/>
              <a:gd name="T20" fmla="*/ 0 w 74"/>
              <a:gd name="T21" fmla="*/ 76 h 150"/>
              <a:gd name="T22" fmla="*/ 2 w 74"/>
              <a:gd name="T23" fmla="*/ 90 h 150"/>
              <a:gd name="T24" fmla="*/ 6 w 74"/>
              <a:gd name="T25" fmla="*/ 104 h 150"/>
              <a:gd name="T26" fmla="*/ 12 w 74"/>
              <a:gd name="T27" fmla="*/ 116 h 150"/>
              <a:gd name="T28" fmla="*/ 22 w 74"/>
              <a:gd name="T29" fmla="*/ 128 h 150"/>
              <a:gd name="T30" fmla="*/ 32 w 74"/>
              <a:gd name="T31" fmla="*/ 138 h 150"/>
              <a:gd name="T32" fmla="*/ 46 w 74"/>
              <a:gd name="T33" fmla="*/ 144 h 150"/>
              <a:gd name="T34" fmla="*/ 58 w 74"/>
              <a:gd name="T35" fmla="*/ 148 h 150"/>
              <a:gd name="T36" fmla="*/ 74 w 74"/>
              <a:gd name="T37" fmla="*/ 150 h 150"/>
              <a:gd name="T38" fmla="*/ 74 w 74"/>
              <a:gd name="T39" fmla="*/ 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4" h="150">
                <a:moveTo>
                  <a:pt x="74" y="0"/>
                </a:moveTo>
                <a:lnTo>
                  <a:pt x="74" y="0"/>
                </a:lnTo>
                <a:lnTo>
                  <a:pt x="58" y="2"/>
                </a:lnTo>
                <a:lnTo>
                  <a:pt x="46" y="6"/>
                </a:lnTo>
                <a:lnTo>
                  <a:pt x="32" y="14"/>
                </a:lnTo>
                <a:lnTo>
                  <a:pt x="22" y="22"/>
                </a:lnTo>
                <a:lnTo>
                  <a:pt x="12" y="34"/>
                </a:lnTo>
                <a:lnTo>
                  <a:pt x="6" y="46"/>
                </a:lnTo>
                <a:lnTo>
                  <a:pt x="2" y="60"/>
                </a:lnTo>
                <a:lnTo>
                  <a:pt x="0" y="76"/>
                </a:lnTo>
                <a:lnTo>
                  <a:pt x="0" y="76"/>
                </a:lnTo>
                <a:lnTo>
                  <a:pt x="2" y="90"/>
                </a:lnTo>
                <a:lnTo>
                  <a:pt x="6" y="104"/>
                </a:lnTo>
                <a:lnTo>
                  <a:pt x="12" y="116"/>
                </a:lnTo>
                <a:lnTo>
                  <a:pt x="22" y="128"/>
                </a:lnTo>
                <a:lnTo>
                  <a:pt x="32" y="138"/>
                </a:lnTo>
                <a:lnTo>
                  <a:pt x="46" y="144"/>
                </a:lnTo>
                <a:lnTo>
                  <a:pt x="58" y="148"/>
                </a:lnTo>
                <a:lnTo>
                  <a:pt x="74" y="150"/>
                </a:lnTo>
                <a:lnTo>
                  <a:pt x="74" y="0"/>
                </a:lnTo>
                <a:close/>
              </a:path>
            </a:pathLst>
          </a:custGeom>
          <a:solidFill>
            <a:srgbClr val="CE885B">
              <a:lumMod val="50000"/>
              <a:lumOff val="50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5" name="Freeform 358"/>
          <p:cNvSpPr/>
          <p:nvPr>
            <p:custDataLst>
              <p:tags r:id="rId145"/>
            </p:custDataLst>
          </p:nvPr>
        </p:nvSpPr>
        <p:spPr bwMode="auto">
          <a:xfrm>
            <a:off x="1886867" y="3052040"/>
            <a:ext cx="62555" cy="62555"/>
          </a:xfrm>
          <a:custGeom>
            <a:avLst/>
            <a:gdLst>
              <a:gd name="T0" fmla="*/ 0 w 58"/>
              <a:gd name="T1" fmla="*/ 30 h 58"/>
              <a:gd name="T2" fmla="*/ 0 w 58"/>
              <a:gd name="T3" fmla="*/ 30 h 58"/>
              <a:gd name="T4" fmla="*/ 2 w 58"/>
              <a:gd name="T5" fmla="*/ 40 h 58"/>
              <a:gd name="T6" fmla="*/ 8 w 58"/>
              <a:gd name="T7" fmla="*/ 50 h 58"/>
              <a:gd name="T8" fmla="*/ 16 w 58"/>
              <a:gd name="T9" fmla="*/ 56 h 58"/>
              <a:gd name="T10" fmla="*/ 28 w 58"/>
              <a:gd name="T11" fmla="*/ 58 h 58"/>
              <a:gd name="T12" fmla="*/ 28 w 58"/>
              <a:gd name="T13" fmla="*/ 58 h 58"/>
              <a:gd name="T14" fmla="*/ 40 w 58"/>
              <a:gd name="T15" fmla="*/ 56 h 58"/>
              <a:gd name="T16" fmla="*/ 48 w 58"/>
              <a:gd name="T17" fmla="*/ 50 h 58"/>
              <a:gd name="T18" fmla="*/ 54 w 58"/>
              <a:gd name="T19" fmla="*/ 40 h 58"/>
              <a:gd name="T20" fmla="*/ 58 w 58"/>
              <a:gd name="T21" fmla="*/ 30 h 58"/>
              <a:gd name="T22" fmla="*/ 58 w 58"/>
              <a:gd name="T23" fmla="*/ 30 h 58"/>
              <a:gd name="T24" fmla="*/ 54 w 58"/>
              <a:gd name="T25" fmla="*/ 18 h 58"/>
              <a:gd name="T26" fmla="*/ 48 w 58"/>
              <a:gd name="T27" fmla="*/ 8 h 58"/>
              <a:gd name="T28" fmla="*/ 40 w 58"/>
              <a:gd name="T29" fmla="*/ 2 h 58"/>
              <a:gd name="T30" fmla="*/ 28 w 58"/>
              <a:gd name="T31" fmla="*/ 0 h 58"/>
              <a:gd name="T32" fmla="*/ 28 w 58"/>
              <a:gd name="T33" fmla="*/ 0 h 58"/>
              <a:gd name="T34" fmla="*/ 16 w 58"/>
              <a:gd name="T35" fmla="*/ 2 h 58"/>
              <a:gd name="T36" fmla="*/ 8 w 58"/>
              <a:gd name="T37" fmla="*/ 8 h 58"/>
              <a:gd name="T38" fmla="*/ 2 w 58"/>
              <a:gd name="T39" fmla="*/ 18 h 58"/>
              <a:gd name="T40" fmla="*/ 0 w 58"/>
              <a:gd name="T41" fmla="*/ 30 h 58"/>
              <a:gd name="T42" fmla="*/ 0 w 58"/>
              <a:gd name="T43" fmla="*/ 3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7" h="57">
                <a:moveTo>
                  <a:pt x="0" y="30"/>
                </a:moveTo>
                <a:lnTo>
                  <a:pt x="0" y="30"/>
                </a:lnTo>
                <a:lnTo>
                  <a:pt x="2" y="40"/>
                </a:lnTo>
                <a:lnTo>
                  <a:pt x="8" y="50"/>
                </a:lnTo>
                <a:lnTo>
                  <a:pt x="16" y="56"/>
                </a:lnTo>
                <a:lnTo>
                  <a:pt x="28" y="58"/>
                </a:lnTo>
                <a:lnTo>
                  <a:pt x="28" y="58"/>
                </a:lnTo>
                <a:lnTo>
                  <a:pt x="40" y="56"/>
                </a:lnTo>
                <a:lnTo>
                  <a:pt x="48" y="50"/>
                </a:lnTo>
                <a:lnTo>
                  <a:pt x="54" y="40"/>
                </a:lnTo>
                <a:lnTo>
                  <a:pt x="58" y="30"/>
                </a:lnTo>
                <a:lnTo>
                  <a:pt x="58" y="30"/>
                </a:lnTo>
                <a:lnTo>
                  <a:pt x="54" y="18"/>
                </a:lnTo>
                <a:lnTo>
                  <a:pt x="48" y="8"/>
                </a:lnTo>
                <a:lnTo>
                  <a:pt x="40" y="2"/>
                </a:lnTo>
                <a:lnTo>
                  <a:pt x="28" y="0"/>
                </a:lnTo>
                <a:lnTo>
                  <a:pt x="28" y="0"/>
                </a:lnTo>
                <a:lnTo>
                  <a:pt x="16" y="2"/>
                </a:lnTo>
                <a:lnTo>
                  <a:pt x="8" y="8"/>
                </a:lnTo>
                <a:lnTo>
                  <a:pt x="2" y="18"/>
                </a:lnTo>
                <a:lnTo>
                  <a:pt x="0" y="30"/>
                </a:lnTo>
                <a:lnTo>
                  <a:pt x="0" y="30"/>
                </a:lnTo>
                <a:close/>
              </a:path>
            </a:pathLst>
          </a:custGeom>
          <a:solidFill>
            <a:srgbClr val="CE885B">
              <a:lumMod val="75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6" name="Freeform 359"/>
          <p:cNvSpPr/>
          <p:nvPr>
            <p:custDataLst>
              <p:tags r:id="rId146"/>
            </p:custDataLst>
          </p:nvPr>
        </p:nvSpPr>
        <p:spPr bwMode="auto">
          <a:xfrm>
            <a:off x="1873924" y="3187936"/>
            <a:ext cx="86283" cy="86283"/>
          </a:xfrm>
          <a:custGeom>
            <a:avLst/>
            <a:gdLst>
              <a:gd name="T0" fmla="*/ 0 w 80"/>
              <a:gd name="T1" fmla="*/ 40 h 80"/>
              <a:gd name="T2" fmla="*/ 0 w 80"/>
              <a:gd name="T3" fmla="*/ 40 h 80"/>
              <a:gd name="T4" fmla="*/ 0 w 80"/>
              <a:gd name="T5" fmla="*/ 48 h 80"/>
              <a:gd name="T6" fmla="*/ 4 w 80"/>
              <a:gd name="T7" fmla="*/ 56 h 80"/>
              <a:gd name="T8" fmla="*/ 6 w 80"/>
              <a:gd name="T9" fmla="*/ 62 h 80"/>
              <a:gd name="T10" fmla="*/ 12 w 80"/>
              <a:gd name="T11" fmla="*/ 68 h 80"/>
              <a:gd name="T12" fmla="*/ 18 w 80"/>
              <a:gd name="T13" fmla="*/ 74 h 80"/>
              <a:gd name="T14" fmla="*/ 24 w 80"/>
              <a:gd name="T15" fmla="*/ 78 h 80"/>
              <a:gd name="T16" fmla="*/ 32 w 80"/>
              <a:gd name="T17" fmla="*/ 80 h 80"/>
              <a:gd name="T18" fmla="*/ 40 w 80"/>
              <a:gd name="T19" fmla="*/ 80 h 80"/>
              <a:gd name="T20" fmla="*/ 40 w 80"/>
              <a:gd name="T21" fmla="*/ 80 h 80"/>
              <a:gd name="T22" fmla="*/ 48 w 80"/>
              <a:gd name="T23" fmla="*/ 80 h 80"/>
              <a:gd name="T24" fmla="*/ 56 w 80"/>
              <a:gd name="T25" fmla="*/ 78 h 80"/>
              <a:gd name="T26" fmla="*/ 62 w 80"/>
              <a:gd name="T27" fmla="*/ 74 h 80"/>
              <a:gd name="T28" fmla="*/ 68 w 80"/>
              <a:gd name="T29" fmla="*/ 68 h 80"/>
              <a:gd name="T30" fmla="*/ 74 w 80"/>
              <a:gd name="T31" fmla="*/ 62 h 80"/>
              <a:gd name="T32" fmla="*/ 78 w 80"/>
              <a:gd name="T33" fmla="*/ 56 h 80"/>
              <a:gd name="T34" fmla="*/ 80 w 80"/>
              <a:gd name="T35" fmla="*/ 48 h 80"/>
              <a:gd name="T36" fmla="*/ 80 w 80"/>
              <a:gd name="T37" fmla="*/ 40 h 80"/>
              <a:gd name="T38" fmla="*/ 80 w 80"/>
              <a:gd name="T39" fmla="*/ 40 h 80"/>
              <a:gd name="T40" fmla="*/ 80 w 80"/>
              <a:gd name="T41" fmla="*/ 32 h 80"/>
              <a:gd name="T42" fmla="*/ 78 w 80"/>
              <a:gd name="T43" fmla="*/ 26 h 80"/>
              <a:gd name="T44" fmla="*/ 74 w 80"/>
              <a:gd name="T45" fmla="*/ 18 h 80"/>
              <a:gd name="T46" fmla="*/ 68 w 80"/>
              <a:gd name="T47" fmla="*/ 12 h 80"/>
              <a:gd name="T48" fmla="*/ 62 w 80"/>
              <a:gd name="T49" fmla="*/ 8 h 80"/>
              <a:gd name="T50" fmla="*/ 56 w 80"/>
              <a:gd name="T51" fmla="*/ 4 h 80"/>
              <a:gd name="T52" fmla="*/ 48 w 80"/>
              <a:gd name="T53" fmla="*/ 2 h 80"/>
              <a:gd name="T54" fmla="*/ 40 w 80"/>
              <a:gd name="T55" fmla="*/ 0 h 80"/>
              <a:gd name="T56" fmla="*/ 40 w 80"/>
              <a:gd name="T57" fmla="*/ 0 h 80"/>
              <a:gd name="T58" fmla="*/ 32 w 80"/>
              <a:gd name="T59" fmla="*/ 2 h 80"/>
              <a:gd name="T60" fmla="*/ 24 w 80"/>
              <a:gd name="T61" fmla="*/ 4 h 80"/>
              <a:gd name="T62" fmla="*/ 18 w 80"/>
              <a:gd name="T63" fmla="*/ 8 h 80"/>
              <a:gd name="T64" fmla="*/ 12 w 80"/>
              <a:gd name="T65" fmla="*/ 12 h 80"/>
              <a:gd name="T66" fmla="*/ 6 w 80"/>
              <a:gd name="T67" fmla="*/ 18 h 80"/>
              <a:gd name="T68" fmla="*/ 4 w 80"/>
              <a:gd name="T69" fmla="*/ 24 h 80"/>
              <a:gd name="T70" fmla="*/ 0 w 80"/>
              <a:gd name="T71" fmla="*/ 32 h 80"/>
              <a:gd name="T72" fmla="*/ 0 w 80"/>
              <a:gd name="T73" fmla="*/ 40 h 80"/>
              <a:gd name="T74" fmla="*/ 0 w 80"/>
              <a:gd name="T75" fmla="*/ 4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0" h="80">
                <a:moveTo>
                  <a:pt x="0" y="40"/>
                </a:moveTo>
                <a:lnTo>
                  <a:pt x="0" y="40"/>
                </a:lnTo>
                <a:lnTo>
                  <a:pt x="0" y="48"/>
                </a:lnTo>
                <a:lnTo>
                  <a:pt x="4" y="56"/>
                </a:lnTo>
                <a:lnTo>
                  <a:pt x="6" y="62"/>
                </a:lnTo>
                <a:lnTo>
                  <a:pt x="12" y="68"/>
                </a:lnTo>
                <a:lnTo>
                  <a:pt x="18" y="74"/>
                </a:lnTo>
                <a:lnTo>
                  <a:pt x="24" y="78"/>
                </a:lnTo>
                <a:lnTo>
                  <a:pt x="32" y="80"/>
                </a:lnTo>
                <a:lnTo>
                  <a:pt x="40" y="80"/>
                </a:lnTo>
                <a:lnTo>
                  <a:pt x="40" y="80"/>
                </a:lnTo>
                <a:lnTo>
                  <a:pt x="48" y="80"/>
                </a:lnTo>
                <a:lnTo>
                  <a:pt x="56" y="78"/>
                </a:lnTo>
                <a:lnTo>
                  <a:pt x="62" y="74"/>
                </a:lnTo>
                <a:lnTo>
                  <a:pt x="68" y="68"/>
                </a:lnTo>
                <a:lnTo>
                  <a:pt x="74" y="62"/>
                </a:lnTo>
                <a:lnTo>
                  <a:pt x="78" y="56"/>
                </a:lnTo>
                <a:lnTo>
                  <a:pt x="80" y="48"/>
                </a:lnTo>
                <a:lnTo>
                  <a:pt x="80" y="40"/>
                </a:lnTo>
                <a:lnTo>
                  <a:pt x="80" y="40"/>
                </a:lnTo>
                <a:lnTo>
                  <a:pt x="80" y="32"/>
                </a:lnTo>
                <a:lnTo>
                  <a:pt x="78" y="26"/>
                </a:lnTo>
                <a:lnTo>
                  <a:pt x="74" y="18"/>
                </a:lnTo>
                <a:lnTo>
                  <a:pt x="68" y="12"/>
                </a:lnTo>
                <a:lnTo>
                  <a:pt x="62" y="8"/>
                </a:lnTo>
                <a:lnTo>
                  <a:pt x="56" y="4"/>
                </a:lnTo>
                <a:lnTo>
                  <a:pt x="48" y="2"/>
                </a:lnTo>
                <a:lnTo>
                  <a:pt x="40" y="0"/>
                </a:lnTo>
                <a:lnTo>
                  <a:pt x="40" y="0"/>
                </a:lnTo>
                <a:lnTo>
                  <a:pt x="32" y="2"/>
                </a:lnTo>
                <a:lnTo>
                  <a:pt x="24" y="4"/>
                </a:lnTo>
                <a:lnTo>
                  <a:pt x="18" y="8"/>
                </a:lnTo>
                <a:lnTo>
                  <a:pt x="12" y="12"/>
                </a:lnTo>
                <a:lnTo>
                  <a:pt x="6" y="18"/>
                </a:lnTo>
                <a:lnTo>
                  <a:pt x="4" y="24"/>
                </a:lnTo>
                <a:lnTo>
                  <a:pt x="0" y="32"/>
                </a:lnTo>
                <a:lnTo>
                  <a:pt x="0" y="40"/>
                </a:lnTo>
                <a:lnTo>
                  <a:pt x="0" y="40"/>
                </a:lnTo>
                <a:close/>
              </a:path>
            </a:pathLst>
          </a:custGeom>
          <a:solidFill>
            <a:srgbClr val="FAA67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7" name="Freeform 360"/>
          <p:cNvSpPr/>
          <p:nvPr>
            <p:custDataLst>
              <p:tags r:id="rId147"/>
            </p:custDataLst>
          </p:nvPr>
        </p:nvSpPr>
        <p:spPr bwMode="auto">
          <a:xfrm>
            <a:off x="1664688" y="2728478"/>
            <a:ext cx="360232" cy="157467"/>
          </a:xfrm>
          <a:custGeom>
            <a:avLst/>
            <a:gdLst>
              <a:gd name="T0" fmla="*/ 0 w 334"/>
              <a:gd name="T1" fmla="*/ 0 h 146"/>
              <a:gd name="T2" fmla="*/ 0 w 334"/>
              <a:gd name="T3" fmla="*/ 146 h 146"/>
              <a:gd name="T4" fmla="*/ 290 w 334"/>
              <a:gd name="T5" fmla="*/ 146 h 146"/>
              <a:gd name="T6" fmla="*/ 292 w 334"/>
              <a:gd name="T7" fmla="*/ 146 h 146"/>
              <a:gd name="T8" fmla="*/ 292 w 334"/>
              <a:gd name="T9" fmla="*/ 146 h 146"/>
              <a:gd name="T10" fmla="*/ 304 w 334"/>
              <a:gd name="T11" fmla="*/ 138 h 146"/>
              <a:gd name="T12" fmla="*/ 314 w 334"/>
              <a:gd name="T13" fmla="*/ 130 h 146"/>
              <a:gd name="T14" fmla="*/ 324 w 334"/>
              <a:gd name="T15" fmla="*/ 120 h 146"/>
              <a:gd name="T16" fmla="*/ 330 w 334"/>
              <a:gd name="T17" fmla="*/ 108 h 146"/>
              <a:gd name="T18" fmla="*/ 332 w 334"/>
              <a:gd name="T19" fmla="*/ 96 h 146"/>
              <a:gd name="T20" fmla="*/ 334 w 334"/>
              <a:gd name="T21" fmla="*/ 84 h 146"/>
              <a:gd name="T22" fmla="*/ 334 w 334"/>
              <a:gd name="T23" fmla="*/ 72 h 146"/>
              <a:gd name="T24" fmla="*/ 332 w 334"/>
              <a:gd name="T25" fmla="*/ 60 h 146"/>
              <a:gd name="T26" fmla="*/ 330 w 334"/>
              <a:gd name="T27" fmla="*/ 48 h 146"/>
              <a:gd name="T28" fmla="*/ 324 w 334"/>
              <a:gd name="T29" fmla="*/ 36 h 146"/>
              <a:gd name="T30" fmla="*/ 316 w 334"/>
              <a:gd name="T31" fmla="*/ 26 h 146"/>
              <a:gd name="T32" fmla="*/ 308 w 334"/>
              <a:gd name="T33" fmla="*/ 18 h 146"/>
              <a:gd name="T34" fmla="*/ 298 w 334"/>
              <a:gd name="T35" fmla="*/ 10 h 146"/>
              <a:gd name="T36" fmla="*/ 286 w 334"/>
              <a:gd name="T37" fmla="*/ 4 h 146"/>
              <a:gd name="T38" fmla="*/ 272 w 334"/>
              <a:gd name="T39" fmla="*/ 0 h 146"/>
              <a:gd name="T40" fmla="*/ 258 w 334"/>
              <a:gd name="T41" fmla="*/ 0 h 146"/>
              <a:gd name="T42" fmla="*/ 0 w 334"/>
              <a:gd name="T43"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34" h="146">
                <a:moveTo>
                  <a:pt x="0" y="0"/>
                </a:moveTo>
                <a:lnTo>
                  <a:pt x="0" y="146"/>
                </a:lnTo>
                <a:lnTo>
                  <a:pt x="290" y="146"/>
                </a:lnTo>
                <a:lnTo>
                  <a:pt x="292" y="146"/>
                </a:lnTo>
                <a:lnTo>
                  <a:pt x="292" y="146"/>
                </a:lnTo>
                <a:lnTo>
                  <a:pt x="304" y="138"/>
                </a:lnTo>
                <a:lnTo>
                  <a:pt x="314" y="130"/>
                </a:lnTo>
                <a:lnTo>
                  <a:pt x="324" y="120"/>
                </a:lnTo>
                <a:lnTo>
                  <a:pt x="330" y="108"/>
                </a:lnTo>
                <a:lnTo>
                  <a:pt x="332" y="96"/>
                </a:lnTo>
                <a:lnTo>
                  <a:pt x="334" y="84"/>
                </a:lnTo>
                <a:lnTo>
                  <a:pt x="334" y="72"/>
                </a:lnTo>
                <a:lnTo>
                  <a:pt x="332" y="60"/>
                </a:lnTo>
                <a:lnTo>
                  <a:pt x="330" y="48"/>
                </a:lnTo>
                <a:lnTo>
                  <a:pt x="324" y="36"/>
                </a:lnTo>
                <a:lnTo>
                  <a:pt x="316" y="26"/>
                </a:lnTo>
                <a:lnTo>
                  <a:pt x="308" y="18"/>
                </a:lnTo>
                <a:lnTo>
                  <a:pt x="298" y="10"/>
                </a:lnTo>
                <a:lnTo>
                  <a:pt x="286" y="4"/>
                </a:lnTo>
                <a:lnTo>
                  <a:pt x="272" y="0"/>
                </a:lnTo>
                <a:lnTo>
                  <a:pt x="258" y="0"/>
                </a:lnTo>
                <a:lnTo>
                  <a:pt x="0" y="0"/>
                </a:lnTo>
                <a:close/>
              </a:path>
            </a:pathLst>
          </a:custGeom>
          <a:solidFill>
            <a:srgbClr val="CE885B">
              <a:lumMod val="50000"/>
            </a:srgbClr>
          </a:solidFill>
          <a:ln>
            <a:noFill/>
          </a:ln>
        </p:spPr>
        <p:txBody>
          <a:bodyPr vert="horz" wrap="square" lIns="91440" tIns="45720" rIns="91440" bIns="45720" numCol="1" anchor="t" anchorCtr="0" compatLnSpc="1"/>
          <a:lstStyle/>
          <a:p>
            <a:endParaRPr lang="zh-CN" altLang="en-US"/>
          </a:p>
        </p:txBody>
      </p:sp>
      <p:sp>
        <p:nvSpPr>
          <p:cNvPr id="148" name="Freeform 361"/>
          <p:cNvSpPr/>
          <p:nvPr>
            <p:custDataLst>
              <p:tags r:id="rId148"/>
            </p:custDataLst>
          </p:nvPr>
        </p:nvSpPr>
        <p:spPr bwMode="auto">
          <a:xfrm>
            <a:off x="1505064" y="3539538"/>
            <a:ext cx="317091" cy="293363"/>
          </a:xfrm>
          <a:custGeom>
            <a:avLst/>
            <a:gdLst>
              <a:gd name="T0" fmla="*/ 294 w 294"/>
              <a:gd name="T1" fmla="*/ 170 h 272"/>
              <a:gd name="T2" fmla="*/ 28 w 294"/>
              <a:gd name="T3" fmla="*/ 0 h 272"/>
              <a:gd name="T4" fmla="*/ 0 w 294"/>
              <a:gd name="T5" fmla="*/ 80 h 272"/>
              <a:gd name="T6" fmla="*/ 264 w 294"/>
              <a:gd name="T7" fmla="*/ 272 h 272"/>
              <a:gd name="T8" fmla="*/ 294 w 294"/>
              <a:gd name="T9" fmla="*/ 170 h 272"/>
            </a:gdLst>
            <a:ahLst/>
            <a:cxnLst>
              <a:cxn ang="0">
                <a:pos x="T0" y="T1"/>
              </a:cxn>
              <a:cxn ang="0">
                <a:pos x="T2" y="T3"/>
              </a:cxn>
              <a:cxn ang="0">
                <a:pos x="T4" y="T5"/>
              </a:cxn>
              <a:cxn ang="0">
                <a:pos x="T6" y="T7"/>
              </a:cxn>
              <a:cxn ang="0">
                <a:pos x="T8" y="T9"/>
              </a:cxn>
            </a:cxnLst>
            <a:rect l="0" t="0" r="r" b="b"/>
            <a:pathLst>
              <a:path w="294" h="272">
                <a:moveTo>
                  <a:pt x="294" y="170"/>
                </a:moveTo>
                <a:lnTo>
                  <a:pt x="28" y="0"/>
                </a:lnTo>
                <a:lnTo>
                  <a:pt x="0" y="80"/>
                </a:lnTo>
                <a:lnTo>
                  <a:pt x="264" y="272"/>
                </a:lnTo>
                <a:lnTo>
                  <a:pt x="294" y="170"/>
                </a:lnTo>
                <a:close/>
              </a:path>
            </a:pathLst>
          </a:custGeom>
          <a:solidFill>
            <a:srgbClr val="ACACA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9" name="Freeform 362"/>
          <p:cNvSpPr/>
          <p:nvPr>
            <p:custDataLst>
              <p:tags r:id="rId149"/>
            </p:custDataLst>
          </p:nvPr>
        </p:nvSpPr>
        <p:spPr bwMode="auto">
          <a:xfrm>
            <a:off x="2803625" y="3919184"/>
            <a:ext cx="142367" cy="185508"/>
          </a:xfrm>
          <a:custGeom>
            <a:avLst/>
            <a:gdLst>
              <a:gd name="T0" fmla="*/ 84 w 132"/>
              <a:gd name="T1" fmla="*/ 172 h 172"/>
              <a:gd name="T2" fmla="*/ 46 w 132"/>
              <a:gd name="T3" fmla="*/ 172 h 172"/>
              <a:gd name="T4" fmla="*/ 46 w 132"/>
              <a:gd name="T5" fmla="*/ 172 h 172"/>
              <a:gd name="T6" fmla="*/ 36 w 132"/>
              <a:gd name="T7" fmla="*/ 170 h 172"/>
              <a:gd name="T8" fmla="*/ 28 w 132"/>
              <a:gd name="T9" fmla="*/ 168 h 172"/>
              <a:gd name="T10" fmla="*/ 20 w 132"/>
              <a:gd name="T11" fmla="*/ 164 h 172"/>
              <a:gd name="T12" fmla="*/ 14 w 132"/>
              <a:gd name="T13" fmla="*/ 158 h 172"/>
              <a:gd name="T14" fmla="*/ 8 w 132"/>
              <a:gd name="T15" fmla="*/ 152 h 172"/>
              <a:gd name="T16" fmla="*/ 4 w 132"/>
              <a:gd name="T17" fmla="*/ 144 h 172"/>
              <a:gd name="T18" fmla="*/ 0 w 132"/>
              <a:gd name="T19" fmla="*/ 134 h 172"/>
              <a:gd name="T20" fmla="*/ 0 w 132"/>
              <a:gd name="T21" fmla="*/ 126 h 172"/>
              <a:gd name="T22" fmla="*/ 0 w 132"/>
              <a:gd name="T23" fmla="*/ 0 h 172"/>
              <a:gd name="T24" fmla="*/ 132 w 132"/>
              <a:gd name="T25" fmla="*/ 0 h 172"/>
              <a:gd name="T26" fmla="*/ 132 w 132"/>
              <a:gd name="T27" fmla="*/ 126 h 172"/>
              <a:gd name="T28" fmla="*/ 132 w 132"/>
              <a:gd name="T29" fmla="*/ 126 h 172"/>
              <a:gd name="T30" fmla="*/ 130 w 132"/>
              <a:gd name="T31" fmla="*/ 134 h 172"/>
              <a:gd name="T32" fmla="*/ 128 w 132"/>
              <a:gd name="T33" fmla="*/ 144 h 172"/>
              <a:gd name="T34" fmla="*/ 124 w 132"/>
              <a:gd name="T35" fmla="*/ 152 h 172"/>
              <a:gd name="T36" fmla="*/ 118 w 132"/>
              <a:gd name="T37" fmla="*/ 158 h 172"/>
              <a:gd name="T38" fmla="*/ 110 w 132"/>
              <a:gd name="T39" fmla="*/ 164 h 172"/>
              <a:gd name="T40" fmla="*/ 102 w 132"/>
              <a:gd name="T41" fmla="*/ 168 h 172"/>
              <a:gd name="T42" fmla="*/ 94 w 132"/>
              <a:gd name="T43" fmla="*/ 170 h 172"/>
              <a:gd name="T44" fmla="*/ 84 w 132"/>
              <a:gd name="T45" fmla="*/ 172 h 172"/>
              <a:gd name="T46" fmla="*/ 84 w 132"/>
              <a:gd name="T47" fmla="*/ 17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32" h="172">
                <a:moveTo>
                  <a:pt x="84" y="172"/>
                </a:moveTo>
                <a:lnTo>
                  <a:pt x="46" y="172"/>
                </a:lnTo>
                <a:lnTo>
                  <a:pt x="46" y="172"/>
                </a:lnTo>
                <a:lnTo>
                  <a:pt x="36" y="170"/>
                </a:lnTo>
                <a:lnTo>
                  <a:pt x="28" y="168"/>
                </a:lnTo>
                <a:lnTo>
                  <a:pt x="20" y="164"/>
                </a:lnTo>
                <a:lnTo>
                  <a:pt x="14" y="158"/>
                </a:lnTo>
                <a:lnTo>
                  <a:pt x="8" y="152"/>
                </a:lnTo>
                <a:lnTo>
                  <a:pt x="4" y="144"/>
                </a:lnTo>
                <a:lnTo>
                  <a:pt x="0" y="134"/>
                </a:lnTo>
                <a:lnTo>
                  <a:pt x="0" y="126"/>
                </a:lnTo>
                <a:lnTo>
                  <a:pt x="0" y="0"/>
                </a:lnTo>
                <a:lnTo>
                  <a:pt x="132" y="0"/>
                </a:lnTo>
                <a:lnTo>
                  <a:pt x="132" y="126"/>
                </a:lnTo>
                <a:lnTo>
                  <a:pt x="132" y="126"/>
                </a:lnTo>
                <a:lnTo>
                  <a:pt x="130" y="134"/>
                </a:lnTo>
                <a:lnTo>
                  <a:pt x="128" y="144"/>
                </a:lnTo>
                <a:lnTo>
                  <a:pt x="124" y="152"/>
                </a:lnTo>
                <a:lnTo>
                  <a:pt x="118" y="158"/>
                </a:lnTo>
                <a:lnTo>
                  <a:pt x="110" y="164"/>
                </a:lnTo>
                <a:lnTo>
                  <a:pt x="102" y="168"/>
                </a:lnTo>
                <a:lnTo>
                  <a:pt x="94" y="170"/>
                </a:lnTo>
                <a:lnTo>
                  <a:pt x="84" y="172"/>
                </a:lnTo>
                <a:lnTo>
                  <a:pt x="84" y="17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0" name="Freeform 363"/>
          <p:cNvSpPr/>
          <p:nvPr>
            <p:custDataLst>
              <p:tags r:id="rId150"/>
            </p:custDataLst>
          </p:nvPr>
        </p:nvSpPr>
        <p:spPr bwMode="auto">
          <a:xfrm>
            <a:off x="1505064" y="3444628"/>
            <a:ext cx="317091" cy="293363"/>
          </a:xfrm>
          <a:custGeom>
            <a:avLst/>
            <a:gdLst>
              <a:gd name="T0" fmla="*/ 294 w 294"/>
              <a:gd name="T1" fmla="*/ 172 h 272"/>
              <a:gd name="T2" fmla="*/ 28 w 294"/>
              <a:gd name="T3" fmla="*/ 0 h 272"/>
              <a:gd name="T4" fmla="*/ 0 w 294"/>
              <a:gd name="T5" fmla="*/ 82 h 272"/>
              <a:gd name="T6" fmla="*/ 264 w 294"/>
              <a:gd name="T7" fmla="*/ 272 h 272"/>
              <a:gd name="T8" fmla="*/ 294 w 294"/>
              <a:gd name="T9" fmla="*/ 172 h 272"/>
            </a:gdLst>
            <a:ahLst/>
            <a:cxnLst>
              <a:cxn ang="0">
                <a:pos x="T0" y="T1"/>
              </a:cxn>
              <a:cxn ang="0">
                <a:pos x="T2" y="T3"/>
              </a:cxn>
              <a:cxn ang="0">
                <a:pos x="T4" y="T5"/>
              </a:cxn>
              <a:cxn ang="0">
                <a:pos x="T6" y="T7"/>
              </a:cxn>
              <a:cxn ang="0">
                <a:pos x="T8" y="T9"/>
              </a:cxn>
            </a:cxnLst>
            <a:rect l="0" t="0" r="r" b="b"/>
            <a:pathLst>
              <a:path w="294" h="272">
                <a:moveTo>
                  <a:pt x="294" y="172"/>
                </a:moveTo>
                <a:lnTo>
                  <a:pt x="28" y="0"/>
                </a:lnTo>
                <a:lnTo>
                  <a:pt x="0" y="82"/>
                </a:lnTo>
                <a:lnTo>
                  <a:pt x="264" y="272"/>
                </a:lnTo>
                <a:lnTo>
                  <a:pt x="294" y="172"/>
                </a:lnTo>
                <a:close/>
              </a:path>
            </a:pathLst>
          </a:custGeom>
          <a:solidFill>
            <a:srgbClr val="FFFFFF"/>
          </a:solidFill>
          <a:ln>
            <a:noFill/>
          </a:ln>
        </p:spPr>
        <p:txBody>
          <a:bodyPr vert="horz" wrap="square" lIns="91440" tIns="45720" rIns="91440" bIns="45720" numCol="1" anchor="t" anchorCtr="0" compatLnSpc="1"/>
          <a:lstStyle/>
          <a:p>
            <a:endParaRPr lang="zh-CN" altLang="en-US"/>
          </a:p>
        </p:txBody>
      </p:sp>
      <p:sp>
        <p:nvSpPr>
          <p:cNvPr id="151" name="Freeform 364"/>
          <p:cNvSpPr/>
          <p:nvPr>
            <p:custDataLst>
              <p:tags r:id="rId151"/>
            </p:custDataLst>
          </p:nvPr>
        </p:nvSpPr>
        <p:spPr bwMode="auto">
          <a:xfrm>
            <a:off x="2221214" y="4076650"/>
            <a:ext cx="444357" cy="133739"/>
          </a:xfrm>
          <a:custGeom>
            <a:avLst/>
            <a:gdLst>
              <a:gd name="T0" fmla="*/ 46 w 412"/>
              <a:gd name="T1" fmla="*/ 0 h 124"/>
              <a:gd name="T2" fmla="*/ 198 w 412"/>
              <a:gd name="T3" fmla="*/ 0 h 124"/>
              <a:gd name="T4" fmla="*/ 384 w 412"/>
              <a:gd name="T5" fmla="*/ 60 h 124"/>
              <a:gd name="T6" fmla="*/ 384 w 412"/>
              <a:gd name="T7" fmla="*/ 60 h 124"/>
              <a:gd name="T8" fmla="*/ 394 w 412"/>
              <a:gd name="T9" fmla="*/ 70 h 124"/>
              <a:gd name="T10" fmla="*/ 402 w 412"/>
              <a:gd name="T11" fmla="*/ 80 h 124"/>
              <a:gd name="T12" fmla="*/ 408 w 412"/>
              <a:gd name="T13" fmla="*/ 92 h 124"/>
              <a:gd name="T14" fmla="*/ 410 w 412"/>
              <a:gd name="T15" fmla="*/ 98 h 124"/>
              <a:gd name="T16" fmla="*/ 412 w 412"/>
              <a:gd name="T17" fmla="*/ 104 h 124"/>
              <a:gd name="T18" fmla="*/ 410 w 412"/>
              <a:gd name="T19" fmla="*/ 110 h 124"/>
              <a:gd name="T20" fmla="*/ 406 w 412"/>
              <a:gd name="T21" fmla="*/ 114 h 124"/>
              <a:gd name="T22" fmla="*/ 402 w 412"/>
              <a:gd name="T23" fmla="*/ 118 h 124"/>
              <a:gd name="T24" fmla="*/ 392 w 412"/>
              <a:gd name="T25" fmla="*/ 122 h 124"/>
              <a:gd name="T26" fmla="*/ 380 w 412"/>
              <a:gd name="T27" fmla="*/ 124 h 124"/>
              <a:gd name="T28" fmla="*/ 366 w 412"/>
              <a:gd name="T29" fmla="*/ 124 h 124"/>
              <a:gd name="T30" fmla="*/ 366 w 412"/>
              <a:gd name="T31" fmla="*/ 124 h 124"/>
              <a:gd name="T32" fmla="*/ 0 w 412"/>
              <a:gd name="T33" fmla="*/ 124 h 124"/>
              <a:gd name="T34" fmla="*/ 46 w 412"/>
              <a:gd name="T35" fmla="*/ 0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12" h="124">
                <a:moveTo>
                  <a:pt x="46" y="0"/>
                </a:moveTo>
                <a:lnTo>
                  <a:pt x="198" y="0"/>
                </a:lnTo>
                <a:lnTo>
                  <a:pt x="384" y="60"/>
                </a:lnTo>
                <a:lnTo>
                  <a:pt x="384" y="60"/>
                </a:lnTo>
                <a:lnTo>
                  <a:pt x="394" y="70"/>
                </a:lnTo>
                <a:lnTo>
                  <a:pt x="402" y="80"/>
                </a:lnTo>
                <a:lnTo>
                  <a:pt x="408" y="92"/>
                </a:lnTo>
                <a:lnTo>
                  <a:pt x="410" y="98"/>
                </a:lnTo>
                <a:lnTo>
                  <a:pt x="412" y="104"/>
                </a:lnTo>
                <a:lnTo>
                  <a:pt x="410" y="110"/>
                </a:lnTo>
                <a:lnTo>
                  <a:pt x="406" y="114"/>
                </a:lnTo>
                <a:lnTo>
                  <a:pt x="402" y="118"/>
                </a:lnTo>
                <a:lnTo>
                  <a:pt x="392" y="122"/>
                </a:lnTo>
                <a:lnTo>
                  <a:pt x="380" y="124"/>
                </a:lnTo>
                <a:lnTo>
                  <a:pt x="366" y="124"/>
                </a:lnTo>
                <a:lnTo>
                  <a:pt x="366" y="124"/>
                </a:lnTo>
                <a:lnTo>
                  <a:pt x="0" y="124"/>
                </a:lnTo>
                <a:lnTo>
                  <a:pt x="46" y="0"/>
                </a:lnTo>
                <a:close/>
              </a:path>
            </a:pathLst>
          </a:custGeom>
          <a:solidFill>
            <a:srgbClr val="CE885B">
              <a:lumMod val="50000"/>
              <a:lumOff val="50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2" name="Freeform 365"/>
          <p:cNvSpPr/>
          <p:nvPr>
            <p:custDataLst>
              <p:tags r:id="rId152"/>
            </p:custDataLst>
          </p:nvPr>
        </p:nvSpPr>
        <p:spPr bwMode="auto">
          <a:xfrm>
            <a:off x="1317399" y="3537382"/>
            <a:ext cx="580253" cy="1078537"/>
          </a:xfrm>
          <a:custGeom>
            <a:avLst/>
            <a:gdLst>
              <a:gd name="T0" fmla="*/ 482 w 538"/>
              <a:gd name="T1" fmla="*/ 1000 h 1000"/>
              <a:gd name="T2" fmla="*/ 8 w 538"/>
              <a:gd name="T3" fmla="*/ 1000 h 1000"/>
              <a:gd name="T4" fmla="*/ 8 w 538"/>
              <a:gd name="T5" fmla="*/ 1000 h 1000"/>
              <a:gd name="T6" fmla="*/ 6 w 538"/>
              <a:gd name="T7" fmla="*/ 998 h 1000"/>
              <a:gd name="T8" fmla="*/ 2 w 538"/>
              <a:gd name="T9" fmla="*/ 996 h 1000"/>
              <a:gd name="T10" fmla="*/ 0 w 538"/>
              <a:gd name="T11" fmla="*/ 994 h 1000"/>
              <a:gd name="T12" fmla="*/ 0 w 538"/>
              <a:gd name="T13" fmla="*/ 990 h 1000"/>
              <a:gd name="T14" fmla="*/ 28 w 538"/>
              <a:gd name="T15" fmla="*/ 656 h 1000"/>
              <a:gd name="T16" fmla="*/ 28 w 538"/>
              <a:gd name="T17" fmla="*/ 226 h 1000"/>
              <a:gd name="T18" fmla="*/ 28 w 538"/>
              <a:gd name="T19" fmla="*/ 226 h 1000"/>
              <a:gd name="T20" fmla="*/ 30 w 538"/>
              <a:gd name="T21" fmla="*/ 186 h 1000"/>
              <a:gd name="T22" fmla="*/ 36 w 538"/>
              <a:gd name="T23" fmla="*/ 148 h 1000"/>
              <a:gd name="T24" fmla="*/ 44 w 538"/>
              <a:gd name="T25" fmla="*/ 114 h 1000"/>
              <a:gd name="T26" fmla="*/ 52 w 538"/>
              <a:gd name="T27" fmla="*/ 98 h 1000"/>
              <a:gd name="T28" fmla="*/ 58 w 538"/>
              <a:gd name="T29" fmla="*/ 82 h 1000"/>
              <a:gd name="T30" fmla="*/ 66 w 538"/>
              <a:gd name="T31" fmla="*/ 68 h 1000"/>
              <a:gd name="T32" fmla="*/ 76 w 538"/>
              <a:gd name="T33" fmla="*/ 54 h 1000"/>
              <a:gd name="T34" fmla="*/ 86 w 538"/>
              <a:gd name="T35" fmla="*/ 42 h 1000"/>
              <a:gd name="T36" fmla="*/ 98 w 538"/>
              <a:gd name="T37" fmla="*/ 32 h 1000"/>
              <a:gd name="T38" fmla="*/ 110 w 538"/>
              <a:gd name="T39" fmla="*/ 22 h 1000"/>
              <a:gd name="T40" fmla="*/ 124 w 538"/>
              <a:gd name="T41" fmla="*/ 14 h 1000"/>
              <a:gd name="T42" fmla="*/ 138 w 538"/>
              <a:gd name="T43" fmla="*/ 6 h 1000"/>
              <a:gd name="T44" fmla="*/ 154 w 538"/>
              <a:gd name="T45" fmla="*/ 0 h 1000"/>
              <a:gd name="T46" fmla="*/ 178 w 538"/>
              <a:gd name="T47" fmla="*/ 2 h 1000"/>
              <a:gd name="T48" fmla="*/ 538 w 538"/>
              <a:gd name="T49" fmla="*/ 320 h 1000"/>
              <a:gd name="T50" fmla="*/ 538 w 538"/>
              <a:gd name="T51" fmla="*/ 902 h 1000"/>
              <a:gd name="T52" fmla="*/ 538 w 538"/>
              <a:gd name="T53" fmla="*/ 902 h 1000"/>
              <a:gd name="T54" fmla="*/ 538 w 538"/>
              <a:gd name="T55" fmla="*/ 922 h 1000"/>
              <a:gd name="T56" fmla="*/ 538 w 538"/>
              <a:gd name="T57" fmla="*/ 940 h 1000"/>
              <a:gd name="T58" fmla="*/ 536 w 538"/>
              <a:gd name="T59" fmla="*/ 956 h 1000"/>
              <a:gd name="T60" fmla="*/ 530 w 538"/>
              <a:gd name="T61" fmla="*/ 970 h 1000"/>
              <a:gd name="T62" fmla="*/ 524 w 538"/>
              <a:gd name="T63" fmla="*/ 982 h 1000"/>
              <a:gd name="T64" fmla="*/ 514 w 538"/>
              <a:gd name="T65" fmla="*/ 992 h 1000"/>
              <a:gd name="T66" fmla="*/ 500 w 538"/>
              <a:gd name="T67" fmla="*/ 998 h 1000"/>
              <a:gd name="T68" fmla="*/ 482 w 538"/>
              <a:gd name="T69" fmla="*/ 1000 h 1000"/>
              <a:gd name="T70" fmla="*/ 482 w 538"/>
              <a:gd name="T71" fmla="*/ 1000 h 10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38" h="1000">
                <a:moveTo>
                  <a:pt x="482" y="1000"/>
                </a:moveTo>
                <a:lnTo>
                  <a:pt x="8" y="1000"/>
                </a:lnTo>
                <a:lnTo>
                  <a:pt x="8" y="1000"/>
                </a:lnTo>
                <a:lnTo>
                  <a:pt x="6" y="998"/>
                </a:lnTo>
                <a:lnTo>
                  <a:pt x="2" y="996"/>
                </a:lnTo>
                <a:lnTo>
                  <a:pt x="0" y="994"/>
                </a:lnTo>
                <a:lnTo>
                  <a:pt x="0" y="990"/>
                </a:lnTo>
                <a:lnTo>
                  <a:pt x="28" y="656"/>
                </a:lnTo>
                <a:lnTo>
                  <a:pt x="28" y="226"/>
                </a:lnTo>
                <a:lnTo>
                  <a:pt x="28" y="226"/>
                </a:lnTo>
                <a:lnTo>
                  <a:pt x="30" y="186"/>
                </a:lnTo>
                <a:lnTo>
                  <a:pt x="36" y="148"/>
                </a:lnTo>
                <a:lnTo>
                  <a:pt x="44" y="114"/>
                </a:lnTo>
                <a:lnTo>
                  <a:pt x="52" y="98"/>
                </a:lnTo>
                <a:lnTo>
                  <a:pt x="58" y="82"/>
                </a:lnTo>
                <a:lnTo>
                  <a:pt x="66" y="68"/>
                </a:lnTo>
                <a:lnTo>
                  <a:pt x="76" y="54"/>
                </a:lnTo>
                <a:lnTo>
                  <a:pt x="86" y="42"/>
                </a:lnTo>
                <a:lnTo>
                  <a:pt x="98" y="32"/>
                </a:lnTo>
                <a:lnTo>
                  <a:pt x="110" y="22"/>
                </a:lnTo>
                <a:lnTo>
                  <a:pt x="124" y="14"/>
                </a:lnTo>
                <a:lnTo>
                  <a:pt x="138" y="6"/>
                </a:lnTo>
                <a:lnTo>
                  <a:pt x="154" y="0"/>
                </a:lnTo>
                <a:lnTo>
                  <a:pt x="178" y="2"/>
                </a:lnTo>
                <a:lnTo>
                  <a:pt x="538" y="320"/>
                </a:lnTo>
                <a:lnTo>
                  <a:pt x="538" y="902"/>
                </a:lnTo>
                <a:lnTo>
                  <a:pt x="538" y="902"/>
                </a:lnTo>
                <a:lnTo>
                  <a:pt x="538" y="922"/>
                </a:lnTo>
                <a:lnTo>
                  <a:pt x="538" y="940"/>
                </a:lnTo>
                <a:lnTo>
                  <a:pt x="536" y="956"/>
                </a:lnTo>
                <a:lnTo>
                  <a:pt x="530" y="970"/>
                </a:lnTo>
                <a:lnTo>
                  <a:pt x="524" y="982"/>
                </a:lnTo>
                <a:lnTo>
                  <a:pt x="514" y="992"/>
                </a:lnTo>
                <a:lnTo>
                  <a:pt x="500" y="998"/>
                </a:lnTo>
                <a:lnTo>
                  <a:pt x="482" y="1000"/>
                </a:lnTo>
                <a:lnTo>
                  <a:pt x="482" y="1000"/>
                </a:lnTo>
                <a:close/>
              </a:path>
            </a:pathLst>
          </a:custGeom>
          <a:solidFill>
            <a:srgbClr val="ACACAC">
              <a:lumMod val="50000"/>
            </a:srgbClr>
          </a:solidFill>
          <a:ln>
            <a:noFill/>
          </a:ln>
        </p:spPr>
        <p:txBody>
          <a:bodyPr vert="horz" wrap="square" lIns="91440" tIns="45720" rIns="91440" bIns="45720" numCol="1" anchor="t" anchorCtr="0" compatLnSpc="1"/>
          <a:lstStyle/>
          <a:p>
            <a:endParaRPr lang="zh-CN" altLang="en-US"/>
          </a:p>
        </p:txBody>
      </p:sp>
      <p:sp>
        <p:nvSpPr>
          <p:cNvPr id="153" name="Freeform 366"/>
          <p:cNvSpPr/>
          <p:nvPr>
            <p:custDataLst>
              <p:tags r:id="rId153"/>
            </p:custDataLst>
          </p:nvPr>
        </p:nvSpPr>
        <p:spPr bwMode="auto">
          <a:xfrm>
            <a:off x="1472708" y="3474827"/>
            <a:ext cx="424944" cy="407687"/>
          </a:xfrm>
          <a:custGeom>
            <a:avLst/>
            <a:gdLst>
              <a:gd name="T0" fmla="*/ 22 w 394"/>
              <a:gd name="T1" fmla="*/ 0 h 378"/>
              <a:gd name="T2" fmla="*/ 0 w 394"/>
              <a:gd name="T3" fmla="*/ 62 h 378"/>
              <a:gd name="T4" fmla="*/ 92 w 394"/>
              <a:gd name="T5" fmla="*/ 176 h 378"/>
              <a:gd name="T6" fmla="*/ 164 w 394"/>
              <a:gd name="T7" fmla="*/ 172 h 378"/>
              <a:gd name="T8" fmla="*/ 176 w 394"/>
              <a:gd name="T9" fmla="*/ 234 h 378"/>
              <a:gd name="T10" fmla="*/ 394 w 394"/>
              <a:gd name="T11" fmla="*/ 378 h 378"/>
              <a:gd name="T12" fmla="*/ 22 w 394"/>
              <a:gd name="T13" fmla="*/ 0 h 378"/>
            </a:gdLst>
            <a:ahLst/>
            <a:cxnLst>
              <a:cxn ang="0">
                <a:pos x="T0" y="T1"/>
              </a:cxn>
              <a:cxn ang="0">
                <a:pos x="T2" y="T3"/>
              </a:cxn>
              <a:cxn ang="0">
                <a:pos x="T4" y="T5"/>
              </a:cxn>
              <a:cxn ang="0">
                <a:pos x="T6" y="T7"/>
              </a:cxn>
              <a:cxn ang="0">
                <a:pos x="T8" y="T9"/>
              </a:cxn>
              <a:cxn ang="0">
                <a:pos x="T10" y="T11"/>
              </a:cxn>
              <a:cxn ang="0">
                <a:pos x="T12" y="T13"/>
              </a:cxn>
            </a:cxnLst>
            <a:rect l="0" t="0" r="r" b="b"/>
            <a:pathLst>
              <a:path w="394" h="378">
                <a:moveTo>
                  <a:pt x="22" y="0"/>
                </a:moveTo>
                <a:lnTo>
                  <a:pt x="0" y="62"/>
                </a:lnTo>
                <a:lnTo>
                  <a:pt x="92" y="176"/>
                </a:lnTo>
                <a:lnTo>
                  <a:pt x="164" y="172"/>
                </a:lnTo>
                <a:lnTo>
                  <a:pt x="176" y="234"/>
                </a:lnTo>
                <a:lnTo>
                  <a:pt x="394" y="378"/>
                </a:lnTo>
                <a:lnTo>
                  <a:pt x="22" y="0"/>
                </a:ln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4" name="Freeform 367"/>
          <p:cNvSpPr/>
          <p:nvPr>
            <p:custDataLst>
              <p:tags r:id="rId154"/>
            </p:custDataLst>
          </p:nvPr>
        </p:nvSpPr>
        <p:spPr bwMode="auto">
          <a:xfrm>
            <a:off x="1386425" y="3673278"/>
            <a:ext cx="953427" cy="571625"/>
          </a:xfrm>
          <a:custGeom>
            <a:avLst/>
            <a:gdLst>
              <a:gd name="T0" fmla="*/ 448 w 884"/>
              <a:gd name="T1" fmla="*/ 530 h 530"/>
              <a:gd name="T2" fmla="*/ 50 w 884"/>
              <a:gd name="T3" fmla="*/ 194 h 530"/>
              <a:gd name="T4" fmla="*/ 50 w 884"/>
              <a:gd name="T5" fmla="*/ 194 h 530"/>
              <a:gd name="T6" fmla="*/ 32 w 884"/>
              <a:gd name="T7" fmla="*/ 180 h 530"/>
              <a:gd name="T8" fmla="*/ 20 w 884"/>
              <a:gd name="T9" fmla="*/ 166 h 530"/>
              <a:gd name="T10" fmla="*/ 10 w 884"/>
              <a:gd name="T11" fmla="*/ 148 h 530"/>
              <a:gd name="T12" fmla="*/ 2 w 884"/>
              <a:gd name="T13" fmla="*/ 128 h 530"/>
              <a:gd name="T14" fmla="*/ 0 w 884"/>
              <a:gd name="T15" fmla="*/ 110 h 530"/>
              <a:gd name="T16" fmla="*/ 0 w 884"/>
              <a:gd name="T17" fmla="*/ 88 h 530"/>
              <a:gd name="T18" fmla="*/ 6 w 884"/>
              <a:gd name="T19" fmla="*/ 68 h 530"/>
              <a:gd name="T20" fmla="*/ 14 w 884"/>
              <a:gd name="T21" fmla="*/ 50 h 530"/>
              <a:gd name="T22" fmla="*/ 14 w 884"/>
              <a:gd name="T23" fmla="*/ 50 h 530"/>
              <a:gd name="T24" fmla="*/ 28 w 884"/>
              <a:gd name="T25" fmla="*/ 34 h 530"/>
              <a:gd name="T26" fmla="*/ 42 w 884"/>
              <a:gd name="T27" fmla="*/ 20 h 530"/>
              <a:gd name="T28" fmla="*/ 60 w 884"/>
              <a:gd name="T29" fmla="*/ 10 h 530"/>
              <a:gd name="T30" fmla="*/ 80 w 884"/>
              <a:gd name="T31" fmla="*/ 2 h 530"/>
              <a:gd name="T32" fmla="*/ 100 w 884"/>
              <a:gd name="T33" fmla="*/ 0 h 530"/>
              <a:gd name="T34" fmla="*/ 120 w 884"/>
              <a:gd name="T35" fmla="*/ 0 h 530"/>
              <a:gd name="T36" fmla="*/ 140 w 884"/>
              <a:gd name="T37" fmla="*/ 6 h 530"/>
              <a:gd name="T38" fmla="*/ 158 w 884"/>
              <a:gd name="T39" fmla="*/ 14 h 530"/>
              <a:gd name="T40" fmla="*/ 518 w 884"/>
              <a:gd name="T41" fmla="*/ 328 h 530"/>
              <a:gd name="T42" fmla="*/ 884 w 884"/>
              <a:gd name="T43" fmla="*/ 328 h 530"/>
              <a:gd name="T44" fmla="*/ 884 w 884"/>
              <a:gd name="T45" fmla="*/ 530 h 530"/>
              <a:gd name="T46" fmla="*/ 448 w 884"/>
              <a:gd name="T47" fmla="*/ 530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84" h="530">
                <a:moveTo>
                  <a:pt x="448" y="530"/>
                </a:moveTo>
                <a:lnTo>
                  <a:pt x="50" y="194"/>
                </a:lnTo>
                <a:lnTo>
                  <a:pt x="50" y="194"/>
                </a:lnTo>
                <a:lnTo>
                  <a:pt x="32" y="180"/>
                </a:lnTo>
                <a:lnTo>
                  <a:pt x="20" y="166"/>
                </a:lnTo>
                <a:lnTo>
                  <a:pt x="10" y="148"/>
                </a:lnTo>
                <a:lnTo>
                  <a:pt x="2" y="128"/>
                </a:lnTo>
                <a:lnTo>
                  <a:pt x="0" y="110"/>
                </a:lnTo>
                <a:lnTo>
                  <a:pt x="0" y="88"/>
                </a:lnTo>
                <a:lnTo>
                  <a:pt x="6" y="68"/>
                </a:lnTo>
                <a:lnTo>
                  <a:pt x="14" y="50"/>
                </a:lnTo>
                <a:lnTo>
                  <a:pt x="14" y="50"/>
                </a:lnTo>
                <a:lnTo>
                  <a:pt x="28" y="34"/>
                </a:lnTo>
                <a:lnTo>
                  <a:pt x="42" y="20"/>
                </a:lnTo>
                <a:lnTo>
                  <a:pt x="60" y="10"/>
                </a:lnTo>
                <a:lnTo>
                  <a:pt x="80" y="2"/>
                </a:lnTo>
                <a:lnTo>
                  <a:pt x="100" y="0"/>
                </a:lnTo>
                <a:lnTo>
                  <a:pt x="120" y="0"/>
                </a:lnTo>
                <a:lnTo>
                  <a:pt x="140" y="6"/>
                </a:lnTo>
                <a:lnTo>
                  <a:pt x="158" y="14"/>
                </a:lnTo>
                <a:lnTo>
                  <a:pt x="518" y="328"/>
                </a:lnTo>
                <a:lnTo>
                  <a:pt x="884" y="328"/>
                </a:lnTo>
                <a:lnTo>
                  <a:pt x="884" y="530"/>
                </a:lnTo>
                <a:lnTo>
                  <a:pt x="448" y="530"/>
                </a:lnTo>
                <a:close/>
              </a:path>
            </a:pathLst>
          </a:custGeom>
          <a:solidFill>
            <a:srgbClr val="FFFFFF">
              <a:lumMod val="50000"/>
            </a:srgbClr>
          </a:solidFill>
          <a:ln>
            <a:noFill/>
          </a:ln>
        </p:spPr>
        <p:txBody>
          <a:bodyPr vert="horz" wrap="square" lIns="91440" tIns="45720" rIns="91440" bIns="45720" numCol="1" anchor="t" anchorCtr="0" compatLnSpc="1"/>
          <a:lstStyle/>
          <a:p>
            <a:endParaRPr lang="zh-CN" altLang="en-US"/>
          </a:p>
        </p:txBody>
      </p:sp>
      <p:sp>
        <p:nvSpPr>
          <p:cNvPr id="155" name="Rectangle 368"/>
          <p:cNvSpPr>
            <a:spLocks noChangeArrowheads="1"/>
          </p:cNvSpPr>
          <p:nvPr>
            <p:custDataLst>
              <p:tags r:id="rId155"/>
            </p:custDataLst>
          </p:nvPr>
        </p:nvSpPr>
        <p:spPr bwMode="auto">
          <a:xfrm>
            <a:off x="2339853" y="4055080"/>
            <a:ext cx="58241" cy="189823"/>
          </a:xfrm>
          <a:prstGeom prst="rect">
            <a:avLst/>
          </a:prstGeom>
          <a:solidFill>
            <a:srgbClr val="FFFFFF"/>
          </a:solidFill>
          <a:ln>
            <a:noFill/>
          </a:ln>
        </p:spPr>
        <p:txBody>
          <a:bodyPr vert="horz" wrap="square" lIns="91440" tIns="45720" rIns="91440" bIns="45720" numCol="1" anchor="t" anchorCtr="0" compatLnSpc="1"/>
          <a:lstStyle/>
          <a:p>
            <a:endParaRPr lang="zh-CN" altLang="en-US"/>
          </a:p>
        </p:txBody>
      </p:sp>
      <p:sp>
        <p:nvSpPr>
          <p:cNvPr id="156" name="Rectangle 369"/>
          <p:cNvSpPr>
            <a:spLocks noChangeArrowheads="1"/>
          </p:cNvSpPr>
          <p:nvPr>
            <p:custDataLst>
              <p:tags r:id="rId156"/>
            </p:custDataLst>
          </p:nvPr>
        </p:nvSpPr>
        <p:spPr bwMode="auto">
          <a:xfrm>
            <a:off x="3709596" y="4055080"/>
            <a:ext cx="58241" cy="191980"/>
          </a:xfrm>
          <a:prstGeom prst="rect">
            <a:avLst/>
          </a:prstGeom>
          <a:solidFill>
            <a:srgbClr val="FFFFFF"/>
          </a:solidFill>
          <a:ln>
            <a:noFill/>
          </a:ln>
        </p:spPr>
        <p:txBody>
          <a:bodyPr vert="horz" wrap="square" lIns="91440" tIns="45720" rIns="91440" bIns="45720" numCol="1" anchor="t" anchorCtr="0" compatLnSpc="1"/>
          <a:lstStyle/>
          <a:p>
            <a:endParaRPr lang="zh-CN" altLang="en-US"/>
          </a:p>
        </p:txBody>
      </p:sp>
      <p:sp>
        <p:nvSpPr>
          <p:cNvPr id="157" name="Freeform 370"/>
          <p:cNvSpPr/>
          <p:nvPr>
            <p:custDataLst>
              <p:tags r:id="rId157"/>
            </p:custDataLst>
          </p:nvPr>
        </p:nvSpPr>
        <p:spPr bwMode="auto">
          <a:xfrm>
            <a:off x="1835097" y="1682297"/>
            <a:ext cx="996568" cy="996568"/>
          </a:xfrm>
          <a:custGeom>
            <a:avLst/>
            <a:gdLst>
              <a:gd name="T0" fmla="*/ 924 w 924"/>
              <a:gd name="T1" fmla="*/ 494 h 924"/>
              <a:gd name="T2" fmla="*/ 918 w 924"/>
              <a:gd name="T3" fmla="*/ 540 h 924"/>
              <a:gd name="T4" fmla="*/ 894 w 924"/>
              <a:gd name="T5" fmla="*/ 630 h 924"/>
              <a:gd name="T6" fmla="*/ 852 w 924"/>
              <a:gd name="T7" fmla="*/ 710 h 924"/>
              <a:gd name="T8" fmla="*/ 798 w 924"/>
              <a:gd name="T9" fmla="*/ 780 h 924"/>
              <a:gd name="T10" fmla="*/ 732 w 924"/>
              <a:gd name="T11" fmla="*/ 838 h 924"/>
              <a:gd name="T12" fmla="*/ 654 w 924"/>
              <a:gd name="T13" fmla="*/ 884 h 924"/>
              <a:gd name="T14" fmla="*/ 570 w 924"/>
              <a:gd name="T15" fmla="*/ 912 h 924"/>
              <a:gd name="T16" fmla="*/ 478 w 924"/>
              <a:gd name="T17" fmla="*/ 924 h 924"/>
              <a:gd name="T18" fmla="*/ 430 w 924"/>
              <a:gd name="T19" fmla="*/ 924 h 924"/>
              <a:gd name="T20" fmla="*/ 406 w 924"/>
              <a:gd name="T21" fmla="*/ 922 h 924"/>
              <a:gd name="T22" fmla="*/ 338 w 924"/>
              <a:gd name="T23" fmla="*/ 908 h 924"/>
              <a:gd name="T24" fmla="*/ 254 w 924"/>
              <a:gd name="T25" fmla="*/ 876 h 924"/>
              <a:gd name="T26" fmla="*/ 178 w 924"/>
              <a:gd name="T27" fmla="*/ 828 h 924"/>
              <a:gd name="T28" fmla="*/ 114 w 924"/>
              <a:gd name="T29" fmla="*/ 766 h 924"/>
              <a:gd name="T30" fmla="*/ 62 w 924"/>
              <a:gd name="T31" fmla="*/ 694 h 924"/>
              <a:gd name="T32" fmla="*/ 24 w 924"/>
              <a:gd name="T33" fmla="*/ 614 h 924"/>
              <a:gd name="T34" fmla="*/ 4 w 924"/>
              <a:gd name="T35" fmla="*/ 524 h 924"/>
              <a:gd name="T36" fmla="*/ 0 w 924"/>
              <a:gd name="T37" fmla="*/ 454 h 924"/>
              <a:gd name="T38" fmla="*/ 0 w 924"/>
              <a:gd name="T39" fmla="*/ 432 h 924"/>
              <a:gd name="T40" fmla="*/ 6 w 924"/>
              <a:gd name="T41" fmla="*/ 384 h 924"/>
              <a:gd name="T42" fmla="*/ 30 w 924"/>
              <a:gd name="T43" fmla="*/ 296 h 924"/>
              <a:gd name="T44" fmla="*/ 72 w 924"/>
              <a:gd name="T45" fmla="*/ 216 h 924"/>
              <a:gd name="T46" fmla="*/ 126 w 924"/>
              <a:gd name="T47" fmla="*/ 144 h 924"/>
              <a:gd name="T48" fmla="*/ 192 w 924"/>
              <a:gd name="T49" fmla="*/ 86 h 924"/>
              <a:gd name="T50" fmla="*/ 270 w 924"/>
              <a:gd name="T51" fmla="*/ 42 h 924"/>
              <a:gd name="T52" fmla="*/ 354 w 924"/>
              <a:gd name="T53" fmla="*/ 12 h 924"/>
              <a:gd name="T54" fmla="*/ 446 w 924"/>
              <a:gd name="T55" fmla="*/ 0 h 924"/>
              <a:gd name="T56" fmla="*/ 494 w 924"/>
              <a:gd name="T57" fmla="*/ 2 h 924"/>
              <a:gd name="T58" fmla="*/ 516 w 924"/>
              <a:gd name="T59" fmla="*/ 4 h 924"/>
              <a:gd name="T60" fmla="*/ 586 w 924"/>
              <a:gd name="T61" fmla="*/ 16 h 924"/>
              <a:gd name="T62" fmla="*/ 670 w 924"/>
              <a:gd name="T63" fmla="*/ 50 h 924"/>
              <a:gd name="T64" fmla="*/ 746 w 924"/>
              <a:gd name="T65" fmla="*/ 98 h 924"/>
              <a:gd name="T66" fmla="*/ 810 w 924"/>
              <a:gd name="T67" fmla="*/ 158 h 924"/>
              <a:gd name="T68" fmla="*/ 862 w 924"/>
              <a:gd name="T69" fmla="*/ 230 h 924"/>
              <a:gd name="T70" fmla="*/ 900 w 924"/>
              <a:gd name="T71" fmla="*/ 312 h 924"/>
              <a:gd name="T72" fmla="*/ 920 w 924"/>
              <a:gd name="T73" fmla="*/ 400 h 924"/>
              <a:gd name="T74" fmla="*/ 924 w 924"/>
              <a:gd name="T75" fmla="*/ 470 h 924"/>
              <a:gd name="T76" fmla="*/ 924 w 924"/>
              <a:gd name="T77" fmla="*/ 494 h 9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924" h="924">
                <a:moveTo>
                  <a:pt x="924" y="494"/>
                </a:moveTo>
                <a:lnTo>
                  <a:pt x="924" y="494"/>
                </a:lnTo>
                <a:lnTo>
                  <a:pt x="920" y="518"/>
                </a:lnTo>
                <a:lnTo>
                  <a:pt x="918" y="540"/>
                </a:lnTo>
                <a:lnTo>
                  <a:pt x="908" y="586"/>
                </a:lnTo>
                <a:lnTo>
                  <a:pt x="894" y="630"/>
                </a:lnTo>
                <a:lnTo>
                  <a:pt x="874" y="672"/>
                </a:lnTo>
                <a:lnTo>
                  <a:pt x="852" y="710"/>
                </a:lnTo>
                <a:lnTo>
                  <a:pt x="826" y="746"/>
                </a:lnTo>
                <a:lnTo>
                  <a:pt x="798" y="780"/>
                </a:lnTo>
                <a:lnTo>
                  <a:pt x="766" y="810"/>
                </a:lnTo>
                <a:lnTo>
                  <a:pt x="732" y="838"/>
                </a:lnTo>
                <a:lnTo>
                  <a:pt x="694" y="862"/>
                </a:lnTo>
                <a:lnTo>
                  <a:pt x="654" y="884"/>
                </a:lnTo>
                <a:lnTo>
                  <a:pt x="612" y="900"/>
                </a:lnTo>
                <a:lnTo>
                  <a:pt x="570" y="912"/>
                </a:lnTo>
                <a:lnTo>
                  <a:pt x="524" y="920"/>
                </a:lnTo>
                <a:lnTo>
                  <a:pt x="478" y="924"/>
                </a:lnTo>
                <a:lnTo>
                  <a:pt x="454" y="924"/>
                </a:lnTo>
                <a:lnTo>
                  <a:pt x="430" y="924"/>
                </a:lnTo>
                <a:lnTo>
                  <a:pt x="430" y="924"/>
                </a:lnTo>
                <a:lnTo>
                  <a:pt x="406" y="922"/>
                </a:lnTo>
                <a:lnTo>
                  <a:pt x="384" y="918"/>
                </a:lnTo>
                <a:lnTo>
                  <a:pt x="338" y="908"/>
                </a:lnTo>
                <a:lnTo>
                  <a:pt x="294" y="894"/>
                </a:lnTo>
                <a:lnTo>
                  <a:pt x="254" y="876"/>
                </a:lnTo>
                <a:lnTo>
                  <a:pt x="214" y="854"/>
                </a:lnTo>
                <a:lnTo>
                  <a:pt x="178" y="828"/>
                </a:lnTo>
                <a:lnTo>
                  <a:pt x="144" y="798"/>
                </a:lnTo>
                <a:lnTo>
                  <a:pt x="114" y="766"/>
                </a:lnTo>
                <a:lnTo>
                  <a:pt x="86" y="732"/>
                </a:lnTo>
                <a:lnTo>
                  <a:pt x="62" y="694"/>
                </a:lnTo>
                <a:lnTo>
                  <a:pt x="42" y="654"/>
                </a:lnTo>
                <a:lnTo>
                  <a:pt x="24" y="614"/>
                </a:lnTo>
                <a:lnTo>
                  <a:pt x="12" y="570"/>
                </a:lnTo>
                <a:lnTo>
                  <a:pt x="4" y="524"/>
                </a:lnTo>
                <a:lnTo>
                  <a:pt x="0" y="478"/>
                </a:lnTo>
                <a:lnTo>
                  <a:pt x="0" y="454"/>
                </a:lnTo>
                <a:lnTo>
                  <a:pt x="0" y="432"/>
                </a:lnTo>
                <a:lnTo>
                  <a:pt x="0" y="432"/>
                </a:lnTo>
                <a:lnTo>
                  <a:pt x="2" y="408"/>
                </a:lnTo>
                <a:lnTo>
                  <a:pt x="6" y="384"/>
                </a:lnTo>
                <a:lnTo>
                  <a:pt x="16" y="338"/>
                </a:lnTo>
                <a:lnTo>
                  <a:pt x="30" y="296"/>
                </a:lnTo>
                <a:lnTo>
                  <a:pt x="48" y="254"/>
                </a:lnTo>
                <a:lnTo>
                  <a:pt x="72" y="216"/>
                </a:lnTo>
                <a:lnTo>
                  <a:pt x="96" y="178"/>
                </a:lnTo>
                <a:lnTo>
                  <a:pt x="126" y="144"/>
                </a:lnTo>
                <a:lnTo>
                  <a:pt x="158" y="114"/>
                </a:lnTo>
                <a:lnTo>
                  <a:pt x="192" y="86"/>
                </a:lnTo>
                <a:lnTo>
                  <a:pt x="230" y="62"/>
                </a:lnTo>
                <a:lnTo>
                  <a:pt x="270" y="42"/>
                </a:lnTo>
                <a:lnTo>
                  <a:pt x="312" y="26"/>
                </a:lnTo>
                <a:lnTo>
                  <a:pt x="354" y="12"/>
                </a:lnTo>
                <a:lnTo>
                  <a:pt x="400" y="4"/>
                </a:lnTo>
                <a:lnTo>
                  <a:pt x="446" y="0"/>
                </a:lnTo>
                <a:lnTo>
                  <a:pt x="470" y="0"/>
                </a:lnTo>
                <a:lnTo>
                  <a:pt x="494" y="2"/>
                </a:lnTo>
                <a:lnTo>
                  <a:pt x="494" y="2"/>
                </a:lnTo>
                <a:lnTo>
                  <a:pt x="516" y="4"/>
                </a:lnTo>
                <a:lnTo>
                  <a:pt x="540" y="6"/>
                </a:lnTo>
                <a:lnTo>
                  <a:pt x="586" y="16"/>
                </a:lnTo>
                <a:lnTo>
                  <a:pt x="630" y="32"/>
                </a:lnTo>
                <a:lnTo>
                  <a:pt x="670" y="50"/>
                </a:lnTo>
                <a:lnTo>
                  <a:pt x="710" y="72"/>
                </a:lnTo>
                <a:lnTo>
                  <a:pt x="746" y="98"/>
                </a:lnTo>
                <a:lnTo>
                  <a:pt x="780" y="126"/>
                </a:lnTo>
                <a:lnTo>
                  <a:pt x="810" y="158"/>
                </a:lnTo>
                <a:lnTo>
                  <a:pt x="838" y="194"/>
                </a:lnTo>
                <a:lnTo>
                  <a:pt x="862" y="230"/>
                </a:lnTo>
                <a:lnTo>
                  <a:pt x="882" y="270"/>
                </a:lnTo>
                <a:lnTo>
                  <a:pt x="900" y="312"/>
                </a:lnTo>
                <a:lnTo>
                  <a:pt x="912" y="356"/>
                </a:lnTo>
                <a:lnTo>
                  <a:pt x="920" y="400"/>
                </a:lnTo>
                <a:lnTo>
                  <a:pt x="924" y="446"/>
                </a:lnTo>
                <a:lnTo>
                  <a:pt x="924" y="470"/>
                </a:lnTo>
                <a:lnTo>
                  <a:pt x="924" y="494"/>
                </a:lnTo>
                <a:lnTo>
                  <a:pt x="924" y="494"/>
                </a:lnTo>
                <a:close/>
              </a:path>
            </a:pathLst>
          </a:custGeom>
          <a:solidFill>
            <a:srgbClr val="E5E5E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8" name="Freeform 371"/>
          <p:cNvSpPr/>
          <p:nvPr>
            <p:custDataLst>
              <p:tags r:id="rId158"/>
            </p:custDataLst>
          </p:nvPr>
        </p:nvSpPr>
        <p:spPr bwMode="auto">
          <a:xfrm>
            <a:off x="2546932" y="2547284"/>
            <a:ext cx="224336" cy="222179"/>
          </a:xfrm>
          <a:custGeom>
            <a:avLst/>
            <a:gdLst>
              <a:gd name="T0" fmla="*/ 208 w 208"/>
              <a:gd name="T1" fmla="*/ 110 h 206"/>
              <a:gd name="T2" fmla="*/ 208 w 208"/>
              <a:gd name="T3" fmla="*/ 110 h 206"/>
              <a:gd name="T4" fmla="*/ 204 w 208"/>
              <a:gd name="T5" fmla="*/ 130 h 206"/>
              <a:gd name="T6" fmla="*/ 196 w 208"/>
              <a:gd name="T7" fmla="*/ 150 h 206"/>
              <a:gd name="T8" fmla="*/ 186 w 208"/>
              <a:gd name="T9" fmla="*/ 166 h 206"/>
              <a:gd name="T10" fmla="*/ 172 w 208"/>
              <a:gd name="T11" fmla="*/ 180 h 206"/>
              <a:gd name="T12" fmla="*/ 156 w 208"/>
              <a:gd name="T13" fmla="*/ 192 h 206"/>
              <a:gd name="T14" fmla="*/ 138 w 208"/>
              <a:gd name="T15" fmla="*/ 200 h 206"/>
              <a:gd name="T16" fmla="*/ 118 w 208"/>
              <a:gd name="T17" fmla="*/ 206 h 206"/>
              <a:gd name="T18" fmla="*/ 98 w 208"/>
              <a:gd name="T19" fmla="*/ 206 h 206"/>
              <a:gd name="T20" fmla="*/ 98 w 208"/>
              <a:gd name="T21" fmla="*/ 206 h 206"/>
              <a:gd name="T22" fmla="*/ 76 w 208"/>
              <a:gd name="T23" fmla="*/ 202 h 206"/>
              <a:gd name="T24" fmla="*/ 58 w 208"/>
              <a:gd name="T25" fmla="*/ 196 h 206"/>
              <a:gd name="T26" fmla="*/ 40 w 208"/>
              <a:gd name="T27" fmla="*/ 184 h 206"/>
              <a:gd name="T28" fmla="*/ 26 w 208"/>
              <a:gd name="T29" fmla="*/ 170 h 206"/>
              <a:gd name="T30" fmla="*/ 14 w 208"/>
              <a:gd name="T31" fmla="*/ 154 h 206"/>
              <a:gd name="T32" fmla="*/ 6 w 208"/>
              <a:gd name="T33" fmla="*/ 136 h 206"/>
              <a:gd name="T34" fmla="*/ 2 w 208"/>
              <a:gd name="T35" fmla="*/ 116 h 206"/>
              <a:gd name="T36" fmla="*/ 0 w 208"/>
              <a:gd name="T37" fmla="*/ 96 h 206"/>
              <a:gd name="T38" fmla="*/ 0 w 208"/>
              <a:gd name="T39" fmla="*/ 96 h 206"/>
              <a:gd name="T40" fmla="*/ 4 w 208"/>
              <a:gd name="T41" fmla="*/ 74 h 206"/>
              <a:gd name="T42" fmla="*/ 12 w 208"/>
              <a:gd name="T43" fmla="*/ 56 h 206"/>
              <a:gd name="T44" fmla="*/ 22 w 208"/>
              <a:gd name="T45" fmla="*/ 40 h 206"/>
              <a:gd name="T46" fmla="*/ 36 w 208"/>
              <a:gd name="T47" fmla="*/ 24 h 206"/>
              <a:gd name="T48" fmla="*/ 52 w 208"/>
              <a:gd name="T49" fmla="*/ 12 h 206"/>
              <a:gd name="T50" fmla="*/ 70 w 208"/>
              <a:gd name="T51" fmla="*/ 4 h 206"/>
              <a:gd name="T52" fmla="*/ 90 w 208"/>
              <a:gd name="T53" fmla="*/ 0 h 206"/>
              <a:gd name="T54" fmla="*/ 112 w 208"/>
              <a:gd name="T55" fmla="*/ 0 h 206"/>
              <a:gd name="T56" fmla="*/ 112 w 208"/>
              <a:gd name="T57" fmla="*/ 0 h 206"/>
              <a:gd name="T58" fmla="*/ 132 w 208"/>
              <a:gd name="T59" fmla="*/ 2 h 206"/>
              <a:gd name="T60" fmla="*/ 150 w 208"/>
              <a:gd name="T61" fmla="*/ 10 h 206"/>
              <a:gd name="T62" fmla="*/ 168 w 208"/>
              <a:gd name="T63" fmla="*/ 20 h 206"/>
              <a:gd name="T64" fmla="*/ 182 w 208"/>
              <a:gd name="T65" fmla="*/ 34 h 206"/>
              <a:gd name="T66" fmla="*/ 194 w 208"/>
              <a:gd name="T67" fmla="*/ 50 h 206"/>
              <a:gd name="T68" fmla="*/ 202 w 208"/>
              <a:gd name="T69" fmla="*/ 68 h 206"/>
              <a:gd name="T70" fmla="*/ 206 w 208"/>
              <a:gd name="T71" fmla="*/ 88 h 206"/>
              <a:gd name="T72" fmla="*/ 208 w 208"/>
              <a:gd name="T73" fmla="*/ 110 h 206"/>
              <a:gd name="T74" fmla="*/ 208 w 208"/>
              <a:gd name="T75" fmla="*/ 110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08" h="206">
                <a:moveTo>
                  <a:pt x="208" y="110"/>
                </a:moveTo>
                <a:lnTo>
                  <a:pt x="208" y="110"/>
                </a:lnTo>
                <a:lnTo>
                  <a:pt x="204" y="130"/>
                </a:lnTo>
                <a:lnTo>
                  <a:pt x="196" y="150"/>
                </a:lnTo>
                <a:lnTo>
                  <a:pt x="186" y="166"/>
                </a:lnTo>
                <a:lnTo>
                  <a:pt x="172" y="180"/>
                </a:lnTo>
                <a:lnTo>
                  <a:pt x="156" y="192"/>
                </a:lnTo>
                <a:lnTo>
                  <a:pt x="138" y="200"/>
                </a:lnTo>
                <a:lnTo>
                  <a:pt x="118" y="206"/>
                </a:lnTo>
                <a:lnTo>
                  <a:pt x="98" y="206"/>
                </a:lnTo>
                <a:lnTo>
                  <a:pt x="98" y="206"/>
                </a:lnTo>
                <a:lnTo>
                  <a:pt x="76" y="202"/>
                </a:lnTo>
                <a:lnTo>
                  <a:pt x="58" y="196"/>
                </a:lnTo>
                <a:lnTo>
                  <a:pt x="40" y="184"/>
                </a:lnTo>
                <a:lnTo>
                  <a:pt x="26" y="170"/>
                </a:lnTo>
                <a:lnTo>
                  <a:pt x="14" y="154"/>
                </a:lnTo>
                <a:lnTo>
                  <a:pt x="6" y="136"/>
                </a:lnTo>
                <a:lnTo>
                  <a:pt x="2" y="116"/>
                </a:lnTo>
                <a:lnTo>
                  <a:pt x="0" y="96"/>
                </a:lnTo>
                <a:lnTo>
                  <a:pt x="0" y="96"/>
                </a:lnTo>
                <a:lnTo>
                  <a:pt x="4" y="74"/>
                </a:lnTo>
                <a:lnTo>
                  <a:pt x="12" y="56"/>
                </a:lnTo>
                <a:lnTo>
                  <a:pt x="22" y="40"/>
                </a:lnTo>
                <a:lnTo>
                  <a:pt x="36" y="24"/>
                </a:lnTo>
                <a:lnTo>
                  <a:pt x="52" y="12"/>
                </a:lnTo>
                <a:lnTo>
                  <a:pt x="70" y="4"/>
                </a:lnTo>
                <a:lnTo>
                  <a:pt x="90" y="0"/>
                </a:lnTo>
                <a:lnTo>
                  <a:pt x="112" y="0"/>
                </a:lnTo>
                <a:lnTo>
                  <a:pt x="112" y="0"/>
                </a:lnTo>
                <a:lnTo>
                  <a:pt x="132" y="2"/>
                </a:lnTo>
                <a:lnTo>
                  <a:pt x="150" y="10"/>
                </a:lnTo>
                <a:lnTo>
                  <a:pt x="168" y="20"/>
                </a:lnTo>
                <a:lnTo>
                  <a:pt x="182" y="34"/>
                </a:lnTo>
                <a:lnTo>
                  <a:pt x="194" y="50"/>
                </a:lnTo>
                <a:lnTo>
                  <a:pt x="202" y="68"/>
                </a:lnTo>
                <a:lnTo>
                  <a:pt x="206" y="88"/>
                </a:lnTo>
                <a:lnTo>
                  <a:pt x="208" y="110"/>
                </a:lnTo>
                <a:lnTo>
                  <a:pt x="208" y="110"/>
                </a:lnTo>
                <a:close/>
              </a:path>
            </a:pathLst>
          </a:custGeom>
          <a:solidFill>
            <a:srgbClr val="ACACAC">
              <a:lumMod val="20000"/>
              <a:lumOff val="80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9" name="Freeform 372"/>
          <p:cNvSpPr/>
          <p:nvPr>
            <p:custDataLst>
              <p:tags r:id="rId159"/>
            </p:custDataLst>
          </p:nvPr>
        </p:nvSpPr>
        <p:spPr bwMode="auto">
          <a:xfrm>
            <a:off x="2693613" y="5312654"/>
            <a:ext cx="228649" cy="153152"/>
          </a:xfrm>
          <a:custGeom>
            <a:avLst/>
            <a:gdLst>
              <a:gd name="T0" fmla="*/ 212 w 212"/>
              <a:gd name="T1" fmla="*/ 142 h 142"/>
              <a:gd name="T2" fmla="*/ 0 w 212"/>
              <a:gd name="T3" fmla="*/ 140 h 142"/>
              <a:gd name="T4" fmla="*/ 28 w 212"/>
              <a:gd name="T5" fmla="*/ 0 h 142"/>
              <a:gd name="T6" fmla="*/ 188 w 212"/>
              <a:gd name="T7" fmla="*/ 0 h 142"/>
              <a:gd name="T8" fmla="*/ 212 w 212"/>
              <a:gd name="T9" fmla="*/ 142 h 142"/>
            </a:gdLst>
            <a:ahLst/>
            <a:cxnLst>
              <a:cxn ang="0">
                <a:pos x="T0" y="T1"/>
              </a:cxn>
              <a:cxn ang="0">
                <a:pos x="T2" y="T3"/>
              </a:cxn>
              <a:cxn ang="0">
                <a:pos x="T4" y="T5"/>
              </a:cxn>
              <a:cxn ang="0">
                <a:pos x="T6" y="T7"/>
              </a:cxn>
              <a:cxn ang="0">
                <a:pos x="T8" y="T9"/>
              </a:cxn>
            </a:cxnLst>
            <a:rect l="0" t="0" r="r" b="b"/>
            <a:pathLst>
              <a:path w="211" h="142">
                <a:moveTo>
                  <a:pt x="212" y="142"/>
                </a:moveTo>
                <a:lnTo>
                  <a:pt x="0" y="140"/>
                </a:lnTo>
                <a:lnTo>
                  <a:pt x="28" y="0"/>
                </a:lnTo>
                <a:lnTo>
                  <a:pt x="188" y="0"/>
                </a:lnTo>
                <a:lnTo>
                  <a:pt x="212" y="142"/>
                </a:lnTo>
                <a:close/>
              </a:path>
            </a:pathLst>
          </a:custGeom>
          <a:solidFill>
            <a:srgbClr val="FAA67A">
              <a:lumMod val="60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0" name="Freeform 373"/>
          <p:cNvSpPr/>
          <p:nvPr>
            <p:custDataLst>
              <p:tags r:id="rId160"/>
            </p:custDataLst>
          </p:nvPr>
        </p:nvSpPr>
        <p:spPr bwMode="auto">
          <a:xfrm>
            <a:off x="2665571" y="5455021"/>
            <a:ext cx="269635" cy="107853"/>
          </a:xfrm>
          <a:custGeom>
            <a:avLst/>
            <a:gdLst>
              <a:gd name="T0" fmla="*/ 250 w 250"/>
              <a:gd name="T1" fmla="*/ 100 h 100"/>
              <a:gd name="T2" fmla="*/ 0 w 250"/>
              <a:gd name="T3" fmla="*/ 100 h 100"/>
              <a:gd name="T4" fmla="*/ 0 w 250"/>
              <a:gd name="T5" fmla="*/ 12 h 100"/>
              <a:gd name="T6" fmla="*/ 0 w 250"/>
              <a:gd name="T7" fmla="*/ 12 h 100"/>
              <a:gd name="T8" fmla="*/ 0 w 250"/>
              <a:gd name="T9" fmla="*/ 8 h 100"/>
              <a:gd name="T10" fmla="*/ 2 w 250"/>
              <a:gd name="T11" fmla="*/ 4 h 100"/>
              <a:gd name="T12" fmla="*/ 6 w 250"/>
              <a:gd name="T13" fmla="*/ 2 h 100"/>
              <a:gd name="T14" fmla="*/ 10 w 250"/>
              <a:gd name="T15" fmla="*/ 0 h 100"/>
              <a:gd name="T16" fmla="*/ 238 w 250"/>
              <a:gd name="T17" fmla="*/ 0 h 100"/>
              <a:gd name="T18" fmla="*/ 238 w 250"/>
              <a:gd name="T19" fmla="*/ 0 h 100"/>
              <a:gd name="T20" fmla="*/ 242 w 250"/>
              <a:gd name="T21" fmla="*/ 2 h 100"/>
              <a:gd name="T22" fmla="*/ 246 w 250"/>
              <a:gd name="T23" fmla="*/ 4 h 100"/>
              <a:gd name="T24" fmla="*/ 248 w 250"/>
              <a:gd name="T25" fmla="*/ 8 h 100"/>
              <a:gd name="T26" fmla="*/ 250 w 250"/>
              <a:gd name="T27" fmla="*/ 12 h 100"/>
              <a:gd name="T28" fmla="*/ 250 w 250"/>
              <a:gd name="T29"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50" h="100">
                <a:moveTo>
                  <a:pt x="250" y="100"/>
                </a:moveTo>
                <a:lnTo>
                  <a:pt x="0" y="100"/>
                </a:lnTo>
                <a:lnTo>
                  <a:pt x="0" y="12"/>
                </a:lnTo>
                <a:lnTo>
                  <a:pt x="0" y="12"/>
                </a:lnTo>
                <a:lnTo>
                  <a:pt x="0" y="8"/>
                </a:lnTo>
                <a:lnTo>
                  <a:pt x="2" y="4"/>
                </a:lnTo>
                <a:lnTo>
                  <a:pt x="6" y="2"/>
                </a:lnTo>
                <a:lnTo>
                  <a:pt x="10" y="0"/>
                </a:lnTo>
                <a:lnTo>
                  <a:pt x="238" y="0"/>
                </a:lnTo>
                <a:lnTo>
                  <a:pt x="238" y="0"/>
                </a:lnTo>
                <a:lnTo>
                  <a:pt x="242" y="2"/>
                </a:lnTo>
                <a:lnTo>
                  <a:pt x="246" y="4"/>
                </a:lnTo>
                <a:lnTo>
                  <a:pt x="248" y="8"/>
                </a:lnTo>
                <a:lnTo>
                  <a:pt x="250" y="12"/>
                </a:lnTo>
                <a:lnTo>
                  <a:pt x="250" y="100"/>
                </a:lnTo>
                <a:close/>
              </a:path>
            </a:pathLst>
          </a:custGeom>
          <a:solidFill>
            <a:srgbClr val="FAA67A">
              <a:lumMod val="60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1" name="Freeform 374"/>
          <p:cNvSpPr/>
          <p:nvPr>
            <p:custDataLst>
              <p:tags r:id="rId161"/>
            </p:custDataLst>
          </p:nvPr>
        </p:nvSpPr>
        <p:spPr bwMode="auto">
          <a:xfrm>
            <a:off x="2672042" y="4419626"/>
            <a:ext cx="280420" cy="942641"/>
          </a:xfrm>
          <a:custGeom>
            <a:avLst/>
            <a:gdLst>
              <a:gd name="T0" fmla="*/ 260 w 260"/>
              <a:gd name="T1" fmla="*/ 874 h 874"/>
              <a:gd name="T2" fmla="*/ 260 w 260"/>
              <a:gd name="T3" fmla="*/ 130 h 874"/>
              <a:gd name="T4" fmla="*/ 260 w 260"/>
              <a:gd name="T5" fmla="*/ 130 h 874"/>
              <a:gd name="T6" fmla="*/ 260 w 260"/>
              <a:gd name="T7" fmla="*/ 116 h 874"/>
              <a:gd name="T8" fmla="*/ 258 w 260"/>
              <a:gd name="T9" fmla="*/ 104 h 874"/>
              <a:gd name="T10" fmla="*/ 254 w 260"/>
              <a:gd name="T11" fmla="*/ 92 h 874"/>
              <a:gd name="T12" fmla="*/ 250 w 260"/>
              <a:gd name="T13" fmla="*/ 80 h 874"/>
              <a:gd name="T14" fmla="*/ 246 w 260"/>
              <a:gd name="T15" fmla="*/ 68 h 874"/>
              <a:gd name="T16" fmla="*/ 238 w 260"/>
              <a:gd name="T17" fmla="*/ 56 h 874"/>
              <a:gd name="T18" fmla="*/ 222 w 260"/>
              <a:gd name="T19" fmla="*/ 38 h 874"/>
              <a:gd name="T20" fmla="*/ 204 w 260"/>
              <a:gd name="T21" fmla="*/ 22 h 874"/>
              <a:gd name="T22" fmla="*/ 192 w 260"/>
              <a:gd name="T23" fmla="*/ 16 h 874"/>
              <a:gd name="T24" fmla="*/ 182 w 260"/>
              <a:gd name="T25" fmla="*/ 10 h 874"/>
              <a:gd name="T26" fmla="*/ 170 w 260"/>
              <a:gd name="T27" fmla="*/ 6 h 874"/>
              <a:gd name="T28" fmla="*/ 156 w 260"/>
              <a:gd name="T29" fmla="*/ 2 h 874"/>
              <a:gd name="T30" fmla="*/ 144 w 260"/>
              <a:gd name="T31" fmla="*/ 0 h 874"/>
              <a:gd name="T32" fmla="*/ 130 w 260"/>
              <a:gd name="T33" fmla="*/ 0 h 874"/>
              <a:gd name="T34" fmla="*/ 130 w 260"/>
              <a:gd name="T35" fmla="*/ 0 h 874"/>
              <a:gd name="T36" fmla="*/ 118 w 260"/>
              <a:gd name="T37" fmla="*/ 0 h 874"/>
              <a:gd name="T38" fmla="*/ 104 w 260"/>
              <a:gd name="T39" fmla="*/ 2 h 874"/>
              <a:gd name="T40" fmla="*/ 92 w 260"/>
              <a:gd name="T41" fmla="*/ 6 h 874"/>
              <a:gd name="T42" fmla="*/ 80 w 260"/>
              <a:gd name="T43" fmla="*/ 10 h 874"/>
              <a:gd name="T44" fmla="*/ 68 w 260"/>
              <a:gd name="T45" fmla="*/ 14 h 874"/>
              <a:gd name="T46" fmla="*/ 58 w 260"/>
              <a:gd name="T47" fmla="*/ 22 h 874"/>
              <a:gd name="T48" fmla="*/ 38 w 260"/>
              <a:gd name="T49" fmla="*/ 38 h 874"/>
              <a:gd name="T50" fmla="*/ 22 w 260"/>
              <a:gd name="T51" fmla="*/ 56 h 874"/>
              <a:gd name="T52" fmla="*/ 16 w 260"/>
              <a:gd name="T53" fmla="*/ 68 h 874"/>
              <a:gd name="T54" fmla="*/ 10 w 260"/>
              <a:gd name="T55" fmla="*/ 78 h 874"/>
              <a:gd name="T56" fmla="*/ 6 w 260"/>
              <a:gd name="T57" fmla="*/ 90 h 874"/>
              <a:gd name="T58" fmla="*/ 2 w 260"/>
              <a:gd name="T59" fmla="*/ 104 h 874"/>
              <a:gd name="T60" fmla="*/ 0 w 260"/>
              <a:gd name="T61" fmla="*/ 116 h 874"/>
              <a:gd name="T62" fmla="*/ 0 w 260"/>
              <a:gd name="T63" fmla="*/ 130 h 874"/>
              <a:gd name="T64" fmla="*/ 0 w 260"/>
              <a:gd name="T65" fmla="*/ 874 h 874"/>
              <a:gd name="T66" fmla="*/ 260 w 260"/>
              <a:gd name="T67" fmla="*/ 874 h 8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60" h="874">
                <a:moveTo>
                  <a:pt x="260" y="874"/>
                </a:moveTo>
                <a:lnTo>
                  <a:pt x="260" y="130"/>
                </a:lnTo>
                <a:lnTo>
                  <a:pt x="260" y="130"/>
                </a:lnTo>
                <a:lnTo>
                  <a:pt x="260" y="116"/>
                </a:lnTo>
                <a:lnTo>
                  <a:pt x="258" y="104"/>
                </a:lnTo>
                <a:lnTo>
                  <a:pt x="254" y="92"/>
                </a:lnTo>
                <a:lnTo>
                  <a:pt x="250" y="80"/>
                </a:lnTo>
                <a:lnTo>
                  <a:pt x="246" y="68"/>
                </a:lnTo>
                <a:lnTo>
                  <a:pt x="238" y="56"/>
                </a:lnTo>
                <a:lnTo>
                  <a:pt x="222" y="38"/>
                </a:lnTo>
                <a:lnTo>
                  <a:pt x="204" y="22"/>
                </a:lnTo>
                <a:lnTo>
                  <a:pt x="192" y="16"/>
                </a:lnTo>
                <a:lnTo>
                  <a:pt x="182" y="10"/>
                </a:lnTo>
                <a:lnTo>
                  <a:pt x="170" y="6"/>
                </a:lnTo>
                <a:lnTo>
                  <a:pt x="156" y="2"/>
                </a:lnTo>
                <a:lnTo>
                  <a:pt x="144" y="0"/>
                </a:lnTo>
                <a:lnTo>
                  <a:pt x="130" y="0"/>
                </a:lnTo>
                <a:lnTo>
                  <a:pt x="130" y="0"/>
                </a:lnTo>
                <a:lnTo>
                  <a:pt x="118" y="0"/>
                </a:lnTo>
                <a:lnTo>
                  <a:pt x="104" y="2"/>
                </a:lnTo>
                <a:lnTo>
                  <a:pt x="92" y="6"/>
                </a:lnTo>
                <a:lnTo>
                  <a:pt x="80" y="10"/>
                </a:lnTo>
                <a:lnTo>
                  <a:pt x="68" y="14"/>
                </a:lnTo>
                <a:lnTo>
                  <a:pt x="58" y="22"/>
                </a:lnTo>
                <a:lnTo>
                  <a:pt x="38" y="38"/>
                </a:lnTo>
                <a:lnTo>
                  <a:pt x="22" y="56"/>
                </a:lnTo>
                <a:lnTo>
                  <a:pt x="16" y="68"/>
                </a:lnTo>
                <a:lnTo>
                  <a:pt x="10" y="78"/>
                </a:lnTo>
                <a:lnTo>
                  <a:pt x="6" y="90"/>
                </a:lnTo>
                <a:lnTo>
                  <a:pt x="2" y="104"/>
                </a:lnTo>
                <a:lnTo>
                  <a:pt x="0" y="116"/>
                </a:lnTo>
                <a:lnTo>
                  <a:pt x="0" y="130"/>
                </a:lnTo>
                <a:lnTo>
                  <a:pt x="0" y="874"/>
                </a:lnTo>
                <a:lnTo>
                  <a:pt x="260" y="874"/>
                </a:lnTo>
                <a:close/>
              </a:path>
            </a:pathLst>
          </a:custGeom>
          <a:solidFill>
            <a:srgbClr val="FFFFFF">
              <a:lumMod val="50000"/>
            </a:srgbClr>
          </a:solidFill>
          <a:ln>
            <a:noFill/>
          </a:ln>
        </p:spPr>
        <p:txBody>
          <a:bodyPr vert="horz" wrap="square" lIns="91440" tIns="45720" rIns="91440" bIns="45720" numCol="1" anchor="t" anchorCtr="0" compatLnSpc="1"/>
          <a:lstStyle/>
          <a:p>
            <a:endParaRPr lang="zh-CN" altLang="en-US"/>
          </a:p>
        </p:txBody>
      </p:sp>
      <p:sp>
        <p:nvSpPr>
          <p:cNvPr id="162" name="Freeform 375"/>
          <p:cNvSpPr/>
          <p:nvPr>
            <p:custDataLst>
              <p:tags r:id="rId162"/>
            </p:custDataLst>
          </p:nvPr>
        </p:nvSpPr>
        <p:spPr bwMode="auto">
          <a:xfrm>
            <a:off x="2665571" y="5422665"/>
            <a:ext cx="269635" cy="107853"/>
          </a:xfrm>
          <a:custGeom>
            <a:avLst/>
            <a:gdLst>
              <a:gd name="T0" fmla="*/ 250 w 250"/>
              <a:gd name="T1" fmla="*/ 100 h 100"/>
              <a:gd name="T2" fmla="*/ 0 w 250"/>
              <a:gd name="T3" fmla="*/ 100 h 100"/>
              <a:gd name="T4" fmla="*/ 0 w 250"/>
              <a:gd name="T5" fmla="*/ 10 h 100"/>
              <a:gd name="T6" fmla="*/ 0 w 250"/>
              <a:gd name="T7" fmla="*/ 10 h 100"/>
              <a:gd name="T8" fmla="*/ 0 w 250"/>
              <a:gd name="T9" fmla="*/ 6 h 100"/>
              <a:gd name="T10" fmla="*/ 2 w 250"/>
              <a:gd name="T11" fmla="*/ 2 h 100"/>
              <a:gd name="T12" fmla="*/ 6 w 250"/>
              <a:gd name="T13" fmla="*/ 0 h 100"/>
              <a:gd name="T14" fmla="*/ 10 w 250"/>
              <a:gd name="T15" fmla="*/ 0 h 100"/>
              <a:gd name="T16" fmla="*/ 238 w 250"/>
              <a:gd name="T17" fmla="*/ 0 h 100"/>
              <a:gd name="T18" fmla="*/ 238 w 250"/>
              <a:gd name="T19" fmla="*/ 0 h 100"/>
              <a:gd name="T20" fmla="*/ 244 w 250"/>
              <a:gd name="T21" fmla="*/ 0 h 100"/>
              <a:gd name="T22" fmla="*/ 246 w 250"/>
              <a:gd name="T23" fmla="*/ 4 h 100"/>
              <a:gd name="T24" fmla="*/ 248 w 250"/>
              <a:gd name="T25" fmla="*/ 6 h 100"/>
              <a:gd name="T26" fmla="*/ 250 w 250"/>
              <a:gd name="T27" fmla="*/ 10 h 100"/>
              <a:gd name="T28" fmla="*/ 250 w 250"/>
              <a:gd name="T29"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50" h="100">
                <a:moveTo>
                  <a:pt x="250" y="100"/>
                </a:moveTo>
                <a:lnTo>
                  <a:pt x="0" y="100"/>
                </a:lnTo>
                <a:lnTo>
                  <a:pt x="0" y="10"/>
                </a:lnTo>
                <a:lnTo>
                  <a:pt x="0" y="10"/>
                </a:lnTo>
                <a:lnTo>
                  <a:pt x="0" y="6"/>
                </a:lnTo>
                <a:lnTo>
                  <a:pt x="2" y="2"/>
                </a:lnTo>
                <a:lnTo>
                  <a:pt x="6" y="0"/>
                </a:lnTo>
                <a:lnTo>
                  <a:pt x="10" y="0"/>
                </a:lnTo>
                <a:lnTo>
                  <a:pt x="238" y="0"/>
                </a:lnTo>
                <a:lnTo>
                  <a:pt x="238" y="0"/>
                </a:lnTo>
                <a:lnTo>
                  <a:pt x="244" y="0"/>
                </a:lnTo>
                <a:lnTo>
                  <a:pt x="246" y="4"/>
                </a:lnTo>
                <a:lnTo>
                  <a:pt x="248" y="6"/>
                </a:lnTo>
                <a:lnTo>
                  <a:pt x="250" y="10"/>
                </a:lnTo>
                <a:lnTo>
                  <a:pt x="250" y="100"/>
                </a:lnTo>
                <a:close/>
              </a:path>
            </a:pathLst>
          </a:custGeom>
          <a:solidFill>
            <a:srgbClr val="EDE2D3">
              <a:lumMod val="50000"/>
            </a:srgbClr>
          </a:solidFill>
          <a:ln>
            <a:noFill/>
          </a:ln>
        </p:spPr>
        <p:txBody>
          <a:bodyPr vert="horz" wrap="square" lIns="91440" tIns="45720" rIns="91440" bIns="45720" numCol="1" anchor="t" anchorCtr="0" compatLnSpc="1"/>
          <a:lstStyle/>
          <a:p>
            <a:endParaRPr lang="zh-CN" altLang="en-US"/>
          </a:p>
        </p:txBody>
      </p:sp>
      <p:sp>
        <p:nvSpPr>
          <p:cNvPr id="163" name="Rectangle 376"/>
          <p:cNvSpPr>
            <a:spLocks noChangeArrowheads="1"/>
          </p:cNvSpPr>
          <p:nvPr>
            <p:custDataLst>
              <p:tags r:id="rId163"/>
            </p:custDataLst>
          </p:nvPr>
        </p:nvSpPr>
        <p:spPr bwMode="auto">
          <a:xfrm>
            <a:off x="2715184" y="5485220"/>
            <a:ext cx="170409" cy="25885"/>
          </a:xfrm>
          <a:prstGeom prst="rect">
            <a:avLst/>
          </a:prstGeom>
          <a:solidFill>
            <a:srgbClr val="FAA67A">
              <a:lumMod val="6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64" name="Freeform 377"/>
          <p:cNvSpPr/>
          <p:nvPr>
            <p:custDataLst>
              <p:tags r:id="rId164"/>
            </p:custDataLst>
          </p:nvPr>
        </p:nvSpPr>
        <p:spPr bwMode="auto">
          <a:xfrm>
            <a:off x="3185426" y="5312654"/>
            <a:ext cx="226493" cy="153152"/>
          </a:xfrm>
          <a:custGeom>
            <a:avLst/>
            <a:gdLst>
              <a:gd name="T0" fmla="*/ 0 w 210"/>
              <a:gd name="T1" fmla="*/ 142 h 142"/>
              <a:gd name="T2" fmla="*/ 210 w 210"/>
              <a:gd name="T3" fmla="*/ 142 h 142"/>
              <a:gd name="T4" fmla="*/ 184 w 210"/>
              <a:gd name="T5" fmla="*/ 0 h 142"/>
              <a:gd name="T6" fmla="*/ 22 w 210"/>
              <a:gd name="T7" fmla="*/ 0 h 142"/>
              <a:gd name="T8" fmla="*/ 0 w 210"/>
              <a:gd name="T9" fmla="*/ 142 h 142"/>
            </a:gdLst>
            <a:ahLst/>
            <a:cxnLst>
              <a:cxn ang="0">
                <a:pos x="T0" y="T1"/>
              </a:cxn>
              <a:cxn ang="0">
                <a:pos x="T2" y="T3"/>
              </a:cxn>
              <a:cxn ang="0">
                <a:pos x="T4" y="T5"/>
              </a:cxn>
              <a:cxn ang="0">
                <a:pos x="T6" y="T7"/>
              </a:cxn>
              <a:cxn ang="0">
                <a:pos x="T8" y="T9"/>
              </a:cxn>
            </a:cxnLst>
            <a:rect l="0" t="0" r="r" b="b"/>
            <a:pathLst>
              <a:path w="210" h="142">
                <a:moveTo>
                  <a:pt x="0" y="142"/>
                </a:moveTo>
                <a:lnTo>
                  <a:pt x="210" y="142"/>
                </a:lnTo>
                <a:lnTo>
                  <a:pt x="184" y="0"/>
                </a:lnTo>
                <a:lnTo>
                  <a:pt x="22" y="0"/>
                </a:lnTo>
                <a:lnTo>
                  <a:pt x="0" y="142"/>
                </a:lnTo>
                <a:close/>
              </a:path>
            </a:pathLst>
          </a:custGeom>
          <a:solidFill>
            <a:srgbClr val="FAA67A">
              <a:lumMod val="60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5" name="Freeform 378"/>
          <p:cNvSpPr/>
          <p:nvPr>
            <p:custDataLst>
              <p:tags r:id="rId165"/>
            </p:custDataLst>
          </p:nvPr>
        </p:nvSpPr>
        <p:spPr bwMode="auto">
          <a:xfrm>
            <a:off x="3170327" y="5455021"/>
            <a:ext cx="269635" cy="107853"/>
          </a:xfrm>
          <a:custGeom>
            <a:avLst/>
            <a:gdLst>
              <a:gd name="T0" fmla="*/ 0 w 250"/>
              <a:gd name="T1" fmla="*/ 100 h 100"/>
              <a:gd name="T2" fmla="*/ 250 w 250"/>
              <a:gd name="T3" fmla="*/ 100 h 100"/>
              <a:gd name="T4" fmla="*/ 250 w 250"/>
              <a:gd name="T5" fmla="*/ 12 h 100"/>
              <a:gd name="T6" fmla="*/ 250 w 250"/>
              <a:gd name="T7" fmla="*/ 12 h 100"/>
              <a:gd name="T8" fmla="*/ 250 w 250"/>
              <a:gd name="T9" fmla="*/ 8 h 100"/>
              <a:gd name="T10" fmla="*/ 248 w 250"/>
              <a:gd name="T11" fmla="*/ 4 h 100"/>
              <a:gd name="T12" fmla="*/ 244 w 250"/>
              <a:gd name="T13" fmla="*/ 2 h 100"/>
              <a:gd name="T14" fmla="*/ 240 w 250"/>
              <a:gd name="T15" fmla="*/ 0 h 100"/>
              <a:gd name="T16" fmla="*/ 12 w 250"/>
              <a:gd name="T17" fmla="*/ 0 h 100"/>
              <a:gd name="T18" fmla="*/ 12 w 250"/>
              <a:gd name="T19" fmla="*/ 0 h 100"/>
              <a:gd name="T20" fmla="*/ 8 w 250"/>
              <a:gd name="T21" fmla="*/ 2 h 100"/>
              <a:gd name="T22" fmla="*/ 4 w 250"/>
              <a:gd name="T23" fmla="*/ 4 h 100"/>
              <a:gd name="T24" fmla="*/ 2 w 250"/>
              <a:gd name="T25" fmla="*/ 8 h 100"/>
              <a:gd name="T26" fmla="*/ 0 w 250"/>
              <a:gd name="T27" fmla="*/ 12 h 100"/>
              <a:gd name="T28" fmla="*/ 0 w 250"/>
              <a:gd name="T29"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50" h="100">
                <a:moveTo>
                  <a:pt x="0" y="100"/>
                </a:moveTo>
                <a:lnTo>
                  <a:pt x="250" y="100"/>
                </a:lnTo>
                <a:lnTo>
                  <a:pt x="250" y="12"/>
                </a:lnTo>
                <a:lnTo>
                  <a:pt x="250" y="12"/>
                </a:lnTo>
                <a:lnTo>
                  <a:pt x="250" y="8"/>
                </a:lnTo>
                <a:lnTo>
                  <a:pt x="248" y="4"/>
                </a:lnTo>
                <a:lnTo>
                  <a:pt x="244" y="2"/>
                </a:lnTo>
                <a:lnTo>
                  <a:pt x="240" y="0"/>
                </a:lnTo>
                <a:lnTo>
                  <a:pt x="12" y="0"/>
                </a:lnTo>
                <a:lnTo>
                  <a:pt x="12" y="0"/>
                </a:lnTo>
                <a:lnTo>
                  <a:pt x="8" y="2"/>
                </a:lnTo>
                <a:lnTo>
                  <a:pt x="4" y="4"/>
                </a:lnTo>
                <a:lnTo>
                  <a:pt x="2" y="8"/>
                </a:lnTo>
                <a:lnTo>
                  <a:pt x="0" y="12"/>
                </a:lnTo>
                <a:lnTo>
                  <a:pt x="0" y="100"/>
                </a:lnTo>
                <a:close/>
              </a:path>
            </a:pathLst>
          </a:custGeom>
          <a:solidFill>
            <a:srgbClr val="FAA67A">
              <a:lumMod val="60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6" name="Freeform 379"/>
          <p:cNvSpPr/>
          <p:nvPr>
            <p:custDataLst>
              <p:tags r:id="rId166"/>
            </p:custDataLst>
          </p:nvPr>
        </p:nvSpPr>
        <p:spPr bwMode="auto">
          <a:xfrm>
            <a:off x="3153070" y="4419626"/>
            <a:ext cx="282577" cy="942641"/>
          </a:xfrm>
          <a:custGeom>
            <a:avLst/>
            <a:gdLst>
              <a:gd name="T0" fmla="*/ 0 w 262"/>
              <a:gd name="T1" fmla="*/ 874 h 874"/>
              <a:gd name="T2" fmla="*/ 0 w 262"/>
              <a:gd name="T3" fmla="*/ 130 h 874"/>
              <a:gd name="T4" fmla="*/ 0 w 262"/>
              <a:gd name="T5" fmla="*/ 130 h 874"/>
              <a:gd name="T6" fmla="*/ 2 w 262"/>
              <a:gd name="T7" fmla="*/ 116 h 874"/>
              <a:gd name="T8" fmla="*/ 4 w 262"/>
              <a:gd name="T9" fmla="*/ 104 h 874"/>
              <a:gd name="T10" fmla="*/ 6 w 262"/>
              <a:gd name="T11" fmla="*/ 92 h 874"/>
              <a:gd name="T12" fmla="*/ 10 w 262"/>
              <a:gd name="T13" fmla="*/ 80 h 874"/>
              <a:gd name="T14" fmla="*/ 16 w 262"/>
              <a:gd name="T15" fmla="*/ 68 h 874"/>
              <a:gd name="T16" fmla="*/ 24 w 262"/>
              <a:gd name="T17" fmla="*/ 58 h 874"/>
              <a:gd name="T18" fmla="*/ 38 w 262"/>
              <a:gd name="T19" fmla="*/ 38 h 874"/>
              <a:gd name="T20" fmla="*/ 58 w 262"/>
              <a:gd name="T21" fmla="*/ 22 h 874"/>
              <a:gd name="T22" fmla="*/ 70 w 262"/>
              <a:gd name="T23" fmla="*/ 16 h 874"/>
              <a:gd name="T24" fmla="*/ 80 w 262"/>
              <a:gd name="T25" fmla="*/ 10 h 874"/>
              <a:gd name="T26" fmla="*/ 92 w 262"/>
              <a:gd name="T27" fmla="*/ 6 h 874"/>
              <a:gd name="T28" fmla="*/ 104 w 262"/>
              <a:gd name="T29" fmla="*/ 2 h 874"/>
              <a:gd name="T30" fmla="*/ 118 w 262"/>
              <a:gd name="T31" fmla="*/ 0 h 874"/>
              <a:gd name="T32" fmla="*/ 132 w 262"/>
              <a:gd name="T33" fmla="*/ 0 h 874"/>
              <a:gd name="T34" fmla="*/ 132 w 262"/>
              <a:gd name="T35" fmla="*/ 0 h 874"/>
              <a:gd name="T36" fmla="*/ 144 w 262"/>
              <a:gd name="T37" fmla="*/ 0 h 874"/>
              <a:gd name="T38" fmla="*/ 158 w 262"/>
              <a:gd name="T39" fmla="*/ 2 h 874"/>
              <a:gd name="T40" fmla="*/ 170 w 262"/>
              <a:gd name="T41" fmla="*/ 6 h 874"/>
              <a:gd name="T42" fmla="*/ 182 w 262"/>
              <a:gd name="T43" fmla="*/ 10 h 874"/>
              <a:gd name="T44" fmla="*/ 194 w 262"/>
              <a:gd name="T45" fmla="*/ 16 h 874"/>
              <a:gd name="T46" fmla="*/ 204 w 262"/>
              <a:gd name="T47" fmla="*/ 22 h 874"/>
              <a:gd name="T48" fmla="*/ 224 w 262"/>
              <a:gd name="T49" fmla="*/ 38 h 874"/>
              <a:gd name="T50" fmla="*/ 240 w 262"/>
              <a:gd name="T51" fmla="*/ 58 h 874"/>
              <a:gd name="T52" fmla="*/ 246 w 262"/>
              <a:gd name="T53" fmla="*/ 68 h 874"/>
              <a:gd name="T54" fmla="*/ 252 w 262"/>
              <a:gd name="T55" fmla="*/ 80 h 874"/>
              <a:gd name="T56" fmla="*/ 256 w 262"/>
              <a:gd name="T57" fmla="*/ 92 h 874"/>
              <a:gd name="T58" fmla="*/ 258 w 262"/>
              <a:gd name="T59" fmla="*/ 104 h 874"/>
              <a:gd name="T60" fmla="*/ 260 w 262"/>
              <a:gd name="T61" fmla="*/ 116 h 874"/>
              <a:gd name="T62" fmla="*/ 262 w 262"/>
              <a:gd name="T63" fmla="*/ 130 h 874"/>
              <a:gd name="T64" fmla="*/ 262 w 262"/>
              <a:gd name="T65" fmla="*/ 874 h 874"/>
              <a:gd name="T66" fmla="*/ 0 w 262"/>
              <a:gd name="T67" fmla="*/ 874 h 8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62" h="874">
                <a:moveTo>
                  <a:pt x="0" y="874"/>
                </a:moveTo>
                <a:lnTo>
                  <a:pt x="0" y="130"/>
                </a:lnTo>
                <a:lnTo>
                  <a:pt x="0" y="130"/>
                </a:lnTo>
                <a:lnTo>
                  <a:pt x="2" y="116"/>
                </a:lnTo>
                <a:lnTo>
                  <a:pt x="4" y="104"/>
                </a:lnTo>
                <a:lnTo>
                  <a:pt x="6" y="92"/>
                </a:lnTo>
                <a:lnTo>
                  <a:pt x="10" y="80"/>
                </a:lnTo>
                <a:lnTo>
                  <a:pt x="16" y="68"/>
                </a:lnTo>
                <a:lnTo>
                  <a:pt x="24" y="58"/>
                </a:lnTo>
                <a:lnTo>
                  <a:pt x="38" y="38"/>
                </a:lnTo>
                <a:lnTo>
                  <a:pt x="58" y="22"/>
                </a:lnTo>
                <a:lnTo>
                  <a:pt x="70" y="16"/>
                </a:lnTo>
                <a:lnTo>
                  <a:pt x="80" y="10"/>
                </a:lnTo>
                <a:lnTo>
                  <a:pt x="92" y="6"/>
                </a:lnTo>
                <a:lnTo>
                  <a:pt x="104" y="2"/>
                </a:lnTo>
                <a:lnTo>
                  <a:pt x="118" y="0"/>
                </a:lnTo>
                <a:lnTo>
                  <a:pt x="132" y="0"/>
                </a:lnTo>
                <a:lnTo>
                  <a:pt x="132" y="0"/>
                </a:lnTo>
                <a:lnTo>
                  <a:pt x="144" y="0"/>
                </a:lnTo>
                <a:lnTo>
                  <a:pt x="158" y="2"/>
                </a:lnTo>
                <a:lnTo>
                  <a:pt x="170" y="6"/>
                </a:lnTo>
                <a:lnTo>
                  <a:pt x="182" y="10"/>
                </a:lnTo>
                <a:lnTo>
                  <a:pt x="194" y="16"/>
                </a:lnTo>
                <a:lnTo>
                  <a:pt x="204" y="22"/>
                </a:lnTo>
                <a:lnTo>
                  <a:pt x="224" y="38"/>
                </a:lnTo>
                <a:lnTo>
                  <a:pt x="240" y="58"/>
                </a:lnTo>
                <a:lnTo>
                  <a:pt x="246" y="68"/>
                </a:lnTo>
                <a:lnTo>
                  <a:pt x="252" y="80"/>
                </a:lnTo>
                <a:lnTo>
                  <a:pt x="256" y="92"/>
                </a:lnTo>
                <a:lnTo>
                  <a:pt x="258" y="104"/>
                </a:lnTo>
                <a:lnTo>
                  <a:pt x="260" y="116"/>
                </a:lnTo>
                <a:lnTo>
                  <a:pt x="262" y="130"/>
                </a:lnTo>
                <a:lnTo>
                  <a:pt x="262" y="874"/>
                </a:lnTo>
                <a:lnTo>
                  <a:pt x="0" y="874"/>
                </a:lnTo>
                <a:close/>
              </a:path>
            </a:pathLst>
          </a:custGeom>
          <a:solidFill>
            <a:srgbClr val="FFFFFF">
              <a:lumMod val="50000"/>
            </a:srgbClr>
          </a:solidFill>
          <a:ln>
            <a:noFill/>
          </a:ln>
        </p:spPr>
        <p:txBody>
          <a:bodyPr vert="horz" wrap="square" lIns="91440" tIns="45720" rIns="91440" bIns="45720" numCol="1" anchor="t" anchorCtr="0" compatLnSpc="1"/>
          <a:lstStyle/>
          <a:p>
            <a:endParaRPr lang="zh-CN" altLang="en-US"/>
          </a:p>
        </p:txBody>
      </p:sp>
      <p:sp>
        <p:nvSpPr>
          <p:cNvPr id="167" name="Freeform 380"/>
          <p:cNvSpPr/>
          <p:nvPr>
            <p:custDataLst>
              <p:tags r:id="rId167"/>
            </p:custDataLst>
          </p:nvPr>
        </p:nvSpPr>
        <p:spPr bwMode="auto">
          <a:xfrm>
            <a:off x="3170327" y="5422665"/>
            <a:ext cx="269635" cy="107853"/>
          </a:xfrm>
          <a:custGeom>
            <a:avLst/>
            <a:gdLst>
              <a:gd name="T0" fmla="*/ 0 w 250"/>
              <a:gd name="T1" fmla="*/ 100 h 100"/>
              <a:gd name="T2" fmla="*/ 250 w 250"/>
              <a:gd name="T3" fmla="*/ 100 h 100"/>
              <a:gd name="T4" fmla="*/ 250 w 250"/>
              <a:gd name="T5" fmla="*/ 12 h 100"/>
              <a:gd name="T6" fmla="*/ 250 w 250"/>
              <a:gd name="T7" fmla="*/ 12 h 100"/>
              <a:gd name="T8" fmla="*/ 250 w 250"/>
              <a:gd name="T9" fmla="*/ 6 h 100"/>
              <a:gd name="T10" fmla="*/ 248 w 250"/>
              <a:gd name="T11" fmla="*/ 4 h 100"/>
              <a:gd name="T12" fmla="*/ 244 w 250"/>
              <a:gd name="T13" fmla="*/ 2 h 100"/>
              <a:gd name="T14" fmla="*/ 240 w 250"/>
              <a:gd name="T15" fmla="*/ 0 h 100"/>
              <a:gd name="T16" fmla="*/ 12 w 250"/>
              <a:gd name="T17" fmla="*/ 0 h 100"/>
              <a:gd name="T18" fmla="*/ 12 w 250"/>
              <a:gd name="T19" fmla="*/ 0 h 100"/>
              <a:gd name="T20" fmla="*/ 8 w 250"/>
              <a:gd name="T21" fmla="*/ 0 h 100"/>
              <a:gd name="T22" fmla="*/ 4 w 250"/>
              <a:gd name="T23" fmla="*/ 4 h 100"/>
              <a:gd name="T24" fmla="*/ 2 w 250"/>
              <a:gd name="T25" fmla="*/ 6 h 100"/>
              <a:gd name="T26" fmla="*/ 0 w 250"/>
              <a:gd name="T27" fmla="*/ 10 h 100"/>
              <a:gd name="T28" fmla="*/ 0 w 250"/>
              <a:gd name="T29"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50" h="100">
                <a:moveTo>
                  <a:pt x="0" y="100"/>
                </a:moveTo>
                <a:lnTo>
                  <a:pt x="250" y="100"/>
                </a:lnTo>
                <a:lnTo>
                  <a:pt x="250" y="12"/>
                </a:lnTo>
                <a:lnTo>
                  <a:pt x="250" y="12"/>
                </a:lnTo>
                <a:lnTo>
                  <a:pt x="250" y="6"/>
                </a:lnTo>
                <a:lnTo>
                  <a:pt x="248" y="4"/>
                </a:lnTo>
                <a:lnTo>
                  <a:pt x="244" y="2"/>
                </a:lnTo>
                <a:lnTo>
                  <a:pt x="240" y="0"/>
                </a:lnTo>
                <a:lnTo>
                  <a:pt x="12" y="0"/>
                </a:lnTo>
                <a:lnTo>
                  <a:pt x="12" y="0"/>
                </a:lnTo>
                <a:lnTo>
                  <a:pt x="8" y="0"/>
                </a:lnTo>
                <a:lnTo>
                  <a:pt x="4" y="4"/>
                </a:lnTo>
                <a:lnTo>
                  <a:pt x="2" y="6"/>
                </a:lnTo>
                <a:lnTo>
                  <a:pt x="0" y="10"/>
                </a:lnTo>
                <a:lnTo>
                  <a:pt x="0" y="100"/>
                </a:lnTo>
                <a:close/>
              </a:path>
            </a:pathLst>
          </a:custGeom>
          <a:solidFill>
            <a:srgbClr val="EDE2D3">
              <a:lumMod val="50000"/>
            </a:srgbClr>
          </a:solidFill>
          <a:ln>
            <a:noFill/>
          </a:ln>
        </p:spPr>
        <p:txBody>
          <a:bodyPr vert="horz" wrap="square" lIns="91440" tIns="45720" rIns="91440" bIns="45720" numCol="1" anchor="t" anchorCtr="0" compatLnSpc="1"/>
          <a:lstStyle/>
          <a:p>
            <a:endParaRPr lang="zh-CN" altLang="en-US"/>
          </a:p>
        </p:txBody>
      </p:sp>
      <p:sp>
        <p:nvSpPr>
          <p:cNvPr id="168" name="Rectangle 381"/>
          <p:cNvSpPr>
            <a:spLocks noChangeArrowheads="1"/>
          </p:cNvSpPr>
          <p:nvPr>
            <p:custDataLst>
              <p:tags r:id="rId168"/>
            </p:custDataLst>
          </p:nvPr>
        </p:nvSpPr>
        <p:spPr bwMode="auto">
          <a:xfrm>
            <a:off x="3222097" y="5485220"/>
            <a:ext cx="168252" cy="25885"/>
          </a:xfrm>
          <a:prstGeom prst="rect">
            <a:avLst/>
          </a:prstGeom>
          <a:solidFill>
            <a:srgbClr val="FAA67A">
              <a:lumMod val="6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69" name="Freeform 382"/>
          <p:cNvSpPr/>
          <p:nvPr>
            <p:custDataLst>
              <p:tags r:id="rId169"/>
            </p:custDataLst>
          </p:nvPr>
        </p:nvSpPr>
        <p:spPr bwMode="auto">
          <a:xfrm>
            <a:off x="1177189" y="3727204"/>
            <a:ext cx="150995" cy="431415"/>
          </a:xfrm>
          <a:custGeom>
            <a:avLst/>
            <a:gdLst>
              <a:gd name="T0" fmla="*/ 132 w 140"/>
              <a:gd name="T1" fmla="*/ 400 h 400"/>
              <a:gd name="T2" fmla="*/ 6 w 140"/>
              <a:gd name="T3" fmla="*/ 400 h 400"/>
              <a:gd name="T4" fmla="*/ 6 w 140"/>
              <a:gd name="T5" fmla="*/ 400 h 400"/>
              <a:gd name="T6" fmla="*/ 2 w 140"/>
              <a:gd name="T7" fmla="*/ 400 h 400"/>
              <a:gd name="T8" fmla="*/ 0 w 140"/>
              <a:gd name="T9" fmla="*/ 394 h 400"/>
              <a:gd name="T10" fmla="*/ 0 w 140"/>
              <a:gd name="T11" fmla="*/ 6 h 400"/>
              <a:gd name="T12" fmla="*/ 0 w 140"/>
              <a:gd name="T13" fmla="*/ 6 h 400"/>
              <a:gd name="T14" fmla="*/ 2 w 140"/>
              <a:gd name="T15" fmla="*/ 0 h 400"/>
              <a:gd name="T16" fmla="*/ 8 w 140"/>
              <a:gd name="T17" fmla="*/ 0 h 400"/>
              <a:gd name="T18" fmla="*/ 134 w 140"/>
              <a:gd name="T19" fmla="*/ 0 h 400"/>
              <a:gd name="T20" fmla="*/ 134 w 140"/>
              <a:gd name="T21" fmla="*/ 0 h 400"/>
              <a:gd name="T22" fmla="*/ 138 w 140"/>
              <a:gd name="T23" fmla="*/ 2 h 400"/>
              <a:gd name="T24" fmla="*/ 140 w 140"/>
              <a:gd name="T25" fmla="*/ 6 h 400"/>
              <a:gd name="T26" fmla="*/ 140 w 140"/>
              <a:gd name="T27" fmla="*/ 394 h 400"/>
              <a:gd name="T28" fmla="*/ 140 w 140"/>
              <a:gd name="T29" fmla="*/ 394 h 400"/>
              <a:gd name="T30" fmla="*/ 138 w 140"/>
              <a:gd name="T31" fmla="*/ 400 h 400"/>
              <a:gd name="T32" fmla="*/ 132 w 140"/>
              <a:gd name="T33" fmla="*/ 400 h 400"/>
              <a:gd name="T34" fmla="*/ 132 w 140"/>
              <a:gd name="T35" fmla="*/ 400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0" h="400">
                <a:moveTo>
                  <a:pt x="132" y="400"/>
                </a:moveTo>
                <a:lnTo>
                  <a:pt x="6" y="400"/>
                </a:lnTo>
                <a:lnTo>
                  <a:pt x="6" y="400"/>
                </a:lnTo>
                <a:lnTo>
                  <a:pt x="2" y="400"/>
                </a:lnTo>
                <a:lnTo>
                  <a:pt x="0" y="394"/>
                </a:lnTo>
                <a:lnTo>
                  <a:pt x="0" y="6"/>
                </a:lnTo>
                <a:lnTo>
                  <a:pt x="0" y="6"/>
                </a:lnTo>
                <a:lnTo>
                  <a:pt x="2" y="0"/>
                </a:lnTo>
                <a:lnTo>
                  <a:pt x="8" y="0"/>
                </a:lnTo>
                <a:lnTo>
                  <a:pt x="134" y="0"/>
                </a:lnTo>
                <a:lnTo>
                  <a:pt x="134" y="0"/>
                </a:lnTo>
                <a:lnTo>
                  <a:pt x="138" y="2"/>
                </a:lnTo>
                <a:lnTo>
                  <a:pt x="140" y="6"/>
                </a:lnTo>
                <a:lnTo>
                  <a:pt x="140" y="394"/>
                </a:lnTo>
                <a:lnTo>
                  <a:pt x="140" y="394"/>
                </a:lnTo>
                <a:lnTo>
                  <a:pt x="138" y="400"/>
                </a:lnTo>
                <a:lnTo>
                  <a:pt x="132" y="400"/>
                </a:lnTo>
                <a:lnTo>
                  <a:pt x="132" y="400"/>
                </a:lnTo>
                <a:close/>
              </a:path>
            </a:pathLst>
          </a:custGeom>
          <a:solidFill>
            <a:srgbClr val="FAA67A">
              <a:lumMod val="60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0" name="Rectangle 383"/>
          <p:cNvSpPr>
            <a:spLocks noChangeArrowheads="1"/>
          </p:cNvSpPr>
          <p:nvPr>
            <p:custDataLst>
              <p:tags r:id="rId170"/>
            </p:custDataLst>
          </p:nvPr>
        </p:nvSpPr>
        <p:spPr bwMode="auto">
          <a:xfrm>
            <a:off x="1466237" y="4853197"/>
            <a:ext cx="88440" cy="709677"/>
          </a:xfrm>
          <a:prstGeom prst="rect">
            <a:avLst/>
          </a:prstGeom>
          <a:solidFill>
            <a:srgbClr val="FFFFFF">
              <a:lumMod val="85000"/>
            </a:srgbClr>
          </a:solidFill>
          <a:ln>
            <a:noFill/>
          </a:ln>
        </p:spPr>
        <p:txBody>
          <a:bodyPr vert="horz" wrap="square" lIns="91440" tIns="45720" rIns="91440" bIns="45720" numCol="1" anchor="t" anchorCtr="0" compatLnSpc="1"/>
          <a:lstStyle/>
          <a:p>
            <a:endParaRPr lang="zh-CN" altLang="en-US"/>
          </a:p>
        </p:txBody>
      </p:sp>
      <p:sp>
        <p:nvSpPr>
          <p:cNvPr id="171" name="Freeform 384"/>
          <p:cNvSpPr/>
          <p:nvPr>
            <p:custDataLst>
              <p:tags r:id="rId171"/>
            </p:custDataLst>
          </p:nvPr>
        </p:nvSpPr>
        <p:spPr bwMode="auto">
          <a:xfrm>
            <a:off x="1960207" y="4855354"/>
            <a:ext cx="90597" cy="707520"/>
          </a:xfrm>
          <a:custGeom>
            <a:avLst/>
            <a:gdLst>
              <a:gd name="T0" fmla="*/ 84 w 84"/>
              <a:gd name="T1" fmla="*/ 656 h 656"/>
              <a:gd name="T2" fmla="*/ 0 w 84"/>
              <a:gd name="T3" fmla="*/ 656 h 656"/>
              <a:gd name="T4" fmla="*/ 2 w 84"/>
              <a:gd name="T5" fmla="*/ 0 h 656"/>
              <a:gd name="T6" fmla="*/ 84 w 84"/>
              <a:gd name="T7" fmla="*/ 0 h 656"/>
              <a:gd name="T8" fmla="*/ 84 w 84"/>
              <a:gd name="T9" fmla="*/ 656 h 656"/>
            </a:gdLst>
            <a:ahLst/>
            <a:cxnLst>
              <a:cxn ang="0">
                <a:pos x="T0" y="T1"/>
              </a:cxn>
              <a:cxn ang="0">
                <a:pos x="T2" y="T3"/>
              </a:cxn>
              <a:cxn ang="0">
                <a:pos x="T4" y="T5"/>
              </a:cxn>
              <a:cxn ang="0">
                <a:pos x="T6" y="T7"/>
              </a:cxn>
              <a:cxn ang="0">
                <a:pos x="T8" y="T9"/>
              </a:cxn>
            </a:cxnLst>
            <a:rect l="0" t="0" r="r" b="b"/>
            <a:pathLst>
              <a:path w="84" h="656">
                <a:moveTo>
                  <a:pt x="84" y="656"/>
                </a:moveTo>
                <a:lnTo>
                  <a:pt x="0" y="656"/>
                </a:lnTo>
                <a:lnTo>
                  <a:pt x="2" y="0"/>
                </a:lnTo>
                <a:lnTo>
                  <a:pt x="84" y="0"/>
                </a:lnTo>
                <a:lnTo>
                  <a:pt x="84" y="656"/>
                </a:lnTo>
                <a:close/>
              </a:path>
            </a:pathLst>
          </a:custGeom>
          <a:solidFill>
            <a:srgbClr val="FFFFFF">
              <a:lumMod val="85000"/>
            </a:srgbClr>
          </a:solidFill>
          <a:ln>
            <a:noFill/>
          </a:ln>
        </p:spPr>
        <p:txBody>
          <a:bodyPr vert="horz" wrap="square" lIns="91440" tIns="45720" rIns="91440" bIns="45720" numCol="1" anchor="t" anchorCtr="0" compatLnSpc="1"/>
          <a:lstStyle/>
          <a:p>
            <a:endParaRPr lang="zh-CN" altLang="en-US"/>
          </a:p>
        </p:txBody>
      </p:sp>
      <p:sp>
        <p:nvSpPr>
          <p:cNvPr id="172" name="Freeform 385"/>
          <p:cNvSpPr/>
          <p:nvPr>
            <p:custDataLst>
              <p:tags r:id="rId172"/>
            </p:custDataLst>
          </p:nvPr>
        </p:nvSpPr>
        <p:spPr bwMode="auto">
          <a:xfrm>
            <a:off x="1338970" y="4680632"/>
            <a:ext cx="793804" cy="174723"/>
          </a:xfrm>
          <a:custGeom>
            <a:avLst/>
            <a:gdLst>
              <a:gd name="T0" fmla="*/ 736 w 736"/>
              <a:gd name="T1" fmla="*/ 162 h 162"/>
              <a:gd name="T2" fmla="*/ 10 w 736"/>
              <a:gd name="T3" fmla="*/ 162 h 162"/>
              <a:gd name="T4" fmla="*/ 10 w 736"/>
              <a:gd name="T5" fmla="*/ 162 h 162"/>
              <a:gd name="T6" fmla="*/ 6 w 736"/>
              <a:gd name="T7" fmla="*/ 162 h 162"/>
              <a:gd name="T8" fmla="*/ 4 w 736"/>
              <a:gd name="T9" fmla="*/ 158 h 162"/>
              <a:gd name="T10" fmla="*/ 0 w 736"/>
              <a:gd name="T11" fmla="*/ 156 h 162"/>
              <a:gd name="T12" fmla="*/ 0 w 736"/>
              <a:gd name="T13" fmla="*/ 152 h 162"/>
              <a:gd name="T14" fmla="*/ 0 w 736"/>
              <a:gd name="T15" fmla="*/ 10 h 162"/>
              <a:gd name="T16" fmla="*/ 0 w 736"/>
              <a:gd name="T17" fmla="*/ 10 h 162"/>
              <a:gd name="T18" fmla="*/ 0 w 736"/>
              <a:gd name="T19" fmla="*/ 6 h 162"/>
              <a:gd name="T20" fmla="*/ 4 w 736"/>
              <a:gd name="T21" fmla="*/ 2 h 162"/>
              <a:gd name="T22" fmla="*/ 6 w 736"/>
              <a:gd name="T23" fmla="*/ 0 h 162"/>
              <a:gd name="T24" fmla="*/ 10 w 736"/>
              <a:gd name="T25" fmla="*/ 0 h 162"/>
              <a:gd name="T26" fmla="*/ 736 w 736"/>
              <a:gd name="T27" fmla="*/ 0 h 162"/>
              <a:gd name="T28" fmla="*/ 736 w 736"/>
              <a:gd name="T29" fmla="*/ 162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36" h="162">
                <a:moveTo>
                  <a:pt x="736" y="162"/>
                </a:moveTo>
                <a:lnTo>
                  <a:pt x="10" y="162"/>
                </a:lnTo>
                <a:lnTo>
                  <a:pt x="10" y="162"/>
                </a:lnTo>
                <a:lnTo>
                  <a:pt x="6" y="162"/>
                </a:lnTo>
                <a:lnTo>
                  <a:pt x="4" y="158"/>
                </a:lnTo>
                <a:lnTo>
                  <a:pt x="0" y="156"/>
                </a:lnTo>
                <a:lnTo>
                  <a:pt x="0" y="152"/>
                </a:lnTo>
                <a:lnTo>
                  <a:pt x="0" y="10"/>
                </a:lnTo>
                <a:lnTo>
                  <a:pt x="0" y="10"/>
                </a:lnTo>
                <a:lnTo>
                  <a:pt x="0" y="6"/>
                </a:lnTo>
                <a:lnTo>
                  <a:pt x="4" y="2"/>
                </a:lnTo>
                <a:lnTo>
                  <a:pt x="6" y="0"/>
                </a:lnTo>
                <a:lnTo>
                  <a:pt x="10" y="0"/>
                </a:lnTo>
                <a:lnTo>
                  <a:pt x="736" y="0"/>
                </a:lnTo>
                <a:lnTo>
                  <a:pt x="736" y="162"/>
                </a:lnTo>
                <a:close/>
              </a:path>
            </a:pathLst>
          </a:custGeom>
          <a:solidFill>
            <a:srgbClr val="FAA67A">
              <a:lumMod val="60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3" name="Freeform 386"/>
          <p:cNvSpPr/>
          <p:nvPr>
            <p:custDataLst>
              <p:tags r:id="rId173"/>
            </p:custDataLst>
          </p:nvPr>
        </p:nvSpPr>
        <p:spPr bwMode="auto">
          <a:xfrm>
            <a:off x="1669002" y="4680632"/>
            <a:ext cx="509069" cy="174723"/>
          </a:xfrm>
          <a:custGeom>
            <a:avLst/>
            <a:gdLst>
              <a:gd name="T0" fmla="*/ 0 w 472"/>
              <a:gd name="T1" fmla="*/ 80 h 162"/>
              <a:gd name="T2" fmla="*/ 0 w 472"/>
              <a:gd name="T3" fmla="*/ 80 h 162"/>
              <a:gd name="T4" fmla="*/ 2 w 472"/>
              <a:gd name="T5" fmla="*/ 98 h 162"/>
              <a:gd name="T6" fmla="*/ 6 w 472"/>
              <a:gd name="T7" fmla="*/ 112 h 162"/>
              <a:gd name="T8" fmla="*/ 14 w 472"/>
              <a:gd name="T9" fmla="*/ 126 h 162"/>
              <a:gd name="T10" fmla="*/ 24 w 472"/>
              <a:gd name="T11" fmla="*/ 138 h 162"/>
              <a:gd name="T12" fmla="*/ 36 w 472"/>
              <a:gd name="T13" fmla="*/ 148 h 162"/>
              <a:gd name="T14" fmla="*/ 50 w 472"/>
              <a:gd name="T15" fmla="*/ 156 h 162"/>
              <a:gd name="T16" fmla="*/ 64 w 472"/>
              <a:gd name="T17" fmla="*/ 160 h 162"/>
              <a:gd name="T18" fmla="*/ 82 w 472"/>
              <a:gd name="T19" fmla="*/ 162 h 162"/>
              <a:gd name="T20" fmla="*/ 410 w 472"/>
              <a:gd name="T21" fmla="*/ 162 h 162"/>
              <a:gd name="T22" fmla="*/ 410 w 472"/>
              <a:gd name="T23" fmla="*/ 162 h 162"/>
              <a:gd name="T24" fmla="*/ 422 w 472"/>
              <a:gd name="T25" fmla="*/ 162 h 162"/>
              <a:gd name="T26" fmla="*/ 434 w 472"/>
              <a:gd name="T27" fmla="*/ 158 h 162"/>
              <a:gd name="T28" fmla="*/ 444 w 472"/>
              <a:gd name="T29" fmla="*/ 152 h 162"/>
              <a:gd name="T30" fmla="*/ 454 w 472"/>
              <a:gd name="T31" fmla="*/ 144 h 162"/>
              <a:gd name="T32" fmla="*/ 462 w 472"/>
              <a:gd name="T33" fmla="*/ 134 h 162"/>
              <a:gd name="T34" fmla="*/ 468 w 472"/>
              <a:gd name="T35" fmla="*/ 124 h 162"/>
              <a:gd name="T36" fmla="*/ 470 w 472"/>
              <a:gd name="T37" fmla="*/ 112 h 162"/>
              <a:gd name="T38" fmla="*/ 472 w 472"/>
              <a:gd name="T39" fmla="*/ 100 h 162"/>
              <a:gd name="T40" fmla="*/ 472 w 472"/>
              <a:gd name="T41" fmla="*/ 62 h 162"/>
              <a:gd name="T42" fmla="*/ 472 w 472"/>
              <a:gd name="T43" fmla="*/ 62 h 162"/>
              <a:gd name="T44" fmla="*/ 470 w 472"/>
              <a:gd name="T45" fmla="*/ 50 h 162"/>
              <a:gd name="T46" fmla="*/ 468 w 472"/>
              <a:gd name="T47" fmla="*/ 38 h 162"/>
              <a:gd name="T48" fmla="*/ 462 w 472"/>
              <a:gd name="T49" fmla="*/ 28 h 162"/>
              <a:gd name="T50" fmla="*/ 454 w 472"/>
              <a:gd name="T51" fmla="*/ 18 h 162"/>
              <a:gd name="T52" fmla="*/ 444 w 472"/>
              <a:gd name="T53" fmla="*/ 10 h 162"/>
              <a:gd name="T54" fmla="*/ 434 w 472"/>
              <a:gd name="T55" fmla="*/ 4 h 162"/>
              <a:gd name="T56" fmla="*/ 422 w 472"/>
              <a:gd name="T57" fmla="*/ 2 h 162"/>
              <a:gd name="T58" fmla="*/ 410 w 472"/>
              <a:gd name="T59" fmla="*/ 0 h 162"/>
              <a:gd name="T60" fmla="*/ 82 w 472"/>
              <a:gd name="T61" fmla="*/ 0 h 162"/>
              <a:gd name="T62" fmla="*/ 82 w 472"/>
              <a:gd name="T63" fmla="*/ 0 h 162"/>
              <a:gd name="T64" fmla="*/ 66 w 472"/>
              <a:gd name="T65" fmla="*/ 2 h 162"/>
              <a:gd name="T66" fmla="*/ 50 w 472"/>
              <a:gd name="T67" fmla="*/ 6 h 162"/>
              <a:gd name="T68" fmla="*/ 36 w 472"/>
              <a:gd name="T69" fmla="*/ 14 h 162"/>
              <a:gd name="T70" fmla="*/ 24 w 472"/>
              <a:gd name="T71" fmla="*/ 24 h 162"/>
              <a:gd name="T72" fmla="*/ 14 w 472"/>
              <a:gd name="T73" fmla="*/ 36 h 162"/>
              <a:gd name="T74" fmla="*/ 6 w 472"/>
              <a:gd name="T75" fmla="*/ 50 h 162"/>
              <a:gd name="T76" fmla="*/ 2 w 472"/>
              <a:gd name="T77" fmla="*/ 64 h 162"/>
              <a:gd name="T78" fmla="*/ 0 w 472"/>
              <a:gd name="T79" fmla="*/ 80 h 162"/>
              <a:gd name="T80" fmla="*/ 0 w 472"/>
              <a:gd name="T81" fmla="*/ 80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72" h="162">
                <a:moveTo>
                  <a:pt x="0" y="80"/>
                </a:moveTo>
                <a:lnTo>
                  <a:pt x="0" y="80"/>
                </a:lnTo>
                <a:lnTo>
                  <a:pt x="2" y="98"/>
                </a:lnTo>
                <a:lnTo>
                  <a:pt x="6" y="112"/>
                </a:lnTo>
                <a:lnTo>
                  <a:pt x="14" y="126"/>
                </a:lnTo>
                <a:lnTo>
                  <a:pt x="24" y="138"/>
                </a:lnTo>
                <a:lnTo>
                  <a:pt x="36" y="148"/>
                </a:lnTo>
                <a:lnTo>
                  <a:pt x="50" y="156"/>
                </a:lnTo>
                <a:lnTo>
                  <a:pt x="64" y="160"/>
                </a:lnTo>
                <a:lnTo>
                  <a:pt x="82" y="162"/>
                </a:lnTo>
                <a:lnTo>
                  <a:pt x="410" y="162"/>
                </a:lnTo>
                <a:lnTo>
                  <a:pt x="410" y="162"/>
                </a:lnTo>
                <a:lnTo>
                  <a:pt x="422" y="162"/>
                </a:lnTo>
                <a:lnTo>
                  <a:pt x="434" y="158"/>
                </a:lnTo>
                <a:lnTo>
                  <a:pt x="444" y="152"/>
                </a:lnTo>
                <a:lnTo>
                  <a:pt x="454" y="144"/>
                </a:lnTo>
                <a:lnTo>
                  <a:pt x="462" y="134"/>
                </a:lnTo>
                <a:lnTo>
                  <a:pt x="468" y="124"/>
                </a:lnTo>
                <a:lnTo>
                  <a:pt x="470" y="112"/>
                </a:lnTo>
                <a:lnTo>
                  <a:pt x="472" y="100"/>
                </a:lnTo>
                <a:lnTo>
                  <a:pt x="472" y="62"/>
                </a:lnTo>
                <a:lnTo>
                  <a:pt x="472" y="62"/>
                </a:lnTo>
                <a:lnTo>
                  <a:pt x="470" y="50"/>
                </a:lnTo>
                <a:lnTo>
                  <a:pt x="468" y="38"/>
                </a:lnTo>
                <a:lnTo>
                  <a:pt x="462" y="28"/>
                </a:lnTo>
                <a:lnTo>
                  <a:pt x="454" y="18"/>
                </a:lnTo>
                <a:lnTo>
                  <a:pt x="444" y="10"/>
                </a:lnTo>
                <a:lnTo>
                  <a:pt x="434" y="4"/>
                </a:lnTo>
                <a:lnTo>
                  <a:pt x="422" y="2"/>
                </a:lnTo>
                <a:lnTo>
                  <a:pt x="410" y="0"/>
                </a:lnTo>
                <a:lnTo>
                  <a:pt x="82" y="0"/>
                </a:lnTo>
                <a:lnTo>
                  <a:pt x="82" y="0"/>
                </a:lnTo>
                <a:lnTo>
                  <a:pt x="66" y="2"/>
                </a:lnTo>
                <a:lnTo>
                  <a:pt x="50" y="6"/>
                </a:lnTo>
                <a:lnTo>
                  <a:pt x="36" y="14"/>
                </a:lnTo>
                <a:lnTo>
                  <a:pt x="24" y="24"/>
                </a:lnTo>
                <a:lnTo>
                  <a:pt x="14" y="36"/>
                </a:lnTo>
                <a:lnTo>
                  <a:pt x="6" y="50"/>
                </a:lnTo>
                <a:lnTo>
                  <a:pt x="2" y="64"/>
                </a:lnTo>
                <a:lnTo>
                  <a:pt x="0" y="80"/>
                </a:lnTo>
                <a:lnTo>
                  <a:pt x="0" y="80"/>
                </a:lnTo>
                <a:close/>
              </a:path>
            </a:pathLst>
          </a:custGeom>
          <a:solidFill>
            <a:srgbClr val="FAA67A">
              <a:lumMod val="60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4" name="Freeform 387"/>
          <p:cNvSpPr/>
          <p:nvPr>
            <p:custDataLst>
              <p:tags r:id="rId174"/>
            </p:custDataLst>
          </p:nvPr>
        </p:nvSpPr>
        <p:spPr bwMode="auto">
          <a:xfrm>
            <a:off x="1338969" y="4712988"/>
            <a:ext cx="800275" cy="142367"/>
          </a:xfrm>
          <a:custGeom>
            <a:avLst/>
            <a:gdLst>
              <a:gd name="T0" fmla="*/ 0 w 742"/>
              <a:gd name="T1" fmla="*/ 32 h 132"/>
              <a:gd name="T2" fmla="*/ 0 w 742"/>
              <a:gd name="T3" fmla="*/ 70 h 132"/>
              <a:gd name="T4" fmla="*/ 0 w 742"/>
              <a:gd name="T5" fmla="*/ 70 h 132"/>
              <a:gd name="T6" fmla="*/ 2 w 742"/>
              <a:gd name="T7" fmla="*/ 82 h 132"/>
              <a:gd name="T8" fmla="*/ 4 w 742"/>
              <a:gd name="T9" fmla="*/ 94 h 132"/>
              <a:gd name="T10" fmla="*/ 10 w 742"/>
              <a:gd name="T11" fmla="*/ 104 h 132"/>
              <a:gd name="T12" fmla="*/ 18 w 742"/>
              <a:gd name="T13" fmla="*/ 114 h 132"/>
              <a:gd name="T14" fmla="*/ 28 w 742"/>
              <a:gd name="T15" fmla="*/ 122 h 132"/>
              <a:gd name="T16" fmla="*/ 38 w 742"/>
              <a:gd name="T17" fmla="*/ 128 h 132"/>
              <a:gd name="T18" fmla="*/ 50 w 742"/>
              <a:gd name="T19" fmla="*/ 130 h 132"/>
              <a:gd name="T20" fmla="*/ 62 w 742"/>
              <a:gd name="T21" fmla="*/ 132 h 132"/>
              <a:gd name="T22" fmla="*/ 388 w 742"/>
              <a:gd name="T23" fmla="*/ 132 h 132"/>
              <a:gd name="T24" fmla="*/ 716 w 742"/>
              <a:gd name="T25" fmla="*/ 132 h 132"/>
              <a:gd name="T26" fmla="*/ 736 w 742"/>
              <a:gd name="T27" fmla="*/ 132 h 132"/>
              <a:gd name="T28" fmla="*/ 736 w 742"/>
              <a:gd name="T29" fmla="*/ 128 h 132"/>
              <a:gd name="T30" fmla="*/ 736 w 742"/>
              <a:gd name="T31" fmla="*/ 128 h 132"/>
              <a:gd name="T32" fmla="*/ 742 w 742"/>
              <a:gd name="T33" fmla="*/ 126 h 132"/>
              <a:gd name="T34" fmla="*/ 742 w 742"/>
              <a:gd name="T35" fmla="*/ 0 h 132"/>
              <a:gd name="T36" fmla="*/ 8 w 742"/>
              <a:gd name="T37" fmla="*/ 0 h 132"/>
              <a:gd name="T38" fmla="*/ 8 w 742"/>
              <a:gd name="T39" fmla="*/ 0 h 132"/>
              <a:gd name="T40" fmla="*/ 2 w 742"/>
              <a:gd name="T41" fmla="*/ 14 h 132"/>
              <a:gd name="T42" fmla="*/ 0 w 742"/>
              <a:gd name="T43" fmla="*/ 22 h 132"/>
              <a:gd name="T44" fmla="*/ 0 w 742"/>
              <a:gd name="T45" fmla="*/ 32 h 132"/>
              <a:gd name="T46" fmla="*/ 0 w 742"/>
              <a:gd name="T47" fmla="*/ 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42" h="132">
                <a:moveTo>
                  <a:pt x="0" y="32"/>
                </a:moveTo>
                <a:lnTo>
                  <a:pt x="0" y="70"/>
                </a:lnTo>
                <a:lnTo>
                  <a:pt x="0" y="70"/>
                </a:lnTo>
                <a:lnTo>
                  <a:pt x="2" y="82"/>
                </a:lnTo>
                <a:lnTo>
                  <a:pt x="4" y="94"/>
                </a:lnTo>
                <a:lnTo>
                  <a:pt x="10" y="104"/>
                </a:lnTo>
                <a:lnTo>
                  <a:pt x="18" y="114"/>
                </a:lnTo>
                <a:lnTo>
                  <a:pt x="28" y="122"/>
                </a:lnTo>
                <a:lnTo>
                  <a:pt x="38" y="128"/>
                </a:lnTo>
                <a:lnTo>
                  <a:pt x="50" y="130"/>
                </a:lnTo>
                <a:lnTo>
                  <a:pt x="62" y="132"/>
                </a:lnTo>
                <a:lnTo>
                  <a:pt x="388" y="132"/>
                </a:lnTo>
                <a:lnTo>
                  <a:pt x="716" y="132"/>
                </a:lnTo>
                <a:lnTo>
                  <a:pt x="736" y="132"/>
                </a:lnTo>
                <a:lnTo>
                  <a:pt x="736" y="128"/>
                </a:lnTo>
                <a:lnTo>
                  <a:pt x="736" y="128"/>
                </a:lnTo>
                <a:lnTo>
                  <a:pt x="742" y="126"/>
                </a:lnTo>
                <a:lnTo>
                  <a:pt x="742" y="0"/>
                </a:lnTo>
                <a:lnTo>
                  <a:pt x="8" y="0"/>
                </a:lnTo>
                <a:lnTo>
                  <a:pt x="8" y="0"/>
                </a:lnTo>
                <a:lnTo>
                  <a:pt x="2" y="14"/>
                </a:lnTo>
                <a:lnTo>
                  <a:pt x="0" y="22"/>
                </a:lnTo>
                <a:lnTo>
                  <a:pt x="0" y="32"/>
                </a:lnTo>
                <a:lnTo>
                  <a:pt x="0" y="32"/>
                </a:lnTo>
                <a:close/>
              </a:path>
            </a:pathLst>
          </a:custGeom>
          <a:solidFill>
            <a:srgbClr val="CE885B">
              <a:lumMod val="50000"/>
            </a:srgbClr>
          </a:solidFill>
          <a:ln>
            <a:noFill/>
          </a:ln>
        </p:spPr>
        <p:txBody>
          <a:bodyPr vert="horz" wrap="square" lIns="91440" tIns="45720" rIns="91440" bIns="45720" numCol="1" anchor="t" anchorCtr="0" compatLnSpc="1"/>
          <a:lstStyle/>
          <a:p>
            <a:endParaRPr lang="zh-CN" altLang="en-US"/>
          </a:p>
        </p:txBody>
      </p:sp>
      <p:sp>
        <p:nvSpPr>
          <p:cNvPr id="175" name="Freeform 388"/>
          <p:cNvSpPr/>
          <p:nvPr>
            <p:custDataLst>
              <p:tags r:id="rId175"/>
            </p:custDataLst>
          </p:nvPr>
        </p:nvSpPr>
        <p:spPr bwMode="auto">
          <a:xfrm>
            <a:off x="1735872" y="4210389"/>
            <a:ext cx="2635945" cy="107853"/>
          </a:xfrm>
          <a:custGeom>
            <a:avLst/>
            <a:gdLst>
              <a:gd name="T0" fmla="*/ 2444 w 2444"/>
              <a:gd name="T1" fmla="*/ 2 h 100"/>
              <a:gd name="T2" fmla="*/ 0 w 2444"/>
              <a:gd name="T3" fmla="*/ 0 h 100"/>
              <a:gd name="T4" fmla="*/ 0 w 2444"/>
              <a:gd name="T5" fmla="*/ 98 h 100"/>
              <a:gd name="T6" fmla="*/ 2444 w 2444"/>
              <a:gd name="T7" fmla="*/ 100 h 100"/>
              <a:gd name="T8" fmla="*/ 2444 w 2444"/>
              <a:gd name="T9" fmla="*/ 2 h 100"/>
            </a:gdLst>
            <a:ahLst/>
            <a:cxnLst>
              <a:cxn ang="0">
                <a:pos x="T0" y="T1"/>
              </a:cxn>
              <a:cxn ang="0">
                <a:pos x="T2" y="T3"/>
              </a:cxn>
              <a:cxn ang="0">
                <a:pos x="T4" y="T5"/>
              </a:cxn>
              <a:cxn ang="0">
                <a:pos x="T6" y="T7"/>
              </a:cxn>
              <a:cxn ang="0">
                <a:pos x="T8" y="T9"/>
              </a:cxn>
            </a:cxnLst>
            <a:rect l="0" t="0" r="r" b="b"/>
            <a:pathLst>
              <a:path w="2444" h="100">
                <a:moveTo>
                  <a:pt x="2444" y="2"/>
                </a:moveTo>
                <a:lnTo>
                  <a:pt x="0" y="0"/>
                </a:lnTo>
                <a:lnTo>
                  <a:pt x="0" y="98"/>
                </a:lnTo>
                <a:lnTo>
                  <a:pt x="2444" y="100"/>
                </a:lnTo>
                <a:lnTo>
                  <a:pt x="2444" y="2"/>
                </a:lnTo>
                <a:close/>
              </a:path>
            </a:pathLst>
          </a:custGeom>
          <a:solidFill>
            <a:srgbClr val="EDE2D3">
              <a:lumMod val="90000"/>
            </a:srgbClr>
          </a:solidFill>
          <a:ln>
            <a:noFill/>
          </a:ln>
        </p:spPr>
        <p:txBody>
          <a:bodyPr vert="horz" wrap="square" lIns="91440" tIns="45720" rIns="91440" bIns="45720" numCol="1" anchor="t" anchorCtr="0" compatLnSpc="1"/>
          <a:lstStyle/>
          <a:p>
            <a:endParaRPr lang="zh-CN" altLang="en-US"/>
          </a:p>
        </p:txBody>
      </p:sp>
      <p:sp>
        <p:nvSpPr>
          <p:cNvPr id="176" name="Rectangle 389"/>
          <p:cNvSpPr>
            <a:spLocks noChangeArrowheads="1"/>
          </p:cNvSpPr>
          <p:nvPr>
            <p:custDataLst>
              <p:tags r:id="rId176"/>
            </p:custDataLst>
          </p:nvPr>
        </p:nvSpPr>
        <p:spPr bwMode="auto">
          <a:xfrm>
            <a:off x="2089633" y="4294514"/>
            <a:ext cx="105697" cy="1268360"/>
          </a:xfrm>
          <a:prstGeom prst="rect">
            <a:avLst/>
          </a:prstGeom>
          <a:solidFill>
            <a:srgbClr val="EDE2D3">
              <a:lumMod val="90000"/>
            </a:srgbClr>
          </a:solidFill>
          <a:ln>
            <a:noFill/>
          </a:ln>
        </p:spPr>
        <p:txBody>
          <a:bodyPr vert="horz" wrap="square" lIns="91440" tIns="45720" rIns="91440" bIns="45720" numCol="1" anchor="t" anchorCtr="0" compatLnSpc="1"/>
          <a:lstStyle/>
          <a:p>
            <a:endParaRPr lang="zh-CN" altLang="en-US"/>
          </a:p>
        </p:txBody>
      </p:sp>
      <p:sp>
        <p:nvSpPr>
          <p:cNvPr id="177" name="Rectangle 390"/>
          <p:cNvSpPr>
            <a:spLocks noChangeArrowheads="1"/>
          </p:cNvSpPr>
          <p:nvPr>
            <p:custDataLst>
              <p:tags r:id="rId177"/>
            </p:custDataLst>
          </p:nvPr>
        </p:nvSpPr>
        <p:spPr bwMode="auto">
          <a:xfrm>
            <a:off x="3923146" y="4296672"/>
            <a:ext cx="105697" cy="1268360"/>
          </a:xfrm>
          <a:prstGeom prst="rect">
            <a:avLst/>
          </a:prstGeom>
          <a:solidFill>
            <a:srgbClr val="EDE2D3">
              <a:lumMod val="90000"/>
            </a:srgbClr>
          </a:solidFill>
          <a:ln>
            <a:noFill/>
          </a:ln>
        </p:spPr>
        <p:txBody>
          <a:bodyPr vert="horz" wrap="square" lIns="91440" tIns="45720" rIns="91440" bIns="45720" numCol="1" anchor="t" anchorCtr="0" compatLnSpc="1"/>
          <a:lstStyle/>
          <a:p>
            <a:endParaRPr lang="zh-CN" altLang="en-US"/>
          </a:p>
        </p:txBody>
      </p:sp>
      <p:sp>
        <p:nvSpPr>
          <p:cNvPr id="178" name="Freeform 391"/>
          <p:cNvSpPr/>
          <p:nvPr>
            <p:custDataLst>
              <p:tags r:id="rId178"/>
            </p:custDataLst>
          </p:nvPr>
        </p:nvSpPr>
        <p:spPr bwMode="auto">
          <a:xfrm>
            <a:off x="1177190" y="3757404"/>
            <a:ext cx="125111" cy="401216"/>
          </a:xfrm>
          <a:custGeom>
            <a:avLst/>
            <a:gdLst>
              <a:gd name="T0" fmla="*/ 110 w 116"/>
              <a:gd name="T1" fmla="*/ 372 h 372"/>
              <a:gd name="T2" fmla="*/ 6 w 116"/>
              <a:gd name="T3" fmla="*/ 372 h 372"/>
              <a:gd name="T4" fmla="*/ 6 w 116"/>
              <a:gd name="T5" fmla="*/ 372 h 372"/>
              <a:gd name="T6" fmla="*/ 2 w 116"/>
              <a:gd name="T7" fmla="*/ 372 h 372"/>
              <a:gd name="T8" fmla="*/ 0 w 116"/>
              <a:gd name="T9" fmla="*/ 368 h 372"/>
              <a:gd name="T10" fmla="*/ 0 w 116"/>
              <a:gd name="T11" fmla="*/ 6 h 372"/>
              <a:gd name="T12" fmla="*/ 0 w 116"/>
              <a:gd name="T13" fmla="*/ 6 h 372"/>
              <a:gd name="T14" fmla="*/ 2 w 116"/>
              <a:gd name="T15" fmla="*/ 2 h 372"/>
              <a:gd name="T16" fmla="*/ 6 w 116"/>
              <a:gd name="T17" fmla="*/ 0 h 372"/>
              <a:gd name="T18" fmla="*/ 110 w 116"/>
              <a:gd name="T19" fmla="*/ 0 h 372"/>
              <a:gd name="T20" fmla="*/ 110 w 116"/>
              <a:gd name="T21" fmla="*/ 0 h 372"/>
              <a:gd name="T22" fmla="*/ 114 w 116"/>
              <a:gd name="T23" fmla="*/ 2 h 372"/>
              <a:gd name="T24" fmla="*/ 116 w 116"/>
              <a:gd name="T25" fmla="*/ 6 h 372"/>
              <a:gd name="T26" fmla="*/ 116 w 116"/>
              <a:gd name="T27" fmla="*/ 368 h 372"/>
              <a:gd name="T28" fmla="*/ 116 w 116"/>
              <a:gd name="T29" fmla="*/ 368 h 372"/>
              <a:gd name="T30" fmla="*/ 114 w 116"/>
              <a:gd name="T31" fmla="*/ 372 h 372"/>
              <a:gd name="T32" fmla="*/ 110 w 116"/>
              <a:gd name="T33" fmla="*/ 372 h 372"/>
              <a:gd name="T34" fmla="*/ 110 w 116"/>
              <a:gd name="T35" fmla="*/ 372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5" h="372">
                <a:moveTo>
                  <a:pt x="110" y="372"/>
                </a:moveTo>
                <a:lnTo>
                  <a:pt x="6" y="372"/>
                </a:lnTo>
                <a:lnTo>
                  <a:pt x="6" y="372"/>
                </a:lnTo>
                <a:lnTo>
                  <a:pt x="2" y="372"/>
                </a:lnTo>
                <a:lnTo>
                  <a:pt x="0" y="368"/>
                </a:lnTo>
                <a:lnTo>
                  <a:pt x="0" y="6"/>
                </a:lnTo>
                <a:lnTo>
                  <a:pt x="0" y="6"/>
                </a:lnTo>
                <a:lnTo>
                  <a:pt x="2" y="2"/>
                </a:lnTo>
                <a:lnTo>
                  <a:pt x="6" y="0"/>
                </a:lnTo>
                <a:lnTo>
                  <a:pt x="110" y="0"/>
                </a:lnTo>
                <a:lnTo>
                  <a:pt x="110" y="0"/>
                </a:lnTo>
                <a:lnTo>
                  <a:pt x="114" y="2"/>
                </a:lnTo>
                <a:lnTo>
                  <a:pt x="116" y="6"/>
                </a:lnTo>
                <a:lnTo>
                  <a:pt x="116" y="368"/>
                </a:lnTo>
                <a:lnTo>
                  <a:pt x="116" y="368"/>
                </a:lnTo>
                <a:lnTo>
                  <a:pt x="114" y="372"/>
                </a:lnTo>
                <a:lnTo>
                  <a:pt x="110" y="372"/>
                </a:lnTo>
                <a:lnTo>
                  <a:pt x="110" y="372"/>
                </a:lnTo>
                <a:close/>
              </a:path>
            </a:pathLst>
          </a:custGeom>
          <a:solidFill>
            <a:srgbClr val="CE885B">
              <a:lumMod val="50000"/>
            </a:srgbClr>
          </a:solidFill>
          <a:ln>
            <a:noFill/>
          </a:ln>
        </p:spPr>
        <p:txBody>
          <a:bodyPr vert="horz" wrap="square" lIns="91440" tIns="45720" rIns="91440" bIns="45720" numCol="1" anchor="t" anchorCtr="0" compatLnSpc="1"/>
          <a:lstStyle/>
          <a:p>
            <a:endParaRPr lang="zh-CN" altLang="en-US"/>
          </a:p>
        </p:txBody>
      </p:sp>
      <p:sp>
        <p:nvSpPr>
          <p:cNvPr id="179" name="Freeform 392"/>
          <p:cNvSpPr/>
          <p:nvPr>
            <p:custDataLst>
              <p:tags r:id="rId179"/>
            </p:custDataLst>
          </p:nvPr>
        </p:nvSpPr>
        <p:spPr bwMode="auto">
          <a:xfrm>
            <a:off x="1945108" y="1792308"/>
            <a:ext cx="776547" cy="776547"/>
          </a:xfrm>
          <a:custGeom>
            <a:avLst/>
            <a:gdLst>
              <a:gd name="T0" fmla="*/ 720 w 720"/>
              <a:gd name="T1" fmla="*/ 384 h 720"/>
              <a:gd name="T2" fmla="*/ 708 w 720"/>
              <a:gd name="T3" fmla="*/ 456 h 720"/>
              <a:gd name="T4" fmla="*/ 682 w 720"/>
              <a:gd name="T5" fmla="*/ 524 h 720"/>
              <a:gd name="T6" fmla="*/ 644 w 720"/>
              <a:gd name="T7" fmla="*/ 582 h 720"/>
              <a:gd name="T8" fmla="*/ 596 w 720"/>
              <a:gd name="T9" fmla="*/ 632 h 720"/>
              <a:gd name="T10" fmla="*/ 540 w 720"/>
              <a:gd name="T11" fmla="*/ 672 h 720"/>
              <a:gd name="T12" fmla="*/ 478 w 720"/>
              <a:gd name="T13" fmla="*/ 702 h 720"/>
              <a:gd name="T14" fmla="*/ 408 w 720"/>
              <a:gd name="T15" fmla="*/ 718 h 720"/>
              <a:gd name="T16" fmla="*/ 336 w 720"/>
              <a:gd name="T17" fmla="*/ 720 h 720"/>
              <a:gd name="T18" fmla="*/ 298 w 720"/>
              <a:gd name="T19" fmla="*/ 716 h 720"/>
              <a:gd name="T20" fmla="*/ 230 w 720"/>
              <a:gd name="T21" fmla="*/ 696 h 720"/>
              <a:gd name="T22" fmla="*/ 166 w 720"/>
              <a:gd name="T23" fmla="*/ 666 h 720"/>
              <a:gd name="T24" fmla="*/ 112 w 720"/>
              <a:gd name="T25" fmla="*/ 622 h 720"/>
              <a:gd name="T26" fmla="*/ 66 w 720"/>
              <a:gd name="T27" fmla="*/ 570 h 720"/>
              <a:gd name="T28" fmla="*/ 32 w 720"/>
              <a:gd name="T29" fmla="*/ 510 h 720"/>
              <a:gd name="T30" fmla="*/ 10 w 720"/>
              <a:gd name="T31" fmla="*/ 444 h 720"/>
              <a:gd name="T32" fmla="*/ 0 w 720"/>
              <a:gd name="T33" fmla="*/ 372 h 720"/>
              <a:gd name="T34" fmla="*/ 0 w 720"/>
              <a:gd name="T35" fmla="*/ 336 h 720"/>
              <a:gd name="T36" fmla="*/ 12 w 720"/>
              <a:gd name="T37" fmla="*/ 264 h 720"/>
              <a:gd name="T38" fmla="*/ 38 w 720"/>
              <a:gd name="T39" fmla="*/ 198 h 720"/>
              <a:gd name="T40" fmla="*/ 76 w 720"/>
              <a:gd name="T41" fmla="*/ 140 h 720"/>
              <a:gd name="T42" fmla="*/ 122 w 720"/>
              <a:gd name="T43" fmla="*/ 88 h 720"/>
              <a:gd name="T44" fmla="*/ 180 w 720"/>
              <a:gd name="T45" fmla="*/ 48 h 720"/>
              <a:gd name="T46" fmla="*/ 242 w 720"/>
              <a:gd name="T47" fmla="*/ 20 h 720"/>
              <a:gd name="T48" fmla="*/ 312 w 720"/>
              <a:gd name="T49" fmla="*/ 4 h 720"/>
              <a:gd name="T50" fmla="*/ 384 w 720"/>
              <a:gd name="T51" fmla="*/ 0 h 720"/>
              <a:gd name="T52" fmla="*/ 420 w 720"/>
              <a:gd name="T53" fmla="*/ 6 h 720"/>
              <a:gd name="T54" fmla="*/ 490 w 720"/>
              <a:gd name="T55" fmla="*/ 24 h 720"/>
              <a:gd name="T56" fmla="*/ 552 w 720"/>
              <a:gd name="T57" fmla="*/ 56 h 720"/>
              <a:gd name="T58" fmla="*/ 608 w 720"/>
              <a:gd name="T59" fmla="*/ 98 h 720"/>
              <a:gd name="T60" fmla="*/ 652 w 720"/>
              <a:gd name="T61" fmla="*/ 150 h 720"/>
              <a:gd name="T62" fmla="*/ 688 w 720"/>
              <a:gd name="T63" fmla="*/ 210 h 720"/>
              <a:gd name="T64" fmla="*/ 710 w 720"/>
              <a:gd name="T65" fmla="*/ 276 h 720"/>
              <a:gd name="T66" fmla="*/ 720 w 720"/>
              <a:gd name="T67" fmla="*/ 348 h 720"/>
              <a:gd name="T68" fmla="*/ 720 w 720"/>
              <a:gd name="T69" fmla="*/ 384 h 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20" h="720">
                <a:moveTo>
                  <a:pt x="720" y="384"/>
                </a:moveTo>
                <a:lnTo>
                  <a:pt x="720" y="384"/>
                </a:lnTo>
                <a:lnTo>
                  <a:pt x="716" y="422"/>
                </a:lnTo>
                <a:lnTo>
                  <a:pt x="708" y="456"/>
                </a:lnTo>
                <a:lnTo>
                  <a:pt x="696" y="490"/>
                </a:lnTo>
                <a:lnTo>
                  <a:pt x="682" y="524"/>
                </a:lnTo>
                <a:lnTo>
                  <a:pt x="664" y="554"/>
                </a:lnTo>
                <a:lnTo>
                  <a:pt x="644" y="582"/>
                </a:lnTo>
                <a:lnTo>
                  <a:pt x="622" y="608"/>
                </a:lnTo>
                <a:lnTo>
                  <a:pt x="596" y="632"/>
                </a:lnTo>
                <a:lnTo>
                  <a:pt x="570" y="654"/>
                </a:lnTo>
                <a:lnTo>
                  <a:pt x="540" y="672"/>
                </a:lnTo>
                <a:lnTo>
                  <a:pt x="510" y="688"/>
                </a:lnTo>
                <a:lnTo>
                  <a:pt x="478" y="702"/>
                </a:lnTo>
                <a:lnTo>
                  <a:pt x="444" y="712"/>
                </a:lnTo>
                <a:lnTo>
                  <a:pt x="408" y="718"/>
                </a:lnTo>
                <a:lnTo>
                  <a:pt x="372" y="720"/>
                </a:lnTo>
                <a:lnTo>
                  <a:pt x="336" y="720"/>
                </a:lnTo>
                <a:lnTo>
                  <a:pt x="336" y="720"/>
                </a:lnTo>
                <a:lnTo>
                  <a:pt x="298" y="716"/>
                </a:lnTo>
                <a:lnTo>
                  <a:pt x="264" y="708"/>
                </a:lnTo>
                <a:lnTo>
                  <a:pt x="230" y="696"/>
                </a:lnTo>
                <a:lnTo>
                  <a:pt x="198" y="682"/>
                </a:lnTo>
                <a:lnTo>
                  <a:pt x="166" y="666"/>
                </a:lnTo>
                <a:lnTo>
                  <a:pt x="138" y="646"/>
                </a:lnTo>
                <a:lnTo>
                  <a:pt x="112" y="622"/>
                </a:lnTo>
                <a:lnTo>
                  <a:pt x="88" y="598"/>
                </a:lnTo>
                <a:lnTo>
                  <a:pt x="66" y="570"/>
                </a:lnTo>
                <a:lnTo>
                  <a:pt x="48" y="542"/>
                </a:lnTo>
                <a:lnTo>
                  <a:pt x="32" y="510"/>
                </a:lnTo>
                <a:lnTo>
                  <a:pt x="18" y="478"/>
                </a:lnTo>
                <a:lnTo>
                  <a:pt x="10" y="444"/>
                </a:lnTo>
                <a:lnTo>
                  <a:pt x="2" y="410"/>
                </a:lnTo>
                <a:lnTo>
                  <a:pt x="0" y="372"/>
                </a:lnTo>
                <a:lnTo>
                  <a:pt x="0" y="336"/>
                </a:lnTo>
                <a:lnTo>
                  <a:pt x="0" y="336"/>
                </a:lnTo>
                <a:lnTo>
                  <a:pt x="4" y="300"/>
                </a:lnTo>
                <a:lnTo>
                  <a:pt x="12" y="264"/>
                </a:lnTo>
                <a:lnTo>
                  <a:pt x="24" y="230"/>
                </a:lnTo>
                <a:lnTo>
                  <a:pt x="38" y="198"/>
                </a:lnTo>
                <a:lnTo>
                  <a:pt x="56" y="168"/>
                </a:lnTo>
                <a:lnTo>
                  <a:pt x="76" y="140"/>
                </a:lnTo>
                <a:lnTo>
                  <a:pt x="98" y="112"/>
                </a:lnTo>
                <a:lnTo>
                  <a:pt x="122" y="88"/>
                </a:lnTo>
                <a:lnTo>
                  <a:pt x="150" y="68"/>
                </a:lnTo>
                <a:lnTo>
                  <a:pt x="180" y="48"/>
                </a:lnTo>
                <a:lnTo>
                  <a:pt x="210" y="32"/>
                </a:lnTo>
                <a:lnTo>
                  <a:pt x="242" y="20"/>
                </a:lnTo>
                <a:lnTo>
                  <a:pt x="276" y="10"/>
                </a:lnTo>
                <a:lnTo>
                  <a:pt x="312" y="4"/>
                </a:lnTo>
                <a:lnTo>
                  <a:pt x="348" y="0"/>
                </a:lnTo>
                <a:lnTo>
                  <a:pt x="384" y="0"/>
                </a:lnTo>
                <a:lnTo>
                  <a:pt x="384" y="0"/>
                </a:lnTo>
                <a:lnTo>
                  <a:pt x="420" y="6"/>
                </a:lnTo>
                <a:lnTo>
                  <a:pt x="456" y="14"/>
                </a:lnTo>
                <a:lnTo>
                  <a:pt x="490" y="24"/>
                </a:lnTo>
                <a:lnTo>
                  <a:pt x="522" y="38"/>
                </a:lnTo>
                <a:lnTo>
                  <a:pt x="552" y="56"/>
                </a:lnTo>
                <a:lnTo>
                  <a:pt x="582" y="76"/>
                </a:lnTo>
                <a:lnTo>
                  <a:pt x="608" y="98"/>
                </a:lnTo>
                <a:lnTo>
                  <a:pt x="632" y="124"/>
                </a:lnTo>
                <a:lnTo>
                  <a:pt x="652" y="150"/>
                </a:lnTo>
                <a:lnTo>
                  <a:pt x="672" y="180"/>
                </a:lnTo>
                <a:lnTo>
                  <a:pt x="688" y="210"/>
                </a:lnTo>
                <a:lnTo>
                  <a:pt x="700" y="244"/>
                </a:lnTo>
                <a:lnTo>
                  <a:pt x="710" y="276"/>
                </a:lnTo>
                <a:lnTo>
                  <a:pt x="718" y="312"/>
                </a:lnTo>
                <a:lnTo>
                  <a:pt x="720" y="348"/>
                </a:lnTo>
                <a:lnTo>
                  <a:pt x="720" y="384"/>
                </a:lnTo>
                <a:lnTo>
                  <a:pt x="720" y="384"/>
                </a:lnTo>
                <a:close/>
              </a:path>
            </a:pathLst>
          </a:custGeom>
          <a:solidFill>
            <a:srgbClr val="ACACAC">
              <a:lumMod val="50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0" name="Freeform 393"/>
          <p:cNvSpPr/>
          <p:nvPr>
            <p:custDataLst>
              <p:tags r:id="rId180"/>
            </p:custDataLst>
          </p:nvPr>
        </p:nvSpPr>
        <p:spPr bwMode="auto">
          <a:xfrm>
            <a:off x="2014134" y="1861334"/>
            <a:ext cx="638495" cy="640651"/>
          </a:xfrm>
          <a:custGeom>
            <a:avLst/>
            <a:gdLst>
              <a:gd name="T0" fmla="*/ 592 w 592"/>
              <a:gd name="T1" fmla="*/ 316 h 594"/>
              <a:gd name="T2" fmla="*/ 582 w 592"/>
              <a:gd name="T3" fmla="*/ 376 h 594"/>
              <a:gd name="T4" fmla="*/ 560 w 592"/>
              <a:gd name="T5" fmla="*/ 430 h 594"/>
              <a:gd name="T6" fmla="*/ 530 w 592"/>
              <a:gd name="T7" fmla="*/ 478 h 594"/>
              <a:gd name="T8" fmla="*/ 492 w 592"/>
              <a:gd name="T9" fmla="*/ 520 h 594"/>
              <a:gd name="T10" fmla="*/ 444 w 592"/>
              <a:gd name="T11" fmla="*/ 554 h 594"/>
              <a:gd name="T12" fmla="*/ 392 w 592"/>
              <a:gd name="T13" fmla="*/ 578 h 594"/>
              <a:gd name="T14" fmla="*/ 336 w 592"/>
              <a:gd name="T15" fmla="*/ 590 h 594"/>
              <a:gd name="T16" fmla="*/ 276 w 592"/>
              <a:gd name="T17" fmla="*/ 592 h 594"/>
              <a:gd name="T18" fmla="*/ 246 w 592"/>
              <a:gd name="T19" fmla="*/ 590 h 594"/>
              <a:gd name="T20" fmla="*/ 188 w 592"/>
              <a:gd name="T21" fmla="*/ 574 h 594"/>
              <a:gd name="T22" fmla="*/ 136 w 592"/>
              <a:gd name="T23" fmla="*/ 548 h 594"/>
              <a:gd name="T24" fmla="*/ 92 w 592"/>
              <a:gd name="T25" fmla="*/ 512 h 594"/>
              <a:gd name="T26" fmla="*/ 54 w 592"/>
              <a:gd name="T27" fmla="*/ 470 h 594"/>
              <a:gd name="T28" fmla="*/ 26 w 592"/>
              <a:gd name="T29" fmla="*/ 420 h 594"/>
              <a:gd name="T30" fmla="*/ 6 w 592"/>
              <a:gd name="T31" fmla="*/ 366 h 594"/>
              <a:gd name="T32" fmla="*/ 0 w 592"/>
              <a:gd name="T33" fmla="*/ 306 h 594"/>
              <a:gd name="T34" fmla="*/ 0 w 592"/>
              <a:gd name="T35" fmla="*/ 276 h 594"/>
              <a:gd name="T36" fmla="*/ 10 w 592"/>
              <a:gd name="T37" fmla="*/ 218 h 594"/>
              <a:gd name="T38" fmla="*/ 30 w 592"/>
              <a:gd name="T39" fmla="*/ 162 h 594"/>
              <a:gd name="T40" fmla="*/ 62 w 592"/>
              <a:gd name="T41" fmla="*/ 114 h 594"/>
              <a:gd name="T42" fmla="*/ 100 w 592"/>
              <a:gd name="T43" fmla="*/ 72 h 594"/>
              <a:gd name="T44" fmla="*/ 146 w 592"/>
              <a:gd name="T45" fmla="*/ 40 h 594"/>
              <a:gd name="T46" fmla="*/ 200 w 592"/>
              <a:gd name="T47" fmla="*/ 16 h 594"/>
              <a:gd name="T48" fmla="*/ 256 w 592"/>
              <a:gd name="T49" fmla="*/ 2 h 594"/>
              <a:gd name="T50" fmla="*/ 316 w 592"/>
              <a:gd name="T51" fmla="*/ 0 h 594"/>
              <a:gd name="T52" fmla="*/ 346 w 592"/>
              <a:gd name="T53" fmla="*/ 4 h 594"/>
              <a:gd name="T54" fmla="*/ 404 w 592"/>
              <a:gd name="T55" fmla="*/ 20 h 594"/>
              <a:gd name="T56" fmla="*/ 454 w 592"/>
              <a:gd name="T57" fmla="*/ 46 h 594"/>
              <a:gd name="T58" fmla="*/ 500 w 592"/>
              <a:gd name="T59" fmla="*/ 80 h 594"/>
              <a:gd name="T60" fmla="*/ 538 w 592"/>
              <a:gd name="T61" fmla="*/ 124 h 594"/>
              <a:gd name="T62" fmla="*/ 566 w 592"/>
              <a:gd name="T63" fmla="*/ 174 h 594"/>
              <a:gd name="T64" fmla="*/ 584 w 592"/>
              <a:gd name="T65" fmla="*/ 228 h 594"/>
              <a:gd name="T66" fmla="*/ 592 w 592"/>
              <a:gd name="T67" fmla="*/ 286 h 594"/>
              <a:gd name="T68" fmla="*/ 592 w 592"/>
              <a:gd name="T69" fmla="*/ 316 h 5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92" h="594">
                <a:moveTo>
                  <a:pt x="592" y="316"/>
                </a:moveTo>
                <a:lnTo>
                  <a:pt x="592" y="316"/>
                </a:lnTo>
                <a:lnTo>
                  <a:pt x="588" y="346"/>
                </a:lnTo>
                <a:lnTo>
                  <a:pt x="582" y="376"/>
                </a:lnTo>
                <a:lnTo>
                  <a:pt x="572" y="404"/>
                </a:lnTo>
                <a:lnTo>
                  <a:pt x="560" y="430"/>
                </a:lnTo>
                <a:lnTo>
                  <a:pt x="546" y="456"/>
                </a:lnTo>
                <a:lnTo>
                  <a:pt x="530" y="478"/>
                </a:lnTo>
                <a:lnTo>
                  <a:pt x="512" y="500"/>
                </a:lnTo>
                <a:lnTo>
                  <a:pt x="492" y="520"/>
                </a:lnTo>
                <a:lnTo>
                  <a:pt x="468" y="538"/>
                </a:lnTo>
                <a:lnTo>
                  <a:pt x="444" y="554"/>
                </a:lnTo>
                <a:lnTo>
                  <a:pt x="420" y="566"/>
                </a:lnTo>
                <a:lnTo>
                  <a:pt x="392" y="578"/>
                </a:lnTo>
                <a:lnTo>
                  <a:pt x="364" y="586"/>
                </a:lnTo>
                <a:lnTo>
                  <a:pt x="336" y="590"/>
                </a:lnTo>
                <a:lnTo>
                  <a:pt x="306" y="594"/>
                </a:lnTo>
                <a:lnTo>
                  <a:pt x="276" y="592"/>
                </a:lnTo>
                <a:lnTo>
                  <a:pt x="276" y="592"/>
                </a:lnTo>
                <a:lnTo>
                  <a:pt x="246" y="590"/>
                </a:lnTo>
                <a:lnTo>
                  <a:pt x="216" y="582"/>
                </a:lnTo>
                <a:lnTo>
                  <a:pt x="188" y="574"/>
                </a:lnTo>
                <a:lnTo>
                  <a:pt x="162" y="562"/>
                </a:lnTo>
                <a:lnTo>
                  <a:pt x="136" y="548"/>
                </a:lnTo>
                <a:lnTo>
                  <a:pt x="114" y="530"/>
                </a:lnTo>
                <a:lnTo>
                  <a:pt x="92" y="512"/>
                </a:lnTo>
                <a:lnTo>
                  <a:pt x="72" y="492"/>
                </a:lnTo>
                <a:lnTo>
                  <a:pt x="54" y="470"/>
                </a:lnTo>
                <a:lnTo>
                  <a:pt x="38" y="446"/>
                </a:lnTo>
                <a:lnTo>
                  <a:pt x="26" y="420"/>
                </a:lnTo>
                <a:lnTo>
                  <a:pt x="16" y="394"/>
                </a:lnTo>
                <a:lnTo>
                  <a:pt x="6" y="366"/>
                </a:lnTo>
                <a:lnTo>
                  <a:pt x="2" y="336"/>
                </a:lnTo>
                <a:lnTo>
                  <a:pt x="0" y="306"/>
                </a:lnTo>
                <a:lnTo>
                  <a:pt x="0" y="276"/>
                </a:lnTo>
                <a:lnTo>
                  <a:pt x="0" y="276"/>
                </a:lnTo>
                <a:lnTo>
                  <a:pt x="4" y="246"/>
                </a:lnTo>
                <a:lnTo>
                  <a:pt x="10" y="218"/>
                </a:lnTo>
                <a:lnTo>
                  <a:pt x="18" y="190"/>
                </a:lnTo>
                <a:lnTo>
                  <a:pt x="30" y="162"/>
                </a:lnTo>
                <a:lnTo>
                  <a:pt x="44" y="138"/>
                </a:lnTo>
                <a:lnTo>
                  <a:pt x="62" y="114"/>
                </a:lnTo>
                <a:lnTo>
                  <a:pt x="80" y="92"/>
                </a:lnTo>
                <a:lnTo>
                  <a:pt x="100" y="72"/>
                </a:lnTo>
                <a:lnTo>
                  <a:pt x="122" y="56"/>
                </a:lnTo>
                <a:lnTo>
                  <a:pt x="146" y="40"/>
                </a:lnTo>
                <a:lnTo>
                  <a:pt x="172" y="26"/>
                </a:lnTo>
                <a:lnTo>
                  <a:pt x="200" y="16"/>
                </a:lnTo>
                <a:lnTo>
                  <a:pt x="226" y="8"/>
                </a:lnTo>
                <a:lnTo>
                  <a:pt x="256" y="2"/>
                </a:lnTo>
                <a:lnTo>
                  <a:pt x="286" y="0"/>
                </a:lnTo>
                <a:lnTo>
                  <a:pt x="316" y="0"/>
                </a:lnTo>
                <a:lnTo>
                  <a:pt x="316" y="0"/>
                </a:lnTo>
                <a:lnTo>
                  <a:pt x="346" y="4"/>
                </a:lnTo>
                <a:lnTo>
                  <a:pt x="376" y="10"/>
                </a:lnTo>
                <a:lnTo>
                  <a:pt x="404" y="20"/>
                </a:lnTo>
                <a:lnTo>
                  <a:pt x="430" y="32"/>
                </a:lnTo>
                <a:lnTo>
                  <a:pt x="454" y="46"/>
                </a:lnTo>
                <a:lnTo>
                  <a:pt x="478" y="62"/>
                </a:lnTo>
                <a:lnTo>
                  <a:pt x="500" y="80"/>
                </a:lnTo>
                <a:lnTo>
                  <a:pt x="520" y="102"/>
                </a:lnTo>
                <a:lnTo>
                  <a:pt x="538" y="124"/>
                </a:lnTo>
                <a:lnTo>
                  <a:pt x="552" y="148"/>
                </a:lnTo>
                <a:lnTo>
                  <a:pt x="566" y="174"/>
                </a:lnTo>
                <a:lnTo>
                  <a:pt x="576" y="200"/>
                </a:lnTo>
                <a:lnTo>
                  <a:pt x="584" y="228"/>
                </a:lnTo>
                <a:lnTo>
                  <a:pt x="590" y="256"/>
                </a:lnTo>
                <a:lnTo>
                  <a:pt x="592" y="286"/>
                </a:lnTo>
                <a:lnTo>
                  <a:pt x="592" y="316"/>
                </a:lnTo>
                <a:lnTo>
                  <a:pt x="592" y="31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1" name="Freeform 394"/>
          <p:cNvSpPr/>
          <p:nvPr>
            <p:custDataLst>
              <p:tags r:id="rId181"/>
            </p:custDataLst>
          </p:nvPr>
        </p:nvSpPr>
        <p:spPr bwMode="auto">
          <a:xfrm>
            <a:off x="2074533" y="1921732"/>
            <a:ext cx="517697" cy="517699"/>
          </a:xfrm>
          <a:custGeom>
            <a:avLst/>
            <a:gdLst>
              <a:gd name="T0" fmla="*/ 480 w 480"/>
              <a:gd name="T1" fmla="*/ 256 h 480"/>
              <a:gd name="T2" fmla="*/ 472 w 480"/>
              <a:gd name="T3" fmla="*/ 304 h 480"/>
              <a:gd name="T4" fmla="*/ 454 w 480"/>
              <a:gd name="T5" fmla="*/ 348 h 480"/>
              <a:gd name="T6" fmla="*/ 430 w 480"/>
              <a:gd name="T7" fmla="*/ 388 h 480"/>
              <a:gd name="T8" fmla="*/ 398 w 480"/>
              <a:gd name="T9" fmla="*/ 422 h 480"/>
              <a:gd name="T10" fmla="*/ 360 w 480"/>
              <a:gd name="T11" fmla="*/ 448 h 480"/>
              <a:gd name="T12" fmla="*/ 318 w 480"/>
              <a:gd name="T13" fmla="*/ 468 h 480"/>
              <a:gd name="T14" fmla="*/ 272 w 480"/>
              <a:gd name="T15" fmla="*/ 478 h 480"/>
              <a:gd name="T16" fmla="*/ 224 w 480"/>
              <a:gd name="T17" fmla="*/ 480 h 480"/>
              <a:gd name="T18" fmla="*/ 200 w 480"/>
              <a:gd name="T19" fmla="*/ 478 h 480"/>
              <a:gd name="T20" fmla="*/ 152 w 480"/>
              <a:gd name="T21" fmla="*/ 464 h 480"/>
              <a:gd name="T22" fmla="*/ 112 w 480"/>
              <a:gd name="T23" fmla="*/ 444 h 480"/>
              <a:gd name="T24" fmla="*/ 74 w 480"/>
              <a:gd name="T25" fmla="*/ 416 h 480"/>
              <a:gd name="T26" fmla="*/ 44 w 480"/>
              <a:gd name="T27" fmla="*/ 380 h 480"/>
              <a:gd name="T28" fmla="*/ 22 w 480"/>
              <a:gd name="T29" fmla="*/ 340 h 480"/>
              <a:gd name="T30" fmla="*/ 6 w 480"/>
              <a:gd name="T31" fmla="*/ 296 h 480"/>
              <a:gd name="T32" fmla="*/ 0 w 480"/>
              <a:gd name="T33" fmla="*/ 248 h 480"/>
              <a:gd name="T34" fmla="*/ 0 w 480"/>
              <a:gd name="T35" fmla="*/ 224 h 480"/>
              <a:gd name="T36" fmla="*/ 8 w 480"/>
              <a:gd name="T37" fmla="*/ 176 h 480"/>
              <a:gd name="T38" fmla="*/ 26 w 480"/>
              <a:gd name="T39" fmla="*/ 132 h 480"/>
              <a:gd name="T40" fmla="*/ 50 w 480"/>
              <a:gd name="T41" fmla="*/ 92 h 480"/>
              <a:gd name="T42" fmla="*/ 82 w 480"/>
              <a:gd name="T43" fmla="*/ 60 h 480"/>
              <a:gd name="T44" fmla="*/ 120 w 480"/>
              <a:gd name="T45" fmla="*/ 32 h 480"/>
              <a:gd name="T46" fmla="*/ 162 w 480"/>
              <a:gd name="T47" fmla="*/ 14 h 480"/>
              <a:gd name="T48" fmla="*/ 208 w 480"/>
              <a:gd name="T49" fmla="*/ 2 h 480"/>
              <a:gd name="T50" fmla="*/ 256 w 480"/>
              <a:gd name="T51" fmla="*/ 0 h 480"/>
              <a:gd name="T52" fmla="*/ 280 w 480"/>
              <a:gd name="T53" fmla="*/ 4 h 480"/>
              <a:gd name="T54" fmla="*/ 326 w 480"/>
              <a:gd name="T55" fmla="*/ 16 h 480"/>
              <a:gd name="T56" fmla="*/ 368 w 480"/>
              <a:gd name="T57" fmla="*/ 38 h 480"/>
              <a:gd name="T58" fmla="*/ 404 w 480"/>
              <a:gd name="T59" fmla="*/ 66 h 480"/>
              <a:gd name="T60" fmla="*/ 436 w 480"/>
              <a:gd name="T61" fmla="*/ 100 h 480"/>
              <a:gd name="T62" fmla="*/ 458 w 480"/>
              <a:gd name="T63" fmla="*/ 140 h 480"/>
              <a:gd name="T64" fmla="*/ 474 w 480"/>
              <a:gd name="T65" fmla="*/ 184 h 480"/>
              <a:gd name="T66" fmla="*/ 480 w 480"/>
              <a:gd name="T67" fmla="*/ 232 h 480"/>
              <a:gd name="T68" fmla="*/ 480 w 480"/>
              <a:gd name="T69" fmla="*/ 256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80" h="480">
                <a:moveTo>
                  <a:pt x="480" y="256"/>
                </a:moveTo>
                <a:lnTo>
                  <a:pt x="480" y="256"/>
                </a:lnTo>
                <a:lnTo>
                  <a:pt x="476" y="282"/>
                </a:lnTo>
                <a:lnTo>
                  <a:pt x="472" y="304"/>
                </a:lnTo>
                <a:lnTo>
                  <a:pt x="464" y="328"/>
                </a:lnTo>
                <a:lnTo>
                  <a:pt x="454" y="348"/>
                </a:lnTo>
                <a:lnTo>
                  <a:pt x="442" y="370"/>
                </a:lnTo>
                <a:lnTo>
                  <a:pt x="430" y="388"/>
                </a:lnTo>
                <a:lnTo>
                  <a:pt x="414" y="406"/>
                </a:lnTo>
                <a:lnTo>
                  <a:pt x="398" y="422"/>
                </a:lnTo>
                <a:lnTo>
                  <a:pt x="380" y="436"/>
                </a:lnTo>
                <a:lnTo>
                  <a:pt x="360" y="448"/>
                </a:lnTo>
                <a:lnTo>
                  <a:pt x="340" y="460"/>
                </a:lnTo>
                <a:lnTo>
                  <a:pt x="318" y="468"/>
                </a:lnTo>
                <a:lnTo>
                  <a:pt x="296" y="474"/>
                </a:lnTo>
                <a:lnTo>
                  <a:pt x="272" y="478"/>
                </a:lnTo>
                <a:lnTo>
                  <a:pt x="248" y="480"/>
                </a:lnTo>
                <a:lnTo>
                  <a:pt x="224" y="480"/>
                </a:lnTo>
                <a:lnTo>
                  <a:pt x="224" y="480"/>
                </a:lnTo>
                <a:lnTo>
                  <a:pt x="200" y="478"/>
                </a:lnTo>
                <a:lnTo>
                  <a:pt x="176" y="472"/>
                </a:lnTo>
                <a:lnTo>
                  <a:pt x="152" y="464"/>
                </a:lnTo>
                <a:lnTo>
                  <a:pt x="132" y="456"/>
                </a:lnTo>
                <a:lnTo>
                  <a:pt x="112" y="444"/>
                </a:lnTo>
                <a:lnTo>
                  <a:pt x="92" y="430"/>
                </a:lnTo>
                <a:lnTo>
                  <a:pt x="74" y="416"/>
                </a:lnTo>
                <a:lnTo>
                  <a:pt x="58" y="398"/>
                </a:lnTo>
                <a:lnTo>
                  <a:pt x="44" y="380"/>
                </a:lnTo>
                <a:lnTo>
                  <a:pt x="32" y="362"/>
                </a:lnTo>
                <a:lnTo>
                  <a:pt x="22" y="340"/>
                </a:lnTo>
                <a:lnTo>
                  <a:pt x="12" y="318"/>
                </a:lnTo>
                <a:lnTo>
                  <a:pt x="6" y="296"/>
                </a:lnTo>
                <a:lnTo>
                  <a:pt x="2" y="272"/>
                </a:lnTo>
                <a:lnTo>
                  <a:pt x="0" y="248"/>
                </a:lnTo>
                <a:lnTo>
                  <a:pt x="0" y="224"/>
                </a:lnTo>
                <a:lnTo>
                  <a:pt x="0" y="224"/>
                </a:lnTo>
                <a:lnTo>
                  <a:pt x="4" y="200"/>
                </a:lnTo>
                <a:lnTo>
                  <a:pt x="8" y="176"/>
                </a:lnTo>
                <a:lnTo>
                  <a:pt x="16" y="154"/>
                </a:lnTo>
                <a:lnTo>
                  <a:pt x="26" y="132"/>
                </a:lnTo>
                <a:lnTo>
                  <a:pt x="36" y="112"/>
                </a:lnTo>
                <a:lnTo>
                  <a:pt x="50" y="92"/>
                </a:lnTo>
                <a:lnTo>
                  <a:pt x="66" y="76"/>
                </a:lnTo>
                <a:lnTo>
                  <a:pt x="82" y="60"/>
                </a:lnTo>
                <a:lnTo>
                  <a:pt x="100" y="46"/>
                </a:lnTo>
                <a:lnTo>
                  <a:pt x="120" y="32"/>
                </a:lnTo>
                <a:lnTo>
                  <a:pt x="140" y="22"/>
                </a:lnTo>
                <a:lnTo>
                  <a:pt x="162" y="14"/>
                </a:lnTo>
                <a:lnTo>
                  <a:pt x="184" y="6"/>
                </a:lnTo>
                <a:lnTo>
                  <a:pt x="208" y="2"/>
                </a:lnTo>
                <a:lnTo>
                  <a:pt x="232" y="0"/>
                </a:lnTo>
                <a:lnTo>
                  <a:pt x="256" y="0"/>
                </a:lnTo>
                <a:lnTo>
                  <a:pt x="256" y="0"/>
                </a:lnTo>
                <a:lnTo>
                  <a:pt x="280" y="4"/>
                </a:lnTo>
                <a:lnTo>
                  <a:pt x="304" y="8"/>
                </a:lnTo>
                <a:lnTo>
                  <a:pt x="326" y="16"/>
                </a:lnTo>
                <a:lnTo>
                  <a:pt x="348" y="26"/>
                </a:lnTo>
                <a:lnTo>
                  <a:pt x="368" y="38"/>
                </a:lnTo>
                <a:lnTo>
                  <a:pt x="388" y="50"/>
                </a:lnTo>
                <a:lnTo>
                  <a:pt x="404" y="66"/>
                </a:lnTo>
                <a:lnTo>
                  <a:pt x="420" y="82"/>
                </a:lnTo>
                <a:lnTo>
                  <a:pt x="436" y="100"/>
                </a:lnTo>
                <a:lnTo>
                  <a:pt x="448" y="120"/>
                </a:lnTo>
                <a:lnTo>
                  <a:pt x="458" y="140"/>
                </a:lnTo>
                <a:lnTo>
                  <a:pt x="468" y="162"/>
                </a:lnTo>
                <a:lnTo>
                  <a:pt x="474" y="184"/>
                </a:lnTo>
                <a:lnTo>
                  <a:pt x="478" y="208"/>
                </a:lnTo>
                <a:lnTo>
                  <a:pt x="480" y="232"/>
                </a:lnTo>
                <a:lnTo>
                  <a:pt x="480" y="256"/>
                </a:lnTo>
                <a:lnTo>
                  <a:pt x="480" y="256"/>
                </a:lnTo>
                <a:close/>
              </a:path>
            </a:pathLst>
          </a:custGeom>
          <a:solidFill>
            <a:srgbClr val="63B0D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2" name="Freeform 395"/>
          <p:cNvSpPr/>
          <p:nvPr>
            <p:custDataLst>
              <p:tags r:id="rId182"/>
            </p:custDataLst>
          </p:nvPr>
        </p:nvSpPr>
        <p:spPr bwMode="auto">
          <a:xfrm>
            <a:off x="2173758" y="2023114"/>
            <a:ext cx="319247" cy="317091"/>
          </a:xfrm>
          <a:custGeom>
            <a:avLst/>
            <a:gdLst>
              <a:gd name="T0" fmla="*/ 294 w 296"/>
              <a:gd name="T1" fmla="*/ 156 h 294"/>
              <a:gd name="T2" fmla="*/ 290 w 296"/>
              <a:gd name="T3" fmla="*/ 186 h 294"/>
              <a:gd name="T4" fmla="*/ 280 w 296"/>
              <a:gd name="T5" fmla="*/ 212 h 294"/>
              <a:gd name="T6" fmla="*/ 264 w 296"/>
              <a:gd name="T7" fmla="*/ 238 h 294"/>
              <a:gd name="T8" fmla="*/ 244 w 296"/>
              <a:gd name="T9" fmla="*/ 258 h 294"/>
              <a:gd name="T10" fmla="*/ 222 w 296"/>
              <a:gd name="T11" fmla="*/ 274 h 294"/>
              <a:gd name="T12" fmla="*/ 196 w 296"/>
              <a:gd name="T13" fmla="*/ 286 h 294"/>
              <a:gd name="T14" fmla="*/ 168 w 296"/>
              <a:gd name="T15" fmla="*/ 292 h 294"/>
              <a:gd name="T16" fmla="*/ 138 w 296"/>
              <a:gd name="T17" fmla="*/ 294 h 294"/>
              <a:gd name="T18" fmla="*/ 122 w 296"/>
              <a:gd name="T19" fmla="*/ 292 h 294"/>
              <a:gd name="T20" fmla="*/ 94 w 296"/>
              <a:gd name="T21" fmla="*/ 284 h 294"/>
              <a:gd name="T22" fmla="*/ 68 w 296"/>
              <a:gd name="T23" fmla="*/ 272 h 294"/>
              <a:gd name="T24" fmla="*/ 46 w 296"/>
              <a:gd name="T25" fmla="*/ 254 h 294"/>
              <a:gd name="T26" fmla="*/ 28 w 296"/>
              <a:gd name="T27" fmla="*/ 232 h 294"/>
              <a:gd name="T28" fmla="*/ 14 w 296"/>
              <a:gd name="T29" fmla="*/ 208 h 294"/>
              <a:gd name="T30" fmla="*/ 4 w 296"/>
              <a:gd name="T31" fmla="*/ 180 h 294"/>
              <a:gd name="T32" fmla="*/ 0 w 296"/>
              <a:gd name="T33" fmla="*/ 152 h 294"/>
              <a:gd name="T34" fmla="*/ 0 w 296"/>
              <a:gd name="T35" fmla="*/ 136 h 294"/>
              <a:gd name="T36" fmla="*/ 6 w 296"/>
              <a:gd name="T37" fmla="*/ 108 h 294"/>
              <a:gd name="T38" fmla="*/ 16 w 296"/>
              <a:gd name="T39" fmla="*/ 80 h 294"/>
              <a:gd name="T40" fmla="*/ 32 w 296"/>
              <a:gd name="T41" fmla="*/ 56 h 294"/>
              <a:gd name="T42" fmla="*/ 50 w 296"/>
              <a:gd name="T43" fmla="*/ 36 h 294"/>
              <a:gd name="T44" fmla="*/ 74 w 296"/>
              <a:gd name="T45" fmla="*/ 18 h 294"/>
              <a:gd name="T46" fmla="*/ 100 w 296"/>
              <a:gd name="T47" fmla="*/ 8 h 294"/>
              <a:gd name="T48" fmla="*/ 128 w 296"/>
              <a:gd name="T49" fmla="*/ 0 h 294"/>
              <a:gd name="T50" fmla="*/ 158 w 296"/>
              <a:gd name="T51" fmla="*/ 0 h 294"/>
              <a:gd name="T52" fmla="*/ 172 w 296"/>
              <a:gd name="T53" fmla="*/ 2 h 294"/>
              <a:gd name="T54" fmla="*/ 202 w 296"/>
              <a:gd name="T55" fmla="*/ 10 h 294"/>
              <a:gd name="T56" fmla="*/ 226 w 296"/>
              <a:gd name="T57" fmla="*/ 22 h 294"/>
              <a:gd name="T58" fmla="*/ 250 w 296"/>
              <a:gd name="T59" fmla="*/ 40 h 294"/>
              <a:gd name="T60" fmla="*/ 268 w 296"/>
              <a:gd name="T61" fmla="*/ 60 h 294"/>
              <a:gd name="T62" fmla="*/ 282 w 296"/>
              <a:gd name="T63" fmla="*/ 86 h 294"/>
              <a:gd name="T64" fmla="*/ 292 w 296"/>
              <a:gd name="T65" fmla="*/ 112 h 294"/>
              <a:gd name="T66" fmla="*/ 296 w 296"/>
              <a:gd name="T67" fmla="*/ 142 h 294"/>
              <a:gd name="T68" fmla="*/ 294 w 296"/>
              <a:gd name="T69" fmla="*/ 156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96" h="294">
                <a:moveTo>
                  <a:pt x="294" y="156"/>
                </a:moveTo>
                <a:lnTo>
                  <a:pt x="294" y="156"/>
                </a:lnTo>
                <a:lnTo>
                  <a:pt x="294" y="172"/>
                </a:lnTo>
                <a:lnTo>
                  <a:pt x="290" y="186"/>
                </a:lnTo>
                <a:lnTo>
                  <a:pt x="286" y="200"/>
                </a:lnTo>
                <a:lnTo>
                  <a:pt x="280" y="212"/>
                </a:lnTo>
                <a:lnTo>
                  <a:pt x="272" y="226"/>
                </a:lnTo>
                <a:lnTo>
                  <a:pt x="264" y="238"/>
                </a:lnTo>
                <a:lnTo>
                  <a:pt x="254" y="248"/>
                </a:lnTo>
                <a:lnTo>
                  <a:pt x="244" y="258"/>
                </a:lnTo>
                <a:lnTo>
                  <a:pt x="234" y="266"/>
                </a:lnTo>
                <a:lnTo>
                  <a:pt x="222" y="274"/>
                </a:lnTo>
                <a:lnTo>
                  <a:pt x="210" y="280"/>
                </a:lnTo>
                <a:lnTo>
                  <a:pt x="196" y="286"/>
                </a:lnTo>
                <a:lnTo>
                  <a:pt x="182" y="290"/>
                </a:lnTo>
                <a:lnTo>
                  <a:pt x="168" y="292"/>
                </a:lnTo>
                <a:lnTo>
                  <a:pt x="152" y="294"/>
                </a:lnTo>
                <a:lnTo>
                  <a:pt x="138" y="294"/>
                </a:lnTo>
                <a:lnTo>
                  <a:pt x="138" y="294"/>
                </a:lnTo>
                <a:lnTo>
                  <a:pt x="122" y="292"/>
                </a:lnTo>
                <a:lnTo>
                  <a:pt x="108" y="288"/>
                </a:lnTo>
                <a:lnTo>
                  <a:pt x="94" y="284"/>
                </a:lnTo>
                <a:lnTo>
                  <a:pt x="82" y="278"/>
                </a:lnTo>
                <a:lnTo>
                  <a:pt x="68" y="272"/>
                </a:lnTo>
                <a:lnTo>
                  <a:pt x="58" y="262"/>
                </a:lnTo>
                <a:lnTo>
                  <a:pt x="46" y="254"/>
                </a:lnTo>
                <a:lnTo>
                  <a:pt x="36" y="244"/>
                </a:lnTo>
                <a:lnTo>
                  <a:pt x="28" y="232"/>
                </a:lnTo>
                <a:lnTo>
                  <a:pt x="20" y="220"/>
                </a:lnTo>
                <a:lnTo>
                  <a:pt x="14" y="208"/>
                </a:lnTo>
                <a:lnTo>
                  <a:pt x="8" y="194"/>
                </a:lnTo>
                <a:lnTo>
                  <a:pt x="4" y="180"/>
                </a:lnTo>
                <a:lnTo>
                  <a:pt x="2" y="166"/>
                </a:lnTo>
                <a:lnTo>
                  <a:pt x="0" y="152"/>
                </a:lnTo>
                <a:lnTo>
                  <a:pt x="0" y="136"/>
                </a:lnTo>
                <a:lnTo>
                  <a:pt x="0" y="136"/>
                </a:lnTo>
                <a:lnTo>
                  <a:pt x="2" y="122"/>
                </a:lnTo>
                <a:lnTo>
                  <a:pt x="6" y="108"/>
                </a:lnTo>
                <a:lnTo>
                  <a:pt x="10" y="94"/>
                </a:lnTo>
                <a:lnTo>
                  <a:pt x="16" y="80"/>
                </a:lnTo>
                <a:lnTo>
                  <a:pt x="24" y="68"/>
                </a:lnTo>
                <a:lnTo>
                  <a:pt x="32" y="56"/>
                </a:lnTo>
                <a:lnTo>
                  <a:pt x="40" y="46"/>
                </a:lnTo>
                <a:lnTo>
                  <a:pt x="50" y="36"/>
                </a:lnTo>
                <a:lnTo>
                  <a:pt x="62" y="26"/>
                </a:lnTo>
                <a:lnTo>
                  <a:pt x="74" y="18"/>
                </a:lnTo>
                <a:lnTo>
                  <a:pt x="86" y="12"/>
                </a:lnTo>
                <a:lnTo>
                  <a:pt x="100" y="8"/>
                </a:lnTo>
                <a:lnTo>
                  <a:pt x="114" y="4"/>
                </a:lnTo>
                <a:lnTo>
                  <a:pt x="128" y="0"/>
                </a:lnTo>
                <a:lnTo>
                  <a:pt x="142" y="0"/>
                </a:lnTo>
                <a:lnTo>
                  <a:pt x="158" y="0"/>
                </a:lnTo>
                <a:lnTo>
                  <a:pt x="158" y="0"/>
                </a:lnTo>
                <a:lnTo>
                  <a:pt x="172" y="2"/>
                </a:lnTo>
                <a:lnTo>
                  <a:pt x="188" y="4"/>
                </a:lnTo>
                <a:lnTo>
                  <a:pt x="202" y="10"/>
                </a:lnTo>
                <a:lnTo>
                  <a:pt x="214" y="14"/>
                </a:lnTo>
                <a:lnTo>
                  <a:pt x="226" y="22"/>
                </a:lnTo>
                <a:lnTo>
                  <a:pt x="238" y="30"/>
                </a:lnTo>
                <a:lnTo>
                  <a:pt x="250" y="40"/>
                </a:lnTo>
                <a:lnTo>
                  <a:pt x="258" y="50"/>
                </a:lnTo>
                <a:lnTo>
                  <a:pt x="268" y="60"/>
                </a:lnTo>
                <a:lnTo>
                  <a:pt x="276" y="72"/>
                </a:lnTo>
                <a:lnTo>
                  <a:pt x="282" y="86"/>
                </a:lnTo>
                <a:lnTo>
                  <a:pt x="288" y="98"/>
                </a:lnTo>
                <a:lnTo>
                  <a:pt x="292" y="112"/>
                </a:lnTo>
                <a:lnTo>
                  <a:pt x="294" y="126"/>
                </a:lnTo>
                <a:lnTo>
                  <a:pt x="296" y="142"/>
                </a:lnTo>
                <a:lnTo>
                  <a:pt x="294" y="156"/>
                </a:lnTo>
                <a:lnTo>
                  <a:pt x="294" y="15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3" name="Freeform 396"/>
          <p:cNvSpPr/>
          <p:nvPr>
            <p:custDataLst>
              <p:tags r:id="rId183"/>
            </p:custDataLst>
          </p:nvPr>
        </p:nvSpPr>
        <p:spPr bwMode="auto">
          <a:xfrm>
            <a:off x="2231999" y="2081356"/>
            <a:ext cx="200608" cy="200608"/>
          </a:xfrm>
          <a:custGeom>
            <a:avLst/>
            <a:gdLst>
              <a:gd name="T0" fmla="*/ 186 w 186"/>
              <a:gd name="T1" fmla="*/ 98 h 186"/>
              <a:gd name="T2" fmla="*/ 186 w 186"/>
              <a:gd name="T3" fmla="*/ 98 h 186"/>
              <a:gd name="T4" fmla="*/ 184 w 186"/>
              <a:gd name="T5" fmla="*/ 118 h 186"/>
              <a:gd name="T6" fmla="*/ 178 w 186"/>
              <a:gd name="T7" fmla="*/ 134 h 186"/>
              <a:gd name="T8" fmla="*/ 168 w 186"/>
              <a:gd name="T9" fmla="*/ 150 h 186"/>
              <a:gd name="T10" fmla="*/ 156 w 186"/>
              <a:gd name="T11" fmla="*/ 162 h 186"/>
              <a:gd name="T12" fmla="*/ 140 w 186"/>
              <a:gd name="T13" fmla="*/ 174 h 186"/>
              <a:gd name="T14" fmla="*/ 124 w 186"/>
              <a:gd name="T15" fmla="*/ 180 h 186"/>
              <a:gd name="T16" fmla="*/ 106 w 186"/>
              <a:gd name="T17" fmla="*/ 186 h 186"/>
              <a:gd name="T18" fmla="*/ 88 w 186"/>
              <a:gd name="T19" fmla="*/ 186 h 186"/>
              <a:gd name="T20" fmla="*/ 88 w 186"/>
              <a:gd name="T21" fmla="*/ 186 h 186"/>
              <a:gd name="T22" fmla="*/ 68 w 186"/>
              <a:gd name="T23" fmla="*/ 182 h 186"/>
              <a:gd name="T24" fmla="*/ 52 w 186"/>
              <a:gd name="T25" fmla="*/ 176 h 186"/>
              <a:gd name="T26" fmla="*/ 36 w 186"/>
              <a:gd name="T27" fmla="*/ 166 h 186"/>
              <a:gd name="T28" fmla="*/ 24 w 186"/>
              <a:gd name="T29" fmla="*/ 154 h 186"/>
              <a:gd name="T30" fmla="*/ 14 w 186"/>
              <a:gd name="T31" fmla="*/ 140 h 186"/>
              <a:gd name="T32" fmla="*/ 6 w 186"/>
              <a:gd name="T33" fmla="*/ 122 h 186"/>
              <a:gd name="T34" fmla="*/ 2 w 186"/>
              <a:gd name="T35" fmla="*/ 106 h 186"/>
              <a:gd name="T36" fmla="*/ 0 w 186"/>
              <a:gd name="T37" fmla="*/ 86 h 186"/>
              <a:gd name="T38" fmla="*/ 0 w 186"/>
              <a:gd name="T39" fmla="*/ 86 h 186"/>
              <a:gd name="T40" fmla="*/ 4 w 186"/>
              <a:gd name="T41" fmla="*/ 68 h 186"/>
              <a:gd name="T42" fmla="*/ 10 w 186"/>
              <a:gd name="T43" fmla="*/ 50 h 186"/>
              <a:gd name="T44" fmla="*/ 20 w 186"/>
              <a:gd name="T45" fmla="*/ 36 h 186"/>
              <a:gd name="T46" fmla="*/ 32 w 186"/>
              <a:gd name="T47" fmla="*/ 22 h 186"/>
              <a:gd name="T48" fmla="*/ 48 w 186"/>
              <a:gd name="T49" fmla="*/ 12 h 186"/>
              <a:gd name="T50" fmla="*/ 64 w 186"/>
              <a:gd name="T51" fmla="*/ 4 h 186"/>
              <a:gd name="T52" fmla="*/ 82 w 186"/>
              <a:gd name="T53" fmla="*/ 0 h 186"/>
              <a:gd name="T54" fmla="*/ 100 w 186"/>
              <a:gd name="T55" fmla="*/ 0 h 186"/>
              <a:gd name="T56" fmla="*/ 100 w 186"/>
              <a:gd name="T57" fmla="*/ 0 h 186"/>
              <a:gd name="T58" fmla="*/ 118 w 186"/>
              <a:gd name="T59" fmla="*/ 2 h 186"/>
              <a:gd name="T60" fmla="*/ 136 w 186"/>
              <a:gd name="T61" fmla="*/ 10 h 186"/>
              <a:gd name="T62" fmla="*/ 152 w 186"/>
              <a:gd name="T63" fmla="*/ 18 h 186"/>
              <a:gd name="T64" fmla="*/ 164 w 186"/>
              <a:gd name="T65" fmla="*/ 32 h 186"/>
              <a:gd name="T66" fmla="*/ 174 w 186"/>
              <a:gd name="T67" fmla="*/ 46 h 186"/>
              <a:gd name="T68" fmla="*/ 182 w 186"/>
              <a:gd name="T69" fmla="*/ 62 h 186"/>
              <a:gd name="T70" fmla="*/ 186 w 186"/>
              <a:gd name="T71" fmla="*/ 80 h 186"/>
              <a:gd name="T72" fmla="*/ 186 w 186"/>
              <a:gd name="T73" fmla="*/ 98 h 186"/>
              <a:gd name="T74" fmla="*/ 186 w 186"/>
              <a:gd name="T75" fmla="*/ 98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86" h="186">
                <a:moveTo>
                  <a:pt x="186" y="98"/>
                </a:moveTo>
                <a:lnTo>
                  <a:pt x="186" y="98"/>
                </a:lnTo>
                <a:lnTo>
                  <a:pt x="184" y="118"/>
                </a:lnTo>
                <a:lnTo>
                  <a:pt x="178" y="134"/>
                </a:lnTo>
                <a:lnTo>
                  <a:pt x="168" y="150"/>
                </a:lnTo>
                <a:lnTo>
                  <a:pt x="156" y="162"/>
                </a:lnTo>
                <a:lnTo>
                  <a:pt x="140" y="174"/>
                </a:lnTo>
                <a:lnTo>
                  <a:pt x="124" y="180"/>
                </a:lnTo>
                <a:lnTo>
                  <a:pt x="106" y="186"/>
                </a:lnTo>
                <a:lnTo>
                  <a:pt x="88" y="186"/>
                </a:lnTo>
                <a:lnTo>
                  <a:pt x="88" y="186"/>
                </a:lnTo>
                <a:lnTo>
                  <a:pt x="68" y="182"/>
                </a:lnTo>
                <a:lnTo>
                  <a:pt x="52" y="176"/>
                </a:lnTo>
                <a:lnTo>
                  <a:pt x="36" y="166"/>
                </a:lnTo>
                <a:lnTo>
                  <a:pt x="24" y="154"/>
                </a:lnTo>
                <a:lnTo>
                  <a:pt x="14" y="140"/>
                </a:lnTo>
                <a:lnTo>
                  <a:pt x="6" y="122"/>
                </a:lnTo>
                <a:lnTo>
                  <a:pt x="2" y="106"/>
                </a:lnTo>
                <a:lnTo>
                  <a:pt x="0" y="86"/>
                </a:lnTo>
                <a:lnTo>
                  <a:pt x="0" y="86"/>
                </a:lnTo>
                <a:lnTo>
                  <a:pt x="4" y="68"/>
                </a:lnTo>
                <a:lnTo>
                  <a:pt x="10" y="50"/>
                </a:lnTo>
                <a:lnTo>
                  <a:pt x="20" y="36"/>
                </a:lnTo>
                <a:lnTo>
                  <a:pt x="32" y="22"/>
                </a:lnTo>
                <a:lnTo>
                  <a:pt x="48" y="12"/>
                </a:lnTo>
                <a:lnTo>
                  <a:pt x="64" y="4"/>
                </a:lnTo>
                <a:lnTo>
                  <a:pt x="82" y="0"/>
                </a:lnTo>
                <a:lnTo>
                  <a:pt x="100" y="0"/>
                </a:lnTo>
                <a:lnTo>
                  <a:pt x="100" y="0"/>
                </a:lnTo>
                <a:lnTo>
                  <a:pt x="118" y="2"/>
                </a:lnTo>
                <a:lnTo>
                  <a:pt x="136" y="10"/>
                </a:lnTo>
                <a:lnTo>
                  <a:pt x="152" y="18"/>
                </a:lnTo>
                <a:lnTo>
                  <a:pt x="164" y="32"/>
                </a:lnTo>
                <a:lnTo>
                  <a:pt x="174" y="46"/>
                </a:lnTo>
                <a:lnTo>
                  <a:pt x="182" y="62"/>
                </a:lnTo>
                <a:lnTo>
                  <a:pt x="186" y="80"/>
                </a:lnTo>
                <a:lnTo>
                  <a:pt x="186" y="98"/>
                </a:lnTo>
                <a:lnTo>
                  <a:pt x="186" y="98"/>
                </a:lnTo>
                <a:close/>
              </a:path>
            </a:pathLst>
          </a:custGeom>
          <a:solidFill>
            <a:srgbClr val="DC5126"/>
          </a:solidFill>
          <a:ln>
            <a:noFill/>
          </a:ln>
        </p:spPr>
        <p:txBody>
          <a:bodyPr vert="horz" wrap="square" lIns="91440" tIns="45720" rIns="91440" bIns="45720" numCol="1" anchor="t" anchorCtr="0" compatLnSpc="1"/>
          <a:lstStyle/>
          <a:p>
            <a:endParaRPr lang="zh-CN" altLang="en-US"/>
          </a:p>
        </p:txBody>
      </p:sp>
      <p:sp>
        <p:nvSpPr>
          <p:cNvPr id="184" name="Freeform 397"/>
          <p:cNvSpPr/>
          <p:nvPr>
            <p:custDataLst>
              <p:tags r:id="rId184"/>
            </p:custDataLst>
          </p:nvPr>
        </p:nvSpPr>
        <p:spPr bwMode="auto">
          <a:xfrm>
            <a:off x="2354953" y="2178424"/>
            <a:ext cx="215708" cy="17256"/>
          </a:xfrm>
          <a:custGeom>
            <a:avLst/>
            <a:gdLst>
              <a:gd name="T0" fmla="*/ 26 w 200"/>
              <a:gd name="T1" fmla="*/ 0 h 16"/>
              <a:gd name="T2" fmla="*/ 0 w 200"/>
              <a:gd name="T3" fmla="*/ 8 h 16"/>
              <a:gd name="T4" fmla="*/ 0 w 200"/>
              <a:gd name="T5" fmla="*/ 8 h 16"/>
              <a:gd name="T6" fmla="*/ 26 w 200"/>
              <a:gd name="T7" fmla="*/ 16 h 16"/>
              <a:gd name="T8" fmla="*/ 200 w 200"/>
              <a:gd name="T9" fmla="*/ 16 h 16"/>
              <a:gd name="T10" fmla="*/ 200 w 200"/>
              <a:gd name="T11" fmla="*/ 0 h 16"/>
              <a:gd name="T12" fmla="*/ 26 w 200"/>
              <a:gd name="T13" fmla="*/ 0 h 16"/>
            </a:gdLst>
            <a:ahLst/>
            <a:cxnLst>
              <a:cxn ang="0">
                <a:pos x="T0" y="T1"/>
              </a:cxn>
              <a:cxn ang="0">
                <a:pos x="T2" y="T3"/>
              </a:cxn>
              <a:cxn ang="0">
                <a:pos x="T4" y="T5"/>
              </a:cxn>
              <a:cxn ang="0">
                <a:pos x="T6" y="T7"/>
              </a:cxn>
              <a:cxn ang="0">
                <a:pos x="T8" y="T9"/>
              </a:cxn>
              <a:cxn ang="0">
                <a:pos x="T10" y="T11"/>
              </a:cxn>
              <a:cxn ang="0">
                <a:pos x="T12" y="T13"/>
              </a:cxn>
            </a:cxnLst>
            <a:rect l="0" t="0" r="r" b="b"/>
            <a:pathLst>
              <a:path w="200" h="16">
                <a:moveTo>
                  <a:pt x="26" y="0"/>
                </a:moveTo>
                <a:lnTo>
                  <a:pt x="0" y="8"/>
                </a:lnTo>
                <a:lnTo>
                  <a:pt x="0" y="8"/>
                </a:lnTo>
                <a:lnTo>
                  <a:pt x="26" y="16"/>
                </a:lnTo>
                <a:lnTo>
                  <a:pt x="200" y="16"/>
                </a:lnTo>
                <a:lnTo>
                  <a:pt x="200" y="0"/>
                </a:lnTo>
                <a:lnTo>
                  <a:pt x="26" y="0"/>
                </a:lnTo>
                <a:close/>
              </a:path>
            </a:pathLst>
          </a:custGeom>
          <a:solidFill>
            <a:srgbClr val="ACACAC">
              <a:lumMod val="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5" name="Freeform 398"/>
          <p:cNvSpPr/>
          <p:nvPr>
            <p:custDataLst>
              <p:tags r:id="rId185"/>
            </p:custDataLst>
          </p:nvPr>
        </p:nvSpPr>
        <p:spPr bwMode="auto">
          <a:xfrm>
            <a:off x="2864022" y="2152540"/>
            <a:ext cx="614767" cy="69027"/>
          </a:xfrm>
          <a:custGeom>
            <a:avLst/>
            <a:gdLst>
              <a:gd name="T0" fmla="*/ 544 w 570"/>
              <a:gd name="T1" fmla="*/ 6 h 64"/>
              <a:gd name="T2" fmla="*/ 0 w 570"/>
              <a:gd name="T3" fmla="*/ 0 h 64"/>
              <a:gd name="T4" fmla="*/ 0 w 570"/>
              <a:gd name="T5" fmla="*/ 64 h 64"/>
              <a:gd name="T6" fmla="*/ 544 w 570"/>
              <a:gd name="T7" fmla="*/ 58 h 64"/>
              <a:gd name="T8" fmla="*/ 544 w 570"/>
              <a:gd name="T9" fmla="*/ 58 h 64"/>
              <a:gd name="T10" fmla="*/ 554 w 570"/>
              <a:gd name="T11" fmla="*/ 56 h 64"/>
              <a:gd name="T12" fmla="*/ 562 w 570"/>
              <a:gd name="T13" fmla="*/ 52 h 64"/>
              <a:gd name="T14" fmla="*/ 568 w 570"/>
              <a:gd name="T15" fmla="*/ 42 h 64"/>
              <a:gd name="T16" fmla="*/ 570 w 570"/>
              <a:gd name="T17" fmla="*/ 32 h 64"/>
              <a:gd name="T18" fmla="*/ 570 w 570"/>
              <a:gd name="T19" fmla="*/ 32 h 64"/>
              <a:gd name="T20" fmla="*/ 568 w 570"/>
              <a:gd name="T21" fmla="*/ 22 h 64"/>
              <a:gd name="T22" fmla="*/ 562 w 570"/>
              <a:gd name="T23" fmla="*/ 14 h 64"/>
              <a:gd name="T24" fmla="*/ 554 w 570"/>
              <a:gd name="T25" fmla="*/ 8 h 64"/>
              <a:gd name="T26" fmla="*/ 544 w 570"/>
              <a:gd name="T27" fmla="*/ 6 h 64"/>
              <a:gd name="T28" fmla="*/ 544 w 570"/>
              <a:gd name="T29" fmla="*/ 6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0" h="64">
                <a:moveTo>
                  <a:pt x="544" y="6"/>
                </a:moveTo>
                <a:lnTo>
                  <a:pt x="0" y="0"/>
                </a:lnTo>
                <a:lnTo>
                  <a:pt x="0" y="64"/>
                </a:lnTo>
                <a:lnTo>
                  <a:pt x="544" y="58"/>
                </a:lnTo>
                <a:lnTo>
                  <a:pt x="544" y="58"/>
                </a:lnTo>
                <a:lnTo>
                  <a:pt x="554" y="56"/>
                </a:lnTo>
                <a:lnTo>
                  <a:pt x="562" y="52"/>
                </a:lnTo>
                <a:lnTo>
                  <a:pt x="568" y="42"/>
                </a:lnTo>
                <a:lnTo>
                  <a:pt x="570" y="32"/>
                </a:lnTo>
                <a:lnTo>
                  <a:pt x="570" y="32"/>
                </a:lnTo>
                <a:lnTo>
                  <a:pt x="568" y="22"/>
                </a:lnTo>
                <a:lnTo>
                  <a:pt x="562" y="14"/>
                </a:lnTo>
                <a:lnTo>
                  <a:pt x="554" y="8"/>
                </a:lnTo>
                <a:lnTo>
                  <a:pt x="544" y="6"/>
                </a:lnTo>
                <a:lnTo>
                  <a:pt x="544" y="6"/>
                </a:lnTo>
                <a:close/>
              </a:path>
            </a:pathLst>
          </a:custGeom>
          <a:solidFill>
            <a:srgbClr val="DC5126">
              <a:lumMod val="75000"/>
            </a:srgbClr>
          </a:solidFill>
          <a:ln>
            <a:noFill/>
          </a:ln>
        </p:spPr>
        <p:txBody>
          <a:bodyPr vert="horz" wrap="square" lIns="91440" tIns="45720" rIns="91440" bIns="45720" numCol="1" anchor="t" anchorCtr="0" compatLnSpc="1"/>
          <a:lstStyle/>
          <a:p>
            <a:endParaRPr lang="zh-CN" altLang="en-US"/>
          </a:p>
        </p:txBody>
      </p:sp>
      <p:sp>
        <p:nvSpPr>
          <p:cNvPr id="186" name="Freeform 399"/>
          <p:cNvSpPr/>
          <p:nvPr>
            <p:custDataLst>
              <p:tags r:id="rId186"/>
            </p:custDataLst>
          </p:nvPr>
        </p:nvSpPr>
        <p:spPr bwMode="auto">
          <a:xfrm>
            <a:off x="3118556" y="1964874"/>
            <a:ext cx="379645" cy="198451"/>
          </a:xfrm>
          <a:custGeom>
            <a:avLst/>
            <a:gdLst>
              <a:gd name="T0" fmla="*/ 322 w 352"/>
              <a:gd name="T1" fmla="*/ 184 h 184"/>
              <a:gd name="T2" fmla="*/ 322 w 352"/>
              <a:gd name="T3" fmla="*/ 184 h 184"/>
              <a:gd name="T4" fmla="*/ 330 w 352"/>
              <a:gd name="T5" fmla="*/ 174 h 184"/>
              <a:gd name="T6" fmla="*/ 336 w 352"/>
              <a:gd name="T7" fmla="*/ 164 h 184"/>
              <a:gd name="T8" fmla="*/ 342 w 352"/>
              <a:gd name="T9" fmla="*/ 152 h 184"/>
              <a:gd name="T10" fmla="*/ 346 w 352"/>
              <a:gd name="T11" fmla="*/ 138 h 184"/>
              <a:gd name="T12" fmla="*/ 350 w 352"/>
              <a:gd name="T13" fmla="*/ 126 h 184"/>
              <a:gd name="T14" fmla="*/ 352 w 352"/>
              <a:gd name="T15" fmla="*/ 112 h 184"/>
              <a:gd name="T16" fmla="*/ 352 w 352"/>
              <a:gd name="T17" fmla="*/ 98 h 184"/>
              <a:gd name="T18" fmla="*/ 350 w 352"/>
              <a:gd name="T19" fmla="*/ 84 h 184"/>
              <a:gd name="T20" fmla="*/ 346 w 352"/>
              <a:gd name="T21" fmla="*/ 70 h 184"/>
              <a:gd name="T22" fmla="*/ 340 w 352"/>
              <a:gd name="T23" fmla="*/ 58 h 184"/>
              <a:gd name="T24" fmla="*/ 334 w 352"/>
              <a:gd name="T25" fmla="*/ 46 h 184"/>
              <a:gd name="T26" fmla="*/ 324 w 352"/>
              <a:gd name="T27" fmla="*/ 34 h 184"/>
              <a:gd name="T28" fmla="*/ 310 w 352"/>
              <a:gd name="T29" fmla="*/ 24 h 184"/>
              <a:gd name="T30" fmla="*/ 296 w 352"/>
              <a:gd name="T31" fmla="*/ 14 h 184"/>
              <a:gd name="T32" fmla="*/ 278 w 352"/>
              <a:gd name="T33" fmla="*/ 8 h 184"/>
              <a:gd name="T34" fmla="*/ 258 w 352"/>
              <a:gd name="T35" fmla="*/ 2 h 184"/>
              <a:gd name="T36" fmla="*/ 258 w 352"/>
              <a:gd name="T37" fmla="*/ 2 h 184"/>
              <a:gd name="T38" fmla="*/ 246 w 352"/>
              <a:gd name="T39" fmla="*/ 0 h 184"/>
              <a:gd name="T40" fmla="*/ 234 w 352"/>
              <a:gd name="T41" fmla="*/ 0 h 184"/>
              <a:gd name="T42" fmla="*/ 224 w 352"/>
              <a:gd name="T43" fmla="*/ 2 h 184"/>
              <a:gd name="T44" fmla="*/ 212 w 352"/>
              <a:gd name="T45" fmla="*/ 4 h 184"/>
              <a:gd name="T46" fmla="*/ 192 w 352"/>
              <a:gd name="T47" fmla="*/ 12 h 184"/>
              <a:gd name="T48" fmla="*/ 174 w 352"/>
              <a:gd name="T49" fmla="*/ 22 h 184"/>
              <a:gd name="T50" fmla="*/ 158 w 352"/>
              <a:gd name="T51" fmla="*/ 32 h 184"/>
              <a:gd name="T52" fmla="*/ 146 w 352"/>
              <a:gd name="T53" fmla="*/ 40 h 184"/>
              <a:gd name="T54" fmla="*/ 136 w 352"/>
              <a:gd name="T55" fmla="*/ 50 h 184"/>
              <a:gd name="T56" fmla="*/ 0 w 352"/>
              <a:gd name="T57" fmla="*/ 184 h 184"/>
              <a:gd name="T58" fmla="*/ 322 w 352"/>
              <a:gd name="T59" fmla="*/ 184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52" h="184">
                <a:moveTo>
                  <a:pt x="322" y="184"/>
                </a:moveTo>
                <a:lnTo>
                  <a:pt x="322" y="184"/>
                </a:lnTo>
                <a:lnTo>
                  <a:pt x="330" y="174"/>
                </a:lnTo>
                <a:lnTo>
                  <a:pt x="336" y="164"/>
                </a:lnTo>
                <a:lnTo>
                  <a:pt x="342" y="152"/>
                </a:lnTo>
                <a:lnTo>
                  <a:pt x="346" y="138"/>
                </a:lnTo>
                <a:lnTo>
                  <a:pt x="350" y="126"/>
                </a:lnTo>
                <a:lnTo>
                  <a:pt x="352" y="112"/>
                </a:lnTo>
                <a:lnTo>
                  <a:pt x="352" y="98"/>
                </a:lnTo>
                <a:lnTo>
                  <a:pt x="350" y="84"/>
                </a:lnTo>
                <a:lnTo>
                  <a:pt x="346" y="70"/>
                </a:lnTo>
                <a:lnTo>
                  <a:pt x="340" y="58"/>
                </a:lnTo>
                <a:lnTo>
                  <a:pt x="334" y="46"/>
                </a:lnTo>
                <a:lnTo>
                  <a:pt x="324" y="34"/>
                </a:lnTo>
                <a:lnTo>
                  <a:pt x="310" y="24"/>
                </a:lnTo>
                <a:lnTo>
                  <a:pt x="296" y="14"/>
                </a:lnTo>
                <a:lnTo>
                  <a:pt x="278" y="8"/>
                </a:lnTo>
                <a:lnTo>
                  <a:pt x="258" y="2"/>
                </a:lnTo>
                <a:lnTo>
                  <a:pt x="258" y="2"/>
                </a:lnTo>
                <a:lnTo>
                  <a:pt x="246" y="0"/>
                </a:lnTo>
                <a:lnTo>
                  <a:pt x="234" y="0"/>
                </a:lnTo>
                <a:lnTo>
                  <a:pt x="224" y="2"/>
                </a:lnTo>
                <a:lnTo>
                  <a:pt x="212" y="4"/>
                </a:lnTo>
                <a:lnTo>
                  <a:pt x="192" y="12"/>
                </a:lnTo>
                <a:lnTo>
                  <a:pt x="174" y="22"/>
                </a:lnTo>
                <a:lnTo>
                  <a:pt x="158" y="32"/>
                </a:lnTo>
                <a:lnTo>
                  <a:pt x="146" y="40"/>
                </a:lnTo>
                <a:lnTo>
                  <a:pt x="136" y="50"/>
                </a:lnTo>
                <a:lnTo>
                  <a:pt x="0" y="184"/>
                </a:lnTo>
                <a:lnTo>
                  <a:pt x="322" y="184"/>
                </a:lnTo>
                <a:close/>
              </a:path>
            </a:pathLst>
          </a:custGeom>
          <a:solidFill>
            <a:srgbClr val="DC5126"/>
          </a:solidFill>
          <a:ln>
            <a:noFill/>
          </a:ln>
        </p:spPr>
        <p:txBody>
          <a:bodyPr vert="horz" wrap="square" lIns="91440" tIns="45720" rIns="91440" bIns="45720" numCol="1" anchor="t" anchorCtr="0" compatLnSpc="1"/>
          <a:lstStyle/>
          <a:p>
            <a:endParaRPr lang="zh-CN" altLang="en-US"/>
          </a:p>
        </p:txBody>
      </p:sp>
      <p:sp>
        <p:nvSpPr>
          <p:cNvPr id="187" name="Freeform 400"/>
          <p:cNvSpPr/>
          <p:nvPr>
            <p:custDataLst>
              <p:tags r:id="rId187"/>
            </p:custDataLst>
          </p:nvPr>
        </p:nvSpPr>
        <p:spPr bwMode="auto">
          <a:xfrm>
            <a:off x="3118556" y="2212937"/>
            <a:ext cx="379645" cy="198451"/>
          </a:xfrm>
          <a:custGeom>
            <a:avLst/>
            <a:gdLst>
              <a:gd name="T0" fmla="*/ 322 w 352"/>
              <a:gd name="T1" fmla="*/ 0 h 184"/>
              <a:gd name="T2" fmla="*/ 322 w 352"/>
              <a:gd name="T3" fmla="*/ 0 h 184"/>
              <a:gd name="T4" fmla="*/ 330 w 352"/>
              <a:gd name="T5" fmla="*/ 10 h 184"/>
              <a:gd name="T6" fmla="*/ 336 w 352"/>
              <a:gd name="T7" fmla="*/ 20 h 184"/>
              <a:gd name="T8" fmla="*/ 342 w 352"/>
              <a:gd name="T9" fmla="*/ 32 h 184"/>
              <a:gd name="T10" fmla="*/ 346 w 352"/>
              <a:gd name="T11" fmla="*/ 44 h 184"/>
              <a:gd name="T12" fmla="*/ 350 w 352"/>
              <a:gd name="T13" fmla="*/ 58 h 184"/>
              <a:gd name="T14" fmla="*/ 352 w 352"/>
              <a:gd name="T15" fmla="*/ 72 h 184"/>
              <a:gd name="T16" fmla="*/ 352 w 352"/>
              <a:gd name="T17" fmla="*/ 86 h 184"/>
              <a:gd name="T18" fmla="*/ 350 w 352"/>
              <a:gd name="T19" fmla="*/ 100 h 184"/>
              <a:gd name="T20" fmla="*/ 346 w 352"/>
              <a:gd name="T21" fmla="*/ 112 h 184"/>
              <a:gd name="T22" fmla="*/ 340 w 352"/>
              <a:gd name="T23" fmla="*/ 126 h 184"/>
              <a:gd name="T24" fmla="*/ 332 w 352"/>
              <a:gd name="T25" fmla="*/ 138 h 184"/>
              <a:gd name="T26" fmla="*/ 322 w 352"/>
              <a:gd name="T27" fmla="*/ 150 h 184"/>
              <a:gd name="T28" fmla="*/ 310 w 352"/>
              <a:gd name="T29" fmla="*/ 160 h 184"/>
              <a:gd name="T30" fmla="*/ 296 w 352"/>
              <a:gd name="T31" fmla="*/ 168 h 184"/>
              <a:gd name="T32" fmla="*/ 278 w 352"/>
              <a:gd name="T33" fmla="*/ 176 h 184"/>
              <a:gd name="T34" fmla="*/ 258 w 352"/>
              <a:gd name="T35" fmla="*/ 182 h 184"/>
              <a:gd name="T36" fmla="*/ 258 w 352"/>
              <a:gd name="T37" fmla="*/ 182 h 184"/>
              <a:gd name="T38" fmla="*/ 246 w 352"/>
              <a:gd name="T39" fmla="*/ 182 h 184"/>
              <a:gd name="T40" fmla="*/ 234 w 352"/>
              <a:gd name="T41" fmla="*/ 184 h 184"/>
              <a:gd name="T42" fmla="*/ 224 w 352"/>
              <a:gd name="T43" fmla="*/ 182 h 184"/>
              <a:gd name="T44" fmla="*/ 212 w 352"/>
              <a:gd name="T45" fmla="*/ 180 h 184"/>
              <a:gd name="T46" fmla="*/ 192 w 352"/>
              <a:gd name="T47" fmla="*/ 172 h 184"/>
              <a:gd name="T48" fmla="*/ 174 w 352"/>
              <a:gd name="T49" fmla="*/ 162 h 184"/>
              <a:gd name="T50" fmla="*/ 158 w 352"/>
              <a:gd name="T51" fmla="*/ 152 h 184"/>
              <a:gd name="T52" fmla="*/ 146 w 352"/>
              <a:gd name="T53" fmla="*/ 142 h 184"/>
              <a:gd name="T54" fmla="*/ 136 w 352"/>
              <a:gd name="T55" fmla="*/ 132 h 184"/>
              <a:gd name="T56" fmla="*/ 0 w 352"/>
              <a:gd name="T57" fmla="*/ 0 h 184"/>
              <a:gd name="T58" fmla="*/ 322 w 352"/>
              <a:gd name="T59" fmla="*/ 0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52" h="184">
                <a:moveTo>
                  <a:pt x="322" y="0"/>
                </a:moveTo>
                <a:lnTo>
                  <a:pt x="322" y="0"/>
                </a:lnTo>
                <a:lnTo>
                  <a:pt x="330" y="10"/>
                </a:lnTo>
                <a:lnTo>
                  <a:pt x="336" y="20"/>
                </a:lnTo>
                <a:lnTo>
                  <a:pt x="342" y="32"/>
                </a:lnTo>
                <a:lnTo>
                  <a:pt x="346" y="44"/>
                </a:lnTo>
                <a:lnTo>
                  <a:pt x="350" y="58"/>
                </a:lnTo>
                <a:lnTo>
                  <a:pt x="352" y="72"/>
                </a:lnTo>
                <a:lnTo>
                  <a:pt x="352" y="86"/>
                </a:lnTo>
                <a:lnTo>
                  <a:pt x="350" y="100"/>
                </a:lnTo>
                <a:lnTo>
                  <a:pt x="346" y="112"/>
                </a:lnTo>
                <a:lnTo>
                  <a:pt x="340" y="126"/>
                </a:lnTo>
                <a:lnTo>
                  <a:pt x="332" y="138"/>
                </a:lnTo>
                <a:lnTo>
                  <a:pt x="322" y="150"/>
                </a:lnTo>
                <a:lnTo>
                  <a:pt x="310" y="160"/>
                </a:lnTo>
                <a:lnTo>
                  <a:pt x="296" y="168"/>
                </a:lnTo>
                <a:lnTo>
                  <a:pt x="278" y="176"/>
                </a:lnTo>
                <a:lnTo>
                  <a:pt x="258" y="182"/>
                </a:lnTo>
                <a:lnTo>
                  <a:pt x="258" y="182"/>
                </a:lnTo>
                <a:lnTo>
                  <a:pt x="246" y="182"/>
                </a:lnTo>
                <a:lnTo>
                  <a:pt x="234" y="184"/>
                </a:lnTo>
                <a:lnTo>
                  <a:pt x="224" y="182"/>
                </a:lnTo>
                <a:lnTo>
                  <a:pt x="212" y="180"/>
                </a:lnTo>
                <a:lnTo>
                  <a:pt x="192" y="172"/>
                </a:lnTo>
                <a:lnTo>
                  <a:pt x="174" y="162"/>
                </a:lnTo>
                <a:lnTo>
                  <a:pt x="158" y="152"/>
                </a:lnTo>
                <a:lnTo>
                  <a:pt x="146" y="142"/>
                </a:lnTo>
                <a:lnTo>
                  <a:pt x="136" y="132"/>
                </a:lnTo>
                <a:lnTo>
                  <a:pt x="0" y="0"/>
                </a:lnTo>
                <a:lnTo>
                  <a:pt x="322" y="0"/>
                </a:lnTo>
                <a:close/>
              </a:path>
            </a:pathLst>
          </a:custGeom>
          <a:solidFill>
            <a:srgbClr val="DC5126">
              <a:lumMod val="75000"/>
            </a:srgbClr>
          </a:solidFill>
          <a:ln>
            <a:noFill/>
          </a:ln>
        </p:spPr>
        <p:txBody>
          <a:bodyPr vert="horz" wrap="square" lIns="91440" tIns="45720" rIns="91440" bIns="45720" numCol="1" anchor="t" anchorCtr="0" compatLnSpc="1"/>
          <a:lstStyle/>
          <a:p>
            <a:endParaRPr lang="zh-CN" altLang="en-US"/>
          </a:p>
        </p:txBody>
      </p:sp>
      <p:sp>
        <p:nvSpPr>
          <p:cNvPr id="188" name="Freeform 401"/>
          <p:cNvSpPr/>
          <p:nvPr>
            <p:custDataLst>
              <p:tags r:id="rId188"/>
            </p:custDataLst>
          </p:nvPr>
        </p:nvSpPr>
        <p:spPr bwMode="auto">
          <a:xfrm>
            <a:off x="3118556" y="2189209"/>
            <a:ext cx="358075" cy="107853"/>
          </a:xfrm>
          <a:custGeom>
            <a:avLst/>
            <a:gdLst>
              <a:gd name="T0" fmla="*/ 320 w 332"/>
              <a:gd name="T1" fmla="*/ 0 h 100"/>
              <a:gd name="T2" fmla="*/ 320 w 332"/>
              <a:gd name="T3" fmla="*/ 0 h 100"/>
              <a:gd name="T4" fmla="*/ 326 w 332"/>
              <a:gd name="T5" fmla="*/ 6 h 100"/>
              <a:gd name="T6" fmla="*/ 330 w 332"/>
              <a:gd name="T7" fmla="*/ 12 h 100"/>
              <a:gd name="T8" fmla="*/ 332 w 332"/>
              <a:gd name="T9" fmla="*/ 18 h 100"/>
              <a:gd name="T10" fmla="*/ 332 w 332"/>
              <a:gd name="T11" fmla="*/ 26 h 100"/>
              <a:gd name="T12" fmla="*/ 332 w 332"/>
              <a:gd name="T13" fmla="*/ 34 h 100"/>
              <a:gd name="T14" fmla="*/ 330 w 332"/>
              <a:gd name="T15" fmla="*/ 42 h 100"/>
              <a:gd name="T16" fmla="*/ 326 w 332"/>
              <a:gd name="T17" fmla="*/ 52 h 100"/>
              <a:gd name="T18" fmla="*/ 320 w 332"/>
              <a:gd name="T19" fmla="*/ 60 h 100"/>
              <a:gd name="T20" fmla="*/ 312 w 332"/>
              <a:gd name="T21" fmla="*/ 68 h 100"/>
              <a:gd name="T22" fmla="*/ 304 w 332"/>
              <a:gd name="T23" fmla="*/ 74 h 100"/>
              <a:gd name="T24" fmla="*/ 292 w 332"/>
              <a:gd name="T25" fmla="*/ 82 h 100"/>
              <a:gd name="T26" fmla="*/ 280 w 332"/>
              <a:gd name="T27" fmla="*/ 88 h 100"/>
              <a:gd name="T28" fmla="*/ 266 w 332"/>
              <a:gd name="T29" fmla="*/ 92 h 100"/>
              <a:gd name="T30" fmla="*/ 248 w 332"/>
              <a:gd name="T31" fmla="*/ 96 h 100"/>
              <a:gd name="T32" fmla="*/ 230 w 332"/>
              <a:gd name="T33" fmla="*/ 98 h 100"/>
              <a:gd name="T34" fmla="*/ 210 w 332"/>
              <a:gd name="T35" fmla="*/ 100 h 100"/>
              <a:gd name="T36" fmla="*/ 210 w 332"/>
              <a:gd name="T37" fmla="*/ 100 h 100"/>
              <a:gd name="T38" fmla="*/ 186 w 332"/>
              <a:gd name="T39" fmla="*/ 98 h 100"/>
              <a:gd name="T40" fmla="*/ 164 w 332"/>
              <a:gd name="T41" fmla="*/ 96 h 100"/>
              <a:gd name="T42" fmla="*/ 146 w 332"/>
              <a:gd name="T43" fmla="*/ 92 h 100"/>
              <a:gd name="T44" fmla="*/ 130 w 332"/>
              <a:gd name="T45" fmla="*/ 86 h 100"/>
              <a:gd name="T46" fmla="*/ 108 w 332"/>
              <a:gd name="T47" fmla="*/ 78 h 100"/>
              <a:gd name="T48" fmla="*/ 100 w 332"/>
              <a:gd name="T49" fmla="*/ 72 h 100"/>
              <a:gd name="T50" fmla="*/ 0 w 332"/>
              <a:gd name="T51" fmla="*/ 0 h 100"/>
              <a:gd name="T52" fmla="*/ 320 w 332"/>
              <a:gd name="T53" fmla="*/ 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32" h="100">
                <a:moveTo>
                  <a:pt x="320" y="0"/>
                </a:moveTo>
                <a:lnTo>
                  <a:pt x="320" y="0"/>
                </a:lnTo>
                <a:lnTo>
                  <a:pt x="326" y="6"/>
                </a:lnTo>
                <a:lnTo>
                  <a:pt x="330" y="12"/>
                </a:lnTo>
                <a:lnTo>
                  <a:pt x="332" y="18"/>
                </a:lnTo>
                <a:lnTo>
                  <a:pt x="332" y="26"/>
                </a:lnTo>
                <a:lnTo>
                  <a:pt x="332" y="34"/>
                </a:lnTo>
                <a:lnTo>
                  <a:pt x="330" y="42"/>
                </a:lnTo>
                <a:lnTo>
                  <a:pt x="326" y="52"/>
                </a:lnTo>
                <a:lnTo>
                  <a:pt x="320" y="60"/>
                </a:lnTo>
                <a:lnTo>
                  <a:pt x="312" y="68"/>
                </a:lnTo>
                <a:lnTo>
                  <a:pt x="304" y="74"/>
                </a:lnTo>
                <a:lnTo>
                  <a:pt x="292" y="82"/>
                </a:lnTo>
                <a:lnTo>
                  <a:pt x="280" y="88"/>
                </a:lnTo>
                <a:lnTo>
                  <a:pt x="266" y="92"/>
                </a:lnTo>
                <a:lnTo>
                  <a:pt x="248" y="96"/>
                </a:lnTo>
                <a:lnTo>
                  <a:pt x="230" y="98"/>
                </a:lnTo>
                <a:lnTo>
                  <a:pt x="210" y="100"/>
                </a:lnTo>
                <a:lnTo>
                  <a:pt x="210" y="100"/>
                </a:lnTo>
                <a:lnTo>
                  <a:pt x="186" y="98"/>
                </a:lnTo>
                <a:lnTo>
                  <a:pt x="164" y="96"/>
                </a:lnTo>
                <a:lnTo>
                  <a:pt x="146" y="92"/>
                </a:lnTo>
                <a:lnTo>
                  <a:pt x="130" y="86"/>
                </a:lnTo>
                <a:lnTo>
                  <a:pt x="108" y="78"/>
                </a:lnTo>
                <a:lnTo>
                  <a:pt x="100" y="72"/>
                </a:lnTo>
                <a:lnTo>
                  <a:pt x="0" y="0"/>
                </a:lnTo>
                <a:lnTo>
                  <a:pt x="320" y="0"/>
                </a:lnTo>
                <a:close/>
              </a:path>
            </a:pathLst>
          </a:custGeom>
          <a:solidFill>
            <a:srgbClr val="DC5126">
              <a:lumMod val="60000"/>
              <a:lumOff val="40000"/>
            </a:srgbClr>
          </a:solidFill>
          <a:ln>
            <a:noFill/>
          </a:ln>
        </p:spPr>
        <p:txBody>
          <a:bodyPr vert="horz" wrap="square" lIns="91440" tIns="45720" rIns="91440" bIns="45720" numCol="1" anchor="t" anchorCtr="0" compatLnSpc="1"/>
          <a:lstStyle/>
          <a:p>
            <a:endParaRPr lang="zh-CN" altLang="en-US"/>
          </a:p>
        </p:txBody>
      </p:sp>
      <p:sp>
        <p:nvSpPr>
          <p:cNvPr id="189" name="Freeform 402"/>
          <p:cNvSpPr/>
          <p:nvPr>
            <p:custDataLst>
              <p:tags r:id="rId189"/>
            </p:custDataLst>
          </p:nvPr>
        </p:nvSpPr>
        <p:spPr bwMode="auto">
          <a:xfrm>
            <a:off x="2652628" y="2187054"/>
            <a:ext cx="217864" cy="60399"/>
          </a:xfrm>
          <a:custGeom>
            <a:avLst/>
            <a:gdLst>
              <a:gd name="T0" fmla="*/ 0 w 202"/>
              <a:gd name="T1" fmla="*/ 0 h 56"/>
              <a:gd name="T2" fmla="*/ 0 w 202"/>
              <a:gd name="T3" fmla="*/ 56 h 56"/>
              <a:gd name="T4" fmla="*/ 202 w 202"/>
              <a:gd name="T5" fmla="*/ 46 h 56"/>
              <a:gd name="T6" fmla="*/ 202 w 202"/>
              <a:gd name="T7" fmla="*/ 0 h 56"/>
              <a:gd name="T8" fmla="*/ 0 w 202"/>
              <a:gd name="T9" fmla="*/ 0 h 56"/>
            </a:gdLst>
            <a:ahLst/>
            <a:cxnLst>
              <a:cxn ang="0">
                <a:pos x="T0" y="T1"/>
              </a:cxn>
              <a:cxn ang="0">
                <a:pos x="T2" y="T3"/>
              </a:cxn>
              <a:cxn ang="0">
                <a:pos x="T4" y="T5"/>
              </a:cxn>
              <a:cxn ang="0">
                <a:pos x="T6" y="T7"/>
              </a:cxn>
              <a:cxn ang="0">
                <a:pos x="T8" y="T9"/>
              </a:cxn>
            </a:cxnLst>
            <a:rect l="0" t="0" r="r" b="b"/>
            <a:pathLst>
              <a:path w="201" h="56">
                <a:moveTo>
                  <a:pt x="0" y="0"/>
                </a:moveTo>
                <a:lnTo>
                  <a:pt x="0" y="56"/>
                </a:lnTo>
                <a:lnTo>
                  <a:pt x="202" y="46"/>
                </a:lnTo>
                <a:lnTo>
                  <a:pt x="202" y="0"/>
                </a:lnTo>
                <a:lnTo>
                  <a:pt x="0" y="0"/>
                </a:lnTo>
                <a:close/>
              </a:path>
            </a:pathLst>
          </a:custGeom>
          <a:solidFill>
            <a:srgbClr val="A3A1A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0" name="Freeform 403"/>
          <p:cNvSpPr/>
          <p:nvPr>
            <p:custDataLst>
              <p:tags r:id="rId190"/>
            </p:custDataLst>
          </p:nvPr>
        </p:nvSpPr>
        <p:spPr bwMode="auto">
          <a:xfrm>
            <a:off x="2652628" y="2126655"/>
            <a:ext cx="217864" cy="60399"/>
          </a:xfrm>
          <a:custGeom>
            <a:avLst/>
            <a:gdLst>
              <a:gd name="T0" fmla="*/ 202 w 202"/>
              <a:gd name="T1" fmla="*/ 56 h 56"/>
              <a:gd name="T2" fmla="*/ 202 w 202"/>
              <a:gd name="T3" fmla="*/ 10 h 56"/>
              <a:gd name="T4" fmla="*/ 0 w 202"/>
              <a:gd name="T5" fmla="*/ 0 h 56"/>
              <a:gd name="T6" fmla="*/ 0 w 202"/>
              <a:gd name="T7" fmla="*/ 56 h 56"/>
              <a:gd name="T8" fmla="*/ 202 w 202"/>
              <a:gd name="T9" fmla="*/ 56 h 56"/>
            </a:gdLst>
            <a:ahLst/>
            <a:cxnLst>
              <a:cxn ang="0">
                <a:pos x="T0" y="T1"/>
              </a:cxn>
              <a:cxn ang="0">
                <a:pos x="T2" y="T3"/>
              </a:cxn>
              <a:cxn ang="0">
                <a:pos x="T4" y="T5"/>
              </a:cxn>
              <a:cxn ang="0">
                <a:pos x="T6" y="T7"/>
              </a:cxn>
              <a:cxn ang="0">
                <a:pos x="T8" y="T9"/>
              </a:cxn>
            </a:cxnLst>
            <a:rect l="0" t="0" r="r" b="b"/>
            <a:pathLst>
              <a:path w="201" h="56">
                <a:moveTo>
                  <a:pt x="202" y="56"/>
                </a:moveTo>
                <a:lnTo>
                  <a:pt x="202" y="10"/>
                </a:lnTo>
                <a:lnTo>
                  <a:pt x="0" y="0"/>
                </a:lnTo>
                <a:lnTo>
                  <a:pt x="0" y="56"/>
                </a:lnTo>
                <a:lnTo>
                  <a:pt x="202" y="56"/>
                </a:lnTo>
                <a:close/>
              </a:path>
            </a:pathLst>
          </a:custGeom>
          <a:solidFill>
            <a:srgbClr val="ACACAC">
              <a:lumMod val="25000"/>
              <a:lumOff val="75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1" name="Freeform 404"/>
          <p:cNvSpPr/>
          <p:nvPr>
            <p:custDataLst>
              <p:tags r:id="rId191"/>
            </p:custDataLst>
          </p:nvPr>
        </p:nvSpPr>
        <p:spPr bwMode="auto">
          <a:xfrm>
            <a:off x="2564188" y="2126655"/>
            <a:ext cx="88440" cy="60399"/>
          </a:xfrm>
          <a:custGeom>
            <a:avLst/>
            <a:gdLst>
              <a:gd name="T0" fmla="*/ 82 w 82"/>
              <a:gd name="T1" fmla="*/ 0 h 56"/>
              <a:gd name="T2" fmla="*/ 24 w 82"/>
              <a:gd name="T3" fmla="*/ 20 h 56"/>
              <a:gd name="T4" fmla="*/ 24 w 82"/>
              <a:gd name="T5" fmla="*/ 20 h 56"/>
              <a:gd name="T6" fmla="*/ 14 w 82"/>
              <a:gd name="T7" fmla="*/ 26 h 56"/>
              <a:gd name="T8" fmla="*/ 6 w 82"/>
              <a:gd name="T9" fmla="*/ 34 h 56"/>
              <a:gd name="T10" fmla="*/ 2 w 82"/>
              <a:gd name="T11" fmla="*/ 44 h 56"/>
              <a:gd name="T12" fmla="*/ 0 w 82"/>
              <a:gd name="T13" fmla="*/ 56 h 56"/>
              <a:gd name="T14" fmla="*/ 82 w 82"/>
              <a:gd name="T15" fmla="*/ 56 h 56"/>
              <a:gd name="T16" fmla="*/ 82 w 82"/>
              <a:gd name="T17" fmla="*/ 0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2" h="56">
                <a:moveTo>
                  <a:pt x="82" y="0"/>
                </a:moveTo>
                <a:lnTo>
                  <a:pt x="24" y="20"/>
                </a:lnTo>
                <a:lnTo>
                  <a:pt x="24" y="20"/>
                </a:lnTo>
                <a:lnTo>
                  <a:pt x="14" y="26"/>
                </a:lnTo>
                <a:lnTo>
                  <a:pt x="6" y="34"/>
                </a:lnTo>
                <a:lnTo>
                  <a:pt x="2" y="44"/>
                </a:lnTo>
                <a:lnTo>
                  <a:pt x="0" y="56"/>
                </a:lnTo>
                <a:lnTo>
                  <a:pt x="82" y="56"/>
                </a:lnTo>
                <a:lnTo>
                  <a:pt x="82" y="0"/>
                </a:lnTo>
                <a:close/>
              </a:path>
            </a:pathLst>
          </a:custGeom>
          <a:solidFill>
            <a:srgbClr val="ACACAC">
              <a:lumMod val="50000"/>
              <a:lumOff val="50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2" name="Freeform 405"/>
          <p:cNvSpPr/>
          <p:nvPr>
            <p:custDataLst>
              <p:tags r:id="rId192"/>
            </p:custDataLst>
          </p:nvPr>
        </p:nvSpPr>
        <p:spPr bwMode="auto">
          <a:xfrm>
            <a:off x="2564188" y="2187054"/>
            <a:ext cx="88440" cy="60399"/>
          </a:xfrm>
          <a:custGeom>
            <a:avLst/>
            <a:gdLst>
              <a:gd name="T0" fmla="*/ 0 w 82"/>
              <a:gd name="T1" fmla="*/ 0 h 56"/>
              <a:gd name="T2" fmla="*/ 0 w 82"/>
              <a:gd name="T3" fmla="*/ 0 h 56"/>
              <a:gd name="T4" fmla="*/ 2 w 82"/>
              <a:gd name="T5" fmla="*/ 12 h 56"/>
              <a:gd name="T6" fmla="*/ 6 w 82"/>
              <a:gd name="T7" fmla="*/ 22 h 56"/>
              <a:gd name="T8" fmla="*/ 14 w 82"/>
              <a:gd name="T9" fmla="*/ 30 h 56"/>
              <a:gd name="T10" fmla="*/ 24 w 82"/>
              <a:gd name="T11" fmla="*/ 36 h 56"/>
              <a:gd name="T12" fmla="*/ 82 w 82"/>
              <a:gd name="T13" fmla="*/ 56 h 56"/>
              <a:gd name="T14" fmla="*/ 82 w 82"/>
              <a:gd name="T15" fmla="*/ 0 h 56"/>
              <a:gd name="T16" fmla="*/ 0 w 82"/>
              <a:gd name="T17" fmla="*/ 0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2" h="56">
                <a:moveTo>
                  <a:pt x="0" y="0"/>
                </a:moveTo>
                <a:lnTo>
                  <a:pt x="0" y="0"/>
                </a:lnTo>
                <a:lnTo>
                  <a:pt x="2" y="12"/>
                </a:lnTo>
                <a:lnTo>
                  <a:pt x="6" y="22"/>
                </a:lnTo>
                <a:lnTo>
                  <a:pt x="14" y="30"/>
                </a:lnTo>
                <a:lnTo>
                  <a:pt x="24" y="36"/>
                </a:lnTo>
                <a:lnTo>
                  <a:pt x="82" y="56"/>
                </a:lnTo>
                <a:lnTo>
                  <a:pt x="82" y="0"/>
                </a:lnTo>
                <a:lnTo>
                  <a:pt x="0" y="0"/>
                </a:lnTo>
                <a:close/>
              </a:path>
            </a:pathLst>
          </a:custGeom>
          <a:solidFill>
            <a:srgbClr val="ACACAC">
              <a:lumMod val="80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3" name="Rectangle 406"/>
          <p:cNvSpPr>
            <a:spLocks noChangeArrowheads="1"/>
          </p:cNvSpPr>
          <p:nvPr>
            <p:custDataLst>
              <p:tags r:id="rId193"/>
            </p:custDataLst>
          </p:nvPr>
        </p:nvSpPr>
        <p:spPr bwMode="auto">
          <a:xfrm>
            <a:off x="2695770" y="2128812"/>
            <a:ext cx="10785" cy="116483"/>
          </a:xfrm>
          <a:prstGeom prst="rect">
            <a:avLst/>
          </a:prstGeom>
          <a:solidFill>
            <a:srgbClr val="BAB8B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94" name="Freeform 407"/>
          <p:cNvSpPr/>
          <p:nvPr>
            <p:custDataLst>
              <p:tags r:id="rId194"/>
            </p:custDataLst>
          </p:nvPr>
        </p:nvSpPr>
        <p:spPr bwMode="auto">
          <a:xfrm>
            <a:off x="2741069" y="2130969"/>
            <a:ext cx="12943" cy="114325"/>
          </a:xfrm>
          <a:custGeom>
            <a:avLst/>
            <a:gdLst>
              <a:gd name="T0" fmla="*/ 0 w 12"/>
              <a:gd name="T1" fmla="*/ 0 h 106"/>
              <a:gd name="T2" fmla="*/ 0 w 12"/>
              <a:gd name="T3" fmla="*/ 106 h 106"/>
              <a:gd name="T4" fmla="*/ 12 w 12"/>
              <a:gd name="T5" fmla="*/ 104 h 106"/>
              <a:gd name="T6" fmla="*/ 12 w 12"/>
              <a:gd name="T7" fmla="*/ 0 h 106"/>
              <a:gd name="T8" fmla="*/ 0 w 12"/>
              <a:gd name="T9" fmla="*/ 0 h 106"/>
            </a:gdLst>
            <a:ahLst/>
            <a:cxnLst>
              <a:cxn ang="0">
                <a:pos x="T0" y="T1"/>
              </a:cxn>
              <a:cxn ang="0">
                <a:pos x="T2" y="T3"/>
              </a:cxn>
              <a:cxn ang="0">
                <a:pos x="T4" y="T5"/>
              </a:cxn>
              <a:cxn ang="0">
                <a:pos x="T6" y="T7"/>
              </a:cxn>
              <a:cxn ang="0">
                <a:pos x="T8" y="T9"/>
              </a:cxn>
            </a:cxnLst>
            <a:rect l="0" t="0" r="r" b="b"/>
            <a:pathLst>
              <a:path w="12" h="105">
                <a:moveTo>
                  <a:pt x="0" y="0"/>
                </a:moveTo>
                <a:lnTo>
                  <a:pt x="0" y="106"/>
                </a:lnTo>
                <a:lnTo>
                  <a:pt x="12" y="104"/>
                </a:lnTo>
                <a:lnTo>
                  <a:pt x="12" y="0"/>
                </a:lnTo>
                <a:lnTo>
                  <a:pt x="0" y="0"/>
                </a:lnTo>
                <a:close/>
              </a:path>
            </a:pathLst>
          </a:custGeom>
          <a:solidFill>
            <a:srgbClr val="BAB8B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5" name="Rectangle 408"/>
          <p:cNvSpPr>
            <a:spLocks noChangeArrowheads="1"/>
          </p:cNvSpPr>
          <p:nvPr>
            <p:custDataLst>
              <p:tags r:id="rId195"/>
            </p:custDataLst>
          </p:nvPr>
        </p:nvSpPr>
        <p:spPr bwMode="auto">
          <a:xfrm>
            <a:off x="2786367" y="2133126"/>
            <a:ext cx="12943" cy="110011"/>
          </a:xfrm>
          <a:prstGeom prst="rect">
            <a:avLst/>
          </a:prstGeom>
          <a:solidFill>
            <a:srgbClr val="BAB8B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96" name="Rectangle 409"/>
          <p:cNvSpPr>
            <a:spLocks noChangeArrowheads="1"/>
          </p:cNvSpPr>
          <p:nvPr>
            <p:custDataLst>
              <p:tags r:id="rId196"/>
            </p:custDataLst>
          </p:nvPr>
        </p:nvSpPr>
        <p:spPr bwMode="auto">
          <a:xfrm>
            <a:off x="2695770" y="2128813"/>
            <a:ext cx="10785" cy="58241"/>
          </a:xfrm>
          <a:prstGeom prst="rect">
            <a:avLst/>
          </a:prstGeom>
          <a:solidFill>
            <a:srgbClr val="A3A1A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00" name="文本框 199"/>
          <p:cNvSpPr txBox="1"/>
          <p:nvPr>
            <p:custDataLst>
              <p:tags r:id="rId197"/>
            </p:custDataLst>
          </p:nvPr>
        </p:nvSpPr>
        <p:spPr>
          <a:xfrm>
            <a:off x="5738123" y="2598085"/>
            <a:ext cx="5084070" cy="1938992"/>
          </a:xfrm>
          <a:prstGeom prst="rect">
            <a:avLst/>
          </a:prstGeom>
          <a:noFill/>
        </p:spPr>
        <p:txBody>
          <a:bodyPr wrap="square" rtlCol="0">
            <a:spAutoFit/>
          </a:bodyPr>
          <a:lstStyle/>
          <a:p>
            <a:pPr indent="720090">
              <a:lnSpc>
                <a:spcPct val="150000"/>
              </a:lnSpc>
            </a:pPr>
            <a:r>
              <a:rPr lang="zh-CN" altLang="en-US" sz="2000" dirty="0" smtClean="0">
                <a:solidFill>
                  <a:schemeClr val="tx1"/>
                </a:solidFill>
                <a:latin typeface="微软雅黑" panose="020B0503020204020204" pitchFamily="34" charset="-122"/>
                <a:ea typeface="微软雅黑" panose="020B0503020204020204" pitchFamily="34" charset="-122"/>
              </a:rPr>
              <a:t>互联网是大数据应用的发源地，大型互联网企业是当前大数据应用的领跑者。搜索引擎作为最早的互联网大数据应用，从此开启了大数据技术的新篇章。</a:t>
            </a:r>
            <a:endParaRPr lang="zh-CN" altLang="en-US" sz="2000" dirty="0" smtClean="0">
              <a:solidFill>
                <a:schemeClr val="tx1"/>
              </a:solidFill>
              <a:latin typeface="微软雅黑" panose="020B0503020204020204" pitchFamily="34" charset="-122"/>
              <a:ea typeface="微软雅黑" panose="020B0503020204020204" pitchFamily="34" charset="-122"/>
            </a:endParaRPr>
          </a:p>
        </p:txBody>
      </p:sp>
      <p:sp>
        <p:nvSpPr>
          <p:cNvPr id="201" name="矩形 200"/>
          <p:cNvSpPr/>
          <p:nvPr>
            <p:custDataLst>
              <p:tags r:id="rId198"/>
            </p:custDataLst>
          </p:nvPr>
        </p:nvSpPr>
        <p:spPr>
          <a:xfrm>
            <a:off x="6016127" y="2304526"/>
            <a:ext cx="2380039" cy="45719"/>
          </a:xfrm>
          <a:prstGeom prst="rect">
            <a:avLst/>
          </a:prstGeom>
          <a:solidFill>
            <a:srgbClr val="DC5126"/>
          </a:solidFill>
          <a:ln>
            <a:noFill/>
          </a:ln>
        </p:spPr>
        <p:style>
          <a:lnRef idx="2">
            <a:srgbClr val="ACACAC">
              <a:shade val="50000"/>
            </a:srgbClr>
          </a:lnRef>
          <a:fillRef idx="1">
            <a:srgbClr val="ACACAC"/>
          </a:fillRef>
          <a:effectRef idx="0">
            <a:srgbClr val="ACACAC"/>
          </a:effectRef>
          <a:fontRef idx="minor">
            <a:srgbClr val="FFFFFF"/>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203" name="Freeform 329"/>
          <p:cNvSpPr/>
          <p:nvPr>
            <p:custDataLst>
              <p:tags r:id="rId199"/>
            </p:custDataLst>
          </p:nvPr>
        </p:nvSpPr>
        <p:spPr bwMode="auto">
          <a:xfrm>
            <a:off x="4443001" y="3067140"/>
            <a:ext cx="79812" cy="161780"/>
          </a:xfrm>
          <a:custGeom>
            <a:avLst/>
            <a:gdLst>
              <a:gd name="T0" fmla="*/ 0 w 74"/>
              <a:gd name="T1" fmla="*/ 0 h 150"/>
              <a:gd name="T2" fmla="*/ 0 w 74"/>
              <a:gd name="T3" fmla="*/ 0 h 150"/>
              <a:gd name="T4" fmla="*/ 16 w 74"/>
              <a:gd name="T5" fmla="*/ 2 h 150"/>
              <a:gd name="T6" fmla="*/ 30 w 74"/>
              <a:gd name="T7" fmla="*/ 6 h 150"/>
              <a:gd name="T8" fmla="*/ 42 w 74"/>
              <a:gd name="T9" fmla="*/ 14 h 150"/>
              <a:gd name="T10" fmla="*/ 52 w 74"/>
              <a:gd name="T11" fmla="*/ 22 h 150"/>
              <a:gd name="T12" fmla="*/ 62 w 74"/>
              <a:gd name="T13" fmla="*/ 34 h 150"/>
              <a:gd name="T14" fmla="*/ 68 w 74"/>
              <a:gd name="T15" fmla="*/ 46 h 150"/>
              <a:gd name="T16" fmla="*/ 72 w 74"/>
              <a:gd name="T17" fmla="*/ 60 h 150"/>
              <a:gd name="T18" fmla="*/ 74 w 74"/>
              <a:gd name="T19" fmla="*/ 76 h 150"/>
              <a:gd name="T20" fmla="*/ 74 w 74"/>
              <a:gd name="T21" fmla="*/ 76 h 150"/>
              <a:gd name="T22" fmla="*/ 72 w 74"/>
              <a:gd name="T23" fmla="*/ 90 h 150"/>
              <a:gd name="T24" fmla="*/ 68 w 74"/>
              <a:gd name="T25" fmla="*/ 104 h 150"/>
              <a:gd name="T26" fmla="*/ 62 w 74"/>
              <a:gd name="T27" fmla="*/ 116 h 150"/>
              <a:gd name="T28" fmla="*/ 52 w 74"/>
              <a:gd name="T29" fmla="*/ 128 h 150"/>
              <a:gd name="T30" fmla="*/ 42 w 74"/>
              <a:gd name="T31" fmla="*/ 136 h 150"/>
              <a:gd name="T32" fmla="*/ 30 w 74"/>
              <a:gd name="T33" fmla="*/ 144 h 150"/>
              <a:gd name="T34" fmla="*/ 16 w 74"/>
              <a:gd name="T35" fmla="*/ 148 h 150"/>
              <a:gd name="T36" fmla="*/ 0 w 74"/>
              <a:gd name="T37" fmla="*/ 150 h 150"/>
              <a:gd name="T38" fmla="*/ 0 w 74"/>
              <a:gd name="T39" fmla="*/ 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4" h="150">
                <a:moveTo>
                  <a:pt x="0" y="0"/>
                </a:moveTo>
                <a:lnTo>
                  <a:pt x="0" y="0"/>
                </a:lnTo>
                <a:lnTo>
                  <a:pt x="16" y="2"/>
                </a:lnTo>
                <a:lnTo>
                  <a:pt x="30" y="6"/>
                </a:lnTo>
                <a:lnTo>
                  <a:pt x="42" y="14"/>
                </a:lnTo>
                <a:lnTo>
                  <a:pt x="52" y="22"/>
                </a:lnTo>
                <a:lnTo>
                  <a:pt x="62" y="34"/>
                </a:lnTo>
                <a:lnTo>
                  <a:pt x="68" y="46"/>
                </a:lnTo>
                <a:lnTo>
                  <a:pt x="72" y="60"/>
                </a:lnTo>
                <a:lnTo>
                  <a:pt x="74" y="76"/>
                </a:lnTo>
                <a:lnTo>
                  <a:pt x="74" y="76"/>
                </a:lnTo>
                <a:lnTo>
                  <a:pt x="72" y="90"/>
                </a:lnTo>
                <a:lnTo>
                  <a:pt x="68" y="104"/>
                </a:lnTo>
                <a:lnTo>
                  <a:pt x="62" y="116"/>
                </a:lnTo>
                <a:lnTo>
                  <a:pt x="52" y="128"/>
                </a:lnTo>
                <a:lnTo>
                  <a:pt x="42" y="136"/>
                </a:lnTo>
                <a:lnTo>
                  <a:pt x="30" y="144"/>
                </a:lnTo>
                <a:lnTo>
                  <a:pt x="16" y="148"/>
                </a:lnTo>
                <a:lnTo>
                  <a:pt x="0" y="150"/>
                </a:lnTo>
                <a:lnTo>
                  <a:pt x="0" y="0"/>
                </a:lnTo>
                <a:close/>
              </a:path>
            </a:pathLst>
          </a:custGeom>
          <a:solidFill>
            <a:srgbClr val="CE885B">
              <a:lumMod val="50000"/>
              <a:lumOff val="50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204" name="Freeform 339"/>
          <p:cNvSpPr/>
          <p:nvPr>
            <p:custDataLst>
              <p:tags r:id="rId200"/>
            </p:custDataLst>
          </p:nvPr>
        </p:nvSpPr>
        <p:spPr bwMode="auto">
          <a:xfrm>
            <a:off x="4781662" y="3729362"/>
            <a:ext cx="148839" cy="433572"/>
          </a:xfrm>
          <a:custGeom>
            <a:avLst/>
            <a:gdLst>
              <a:gd name="T0" fmla="*/ 6 w 138"/>
              <a:gd name="T1" fmla="*/ 400 h 402"/>
              <a:gd name="T2" fmla="*/ 132 w 138"/>
              <a:gd name="T3" fmla="*/ 402 h 402"/>
              <a:gd name="T4" fmla="*/ 132 w 138"/>
              <a:gd name="T5" fmla="*/ 402 h 402"/>
              <a:gd name="T6" fmla="*/ 136 w 138"/>
              <a:gd name="T7" fmla="*/ 400 h 402"/>
              <a:gd name="T8" fmla="*/ 138 w 138"/>
              <a:gd name="T9" fmla="*/ 394 h 402"/>
              <a:gd name="T10" fmla="*/ 138 w 138"/>
              <a:gd name="T11" fmla="*/ 6 h 402"/>
              <a:gd name="T12" fmla="*/ 138 w 138"/>
              <a:gd name="T13" fmla="*/ 6 h 402"/>
              <a:gd name="T14" fmla="*/ 136 w 138"/>
              <a:gd name="T15" fmla="*/ 2 h 402"/>
              <a:gd name="T16" fmla="*/ 132 w 138"/>
              <a:gd name="T17" fmla="*/ 0 h 402"/>
              <a:gd name="T18" fmla="*/ 6 w 138"/>
              <a:gd name="T19" fmla="*/ 0 h 402"/>
              <a:gd name="T20" fmla="*/ 6 w 138"/>
              <a:gd name="T21" fmla="*/ 0 h 402"/>
              <a:gd name="T22" fmla="*/ 2 w 138"/>
              <a:gd name="T23" fmla="*/ 2 h 402"/>
              <a:gd name="T24" fmla="*/ 0 w 138"/>
              <a:gd name="T25" fmla="*/ 6 h 402"/>
              <a:gd name="T26" fmla="*/ 0 w 138"/>
              <a:gd name="T27" fmla="*/ 394 h 402"/>
              <a:gd name="T28" fmla="*/ 0 w 138"/>
              <a:gd name="T29" fmla="*/ 394 h 402"/>
              <a:gd name="T30" fmla="*/ 2 w 138"/>
              <a:gd name="T31" fmla="*/ 400 h 402"/>
              <a:gd name="T32" fmla="*/ 6 w 138"/>
              <a:gd name="T33" fmla="*/ 400 h 402"/>
              <a:gd name="T34" fmla="*/ 6 w 138"/>
              <a:gd name="T35" fmla="*/ 400 h 4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38" h="402">
                <a:moveTo>
                  <a:pt x="6" y="400"/>
                </a:moveTo>
                <a:lnTo>
                  <a:pt x="132" y="402"/>
                </a:lnTo>
                <a:lnTo>
                  <a:pt x="132" y="402"/>
                </a:lnTo>
                <a:lnTo>
                  <a:pt x="136" y="400"/>
                </a:lnTo>
                <a:lnTo>
                  <a:pt x="138" y="394"/>
                </a:lnTo>
                <a:lnTo>
                  <a:pt x="138" y="6"/>
                </a:lnTo>
                <a:lnTo>
                  <a:pt x="138" y="6"/>
                </a:lnTo>
                <a:lnTo>
                  <a:pt x="136" y="2"/>
                </a:lnTo>
                <a:lnTo>
                  <a:pt x="132" y="0"/>
                </a:lnTo>
                <a:lnTo>
                  <a:pt x="6" y="0"/>
                </a:lnTo>
                <a:lnTo>
                  <a:pt x="6" y="0"/>
                </a:lnTo>
                <a:lnTo>
                  <a:pt x="2" y="2"/>
                </a:lnTo>
                <a:lnTo>
                  <a:pt x="0" y="6"/>
                </a:lnTo>
                <a:lnTo>
                  <a:pt x="0" y="394"/>
                </a:lnTo>
                <a:lnTo>
                  <a:pt x="0" y="394"/>
                </a:lnTo>
                <a:lnTo>
                  <a:pt x="2" y="400"/>
                </a:lnTo>
                <a:lnTo>
                  <a:pt x="6" y="400"/>
                </a:lnTo>
                <a:lnTo>
                  <a:pt x="6" y="400"/>
                </a:lnTo>
                <a:close/>
              </a:path>
            </a:pathLst>
          </a:custGeom>
          <a:solidFill>
            <a:srgbClr val="FAA67A">
              <a:lumMod val="60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205" name="Freeform 340"/>
          <p:cNvSpPr/>
          <p:nvPr>
            <p:custDataLst>
              <p:tags r:id="rId201"/>
            </p:custDataLst>
          </p:nvPr>
        </p:nvSpPr>
        <p:spPr bwMode="auto">
          <a:xfrm>
            <a:off x="4550855" y="4855355"/>
            <a:ext cx="90597" cy="709677"/>
          </a:xfrm>
          <a:custGeom>
            <a:avLst/>
            <a:gdLst>
              <a:gd name="T0" fmla="*/ 0 w 84"/>
              <a:gd name="T1" fmla="*/ 658 h 658"/>
              <a:gd name="T2" fmla="*/ 84 w 84"/>
              <a:gd name="T3" fmla="*/ 658 h 658"/>
              <a:gd name="T4" fmla="*/ 84 w 84"/>
              <a:gd name="T5" fmla="*/ 0 h 658"/>
              <a:gd name="T6" fmla="*/ 2 w 84"/>
              <a:gd name="T7" fmla="*/ 0 h 658"/>
              <a:gd name="T8" fmla="*/ 0 w 84"/>
              <a:gd name="T9" fmla="*/ 658 h 658"/>
            </a:gdLst>
            <a:ahLst/>
            <a:cxnLst>
              <a:cxn ang="0">
                <a:pos x="T0" y="T1"/>
              </a:cxn>
              <a:cxn ang="0">
                <a:pos x="T2" y="T3"/>
              </a:cxn>
              <a:cxn ang="0">
                <a:pos x="T4" y="T5"/>
              </a:cxn>
              <a:cxn ang="0">
                <a:pos x="T6" y="T7"/>
              </a:cxn>
              <a:cxn ang="0">
                <a:pos x="T8" y="T9"/>
              </a:cxn>
            </a:cxnLst>
            <a:rect l="0" t="0" r="r" b="b"/>
            <a:pathLst>
              <a:path w="84" h="658">
                <a:moveTo>
                  <a:pt x="0" y="658"/>
                </a:moveTo>
                <a:lnTo>
                  <a:pt x="84" y="658"/>
                </a:lnTo>
                <a:lnTo>
                  <a:pt x="84" y="0"/>
                </a:lnTo>
                <a:lnTo>
                  <a:pt x="2" y="0"/>
                </a:lnTo>
                <a:lnTo>
                  <a:pt x="0" y="658"/>
                </a:lnTo>
                <a:close/>
              </a:path>
            </a:pathLst>
          </a:custGeom>
          <a:solidFill>
            <a:srgbClr val="FFFFFF">
              <a:lumMod val="85000"/>
            </a:srgbClr>
          </a:solidFill>
          <a:ln>
            <a:noFill/>
          </a:ln>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206" name="Freeform 346"/>
          <p:cNvSpPr/>
          <p:nvPr>
            <p:custDataLst>
              <p:tags r:id="rId202"/>
            </p:custDataLst>
          </p:nvPr>
        </p:nvSpPr>
        <p:spPr bwMode="auto">
          <a:xfrm>
            <a:off x="4807548" y="3759560"/>
            <a:ext cx="122953" cy="403373"/>
          </a:xfrm>
          <a:custGeom>
            <a:avLst/>
            <a:gdLst>
              <a:gd name="T0" fmla="*/ 4 w 114"/>
              <a:gd name="T1" fmla="*/ 372 h 374"/>
              <a:gd name="T2" fmla="*/ 108 w 114"/>
              <a:gd name="T3" fmla="*/ 374 h 374"/>
              <a:gd name="T4" fmla="*/ 108 w 114"/>
              <a:gd name="T5" fmla="*/ 374 h 374"/>
              <a:gd name="T6" fmla="*/ 112 w 114"/>
              <a:gd name="T7" fmla="*/ 372 h 374"/>
              <a:gd name="T8" fmla="*/ 114 w 114"/>
              <a:gd name="T9" fmla="*/ 368 h 374"/>
              <a:gd name="T10" fmla="*/ 114 w 114"/>
              <a:gd name="T11" fmla="*/ 6 h 374"/>
              <a:gd name="T12" fmla="*/ 114 w 114"/>
              <a:gd name="T13" fmla="*/ 6 h 374"/>
              <a:gd name="T14" fmla="*/ 112 w 114"/>
              <a:gd name="T15" fmla="*/ 2 h 374"/>
              <a:gd name="T16" fmla="*/ 110 w 114"/>
              <a:gd name="T17" fmla="*/ 0 h 374"/>
              <a:gd name="T18" fmla="*/ 4 w 114"/>
              <a:gd name="T19" fmla="*/ 0 h 374"/>
              <a:gd name="T20" fmla="*/ 4 w 114"/>
              <a:gd name="T21" fmla="*/ 0 h 374"/>
              <a:gd name="T22" fmla="*/ 0 w 114"/>
              <a:gd name="T23" fmla="*/ 2 h 374"/>
              <a:gd name="T24" fmla="*/ 0 w 114"/>
              <a:gd name="T25" fmla="*/ 6 h 374"/>
              <a:gd name="T26" fmla="*/ 0 w 114"/>
              <a:gd name="T27" fmla="*/ 368 h 374"/>
              <a:gd name="T28" fmla="*/ 0 w 114"/>
              <a:gd name="T29" fmla="*/ 368 h 374"/>
              <a:gd name="T30" fmla="*/ 0 w 114"/>
              <a:gd name="T31" fmla="*/ 372 h 374"/>
              <a:gd name="T32" fmla="*/ 4 w 114"/>
              <a:gd name="T33" fmla="*/ 372 h 374"/>
              <a:gd name="T34" fmla="*/ 4 w 114"/>
              <a:gd name="T35" fmla="*/ 372 h 3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4" h="374">
                <a:moveTo>
                  <a:pt x="4" y="372"/>
                </a:moveTo>
                <a:lnTo>
                  <a:pt x="108" y="374"/>
                </a:lnTo>
                <a:lnTo>
                  <a:pt x="108" y="374"/>
                </a:lnTo>
                <a:lnTo>
                  <a:pt x="112" y="372"/>
                </a:lnTo>
                <a:lnTo>
                  <a:pt x="114" y="368"/>
                </a:lnTo>
                <a:lnTo>
                  <a:pt x="114" y="6"/>
                </a:lnTo>
                <a:lnTo>
                  <a:pt x="114" y="6"/>
                </a:lnTo>
                <a:lnTo>
                  <a:pt x="112" y="2"/>
                </a:lnTo>
                <a:lnTo>
                  <a:pt x="110" y="0"/>
                </a:lnTo>
                <a:lnTo>
                  <a:pt x="4" y="0"/>
                </a:lnTo>
                <a:lnTo>
                  <a:pt x="4" y="0"/>
                </a:lnTo>
                <a:lnTo>
                  <a:pt x="0" y="2"/>
                </a:lnTo>
                <a:lnTo>
                  <a:pt x="0" y="6"/>
                </a:lnTo>
                <a:lnTo>
                  <a:pt x="0" y="368"/>
                </a:lnTo>
                <a:lnTo>
                  <a:pt x="0" y="368"/>
                </a:lnTo>
                <a:lnTo>
                  <a:pt x="0" y="372"/>
                </a:lnTo>
                <a:lnTo>
                  <a:pt x="4" y="372"/>
                </a:lnTo>
                <a:lnTo>
                  <a:pt x="4" y="372"/>
                </a:lnTo>
                <a:close/>
              </a:path>
            </a:pathLst>
          </a:custGeom>
          <a:solidFill>
            <a:srgbClr val="CE885B">
              <a:lumMod val="50000"/>
            </a:srgbClr>
          </a:solidFill>
          <a:ln>
            <a:noFill/>
          </a:ln>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207" name="椭圆 206"/>
          <p:cNvSpPr/>
          <p:nvPr>
            <p:custDataLst>
              <p:tags r:id="rId203"/>
            </p:custDataLst>
          </p:nvPr>
        </p:nvSpPr>
        <p:spPr>
          <a:xfrm>
            <a:off x="6017895" y="4538345"/>
            <a:ext cx="1155700" cy="1155700"/>
          </a:xfrm>
          <a:prstGeom prst="ellipse">
            <a:avLst/>
          </a:prstGeom>
          <a:noFill/>
          <a:ln w="19050">
            <a:solidFill>
              <a:srgbClr val="7030A0"/>
            </a:solidFill>
          </a:ln>
        </p:spPr>
        <p:style>
          <a:lnRef idx="2">
            <a:srgbClr val="ACACAC">
              <a:shade val="50000"/>
            </a:srgbClr>
          </a:lnRef>
          <a:fillRef idx="1">
            <a:srgbClr val="ACACAC"/>
          </a:fillRef>
          <a:effectRef idx="0">
            <a:srgbClr val="ACACAC"/>
          </a:effectRef>
          <a:fontRef idx="minor">
            <a:srgbClr val="FFFFFF"/>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208" name="文本框 207"/>
          <p:cNvSpPr txBox="1"/>
          <p:nvPr>
            <p:custDataLst>
              <p:tags r:id="rId204"/>
            </p:custDataLst>
          </p:nvPr>
        </p:nvSpPr>
        <p:spPr>
          <a:xfrm>
            <a:off x="6169660" y="4885690"/>
            <a:ext cx="852805" cy="460375"/>
          </a:xfrm>
          <a:prstGeom prst="rect">
            <a:avLst/>
          </a:prstGeom>
          <a:noFill/>
        </p:spPr>
        <p:txBody>
          <a:bodyPr wrap="square" rtlCol="0">
            <a:spAutoFit/>
          </a:bodyPr>
          <a:lstStyle/>
          <a:p>
            <a:pPr algn="l"/>
            <a:r>
              <a:rPr lang="en-US" altLang="zh-CN" sz="2400" b="1" dirty="0" smtClean="0">
                <a:solidFill>
                  <a:srgbClr val="7030A0"/>
                </a:solidFill>
                <a:latin typeface="微软雅黑" panose="020B0503020204020204" pitchFamily="34" charset="-122"/>
                <a:ea typeface="微软雅黑" panose="020B0503020204020204" pitchFamily="34" charset="-122"/>
              </a:rPr>
              <a:t>商业</a:t>
            </a:r>
            <a:endParaRPr lang="en-US" altLang="zh-CN" sz="2400" b="1" dirty="0" smtClean="0">
              <a:solidFill>
                <a:srgbClr val="7030A0"/>
              </a:solidFill>
              <a:latin typeface="微软雅黑" panose="020B0503020204020204" pitchFamily="34" charset="-122"/>
              <a:ea typeface="微软雅黑" panose="020B0503020204020204" pitchFamily="34" charset="-122"/>
            </a:endParaRPr>
          </a:p>
        </p:txBody>
      </p:sp>
      <p:sp>
        <p:nvSpPr>
          <p:cNvPr id="210" name="椭圆 209"/>
          <p:cNvSpPr/>
          <p:nvPr>
            <p:custDataLst>
              <p:tags r:id="rId205"/>
            </p:custDataLst>
          </p:nvPr>
        </p:nvSpPr>
        <p:spPr>
          <a:xfrm>
            <a:off x="7524750" y="4538345"/>
            <a:ext cx="1201420" cy="1201420"/>
          </a:xfrm>
          <a:prstGeom prst="ellipse">
            <a:avLst/>
          </a:prstGeom>
          <a:noFill/>
          <a:ln w="19050">
            <a:solidFill>
              <a:srgbClr val="0070C0"/>
            </a:solidFill>
          </a:ln>
        </p:spPr>
        <p:style>
          <a:lnRef idx="2">
            <a:srgbClr val="ACACAC">
              <a:shade val="50000"/>
            </a:srgbClr>
          </a:lnRef>
          <a:fillRef idx="1">
            <a:srgbClr val="ACACAC"/>
          </a:fillRef>
          <a:effectRef idx="0">
            <a:srgbClr val="ACACAC"/>
          </a:effectRef>
          <a:fontRef idx="minor">
            <a:srgbClr val="FFFFFF"/>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211" name="文本框 210"/>
          <p:cNvSpPr txBox="1"/>
          <p:nvPr>
            <p:custDataLst>
              <p:tags r:id="rId206"/>
            </p:custDataLst>
          </p:nvPr>
        </p:nvSpPr>
        <p:spPr>
          <a:xfrm>
            <a:off x="7660640" y="4655820"/>
            <a:ext cx="993140" cy="953135"/>
          </a:xfrm>
          <a:prstGeom prst="rect">
            <a:avLst/>
          </a:prstGeom>
          <a:noFill/>
        </p:spPr>
        <p:txBody>
          <a:bodyPr wrap="square" rtlCol="0">
            <a:spAutoFit/>
          </a:bodyPr>
          <a:lstStyle/>
          <a:p>
            <a:pPr algn="l"/>
            <a:r>
              <a:rPr lang="en-US" altLang="zh-CN" sz="2800" b="1" dirty="0" smtClean="0">
                <a:solidFill>
                  <a:schemeClr val="accent5"/>
                </a:solidFill>
                <a:latin typeface="微软雅黑" panose="020B0503020204020204" pitchFamily="34" charset="-122"/>
                <a:ea typeface="微软雅黑" panose="020B0503020204020204" pitchFamily="34" charset="-122"/>
              </a:rPr>
              <a:t>公共服务</a:t>
            </a:r>
            <a:endParaRPr lang="en-US" altLang="zh-CN" sz="2800" b="1" dirty="0" smtClean="0">
              <a:solidFill>
                <a:schemeClr val="accent5"/>
              </a:solidFill>
              <a:latin typeface="微软雅黑" panose="020B0503020204020204" pitchFamily="34" charset="-122"/>
              <a:ea typeface="微软雅黑" panose="020B0503020204020204" pitchFamily="34" charset="-122"/>
            </a:endParaRPr>
          </a:p>
        </p:txBody>
      </p:sp>
      <p:sp>
        <p:nvSpPr>
          <p:cNvPr id="216" name="椭圆 215"/>
          <p:cNvSpPr/>
          <p:nvPr>
            <p:custDataLst>
              <p:tags r:id="rId207"/>
            </p:custDataLst>
          </p:nvPr>
        </p:nvSpPr>
        <p:spPr>
          <a:xfrm>
            <a:off x="9003665" y="4526280"/>
            <a:ext cx="1212850" cy="1212850"/>
          </a:xfrm>
          <a:prstGeom prst="ellipse">
            <a:avLst/>
          </a:prstGeom>
          <a:noFill/>
          <a:ln w="19050">
            <a:solidFill>
              <a:schemeClr val="accent6"/>
            </a:solidFill>
          </a:ln>
        </p:spPr>
        <p:style>
          <a:lnRef idx="2">
            <a:srgbClr val="ACACAC">
              <a:shade val="50000"/>
            </a:srgbClr>
          </a:lnRef>
          <a:fillRef idx="1">
            <a:srgbClr val="ACACAC"/>
          </a:fillRef>
          <a:effectRef idx="0">
            <a:srgbClr val="ACACAC"/>
          </a:effectRef>
          <a:fontRef idx="minor">
            <a:srgbClr val="FFFFFF"/>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217" name="文本框 216"/>
          <p:cNvSpPr txBox="1"/>
          <p:nvPr>
            <p:custDataLst>
              <p:tags r:id="rId208"/>
            </p:custDataLst>
          </p:nvPr>
        </p:nvSpPr>
        <p:spPr>
          <a:xfrm>
            <a:off x="9163685" y="4650105"/>
            <a:ext cx="934720" cy="953135"/>
          </a:xfrm>
          <a:prstGeom prst="rect">
            <a:avLst/>
          </a:prstGeom>
          <a:noFill/>
        </p:spPr>
        <p:txBody>
          <a:bodyPr wrap="square" rtlCol="0">
            <a:spAutoFit/>
          </a:bodyPr>
          <a:lstStyle/>
          <a:p>
            <a:pPr algn="l"/>
            <a:r>
              <a:rPr lang="en-US" altLang="zh-CN" sz="2800" b="1" dirty="0" smtClean="0">
                <a:solidFill>
                  <a:schemeClr val="accent6"/>
                </a:solidFill>
                <a:latin typeface="微软雅黑" panose="020B0503020204020204" pitchFamily="34" charset="-122"/>
                <a:ea typeface="微软雅黑" panose="020B0503020204020204" pitchFamily="34" charset="-122"/>
              </a:rPr>
              <a:t>技术研发</a:t>
            </a:r>
            <a:endParaRPr lang="en-US" altLang="zh-CN" sz="2800" b="1" dirty="0" smtClean="0">
              <a:solidFill>
                <a:schemeClr val="accent6"/>
              </a:solidFill>
              <a:latin typeface="微软雅黑" panose="020B0503020204020204" pitchFamily="34" charset="-122"/>
              <a:ea typeface="微软雅黑" panose="020B0503020204020204" pitchFamily="34" charset="-122"/>
            </a:endParaRPr>
          </a:p>
        </p:txBody>
      </p:sp>
      <p:sp>
        <p:nvSpPr>
          <p:cNvPr id="219" name="文本框 218"/>
          <p:cNvSpPr txBox="1"/>
          <p:nvPr>
            <p:custDataLst>
              <p:tags r:id="rId209"/>
            </p:custDataLst>
          </p:nvPr>
        </p:nvSpPr>
        <p:spPr>
          <a:xfrm>
            <a:off x="6078394" y="1574368"/>
            <a:ext cx="2224405" cy="583565"/>
          </a:xfrm>
          <a:prstGeom prst="rect">
            <a:avLst/>
          </a:prstGeom>
          <a:noFill/>
        </p:spPr>
        <p:txBody>
          <a:bodyPr wrap="square" rtlCol="0">
            <a:spAutoFit/>
          </a:bodyPr>
          <a:lstStyle/>
          <a:p>
            <a:pPr algn="l"/>
            <a:r>
              <a:rPr lang="zh-CN" altLang="en-US" sz="3200" b="1" dirty="0" smtClean="0">
                <a:solidFill>
                  <a:srgbClr val="DC5126"/>
                </a:solidFill>
                <a:latin typeface="微软雅黑" panose="020B0503020204020204" pitchFamily="34" charset="-122"/>
                <a:ea typeface="微软雅黑" panose="020B0503020204020204" pitchFamily="34" charset="-122"/>
              </a:rPr>
              <a:t>互联网行业</a:t>
            </a:r>
            <a:endParaRPr lang="zh-CN" altLang="en-US" sz="3200" b="1" dirty="0" smtClean="0">
              <a:solidFill>
                <a:srgbClr val="DC5126"/>
              </a:solidFill>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custDataLst>
              <p:tags r:id="rId1"/>
            </p:custDataLst>
          </p:nvPr>
        </p:nvSpPr>
        <p:spPr>
          <a:xfrm>
            <a:off x="1043492" y="3827841"/>
            <a:ext cx="4921340" cy="2540686"/>
          </a:xfrm>
          <a:prstGeom prst="rect">
            <a:avLst/>
          </a:prstGeom>
          <a:noFill/>
          <a:ln>
            <a:solidFill>
              <a:srgbClr val="57B7C1"/>
            </a:solidFill>
          </a:ln>
        </p:spPr>
        <p:style>
          <a:lnRef idx="2">
            <a:srgbClr val="57B7C1">
              <a:shade val="50000"/>
            </a:srgbClr>
          </a:lnRef>
          <a:fillRef idx="1">
            <a:srgbClr val="57B7C1"/>
          </a:fillRef>
          <a:effectRef idx="0">
            <a:srgbClr val="57B7C1"/>
          </a:effectRef>
          <a:fontRef idx="minor">
            <a:srgbClr val="FFFFFF"/>
          </a:fontRef>
        </p:style>
        <p:txBody>
          <a:bodyPr vert="horz" wrap="square" lIns="90000" tIns="46800" rIns="90000" bIns="46800" rtlCol="0" anchor="ctr">
            <a:normAutofit/>
          </a:bodyPr>
          <a:lstStyle/>
          <a:p>
            <a:pPr indent="7657465" algn="ctr"/>
            <a:endParaRPr lang="zh-CN" altLang="en-US" sz="2200" dirty="0">
              <a:solidFill>
                <a:srgbClr val="838383"/>
              </a:solidFill>
              <a:latin typeface="微软雅黑" panose="020B0503020204020204" pitchFamily="34" charset="-122"/>
              <a:ea typeface="微软雅黑" panose="020B0503020204020204" pitchFamily="34" charset="-122"/>
            </a:endParaRPr>
          </a:p>
        </p:txBody>
      </p:sp>
      <p:sp>
        <p:nvSpPr>
          <p:cNvPr id="4" name="任意多边形: 形状 2"/>
          <p:cNvSpPr/>
          <p:nvPr>
            <p:custDataLst>
              <p:tags r:id="rId2"/>
            </p:custDataLst>
          </p:nvPr>
        </p:nvSpPr>
        <p:spPr>
          <a:xfrm rot="16200000" flipH="1">
            <a:off x="8183211" y="1046957"/>
            <a:ext cx="778696" cy="4067059"/>
          </a:xfrm>
          <a:custGeom>
            <a:avLst/>
            <a:gdLst>
              <a:gd name="connsiteX0" fmla="*/ 0 w 833795"/>
              <a:gd name="connsiteY0" fmla="*/ 344468 h 4354832"/>
              <a:gd name="connsiteX1" fmla="*/ 0 w 833795"/>
              <a:gd name="connsiteY1" fmla="*/ 352541 h 4354832"/>
              <a:gd name="connsiteX2" fmla="*/ 0 w 833795"/>
              <a:gd name="connsiteY2" fmla="*/ 4354832 h 4354832"/>
              <a:gd name="connsiteX3" fmla="*/ 833795 w 833795"/>
              <a:gd name="connsiteY3" fmla="*/ 4354832 h 4354832"/>
              <a:gd name="connsiteX4" fmla="*/ 833795 w 833795"/>
              <a:gd name="connsiteY4" fmla="*/ 352541 h 4354832"/>
              <a:gd name="connsiteX5" fmla="*/ 833795 w 833795"/>
              <a:gd name="connsiteY5" fmla="*/ 344468 h 4354832"/>
              <a:gd name="connsiteX6" fmla="*/ 824248 w 833795"/>
              <a:gd name="connsiteY6" fmla="*/ 344468 h 4354832"/>
              <a:gd name="connsiteX7" fmla="*/ 416898 w 833795"/>
              <a:gd name="connsiteY7" fmla="*/ 0 h 4354832"/>
              <a:gd name="connsiteX8" fmla="*/ 9547 w 833795"/>
              <a:gd name="connsiteY8" fmla="*/ 344468 h 4354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33795" h="4354832">
                <a:moveTo>
                  <a:pt x="0" y="344468"/>
                </a:moveTo>
                <a:lnTo>
                  <a:pt x="0" y="352541"/>
                </a:lnTo>
                <a:lnTo>
                  <a:pt x="0" y="4354832"/>
                </a:lnTo>
                <a:lnTo>
                  <a:pt x="833795" y="4354832"/>
                </a:lnTo>
                <a:lnTo>
                  <a:pt x="833795" y="352541"/>
                </a:lnTo>
                <a:lnTo>
                  <a:pt x="833795" y="344468"/>
                </a:lnTo>
                <a:lnTo>
                  <a:pt x="824248" y="344468"/>
                </a:lnTo>
                <a:lnTo>
                  <a:pt x="416898" y="0"/>
                </a:lnTo>
                <a:lnTo>
                  <a:pt x="9547" y="344468"/>
                </a:lnTo>
                <a:close/>
              </a:path>
            </a:pathLst>
          </a:custGeom>
          <a:solidFill>
            <a:srgbClr val="75BDA7"/>
          </a:solidFill>
          <a:ln>
            <a:noFill/>
          </a:ln>
        </p:spPr>
        <p:style>
          <a:lnRef idx="2">
            <a:srgbClr val="57B7C1">
              <a:shade val="50000"/>
            </a:srgbClr>
          </a:lnRef>
          <a:fillRef idx="1">
            <a:srgbClr val="57B7C1"/>
          </a:fillRef>
          <a:effectRef idx="0">
            <a:srgbClr val="57B7C1"/>
          </a:effectRef>
          <a:fontRef idx="minor">
            <a:srgbClr val="FFFFFF"/>
          </a:fontRef>
        </p:style>
        <p:txBody>
          <a:bodyPr vert="horz" wrap="square" lIns="90000" tIns="46800" rIns="90000" bIns="46800" rtlCol="0" anchor="ctr">
            <a:noAutofit/>
          </a:bodyPr>
          <a:lstStyle/>
          <a:p>
            <a:pPr algn="ctr"/>
            <a:endParaRPr lang="zh-CN" altLang="en-US">
              <a:solidFill>
                <a:srgbClr val="75BDA7"/>
              </a:solidFill>
              <a:latin typeface="微软雅黑" panose="020B0503020204020204" pitchFamily="34" charset="-122"/>
              <a:ea typeface="微软雅黑" panose="020B0503020204020204" pitchFamily="34" charset="-122"/>
            </a:endParaRPr>
          </a:p>
        </p:txBody>
      </p:sp>
      <p:sp>
        <p:nvSpPr>
          <p:cNvPr id="5" name="任意多边形: 形状 3"/>
          <p:cNvSpPr/>
          <p:nvPr>
            <p:custDataLst>
              <p:tags r:id="rId3"/>
            </p:custDataLst>
          </p:nvPr>
        </p:nvSpPr>
        <p:spPr>
          <a:xfrm rot="5400000">
            <a:off x="3301283" y="1043621"/>
            <a:ext cx="778696" cy="4073730"/>
          </a:xfrm>
          <a:custGeom>
            <a:avLst/>
            <a:gdLst>
              <a:gd name="connsiteX0" fmla="*/ 0 w 833795"/>
              <a:gd name="connsiteY0" fmla="*/ 4361976 h 4361976"/>
              <a:gd name="connsiteX1" fmla="*/ 0 w 833795"/>
              <a:gd name="connsiteY1" fmla="*/ 352541 h 4361976"/>
              <a:gd name="connsiteX2" fmla="*/ 0 w 833795"/>
              <a:gd name="connsiteY2" fmla="*/ 351612 h 4361976"/>
              <a:gd name="connsiteX3" fmla="*/ 1099 w 833795"/>
              <a:gd name="connsiteY3" fmla="*/ 351612 h 4361976"/>
              <a:gd name="connsiteX4" fmla="*/ 416898 w 833795"/>
              <a:gd name="connsiteY4" fmla="*/ 0 h 4361976"/>
              <a:gd name="connsiteX5" fmla="*/ 832697 w 833795"/>
              <a:gd name="connsiteY5" fmla="*/ 351612 h 4361976"/>
              <a:gd name="connsiteX6" fmla="*/ 833795 w 833795"/>
              <a:gd name="connsiteY6" fmla="*/ 351612 h 4361976"/>
              <a:gd name="connsiteX7" fmla="*/ 833795 w 833795"/>
              <a:gd name="connsiteY7" fmla="*/ 352541 h 4361976"/>
              <a:gd name="connsiteX8" fmla="*/ 833795 w 833795"/>
              <a:gd name="connsiteY8" fmla="*/ 4361976 h 4361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33795" h="4361976">
                <a:moveTo>
                  <a:pt x="0" y="4361976"/>
                </a:moveTo>
                <a:lnTo>
                  <a:pt x="0" y="352541"/>
                </a:lnTo>
                <a:lnTo>
                  <a:pt x="0" y="351612"/>
                </a:lnTo>
                <a:lnTo>
                  <a:pt x="1099" y="351612"/>
                </a:lnTo>
                <a:lnTo>
                  <a:pt x="416898" y="0"/>
                </a:lnTo>
                <a:lnTo>
                  <a:pt x="832697" y="351612"/>
                </a:lnTo>
                <a:lnTo>
                  <a:pt x="833795" y="351612"/>
                </a:lnTo>
                <a:lnTo>
                  <a:pt x="833795" y="352541"/>
                </a:lnTo>
                <a:lnTo>
                  <a:pt x="833795" y="4361976"/>
                </a:lnTo>
                <a:close/>
              </a:path>
            </a:pathLst>
          </a:custGeom>
          <a:solidFill>
            <a:srgbClr val="57B7C1"/>
          </a:solidFill>
          <a:ln>
            <a:noFill/>
          </a:ln>
        </p:spPr>
        <p:style>
          <a:lnRef idx="2">
            <a:srgbClr val="57B7C1">
              <a:shade val="50000"/>
            </a:srgbClr>
          </a:lnRef>
          <a:fillRef idx="1">
            <a:srgbClr val="57B7C1"/>
          </a:fillRef>
          <a:effectRef idx="0">
            <a:srgbClr val="57B7C1"/>
          </a:effectRef>
          <a:fontRef idx="minor">
            <a:srgbClr val="FFFFFF"/>
          </a:fontRef>
        </p:style>
        <p:txBody>
          <a:bodyPr vert="horz" wrap="square" lIns="90000" tIns="46800" rIns="90000" bIns="46800" rtlCol="0" anchor="ctr">
            <a:noAutofit/>
          </a:bodyPr>
          <a:lstStyle/>
          <a:p>
            <a:pPr algn="ctr"/>
            <a:endParaRPr lang="zh-CN" altLang="en-US">
              <a:solidFill>
                <a:srgbClr val="75BDA7"/>
              </a:solidFill>
              <a:latin typeface="微软雅黑" panose="020B0503020204020204" pitchFamily="34" charset="-122"/>
              <a:ea typeface="微软雅黑" panose="020B0503020204020204" pitchFamily="34" charset="-122"/>
            </a:endParaRPr>
          </a:p>
        </p:txBody>
      </p:sp>
      <p:sp>
        <p:nvSpPr>
          <p:cNvPr id="6" name="文本框 5"/>
          <p:cNvSpPr txBox="1"/>
          <p:nvPr>
            <p:custDataLst>
              <p:tags r:id="rId4"/>
            </p:custDataLst>
          </p:nvPr>
        </p:nvSpPr>
        <p:spPr>
          <a:xfrm>
            <a:off x="1931853" y="2788965"/>
            <a:ext cx="3362107" cy="589059"/>
          </a:xfrm>
          <a:prstGeom prst="rect">
            <a:avLst/>
          </a:prstGeom>
        </p:spPr>
        <p:txBody>
          <a:bodyPr wrap="square" anchor="ctr" anchorCtr="0">
            <a:normAutofit fontScale="92500" lnSpcReduction="10000"/>
          </a:bodyPr>
          <a:lstStyle>
            <a:defPPr>
              <a:defRPr lang="zh-CN"/>
            </a:defPPr>
            <a:lvl1pPr indent="0" algn="ctr">
              <a:lnSpc>
                <a:spcPct val="130000"/>
              </a:lnSpc>
              <a:spcBef>
                <a:spcPts val="1200"/>
              </a:spcBef>
              <a:buFont typeface="Arial" panose="020B0604020202020204" pitchFamily="34" charset="0"/>
              <a:buNone/>
              <a:defRPr sz="2935" baseline="0">
                <a:latin typeface="Calibri Light" panose="020F0302020204030204" pitchFamily="34" charset="0"/>
                <a:ea typeface="+mn-ea"/>
                <a:cs typeface="+mn-ea"/>
              </a:defRPr>
            </a:lvl1pPr>
            <a:lvl2pPr indent="0">
              <a:lnSpc>
                <a:spcPct val="130000"/>
              </a:lnSpc>
              <a:spcBef>
                <a:spcPts val="1200"/>
              </a:spcBef>
              <a:buFont typeface="Arial" panose="020B0604020202020204" pitchFamily="34" charset="0"/>
              <a:buNone/>
              <a:defRPr sz="2400"/>
            </a:lvl2pPr>
            <a:lvl3pPr indent="0">
              <a:lnSpc>
                <a:spcPct val="130000"/>
              </a:lnSpc>
              <a:spcBef>
                <a:spcPts val="1200"/>
              </a:spcBef>
              <a:buFont typeface="Arial" panose="020B0604020202020204" pitchFamily="34" charset="0"/>
              <a:buNone/>
              <a:defRPr sz="2000"/>
            </a:lvl3pPr>
            <a:lvl4pPr indent="0">
              <a:lnSpc>
                <a:spcPct val="130000"/>
              </a:lnSpc>
              <a:spcBef>
                <a:spcPts val="1200"/>
              </a:spcBef>
              <a:buFont typeface="Arial" panose="020B0604020202020204" pitchFamily="34" charset="0"/>
              <a:buNone/>
            </a:lvl4pPr>
            <a:lvl5pPr indent="0">
              <a:lnSpc>
                <a:spcPct val="130000"/>
              </a:lnSpc>
              <a:spcBef>
                <a:spcPts val="1200"/>
              </a:spcBef>
              <a:buFont typeface="Arial" panose="020B0604020202020204" pitchFamily="34" charset="0"/>
              <a:buNone/>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b="1">
                <a:solidFill>
                  <a:srgbClr val="FFFFFF"/>
                </a:solidFill>
                <a:latin typeface="微软雅黑" panose="020B0503020204020204" pitchFamily="34" charset="-122"/>
                <a:ea typeface="微软雅黑" panose="020B0503020204020204" pitchFamily="34" charset="-122"/>
              </a:rPr>
              <a:t>第一种发展方向</a:t>
            </a:r>
            <a:endParaRPr lang="zh-CN" altLang="en-US" b="1">
              <a:solidFill>
                <a:srgbClr val="FFFFFF"/>
              </a:solidFill>
              <a:latin typeface="微软雅黑" panose="020B0503020204020204" pitchFamily="34" charset="-122"/>
              <a:ea typeface="微软雅黑" panose="020B0503020204020204" pitchFamily="34" charset="-122"/>
            </a:endParaRPr>
          </a:p>
        </p:txBody>
      </p:sp>
      <p:sp>
        <p:nvSpPr>
          <p:cNvPr id="7" name="文本框 6"/>
          <p:cNvSpPr txBox="1"/>
          <p:nvPr>
            <p:custDataLst>
              <p:tags r:id="rId5"/>
            </p:custDataLst>
          </p:nvPr>
        </p:nvSpPr>
        <p:spPr>
          <a:xfrm>
            <a:off x="6965893" y="2788965"/>
            <a:ext cx="3362107" cy="589059"/>
          </a:xfrm>
          <a:prstGeom prst="rect">
            <a:avLst/>
          </a:prstGeom>
        </p:spPr>
        <p:txBody>
          <a:bodyPr wrap="square" anchor="ctr" anchorCtr="0">
            <a:normAutofit fontScale="92500" lnSpcReduction="10000"/>
          </a:bodyPr>
          <a:lstStyle>
            <a:defPPr>
              <a:defRPr lang="zh-CN"/>
            </a:defPPr>
            <a:lvl1pPr indent="0" algn="ctr">
              <a:lnSpc>
                <a:spcPct val="130000"/>
              </a:lnSpc>
              <a:spcBef>
                <a:spcPts val="1200"/>
              </a:spcBef>
              <a:buFont typeface="Arial" panose="020B0604020202020204" pitchFamily="34" charset="0"/>
              <a:buNone/>
              <a:defRPr sz="2935" baseline="0">
                <a:latin typeface="Calibri Light" panose="020F0302020204030204" pitchFamily="34" charset="0"/>
                <a:ea typeface="+mn-ea"/>
                <a:cs typeface="+mn-ea"/>
              </a:defRPr>
            </a:lvl1pPr>
            <a:lvl2pPr indent="0">
              <a:lnSpc>
                <a:spcPct val="130000"/>
              </a:lnSpc>
              <a:spcBef>
                <a:spcPts val="1200"/>
              </a:spcBef>
              <a:buFont typeface="Arial" panose="020B0604020202020204" pitchFamily="34" charset="0"/>
              <a:buNone/>
              <a:defRPr sz="2400"/>
            </a:lvl2pPr>
            <a:lvl3pPr indent="0">
              <a:lnSpc>
                <a:spcPct val="130000"/>
              </a:lnSpc>
              <a:spcBef>
                <a:spcPts val="1200"/>
              </a:spcBef>
              <a:buFont typeface="Arial" panose="020B0604020202020204" pitchFamily="34" charset="0"/>
              <a:buNone/>
              <a:defRPr sz="2000"/>
            </a:lvl3pPr>
            <a:lvl4pPr indent="0">
              <a:lnSpc>
                <a:spcPct val="130000"/>
              </a:lnSpc>
              <a:spcBef>
                <a:spcPts val="1200"/>
              </a:spcBef>
              <a:buFont typeface="Arial" panose="020B0604020202020204" pitchFamily="34" charset="0"/>
              <a:buNone/>
            </a:lvl4pPr>
            <a:lvl5pPr indent="0">
              <a:lnSpc>
                <a:spcPct val="130000"/>
              </a:lnSpc>
              <a:spcBef>
                <a:spcPts val="1200"/>
              </a:spcBef>
              <a:buFont typeface="Arial" panose="020B0604020202020204" pitchFamily="34" charset="0"/>
              <a:buNone/>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b="1">
                <a:solidFill>
                  <a:srgbClr val="FFFFFF"/>
                </a:solidFill>
                <a:latin typeface="微软雅黑" panose="020B0503020204020204" pitchFamily="34" charset="-122"/>
                <a:ea typeface="微软雅黑" panose="020B0503020204020204" pitchFamily="34" charset="-122"/>
              </a:rPr>
              <a:t>第二种发展方向</a:t>
            </a:r>
            <a:endParaRPr lang="zh-CN" altLang="en-US" b="1">
              <a:solidFill>
                <a:srgbClr val="FFFFFF"/>
              </a:solidFill>
              <a:latin typeface="微软雅黑" panose="020B0503020204020204" pitchFamily="34" charset="-122"/>
              <a:ea typeface="微软雅黑" panose="020B0503020204020204" pitchFamily="34" charset="-122"/>
            </a:endParaRPr>
          </a:p>
        </p:txBody>
      </p:sp>
      <p:sp>
        <p:nvSpPr>
          <p:cNvPr id="27" name="矩形 26"/>
          <p:cNvSpPr/>
          <p:nvPr>
            <p:custDataLst>
              <p:tags r:id="rId6"/>
            </p:custDataLst>
          </p:nvPr>
        </p:nvSpPr>
        <p:spPr>
          <a:xfrm>
            <a:off x="6530316" y="3705726"/>
            <a:ext cx="4285639" cy="2333831"/>
          </a:xfrm>
          <a:prstGeom prst="rect">
            <a:avLst/>
          </a:prstGeom>
          <a:noFill/>
          <a:ln>
            <a:solidFill>
              <a:srgbClr val="75BDA7"/>
            </a:solidFill>
          </a:ln>
        </p:spPr>
        <p:style>
          <a:lnRef idx="2">
            <a:srgbClr val="57B7C1">
              <a:shade val="50000"/>
            </a:srgbClr>
          </a:lnRef>
          <a:fillRef idx="1">
            <a:srgbClr val="57B7C1"/>
          </a:fillRef>
          <a:effectRef idx="0">
            <a:srgbClr val="57B7C1"/>
          </a:effectRef>
          <a:fontRef idx="minor">
            <a:srgbClr val="FFFFFF"/>
          </a:fontRef>
        </p:style>
        <p:txBody>
          <a:bodyPr vert="horz" wrap="square" lIns="90000" tIns="46800" rIns="90000" bIns="46800" rtlCol="0" anchor="ctr">
            <a:normAutofit/>
          </a:bodyPr>
          <a:lstStyle/>
          <a:p>
            <a:pPr algn="ctr"/>
            <a:endParaRPr lang="zh-CN" altLang="en-US" sz="2200">
              <a:solidFill>
                <a:srgbClr val="838383"/>
              </a:solidFill>
              <a:latin typeface="微软雅黑" panose="020B0503020204020204" pitchFamily="34" charset="-122"/>
              <a:ea typeface="微软雅黑" panose="020B0503020204020204" pitchFamily="34" charset="-122"/>
            </a:endParaRPr>
          </a:p>
        </p:txBody>
      </p:sp>
      <p:sp>
        <p:nvSpPr>
          <p:cNvPr id="8" name="文本框 7"/>
          <p:cNvSpPr txBox="1"/>
          <p:nvPr>
            <p:custDataLst>
              <p:tags r:id="rId7"/>
            </p:custDataLst>
          </p:nvPr>
        </p:nvSpPr>
        <p:spPr>
          <a:xfrm>
            <a:off x="1376681" y="3896665"/>
            <a:ext cx="3928746" cy="2045666"/>
          </a:xfrm>
          <a:prstGeom prst="rect">
            <a:avLst/>
          </a:prstGeom>
        </p:spPr>
        <p:txBody>
          <a:bodyPr vert="horz" wrap="square" lIns="90000" tIns="46800" rIns="90000" bIns="46800"/>
          <a:lstStyle>
            <a:defPPr>
              <a:defRPr lang="zh-CN"/>
            </a:defPPr>
            <a:lvl1pPr algn="ctr">
              <a:defRPr>
                <a:solidFill>
                  <a:srgbClr val="838383"/>
                </a:solidFill>
              </a:defRPr>
            </a:lvl1pPr>
          </a:lstStyle>
          <a:p>
            <a:pPr indent="457200" algn="l">
              <a:lnSpc>
                <a:spcPct val="150000"/>
              </a:lnSpc>
            </a:pPr>
            <a:r>
              <a:rPr lang="zh-CN" altLang="en-US" sz="2400" dirty="0">
                <a:solidFill>
                  <a:schemeClr val="tx1"/>
                </a:solidFill>
                <a:latin typeface="微软雅黑" panose="020B0503020204020204" pitchFamily="34" charset="-122"/>
                <a:ea typeface="微软雅黑" panose="020B0503020204020204" pitchFamily="34" charset="-122"/>
              </a:rPr>
              <a:t>积极整合行业和机构内部的各种数据源，通过对整合后的数据进行挖掘分析，从而发展大数据应用。</a:t>
            </a:r>
            <a:endParaRPr lang="zh-CN" altLang="en-US" sz="2400" dirty="0">
              <a:solidFill>
                <a:schemeClr val="tx1"/>
              </a:solidFill>
              <a:latin typeface="微软雅黑" panose="020B0503020204020204" pitchFamily="34" charset="-122"/>
              <a:ea typeface="微软雅黑" panose="020B0503020204020204" pitchFamily="34" charset="-122"/>
            </a:endParaRPr>
          </a:p>
        </p:txBody>
      </p:sp>
      <p:grpSp>
        <p:nvGrpSpPr>
          <p:cNvPr id="20" name="组合 19"/>
          <p:cNvGrpSpPr/>
          <p:nvPr>
            <p:custDataLst>
              <p:tags r:id="rId8"/>
            </p:custDataLst>
          </p:nvPr>
        </p:nvGrpSpPr>
        <p:grpSpPr>
          <a:xfrm>
            <a:off x="5332423" y="5454377"/>
            <a:ext cx="420036" cy="349322"/>
            <a:chOff x="1000456" y="3959521"/>
            <a:chExt cx="745082" cy="657806"/>
          </a:xfrm>
          <a:solidFill>
            <a:srgbClr val="57B7C1"/>
          </a:solidFill>
        </p:grpSpPr>
        <p:sp>
          <p:nvSpPr>
            <p:cNvPr id="21" name="Oval 423"/>
            <p:cNvSpPr>
              <a:spLocks noChangeArrowheads="1"/>
            </p:cNvSpPr>
            <p:nvPr>
              <p:custDataLst>
                <p:tags r:id="rId9"/>
              </p:custDataLst>
            </p:nvPr>
          </p:nvSpPr>
          <p:spPr bwMode="auto">
            <a:xfrm>
              <a:off x="1559448" y="4046795"/>
              <a:ext cx="173829" cy="201237"/>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 name="Freeform 424"/>
            <p:cNvSpPr/>
            <p:nvPr>
              <p:custDataLst>
                <p:tags r:id="rId10"/>
              </p:custDataLst>
            </p:nvPr>
          </p:nvSpPr>
          <p:spPr bwMode="auto">
            <a:xfrm>
              <a:off x="1523384" y="4254524"/>
              <a:ext cx="222154" cy="298610"/>
            </a:xfrm>
            <a:custGeom>
              <a:avLst/>
              <a:gdLst>
                <a:gd name="T0" fmla="*/ 65 w 130"/>
                <a:gd name="T1" fmla="*/ 3 h 175"/>
                <a:gd name="T2" fmla="*/ 52 w 130"/>
                <a:gd name="T3" fmla="*/ 89 h 175"/>
                <a:gd name="T4" fmla="*/ 14 w 130"/>
                <a:gd name="T5" fmla="*/ 112 h 175"/>
                <a:gd name="T6" fmla="*/ 14 w 130"/>
                <a:gd name="T7" fmla="*/ 78 h 175"/>
                <a:gd name="T8" fmla="*/ 65 w 130"/>
                <a:gd name="T9" fmla="*/ 3 h 175"/>
                <a:gd name="T10" fmla="*/ 9 w 130"/>
                <a:gd name="T11" fmla="*/ 58 h 175"/>
                <a:gd name="T12" fmla="*/ 0 w 130"/>
                <a:gd name="T13" fmla="*/ 89 h 175"/>
                <a:gd name="T14" fmla="*/ 0 w 130"/>
                <a:gd name="T15" fmla="*/ 137 h 175"/>
                <a:gd name="T16" fmla="*/ 7 w 130"/>
                <a:gd name="T17" fmla="*/ 160 h 175"/>
                <a:gd name="T18" fmla="*/ 65 w 130"/>
                <a:gd name="T19" fmla="*/ 175 h 175"/>
                <a:gd name="T20" fmla="*/ 130 w 130"/>
                <a:gd name="T21" fmla="*/ 149 h 175"/>
                <a:gd name="T22" fmla="*/ 130 w 130"/>
                <a:gd name="T23" fmla="*/ 45 h 175"/>
                <a:gd name="T24" fmla="*/ 65 w 130"/>
                <a:gd name="T25" fmla="*/ 3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0" h="175">
                  <a:moveTo>
                    <a:pt x="65" y="3"/>
                  </a:moveTo>
                  <a:cubicBezTo>
                    <a:pt x="52" y="89"/>
                    <a:pt x="52" y="89"/>
                    <a:pt x="52" y="89"/>
                  </a:cubicBezTo>
                  <a:cubicBezTo>
                    <a:pt x="14" y="112"/>
                    <a:pt x="14" y="112"/>
                    <a:pt x="14" y="112"/>
                  </a:cubicBezTo>
                  <a:cubicBezTo>
                    <a:pt x="14" y="78"/>
                    <a:pt x="14" y="78"/>
                    <a:pt x="14" y="78"/>
                  </a:cubicBezTo>
                  <a:cubicBezTo>
                    <a:pt x="65" y="3"/>
                    <a:pt x="65" y="3"/>
                    <a:pt x="65" y="3"/>
                  </a:cubicBezTo>
                  <a:cubicBezTo>
                    <a:pt x="35" y="3"/>
                    <a:pt x="18" y="33"/>
                    <a:pt x="9" y="58"/>
                  </a:cubicBezTo>
                  <a:cubicBezTo>
                    <a:pt x="3" y="75"/>
                    <a:pt x="0" y="89"/>
                    <a:pt x="0" y="89"/>
                  </a:cubicBezTo>
                  <a:cubicBezTo>
                    <a:pt x="0" y="89"/>
                    <a:pt x="0" y="116"/>
                    <a:pt x="0" y="137"/>
                  </a:cubicBezTo>
                  <a:cubicBezTo>
                    <a:pt x="0" y="146"/>
                    <a:pt x="2" y="153"/>
                    <a:pt x="7" y="160"/>
                  </a:cubicBezTo>
                  <a:cubicBezTo>
                    <a:pt x="14" y="169"/>
                    <a:pt x="31" y="175"/>
                    <a:pt x="65" y="175"/>
                  </a:cubicBezTo>
                  <a:cubicBezTo>
                    <a:pt x="122" y="175"/>
                    <a:pt x="130" y="149"/>
                    <a:pt x="130" y="149"/>
                  </a:cubicBezTo>
                  <a:cubicBezTo>
                    <a:pt x="130" y="149"/>
                    <a:pt x="130" y="89"/>
                    <a:pt x="130" y="45"/>
                  </a:cubicBezTo>
                  <a:cubicBezTo>
                    <a:pt x="130" y="0"/>
                    <a:pt x="65" y="3"/>
                    <a:pt x="65"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4" name="Freeform 425"/>
            <p:cNvSpPr/>
            <p:nvPr>
              <p:custDataLst>
                <p:tags r:id="rId11"/>
              </p:custDataLst>
            </p:nvPr>
          </p:nvSpPr>
          <p:spPr bwMode="auto">
            <a:xfrm>
              <a:off x="1185825" y="4438450"/>
              <a:ext cx="362082" cy="178877"/>
            </a:xfrm>
            <a:custGeom>
              <a:avLst/>
              <a:gdLst>
                <a:gd name="T0" fmla="*/ 187 w 212"/>
                <a:gd name="T1" fmla="*/ 55 h 105"/>
                <a:gd name="T2" fmla="*/ 178 w 212"/>
                <a:gd name="T3" fmla="*/ 0 h 105"/>
                <a:gd name="T4" fmla="*/ 110 w 212"/>
                <a:gd name="T5" fmla="*/ 20 h 105"/>
                <a:gd name="T6" fmla="*/ 44 w 212"/>
                <a:gd name="T7" fmla="*/ 0 h 105"/>
                <a:gd name="T8" fmla="*/ 30 w 212"/>
                <a:gd name="T9" fmla="*/ 56 h 105"/>
                <a:gd name="T10" fmla="*/ 0 w 212"/>
                <a:gd name="T11" fmla="*/ 72 h 105"/>
                <a:gd name="T12" fmla="*/ 110 w 212"/>
                <a:gd name="T13" fmla="*/ 105 h 105"/>
                <a:gd name="T14" fmla="*/ 212 w 212"/>
                <a:gd name="T15" fmla="*/ 72 h 105"/>
                <a:gd name="T16" fmla="*/ 187 w 212"/>
                <a:gd name="T17" fmla="*/ 55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1" h="105">
                  <a:moveTo>
                    <a:pt x="187" y="55"/>
                  </a:moveTo>
                  <a:cubicBezTo>
                    <a:pt x="173" y="33"/>
                    <a:pt x="178" y="0"/>
                    <a:pt x="178" y="0"/>
                  </a:cubicBezTo>
                  <a:cubicBezTo>
                    <a:pt x="178" y="0"/>
                    <a:pt x="156" y="20"/>
                    <a:pt x="110" y="20"/>
                  </a:cubicBezTo>
                  <a:cubicBezTo>
                    <a:pt x="64" y="20"/>
                    <a:pt x="44" y="0"/>
                    <a:pt x="44" y="0"/>
                  </a:cubicBezTo>
                  <a:cubicBezTo>
                    <a:pt x="44" y="0"/>
                    <a:pt x="49" y="34"/>
                    <a:pt x="30" y="56"/>
                  </a:cubicBezTo>
                  <a:cubicBezTo>
                    <a:pt x="23" y="64"/>
                    <a:pt x="14" y="70"/>
                    <a:pt x="0" y="72"/>
                  </a:cubicBezTo>
                  <a:cubicBezTo>
                    <a:pt x="0" y="72"/>
                    <a:pt x="32" y="105"/>
                    <a:pt x="110" y="105"/>
                  </a:cubicBezTo>
                  <a:cubicBezTo>
                    <a:pt x="187" y="105"/>
                    <a:pt x="212" y="72"/>
                    <a:pt x="212" y="72"/>
                  </a:cubicBezTo>
                  <a:cubicBezTo>
                    <a:pt x="200" y="70"/>
                    <a:pt x="193" y="63"/>
                    <a:pt x="187" y="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5" name="Freeform 426"/>
            <p:cNvSpPr/>
            <p:nvPr>
              <p:custDataLst>
                <p:tags r:id="rId12"/>
              </p:custDataLst>
            </p:nvPr>
          </p:nvSpPr>
          <p:spPr bwMode="auto">
            <a:xfrm>
              <a:off x="1231987" y="4138398"/>
              <a:ext cx="283463" cy="256054"/>
            </a:xfrm>
            <a:custGeom>
              <a:avLst/>
              <a:gdLst>
                <a:gd name="T0" fmla="*/ 75 w 166"/>
                <a:gd name="T1" fmla="*/ 150 h 150"/>
                <a:gd name="T2" fmla="*/ 91 w 166"/>
                <a:gd name="T3" fmla="*/ 150 h 150"/>
                <a:gd name="T4" fmla="*/ 166 w 166"/>
                <a:gd name="T5" fmla="*/ 125 h 150"/>
                <a:gd name="T6" fmla="*/ 166 w 166"/>
                <a:gd name="T7" fmla="*/ 122 h 150"/>
                <a:gd name="T8" fmla="*/ 166 w 166"/>
                <a:gd name="T9" fmla="*/ 59 h 150"/>
                <a:gd name="T10" fmla="*/ 108 w 166"/>
                <a:gd name="T11" fmla="*/ 0 h 150"/>
                <a:gd name="T12" fmla="*/ 108 w 166"/>
                <a:gd name="T13" fmla="*/ 0 h 150"/>
                <a:gd name="T14" fmla="*/ 83 w 166"/>
                <a:gd name="T15" fmla="*/ 10 h 150"/>
                <a:gd name="T16" fmla="*/ 102 w 166"/>
                <a:gd name="T17" fmla="*/ 82 h 150"/>
                <a:gd name="T18" fmla="*/ 83 w 166"/>
                <a:gd name="T19" fmla="*/ 111 h 150"/>
                <a:gd name="T20" fmla="*/ 63 w 166"/>
                <a:gd name="T21" fmla="*/ 82 h 150"/>
                <a:gd name="T22" fmla="*/ 83 w 166"/>
                <a:gd name="T23" fmla="*/ 10 h 150"/>
                <a:gd name="T24" fmla="*/ 58 w 166"/>
                <a:gd name="T25" fmla="*/ 0 h 150"/>
                <a:gd name="T26" fmla="*/ 0 w 166"/>
                <a:gd name="T27" fmla="*/ 59 h 150"/>
                <a:gd name="T28" fmla="*/ 0 w 166"/>
                <a:gd name="T29" fmla="*/ 122 h 150"/>
                <a:gd name="T30" fmla="*/ 0 w 166"/>
                <a:gd name="T31" fmla="*/ 123 h 150"/>
                <a:gd name="T32" fmla="*/ 75 w 166"/>
                <a:gd name="T33" fmla="*/ 15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66" h="150">
                  <a:moveTo>
                    <a:pt x="75" y="150"/>
                  </a:moveTo>
                  <a:cubicBezTo>
                    <a:pt x="91" y="150"/>
                    <a:pt x="91" y="150"/>
                    <a:pt x="91" y="150"/>
                  </a:cubicBezTo>
                  <a:cubicBezTo>
                    <a:pt x="150" y="150"/>
                    <a:pt x="163" y="132"/>
                    <a:pt x="166" y="125"/>
                  </a:cubicBezTo>
                  <a:cubicBezTo>
                    <a:pt x="166" y="123"/>
                    <a:pt x="166" y="122"/>
                    <a:pt x="166" y="122"/>
                  </a:cubicBezTo>
                  <a:cubicBezTo>
                    <a:pt x="166" y="122"/>
                    <a:pt x="166" y="113"/>
                    <a:pt x="166" y="59"/>
                  </a:cubicBezTo>
                  <a:cubicBezTo>
                    <a:pt x="166" y="22"/>
                    <a:pt x="130" y="6"/>
                    <a:pt x="108" y="0"/>
                  </a:cubicBezTo>
                  <a:cubicBezTo>
                    <a:pt x="108" y="0"/>
                    <a:pt x="108" y="0"/>
                    <a:pt x="108" y="0"/>
                  </a:cubicBezTo>
                  <a:cubicBezTo>
                    <a:pt x="83" y="10"/>
                    <a:pt x="83" y="10"/>
                    <a:pt x="83" y="10"/>
                  </a:cubicBezTo>
                  <a:cubicBezTo>
                    <a:pt x="102" y="82"/>
                    <a:pt x="102" y="82"/>
                    <a:pt x="102" y="82"/>
                  </a:cubicBezTo>
                  <a:cubicBezTo>
                    <a:pt x="83" y="111"/>
                    <a:pt x="83" y="111"/>
                    <a:pt x="83" y="111"/>
                  </a:cubicBezTo>
                  <a:cubicBezTo>
                    <a:pt x="63" y="82"/>
                    <a:pt x="63" y="82"/>
                    <a:pt x="63" y="82"/>
                  </a:cubicBezTo>
                  <a:cubicBezTo>
                    <a:pt x="83" y="10"/>
                    <a:pt x="83" y="10"/>
                    <a:pt x="83" y="10"/>
                  </a:cubicBezTo>
                  <a:cubicBezTo>
                    <a:pt x="58" y="0"/>
                    <a:pt x="58" y="0"/>
                    <a:pt x="58" y="0"/>
                  </a:cubicBezTo>
                  <a:cubicBezTo>
                    <a:pt x="36" y="6"/>
                    <a:pt x="0" y="22"/>
                    <a:pt x="0" y="59"/>
                  </a:cubicBezTo>
                  <a:cubicBezTo>
                    <a:pt x="0" y="113"/>
                    <a:pt x="0" y="122"/>
                    <a:pt x="0" y="122"/>
                  </a:cubicBezTo>
                  <a:cubicBezTo>
                    <a:pt x="0" y="122"/>
                    <a:pt x="0" y="123"/>
                    <a:pt x="0" y="123"/>
                  </a:cubicBezTo>
                  <a:cubicBezTo>
                    <a:pt x="1" y="127"/>
                    <a:pt x="9" y="150"/>
                    <a:pt x="75" y="15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6" name="Oval 427"/>
            <p:cNvSpPr>
              <a:spLocks noChangeArrowheads="1"/>
            </p:cNvSpPr>
            <p:nvPr>
              <p:custDataLst>
                <p:tags r:id="rId13"/>
              </p:custDataLst>
            </p:nvPr>
          </p:nvSpPr>
          <p:spPr bwMode="auto">
            <a:xfrm>
              <a:off x="1301951" y="3959521"/>
              <a:ext cx="143535" cy="167337"/>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8" name="Freeform 428"/>
            <p:cNvSpPr/>
            <p:nvPr>
              <p:custDataLst>
                <p:tags r:id="rId14"/>
              </p:custDataLst>
            </p:nvPr>
          </p:nvSpPr>
          <p:spPr bwMode="auto">
            <a:xfrm>
              <a:off x="1000456" y="4253081"/>
              <a:ext cx="219990" cy="297889"/>
            </a:xfrm>
            <a:custGeom>
              <a:avLst/>
              <a:gdLst>
                <a:gd name="T0" fmla="*/ 129 w 129"/>
                <a:gd name="T1" fmla="*/ 138 h 175"/>
                <a:gd name="T2" fmla="*/ 129 w 129"/>
                <a:gd name="T3" fmla="*/ 89 h 175"/>
                <a:gd name="T4" fmla="*/ 121 w 129"/>
                <a:gd name="T5" fmla="*/ 58 h 175"/>
                <a:gd name="T6" fmla="*/ 65 w 129"/>
                <a:gd name="T7" fmla="*/ 3 h 175"/>
                <a:gd name="T8" fmla="*/ 116 w 129"/>
                <a:gd name="T9" fmla="*/ 78 h 175"/>
                <a:gd name="T10" fmla="*/ 116 w 129"/>
                <a:gd name="T11" fmla="*/ 113 h 175"/>
                <a:gd name="T12" fmla="*/ 78 w 129"/>
                <a:gd name="T13" fmla="*/ 89 h 175"/>
                <a:gd name="T14" fmla="*/ 65 w 129"/>
                <a:gd name="T15" fmla="*/ 3 h 175"/>
                <a:gd name="T16" fmla="*/ 0 w 129"/>
                <a:gd name="T17" fmla="*/ 45 h 175"/>
                <a:gd name="T18" fmla="*/ 0 w 129"/>
                <a:gd name="T19" fmla="*/ 149 h 175"/>
                <a:gd name="T20" fmla="*/ 65 w 129"/>
                <a:gd name="T21" fmla="*/ 175 h 175"/>
                <a:gd name="T22" fmla="*/ 122 w 129"/>
                <a:gd name="T23" fmla="*/ 161 h 175"/>
                <a:gd name="T24" fmla="*/ 129 w 129"/>
                <a:gd name="T25" fmla="*/ 138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9" h="175">
                  <a:moveTo>
                    <a:pt x="129" y="138"/>
                  </a:moveTo>
                  <a:cubicBezTo>
                    <a:pt x="129" y="117"/>
                    <a:pt x="129" y="89"/>
                    <a:pt x="129" y="89"/>
                  </a:cubicBezTo>
                  <a:cubicBezTo>
                    <a:pt x="129" y="89"/>
                    <a:pt x="127" y="75"/>
                    <a:pt x="121" y="58"/>
                  </a:cubicBezTo>
                  <a:cubicBezTo>
                    <a:pt x="112" y="33"/>
                    <a:pt x="95" y="3"/>
                    <a:pt x="65" y="3"/>
                  </a:cubicBezTo>
                  <a:cubicBezTo>
                    <a:pt x="116" y="78"/>
                    <a:pt x="116" y="78"/>
                    <a:pt x="116" y="78"/>
                  </a:cubicBezTo>
                  <a:cubicBezTo>
                    <a:pt x="116" y="113"/>
                    <a:pt x="116" y="113"/>
                    <a:pt x="116" y="113"/>
                  </a:cubicBezTo>
                  <a:cubicBezTo>
                    <a:pt x="78" y="89"/>
                    <a:pt x="78" y="89"/>
                    <a:pt x="78" y="89"/>
                  </a:cubicBezTo>
                  <a:cubicBezTo>
                    <a:pt x="65" y="3"/>
                    <a:pt x="65" y="3"/>
                    <a:pt x="65" y="3"/>
                  </a:cubicBezTo>
                  <a:cubicBezTo>
                    <a:pt x="65" y="3"/>
                    <a:pt x="0" y="0"/>
                    <a:pt x="0" y="45"/>
                  </a:cubicBezTo>
                  <a:cubicBezTo>
                    <a:pt x="0" y="90"/>
                    <a:pt x="0" y="149"/>
                    <a:pt x="0" y="149"/>
                  </a:cubicBezTo>
                  <a:cubicBezTo>
                    <a:pt x="0" y="149"/>
                    <a:pt x="8" y="175"/>
                    <a:pt x="65" y="175"/>
                  </a:cubicBezTo>
                  <a:cubicBezTo>
                    <a:pt x="97" y="175"/>
                    <a:pt x="114" y="170"/>
                    <a:pt x="122" y="161"/>
                  </a:cubicBezTo>
                  <a:cubicBezTo>
                    <a:pt x="128" y="155"/>
                    <a:pt x="129" y="147"/>
                    <a:pt x="129" y="13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9" name="Oval 429"/>
            <p:cNvSpPr>
              <a:spLocks noChangeArrowheads="1"/>
            </p:cNvSpPr>
            <p:nvPr>
              <p:custDataLst>
                <p:tags r:id="rId15"/>
              </p:custDataLst>
            </p:nvPr>
          </p:nvSpPr>
          <p:spPr bwMode="auto">
            <a:xfrm>
              <a:off x="1011996" y="4044631"/>
              <a:ext cx="173829" cy="203401"/>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grpSp>
      <p:sp>
        <p:nvSpPr>
          <p:cNvPr id="30" name="文本框 29"/>
          <p:cNvSpPr txBox="1"/>
          <p:nvPr>
            <p:custDataLst>
              <p:tags r:id="rId16"/>
            </p:custDataLst>
          </p:nvPr>
        </p:nvSpPr>
        <p:spPr>
          <a:xfrm>
            <a:off x="7144385" y="4011412"/>
            <a:ext cx="3671570" cy="1300998"/>
          </a:xfrm>
          <a:prstGeom prst="rect">
            <a:avLst/>
          </a:prstGeom>
        </p:spPr>
        <p:txBody>
          <a:bodyPr vert="horz" wrap="square" lIns="90000" tIns="46800" rIns="90000" bIns="46800"/>
          <a:lstStyle>
            <a:defPPr>
              <a:defRPr lang="zh-CN"/>
            </a:defPPr>
            <a:lvl1pPr algn="ctr">
              <a:defRPr>
                <a:solidFill>
                  <a:srgbClr val="838383"/>
                </a:solidFill>
              </a:defRPr>
            </a:lvl1pPr>
          </a:lstStyle>
          <a:p>
            <a:pPr indent="720090" algn="l">
              <a:lnSpc>
                <a:spcPct val="150000"/>
              </a:lnSpc>
            </a:pPr>
            <a:r>
              <a:rPr lang="zh-CN" altLang="en-US" sz="2400" dirty="0">
                <a:solidFill>
                  <a:schemeClr val="tx1"/>
                </a:solidFill>
                <a:latin typeface="微软雅黑" panose="020B0503020204020204" pitchFamily="34" charset="-122"/>
                <a:ea typeface="微软雅黑" panose="020B0503020204020204" pitchFamily="34" charset="-122"/>
              </a:rPr>
              <a:t>积极借助外部数据，主要是互联网数据，来实现相关应用。</a:t>
            </a:r>
            <a:endParaRPr lang="zh-CN" altLang="en-US" sz="2400" dirty="0">
              <a:solidFill>
                <a:schemeClr val="tx1"/>
              </a:solidFill>
              <a:latin typeface="微软雅黑" panose="020B0503020204020204" pitchFamily="34" charset="-122"/>
              <a:ea typeface="微软雅黑" panose="020B0503020204020204" pitchFamily="34" charset="-122"/>
            </a:endParaRPr>
          </a:p>
        </p:txBody>
      </p:sp>
      <p:grpSp>
        <p:nvGrpSpPr>
          <p:cNvPr id="39" name="组合 38"/>
          <p:cNvGrpSpPr/>
          <p:nvPr>
            <p:custDataLst>
              <p:tags r:id="rId17"/>
            </p:custDataLst>
          </p:nvPr>
        </p:nvGrpSpPr>
        <p:grpSpPr>
          <a:xfrm>
            <a:off x="6757454" y="4242029"/>
            <a:ext cx="384629" cy="330933"/>
            <a:chOff x="6911327" y="5595428"/>
            <a:chExt cx="622731" cy="535931"/>
          </a:xfrm>
          <a:solidFill>
            <a:srgbClr val="75BDA7"/>
          </a:solidFill>
        </p:grpSpPr>
        <p:sp>
          <p:nvSpPr>
            <p:cNvPr id="40" name="Freeform 220"/>
            <p:cNvSpPr/>
            <p:nvPr>
              <p:custDataLst>
                <p:tags r:id="rId18"/>
              </p:custDataLst>
            </p:nvPr>
          </p:nvSpPr>
          <p:spPr bwMode="auto">
            <a:xfrm>
              <a:off x="7243964" y="5595428"/>
              <a:ext cx="224709" cy="247836"/>
            </a:xfrm>
            <a:custGeom>
              <a:avLst/>
              <a:gdLst>
                <a:gd name="T0" fmla="*/ 46 w 333"/>
                <a:gd name="T1" fmla="*/ 243 h 367"/>
                <a:gd name="T2" fmla="*/ 170 w 333"/>
                <a:gd name="T3" fmla="*/ 367 h 367"/>
                <a:gd name="T4" fmla="*/ 289 w 333"/>
                <a:gd name="T5" fmla="*/ 243 h 367"/>
                <a:gd name="T6" fmla="*/ 326 w 333"/>
                <a:gd name="T7" fmla="*/ 202 h 367"/>
                <a:gd name="T8" fmla="*/ 307 w 333"/>
                <a:gd name="T9" fmla="*/ 142 h 367"/>
                <a:gd name="T10" fmla="*/ 167 w 333"/>
                <a:gd name="T11" fmla="*/ 0 h 367"/>
                <a:gd name="T12" fmla="*/ 27 w 333"/>
                <a:gd name="T13" fmla="*/ 142 h 367"/>
                <a:gd name="T14" fmla="*/ 7 w 333"/>
                <a:gd name="T15" fmla="*/ 202 h 367"/>
                <a:gd name="T16" fmla="*/ 46 w 333"/>
                <a:gd name="T17" fmla="*/ 243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3" h="367">
                  <a:moveTo>
                    <a:pt x="46" y="243"/>
                  </a:moveTo>
                  <a:cubicBezTo>
                    <a:pt x="71" y="307"/>
                    <a:pt x="118" y="367"/>
                    <a:pt x="170" y="367"/>
                  </a:cubicBezTo>
                  <a:cubicBezTo>
                    <a:pt x="222" y="367"/>
                    <a:pt x="266" y="307"/>
                    <a:pt x="289" y="243"/>
                  </a:cubicBezTo>
                  <a:cubicBezTo>
                    <a:pt x="305" y="241"/>
                    <a:pt x="320" y="225"/>
                    <a:pt x="326" y="202"/>
                  </a:cubicBezTo>
                  <a:cubicBezTo>
                    <a:pt x="333" y="175"/>
                    <a:pt x="325" y="148"/>
                    <a:pt x="307" y="142"/>
                  </a:cubicBezTo>
                  <a:cubicBezTo>
                    <a:pt x="302" y="63"/>
                    <a:pt x="241" y="0"/>
                    <a:pt x="167" y="0"/>
                  </a:cubicBezTo>
                  <a:cubicBezTo>
                    <a:pt x="92" y="0"/>
                    <a:pt x="31" y="63"/>
                    <a:pt x="27" y="142"/>
                  </a:cubicBezTo>
                  <a:cubicBezTo>
                    <a:pt x="9" y="148"/>
                    <a:pt x="0" y="175"/>
                    <a:pt x="7" y="202"/>
                  </a:cubicBezTo>
                  <a:cubicBezTo>
                    <a:pt x="13" y="226"/>
                    <a:pt x="30" y="242"/>
                    <a:pt x="46" y="24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41" name="Freeform 221"/>
            <p:cNvSpPr/>
            <p:nvPr>
              <p:custDataLst>
                <p:tags r:id="rId19"/>
              </p:custDataLst>
            </p:nvPr>
          </p:nvSpPr>
          <p:spPr bwMode="auto">
            <a:xfrm>
              <a:off x="6976712" y="5595428"/>
              <a:ext cx="224709" cy="247836"/>
            </a:xfrm>
            <a:custGeom>
              <a:avLst/>
              <a:gdLst>
                <a:gd name="T0" fmla="*/ 46 w 333"/>
                <a:gd name="T1" fmla="*/ 243 h 367"/>
                <a:gd name="T2" fmla="*/ 170 w 333"/>
                <a:gd name="T3" fmla="*/ 367 h 367"/>
                <a:gd name="T4" fmla="*/ 290 w 333"/>
                <a:gd name="T5" fmla="*/ 243 h 367"/>
                <a:gd name="T6" fmla="*/ 326 w 333"/>
                <a:gd name="T7" fmla="*/ 202 h 367"/>
                <a:gd name="T8" fmla="*/ 307 w 333"/>
                <a:gd name="T9" fmla="*/ 142 h 367"/>
                <a:gd name="T10" fmla="*/ 167 w 333"/>
                <a:gd name="T11" fmla="*/ 0 h 367"/>
                <a:gd name="T12" fmla="*/ 27 w 333"/>
                <a:gd name="T13" fmla="*/ 142 h 367"/>
                <a:gd name="T14" fmla="*/ 7 w 333"/>
                <a:gd name="T15" fmla="*/ 202 h 367"/>
                <a:gd name="T16" fmla="*/ 46 w 333"/>
                <a:gd name="T17" fmla="*/ 243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3" h="367">
                  <a:moveTo>
                    <a:pt x="46" y="243"/>
                  </a:moveTo>
                  <a:cubicBezTo>
                    <a:pt x="71" y="307"/>
                    <a:pt x="118" y="367"/>
                    <a:pt x="170" y="367"/>
                  </a:cubicBezTo>
                  <a:cubicBezTo>
                    <a:pt x="223" y="367"/>
                    <a:pt x="267" y="307"/>
                    <a:pt x="290" y="243"/>
                  </a:cubicBezTo>
                  <a:cubicBezTo>
                    <a:pt x="305" y="241"/>
                    <a:pt x="320" y="225"/>
                    <a:pt x="326" y="202"/>
                  </a:cubicBezTo>
                  <a:cubicBezTo>
                    <a:pt x="333" y="175"/>
                    <a:pt x="325" y="148"/>
                    <a:pt x="307" y="142"/>
                  </a:cubicBezTo>
                  <a:cubicBezTo>
                    <a:pt x="302" y="63"/>
                    <a:pt x="241" y="0"/>
                    <a:pt x="167" y="0"/>
                  </a:cubicBezTo>
                  <a:cubicBezTo>
                    <a:pt x="92" y="0"/>
                    <a:pt x="31" y="63"/>
                    <a:pt x="27" y="142"/>
                  </a:cubicBezTo>
                  <a:cubicBezTo>
                    <a:pt x="9" y="148"/>
                    <a:pt x="0" y="175"/>
                    <a:pt x="7" y="202"/>
                  </a:cubicBezTo>
                  <a:cubicBezTo>
                    <a:pt x="13" y="226"/>
                    <a:pt x="30" y="242"/>
                    <a:pt x="46" y="24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42" name="Freeform 222"/>
            <p:cNvSpPr/>
            <p:nvPr>
              <p:custDataLst>
                <p:tags r:id="rId20"/>
              </p:custDataLst>
            </p:nvPr>
          </p:nvSpPr>
          <p:spPr bwMode="auto">
            <a:xfrm>
              <a:off x="7239110" y="5831557"/>
              <a:ext cx="294948" cy="299802"/>
            </a:xfrm>
            <a:custGeom>
              <a:avLst/>
              <a:gdLst>
                <a:gd name="T0" fmla="*/ 435 w 437"/>
                <a:gd name="T1" fmla="*/ 125 h 444"/>
                <a:gd name="T2" fmla="*/ 317 w 437"/>
                <a:gd name="T3" fmla="*/ 0 h 444"/>
                <a:gd name="T4" fmla="*/ 204 w 437"/>
                <a:gd name="T5" fmla="*/ 191 h 444"/>
                <a:gd name="T6" fmla="*/ 190 w 437"/>
                <a:gd name="T7" fmla="*/ 105 h 444"/>
                <a:gd name="T8" fmla="*/ 206 w 437"/>
                <a:gd name="T9" fmla="*/ 77 h 444"/>
                <a:gd name="T10" fmla="*/ 173 w 437"/>
                <a:gd name="T11" fmla="*/ 45 h 444"/>
                <a:gd name="T12" fmla="*/ 141 w 437"/>
                <a:gd name="T13" fmla="*/ 77 h 444"/>
                <a:gd name="T14" fmla="*/ 156 w 437"/>
                <a:gd name="T15" fmla="*/ 105 h 444"/>
                <a:gd name="T16" fmla="*/ 142 w 437"/>
                <a:gd name="T17" fmla="*/ 189 h 444"/>
                <a:gd name="T18" fmla="*/ 30 w 437"/>
                <a:gd name="T19" fmla="*/ 0 h 444"/>
                <a:gd name="T20" fmla="*/ 0 w 437"/>
                <a:gd name="T21" fmla="*/ 15 h 444"/>
                <a:gd name="T22" fmla="*/ 67 w 437"/>
                <a:gd name="T23" fmla="*/ 120 h 444"/>
                <a:gd name="T24" fmla="*/ 67 w 437"/>
                <a:gd name="T25" fmla="*/ 123 h 444"/>
                <a:gd name="T26" fmla="*/ 69 w 437"/>
                <a:gd name="T27" fmla="*/ 430 h 444"/>
                <a:gd name="T28" fmla="*/ 174 w 437"/>
                <a:gd name="T29" fmla="*/ 444 h 444"/>
                <a:gd name="T30" fmla="*/ 436 w 437"/>
                <a:gd name="T31" fmla="*/ 402 h 444"/>
                <a:gd name="T32" fmla="*/ 437 w 437"/>
                <a:gd name="T33" fmla="*/ 402 h 444"/>
                <a:gd name="T34" fmla="*/ 437 w 437"/>
                <a:gd name="T35" fmla="*/ 125 h 444"/>
                <a:gd name="T36" fmla="*/ 435 w 437"/>
                <a:gd name="T37" fmla="*/ 125 h 4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37" h="443">
                  <a:moveTo>
                    <a:pt x="435" y="125"/>
                  </a:moveTo>
                  <a:cubicBezTo>
                    <a:pt x="425" y="73"/>
                    <a:pt x="381" y="28"/>
                    <a:pt x="317" y="0"/>
                  </a:cubicBezTo>
                  <a:cubicBezTo>
                    <a:pt x="204" y="191"/>
                    <a:pt x="204" y="191"/>
                    <a:pt x="204" y="191"/>
                  </a:cubicBezTo>
                  <a:cubicBezTo>
                    <a:pt x="190" y="105"/>
                    <a:pt x="190" y="105"/>
                    <a:pt x="190" y="105"/>
                  </a:cubicBezTo>
                  <a:cubicBezTo>
                    <a:pt x="199" y="100"/>
                    <a:pt x="206" y="89"/>
                    <a:pt x="206" y="77"/>
                  </a:cubicBezTo>
                  <a:cubicBezTo>
                    <a:pt x="206" y="60"/>
                    <a:pt x="191" y="45"/>
                    <a:pt x="173" y="45"/>
                  </a:cubicBezTo>
                  <a:cubicBezTo>
                    <a:pt x="155" y="45"/>
                    <a:pt x="141" y="60"/>
                    <a:pt x="141" y="77"/>
                  </a:cubicBezTo>
                  <a:cubicBezTo>
                    <a:pt x="141" y="89"/>
                    <a:pt x="147" y="100"/>
                    <a:pt x="156" y="105"/>
                  </a:cubicBezTo>
                  <a:cubicBezTo>
                    <a:pt x="142" y="189"/>
                    <a:pt x="142" y="189"/>
                    <a:pt x="142" y="189"/>
                  </a:cubicBezTo>
                  <a:cubicBezTo>
                    <a:pt x="30" y="0"/>
                    <a:pt x="30" y="0"/>
                    <a:pt x="30" y="0"/>
                  </a:cubicBezTo>
                  <a:cubicBezTo>
                    <a:pt x="20" y="5"/>
                    <a:pt x="10" y="10"/>
                    <a:pt x="0" y="15"/>
                  </a:cubicBezTo>
                  <a:cubicBezTo>
                    <a:pt x="36" y="45"/>
                    <a:pt x="59" y="81"/>
                    <a:pt x="67" y="120"/>
                  </a:cubicBezTo>
                  <a:cubicBezTo>
                    <a:pt x="67" y="123"/>
                    <a:pt x="67" y="123"/>
                    <a:pt x="67" y="123"/>
                  </a:cubicBezTo>
                  <a:cubicBezTo>
                    <a:pt x="69" y="430"/>
                    <a:pt x="69" y="430"/>
                    <a:pt x="69" y="430"/>
                  </a:cubicBezTo>
                  <a:cubicBezTo>
                    <a:pt x="69" y="430"/>
                    <a:pt x="125" y="444"/>
                    <a:pt x="174" y="444"/>
                  </a:cubicBezTo>
                  <a:cubicBezTo>
                    <a:pt x="311" y="444"/>
                    <a:pt x="424" y="426"/>
                    <a:pt x="436" y="402"/>
                  </a:cubicBezTo>
                  <a:cubicBezTo>
                    <a:pt x="437" y="402"/>
                    <a:pt x="437" y="402"/>
                    <a:pt x="437" y="402"/>
                  </a:cubicBezTo>
                  <a:cubicBezTo>
                    <a:pt x="437" y="125"/>
                    <a:pt x="437" y="125"/>
                    <a:pt x="437" y="125"/>
                  </a:cubicBezTo>
                  <a:lnTo>
                    <a:pt x="435" y="12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43" name="Freeform 223"/>
            <p:cNvSpPr/>
            <p:nvPr>
              <p:custDataLst>
                <p:tags r:id="rId21"/>
              </p:custDataLst>
            </p:nvPr>
          </p:nvSpPr>
          <p:spPr bwMode="auto">
            <a:xfrm>
              <a:off x="6911327" y="5831557"/>
              <a:ext cx="355480" cy="299802"/>
            </a:xfrm>
            <a:custGeom>
              <a:avLst/>
              <a:gdLst>
                <a:gd name="T0" fmla="*/ 407 w 527"/>
                <a:gd name="T1" fmla="*/ 0 h 444"/>
                <a:gd name="T2" fmla="*/ 294 w 527"/>
                <a:gd name="T3" fmla="*/ 191 h 444"/>
                <a:gd name="T4" fmla="*/ 280 w 527"/>
                <a:gd name="T5" fmla="*/ 105 h 444"/>
                <a:gd name="T6" fmla="*/ 296 w 527"/>
                <a:gd name="T7" fmla="*/ 77 h 444"/>
                <a:gd name="T8" fmla="*/ 263 w 527"/>
                <a:gd name="T9" fmla="*/ 45 h 444"/>
                <a:gd name="T10" fmla="*/ 231 w 527"/>
                <a:gd name="T11" fmla="*/ 77 h 444"/>
                <a:gd name="T12" fmla="*/ 246 w 527"/>
                <a:gd name="T13" fmla="*/ 105 h 444"/>
                <a:gd name="T14" fmla="*/ 233 w 527"/>
                <a:gd name="T15" fmla="*/ 189 h 444"/>
                <a:gd name="T16" fmla="*/ 120 w 527"/>
                <a:gd name="T17" fmla="*/ 0 h 444"/>
                <a:gd name="T18" fmla="*/ 2 w 527"/>
                <a:gd name="T19" fmla="*/ 125 h 444"/>
                <a:gd name="T20" fmla="*/ 0 w 527"/>
                <a:gd name="T21" fmla="*/ 125 h 444"/>
                <a:gd name="T22" fmla="*/ 0 w 527"/>
                <a:gd name="T23" fmla="*/ 402 h 444"/>
                <a:gd name="T24" fmla="*/ 2 w 527"/>
                <a:gd name="T25" fmla="*/ 402 h 444"/>
                <a:gd name="T26" fmla="*/ 264 w 527"/>
                <a:gd name="T27" fmla="*/ 444 h 444"/>
                <a:gd name="T28" fmla="*/ 526 w 527"/>
                <a:gd name="T29" fmla="*/ 402 h 444"/>
                <a:gd name="T30" fmla="*/ 527 w 527"/>
                <a:gd name="T31" fmla="*/ 402 h 444"/>
                <a:gd name="T32" fmla="*/ 525 w 527"/>
                <a:gd name="T33" fmla="*/ 125 h 444"/>
                <a:gd name="T34" fmla="*/ 407 w 527"/>
                <a:gd name="T35" fmla="*/ 0 h 4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27" h="443">
                  <a:moveTo>
                    <a:pt x="407" y="0"/>
                  </a:moveTo>
                  <a:cubicBezTo>
                    <a:pt x="294" y="191"/>
                    <a:pt x="294" y="191"/>
                    <a:pt x="294" y="191"/>
                  </a:cubicBezTo>
                  <a:cubicBezTo>
                    <a:pt x="280" y="105"/>
                    <a:pt x="280" y="105"/>
                    <a:pt x="280" y="105"/>
                  </a:cubicBezTo>
                  <a:cubicBezTo>
                    <a:pt x="290" y="100"/>
                    <a:pt x="296" y="89"/>
                    <a:pt x="296" y="77"/>
                  </a:cubicBezTo>
                  <a:cubicBezTo>
                    <a:pt x="296" y="60"/>
                    <a:pt x="281" y="45"/>
                    <a:pt x="263" y="45"/>
                  </a:cubicBezTo>
                  <a:cubicBezTo>
                    <a:pt x="245" y="45"/>
                    <a:pt x="231" y="60"/>
                    <a:pt x="231" y="77"/>
                  </a:cubicBezTo>
                  <a:cubicBezTo>
                    <a:pt x="231" y="89"/>
                    <a:pt x="237" y="100"/>
                    <a:pt x="246" y="105"/>
                  </a:cubicBezTo>
                  <a:cubicBezTo>
                    <a:pt x="233" y="189"/>
                    <a:pt x="233" y="189"/>
                    <a:pt x="233" y="189"/>
                  </a:cubicBezTo>
                  <a:cubicBezTo>
                    <a:pt x="120" y="0"/>
                    <a:pt x="120" y="0"/>
                    <a:pt x="120" y="0"/>
                  </a:cubicBezTo>
                  <a:cubicBezTo>
                    <a:pt x="57" y="28"/>
                    <a:pt x="12" y="73"/>
                    <a:pt x="2" y="125"/>
                  </a:cubicBezTo>
                  <a:cubicBezTo>
                    <a:pt x="0" y="125"/>
                    <a:pt x="0" y="125"/>
                    <a:pt x="0" y="125"/>
                  </a:cubicBezTo>
                  <a:cubicBezTo>
                    <a:pt x="0" y="402"/>
                    <a:pt x="0" y="402"/>
                    <a:pt x="0" y="402"/>
                  </a:cubicBezTo>
                  <a:cubicBezTo>
                    <a:pt x="2" y="402"/>
                    <a:pt x="2" y="402"/>
                    <a:pt x="2" y="402"/>
                  </a:cubicBezTo>
                  <a:cubicBezTo>
                    <a:pt x="14" y="426"/>
                    <a:pt x="127" y="444"/>
                    <a:pt x="264" y="444"/>
                  </a:cubicBezTo>
                  <a:cubicBezTo>
                    <a:pt x="401" y="444"/>
                    <a:pt x="514" y="426"/>
                    <a:pt x="526" y="402"/>
                  </a:cubicBezTo>
                  <a:cubicBezTo>
                    <a:pt x="527" y="402"/>
                    <a:pt x="527" y="402"/>
                    <a:pt x="527" y="402"/>
                  </a:cubicBezTo>
                  <a:cubicBezTo>
                    <a:pt x="525" y="125"/>
                    <a:pt x="525" y="125"/>
                    <a:pt x="525" y="125"/>
                  </a:cubicBezTo>
                  <a:cubicBezTo>
                    <a:pt x="516" y="73"/>
                    <a:pt x="471" y="28"/>
                    <a:pt x="40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grpSp>
      <p:sp>
        <p:nvSpPr>
          <p:cNvPr id="31" name="Freeform 9"/>
          <p:cNvSpPr/>
          <p:nvPr>
            <p:custDataLst>
              <p:tags r:id="rId22"/>
            </p:custDataLst>
          </p:nvPr>
        </p:nvSpPr>
        <p:spPr bwMode="auto">
          <a:xfrm rot="10800000">
            <a:off x="1376680" y="848995"/>
            <a:ext cx="9439275" cy="878205"/>
          </a:xfrm>
          <a:custGeom>
            <a:avLst/>
            <a:gdLst>
              <a:gd name="T0" fmla="*/ 4474 w 4474"/>
              <a:gd name="T1" fmla="*/ 894 h 894"/>
              <a:gd name="T2" fmla="*/ 0 w 4474"/>
              <a:gd name="T3" fmla="*/ 894 h 894"/>
              <a:gd name="T4" fmla="*/ 0 w 4474"/>
              <a:gd name="T5" fmla="*/ 169 h 894"/>
              <a:gd name="T6" fmla="*/ 0 w 4474"/>
              <a:gd name="T7" fmla="*/ 169 h 894"/>
              <a:gd name="T8" fmla="*/ 2224 w 4474"/>
              <a:gd name="T9" fmla="*/ 0 h 894"/>
              <a:gd name="T10" fmla="*/ 2224 w 4474"/>
              <a:gd name="T11" fmla="*/ 0 h 894"/>
              <a:gd name="T12" fmla="*/ 4474 w 4474"/>
              <a:gd name="T13" fmla="*/ 169 h 894"/>
              <a:gd name="T14" fmla="*/ 4474 w 4474"/>
              <a:gd name="T15" fmla="*/ 894 h 89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74" h="894">
                <a:moveTo>
                  <a:pt x="4474" y="894"/>
                </a:moveTo>
                <a:lnTo>
                  <a:pt x="0" y="894"/>
                </a:lnTo>
                <a:lnTo>
                  <a:pt x="0" y="169"/>
                </a:lnTo>
                <a:lnTo>
                  <a:pt x="0" y="169"/>
                </a:lnTo>
                <a:lnTo>
                  <a:pt x="2224" y="0"/>
                </a:lnTo>
                <a:lnTo>
                  <a:pt x="2224" y="0"/>
                </a:lnTo>
                <a:lnTo>
                  <a:pt x="4474" y="169"/>
                </a:lnTo>
                <a:lnTo>
                  <a:pt x="4474" y="894"/>
                </a:lnTo>
                <a:close/>
              </a:path>
            </a:pathLst>
          </a:custGeom>
          <a:noFill/>
          <a:ln w="15875">
            <a:solidFill>
              <a:srgbClr val="57B7C1"/>
            </a:solidFill>
            <a:prstDash val="solid"/>
            <a:round/>
          </a:ln>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32" name="文本框 31"/>
          <p:cNvSpPr txBox="1"/>
          <p:nvPr>
            <p:custDataLst>
              <p:tags r:id="rId23"/>
            </p:custDataLst>
          </p:nvPr>
        </p:nvSpPr>
        <p:spPr>
          <a:xfrm>
            <a:off x="3399790" y="1009015"/>
            <a:ext cx="5392420" cy="558165"/>
          </a:xfrm>
          <a:prstGeom prst="rect">
            <a:avLst/>
          </a:prstGeom>
        </p:spPr>
        <p:txBody>
          <a:bodyPr vert="horz" wrap="square" lIns="90000" tIns="46800" rIns="90000" bIns="46800"/>
          <a:lstStyle>
            <a:defPPr>
              <a:defRPr lang="zh-CN"/>
            </a:defPPr>
            <a:lvl1pPr algn="ctr">
              <a:defRPr>
                <a:solidFill>
                  <a:srgbClr val="838383"/>
                </a:solidFill>
              </a:defRPr>
            </a:lvl1pPr>
          </a:lstStyle>
          <a:p>
            <a:pPr algn="l"/>
            <a:r>
              <a:rPr lang="zh-CN" altLang="en-US" sz="2800" b="1" dirty="0">
                <a:solidFill>
                  <a:schemeClr val="accent5"/>
                </a:solidFill>
                <a:latin typeface="微软雅黑" panose="020B0503020204020204" pitchFamily="34" charset="-122"/>
                <a:ea typeface="微软雅黑" panose="020B0503020204020204" pitchFamily="34" charset="-122"/>
              </a:rPr>
              <a:t>大数据应用加速向传统领域拓展</a:t>
            </a:r>
            <a:endParaRPr lang="zh-CN" altLang="en-US" sz="2800" b="1" dirty="0">
              <a:solidFill>
                <a:schemeClr val="accent5"/>
              </a:solidFill>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PA-矩形 11"/>
          <p:cNvSpPr/>
          <p:nvPr>
            <p:custDataLst>
              <p:tags r:id="rId1"/>
            </p:custDataLst>
          </p:nvPr>
        </p:nvSpPr>
        <p:spPr>
          <a:xfrm>
            <a:off x="1399540" y="2430780"/>
            <a:ext cx="9406890" cy="3371215"/>
          </a:xfrm>
          <a:prstGeom prst="rect">
            <a:avLst/>
          </a:prstGeom>
        </p:spPr>
        <p:txBody>
          <a:bodyPr wrap="square" lIns="91440" tIns="45720" rIns="91440" bIns="45720"/>
          <a:lstStyle>
            <a:defPPr>
              <a:defRPr lang="zh-CN"/>
            </a:defPPr>
            <a:lvl1pPr marL="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1pPr>
            <a:lvl2pPr marL="4572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2pPr>
            <a:lvl3pPr marL="9144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3pPr>
            <a:lvl4pPr marL="13716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4pPr>
            <a:lvl5pPr marL="18288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5pPr>
            <a:lvl6pPr marL="22860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6pPr>
            <a:lvl7pPr marL="27432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7pPr>
            <a:lvl8pPr marL="32004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8pPr>
            <a:lvl9pPr marL="36576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9pPr>
          </a:lstStyle>
          <a:p>
            <a:pPr lvl="0" indent="720090">
              <a:lnSpc>
                <a:spcPct val="150000"/>
              </a:lnSpc>
              <a:spcBef>
                <a:spcPct val="0"/>
              </a:spcBef>
              <a:defRPr/>
            </a:pPr>
            <a:r>
              <a:rPr lang="zh-CN" altLang="en-US" sz="2400" spc="150" dirty="0">
                <a:solidFill>
                  <a:srgbClr val="000000">
                    <a:lumMod val="75000"/>
                    <a:lumOff val="25000"/>
                  </a:srgbClr>
                </a:solidFill>
                <a:latin typeface="微软雅黑" panose="020B0503020204020204" pitchFamily="34" charset="-122"/>
                <a:sym typeface="Arial" panose="020B0604020202020204" pitchFamily="34" charset="0"/>
              </a:rPr>
              <a:t>例如，一些新兴的大型百货商场利用大数据平台</a:t>
            </a:r>
            <a:r>
              <a:rPr lang="zh-CN" altLang="en-US" sz="2400" spc="150" dirty="0" smtClean="0">
                <a:solidFill>
                  <a:srgbClr val="000000">
                    <a:lumMod val="75000"/>
                    <a:lumOff val="25000"/>
                  </a:srgbClr>
                </a:solidFill>
                <a:latin typeface="微软雅黑" panose="020B0503020204020204" pitchFamily="34" charset="-122"/>
                <a:sym typeface="Arial" panose="020B0604020202020204" pitchFamily="34" charset="0"/>
              </a:rPr>
              <a:t>整合</a:t>
            </a:r>
            <a:r>
              <a:rPr lang="en-US" altLang="zh-CN" sz="2400" spc="150" dirty="0" smtClean="0">
                <a:solidFill>
                  <a:srgbClr val="000000">
                    <a:lumMod val="75000"/>
                    <a:lumOff val="25000"/>
                  </a:srgbClr>
                </a:solidFill>
                <a:latin typeface="微软雅黑" panose="020B0503020204020204" pitchFamily="34" charset="-122"/>
                <a:sym typeface="Arial" panose="020B0604020202020204" pitchFamily="34" charset="0"/>
              </a:rPr>
              <a:t>POS(point of sale</a:t>
            </a:r>
            <a:r>
              <a:rPr lang="zh-CN" altLang="en-US" sz="2400" spc="150" dirty="0" smtClean="0">
                <a:solidFill>
                  <a:srgbClr val="000000">
                    <a:lumMod val="75000"/>
                    <a:lumOff val="25000"/>
                  </a:srgbClr>
                </a:solidFill>
                <a:latin typeface="微软雅黑" panose="020B0503020204020204" pitchFamily="34" charset="-122"/>
                <a:sym typeface="Arial" panose="020B0604020202020204" pitchFamily="34" charset="0"/>
              </a:rPr>
              <a:t> </a:t>
            </a:r>
            <a:r>
              <a:rPr lang="en-US" altLang="zh-CN" sz="2400" spc="150" dirty="0" smtClean="0">
                <a:solidFill>
                  <a:srgbClr val="000000">
                    <a:lumMod val="75000"/>
                    <a:lumOff val="25000"/>
                  </a:srgbClr>
                </a:solidFill>
                <a:latin typeface="微软雅黑" panose="020B0503020204020204" pitchFamily="34" charset="-122"/>
                <a:sym typeface="Arial" panose="020B0604020202020204" pitchFamily="34" charset="0"/>
              </a:rPr>
              <a:t>)</a:t>
            </a:r>
            <a:r>
              <a:rPr lang="zh-CN" altLang="en-US" sz="2400" spc="150" dirty="0" smtClean="0">
                <a:solidFill>
                  <a:srgbClr val="000000">
                    <a:lumMod val="75000"/>
                    <a:lumOff val="25000"/>
                  </a:srgbClr>
                </a:solidFill>
                <a:latin typeface="微软雅黑" panose="020B0503020204020204" pitchFamily="34" charset="-122"/>
                <a:sym typeface="Arial" panose="020B0604020202020204" pitchFamily="34" charset="0"/>
              </a:rPr>
              <a:t>机</a:t>
            </a:r>
            <a:r>
              <a:rPr lang="zh-CN" altLang="en-US" sz="2400" spc="150" dirty="0">
                <a:solidFill>
                  <a:srgbClr val="000000">
                    <a:lumMod val="75000"/>
                    <a:lumOff val="25000"/>
                  </a:srgbClr>
                </a:solidFill>
                <a:latin typeface="微软雅黑" panose="020B0503020204020204" pitchFamily="34" charset="-122"/>
                <a:sym typeface="Arial" panose="020B0604020202020204" pitchFamily="34" charset="0"/>
              </a:rPr>
              <a:t>、企业 </a:t>
            </a:r>
            <a:r>
              <a:rPr lang="en-US" altLang="zh-CN" sz="2400" spc="150" dirty="0" smtClean="0">
                <a:solidFill>
                  <a:srgbClr val="000000">
                    <a:lumMod val="75000"/>
                    <a:lumOff val="25000"/>
                  </a:srgbClr>
                </a:solidFill>
                <a:latin typeface="微软雅黑" panose="020B0503020204020204" pitchFamily="34" charset="-122"/>
                <a:sym typeface="Arial" panose="020B0604020202020204" pitchFamily="34" charset="0"/>
              </a:rPr>
              <a:t>CRM(Customer</a:t>
            </a:r>
            <a:r>
              <a:rPr lang="zh-CN" altLang="en-US" sz="2400" spc="150" dirty="0" smtClean="0">
                <a:solidFill>
                  <a:srgbClr val="000000">
                    <a:lumMod val="75000"/>
                    <a:lumOff val="25000"/>
                  </a:srgbClr>
                </a:solidFill>
                <a:latin typeface="微软雅黑" panose="020B0503020204020204" pitchFamily="34" charset="-122"/>
                <a:sym typeface="Arial" panose="020B0604020202020204" pitchFamily="34" charset="0"/>
              </a:rPr>
              <a:t>  </a:t>
            </a:r>
            <a:r>
              <a:rPr lang="en-US" altLang="zh-CN" sz="2400" spc="150" dirty="0" smtClean="0">
                <a:solidFill>
                  <a:srgbClr val="000000">
                    <a:lumMod val="75000"/>
                    <a:lumOff val="25000"/>
                  </a:srgbClr>
                </a:solidFill>
                <a:latin typeface="微软雅黑" panose="020B0503020204020204" pitchFamily="34" charset="-122"/>
                <a:sym typeface="Arial" panose="020B0604020202020204" pitchFamily="34" charset="0"/>
              </a:rPr>
              <a:t>Relationship</a:t>
            </a:r>
            <a:r>
              <a:rPr lang="zh-CN" altLang="en-US" sz="2400" spc="150" dirty="0" smtClean="0">
                <a:solidFill>
                  <a:srgbClr val="000000">
                    <a:lumMod val="75000"/>
                    <a:lumOff val="25000"/>
                  </a:srgbClr>
                </a:solidFill>
                <a:latin typeface="微软雅黑" panose="020B0503020204020204" pitchFamily="34" charset="-122"/>
                <a:sym typeface="Arial" panose="020B0604020202020204" pitchFamily="34" charset="0"/>
              </a:rPr>
              <a:t> </a:t>
            </a:r>
            <a:r>
              <a:rPr lang="en-US" altLang="zh-CN" sz="2400" spc="150" dirty="0" smtClean="0">
                <a:solidFill>
                  <a:srgbClr val="000000">
                    <a:lumMod val="75000"/>
                    <a:lumOff val="25000"/>
                  </a:srgbClr>
                </a:solidFill>
                <a:latin typeface="微软雅黑" panose="020B0503020204020204" pitchFamily="34" charset="-122"/>
                <a:sym typeface="Arial" panose="020B0604020202020204" pitchFamily="34" charset="0"/>
              </a:rPr>
              <a:t>Management)</a:t>
            </a:r>
            <a:r>
              <a:rPr lang="zh-CN" altLang="en-US" sz="2400" spc="150" dirty="0" smtClean="0">
                <a:solidFill>
                  <a:srgbClr val="000000">
                    <a:lumMod val="75000"/>
                    <a:lumOff val="25000"/>
                  </a:srgbClr>
                </a:solidFill>
                <a:latin typeface="微软雅黑" panose="020B0503020204020204" pitchFamily="34" charset="-122"/>
                <a:sym typeface="Arial" panose="020B0604020202020204" pitchFamily="34" charset="0"/>
              </a:rPr>
              <a:t>系统</a:t>
            </a:r>
            <a:r>
              <a:rPr lang="zh-CN" altLang="en-US" sz="2400" spc="150" dirty="0">
                <a:solidFill>
                  <a:srgbClr val="000000">
                    <a:lumMod val="75000"/>
                    <a:lumOff val="25000"/>
                  </a:srgbClr>
                </a:solidFill>
                <a:latin typeface="微软雅黑" panose="020B0503020204020204" pitchFamily="34" charset="-122"/>
                <a:sym typeface="Arial" panose="020B0604020202020204" pitchFamily="34" charset="0"/>
              </a:rPr>
              <a:t>、免费无线网络、客流监控设备等数据，对用户进行聚类分析，支撑包括商品位置摆放、打折信息投放、移动端营销、客户习 惯查询、客户群路径分析等应用，提高商场营销效率和营业额。</a:t>
            </a:r>
            <a:endParaRPr lang="zh-CN" altLang="en-US" sz="2400" spc="150" dirty="0">
              <a:solidFill>
                <a:srgbClr val="000000">
                  <a:lumMod val="75000"/>
                  <a:lumOff val="25000"/>
                </a:srgbClr>
              </a:solidFill>
              <a:latin typeface="微软雅黑" panose="020B0503020204020204" pitchFamily="34" charset="-122"/>
              <a:sym typeface="Arial" panose="020B0604020202020204" pitchFamily="34" charset="0"/>
            </a:endParaRPr>
          </a:p>
        </p:txBody>
      </p:sp>
      <p:sp>
        <p:nvSpPr>
          <p:cNvPr id="5" name="任意多边形: 形状 3"/>
          <p:cNvSpPr/>
          <p:nvPr>
            <p:custDataLst>
              <p:tags r:id="rId2"/>
            </p:custDataLst>
          </p:nvPr>
        </p:nvSpPr>
        <p:spPr>
          <a:xfrm rot="5400000">
            <a:off x="3034328" y="-263230"/>
            <a:ext cx="778696" cy="3718173"/>
          </a:xfrm>
          <a:custGeom>
            <a:avLst/>
            <a:gdLst>
              <a:gd name="connsiteX0" fmla="*/ 0 w 833795"/>
              <a:gd name="connsiteY0" fmla="*/ 4361976 h 4361976"/>
              <a:gd name="connsiteX1" fmla="*/ 0 w 833795"/>
              <a:gd name="connsiteY1" fmla="*/ 352541 h 4361976"/>
              <a:gd name="connsiteX2" fmla="*/ 0 w 833795"/>
              <a:gd name="connsiteY2" fmla="*/ 351612 h 4361976"/>
              <a:gd name="connsiteX3" fmla="*/ 1099 w 833795"/>
              <a:gd name="connsiteY3" fmla="*/ 351612 h 4361976"/>
              <a:gd name="connsiteX4" fmla="*/ 416898 w 833795"/>
              <a:gd name="connsiteY4" fmla="*/ 0 h 4361976"/>
              <a:gd name="connsiteX5" fmla="*/ 832697 w 833795"/>
              <a:gd name="connsiteY5" fmla="*/ 351612 h 4361976"/>
              <a:gd name="connsiteX6" fmla="*/ 833795 w 833795"/>
              <a:gd name="connsiteY6" fmla="*/ 351612 h 4361976"/>
              <a:gd name="connsiteX7" fmla="*/ 833795 w 833795"/>
              <a:gd name="connsiteY7" fmla="*/ 352541 h 4361976"/>
              <a:gd name="connsiteX8" fmla="*/ 833795 w 833795"/>
              <a:gd name="connsiteY8" fmla="*/ 4361976 h 4361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33795" h="4361976">
                <a:moveTo>
                  <a:pt x="0" y="4361976"/>
                </a:moveTo>
                <a:lnTo>
                  <a:pt x="0" y="352541"/>
                </a:lnTo>
                <a:lnTo>
                  <a:pt x="0" y="351612"/>
                </a:lnTo>
                <a:lnTo>
                  <a:pt x="1099" y="351612"/>
                </a:lnTo>
                <a:lnTo>
                  <a:pt x="416898" y="0"/>
                </a:lnTo>
                <a:lnTo>
                  <a:pt x="832697" y="351612"/>
                </a:lnTo>
                <a:lnTo>
                  <a:pt x="833795" y="351612"/>
                </a:lnTo>
                <a:lnTo>
                  <a:pt x="833795" y="352541"/>
                </a:lnTo>
                <a:lnTo>
                  <a:pt x="833795" y="4361976"/>
                </a:lnTo>
                <a:close/>
              </a:path>
            </a:pathLst>
          </a:custGeom>
          <a:solidFill>
            <a:srgbClr val="57B7C1"/>
          </a:solidFill>
          <a:ln>
            <a:noFill/>
          </a:ln>
        </p:spPr>
        <p:style>
          <a:lnRef idx="2">
            <a:srgbClr val="57B7C1">
              <a:shade val="50000"/>
            </a:srgbClr>
          </a:lnRef>
          <a:fillRef idx="1">
            <a:srgbClr val="57B7C1"/>
          </a:fillRef>
          <a:effectRef idx="0">
            <a:srgbClr val="57B7C1"/>
          </a:effectRef>
          <a:fontRef idx="minor">
            <a:srgbClr val="FFFFFF"/>
          </a:fontRef>
        </p:style>
        <p:txBody>
          <a:bodyPr vert="horz" wrap="square" lIns="90000" tIns="46800" rIns="90000" bIns="46800" rtlCol="0" anchor="ctr">
            <a:noAutofit/>
          </a:bodyPr>
          <a:lstStyle/>
          <a:p>
            <a:pPr algn="ctr"/>
            <a:endParaRPr lang="zh-CN" altLang="en-US">
              <a:solidFill>
                <a:srgbClr val="75BDA7"/>
              </a:solidFill>
              <a:latin typeface="微软雅黑" panose="020B0503020204020204" pitchFamily="34" charset="-122"/>
              <a:ea typeface="微软雅黑" panose="020B0503020204020204" pitchFamily="34" charset="-122"/>
            </a:endParaRPr>
          </a:p>
        </p:txBody>
      </p:sp>
      <p:sp>
        <p:nvSpPr>
          <p:cNvPr id="6" name="文本框 5"/>
          <p:cNvSpPr txBox="1"/>
          <p:nvPr>
            <p:custDataLst>
              <p:tags r:id="rId3"/>
            </p:custDataLst>
          </p:nvPr>
        </p:nvSpPr>
        <p:spPr>
          <a:xfrm>
            <a:off x="1742623" y="1301160"/>
            <a:ext cx="3362107" cy="589059"/>
          </a:xfrm>
          <a:prstGeom prst="rect">
            <a:avLst/>
          </a:prstGeom>
        </p:spPr>
        <p:txBody>
          <a:bodyPr wrap="square" anchor="ctr" anchorCtr="0">
            <a:normAutofit fontScale="92500" lnSpcReduction="10000"/>
          </a:bodyPr>
          <a:lstStyle>
            <a:defPPr>
              <a:defRPr lang="zh-CN"/>
            </a:defPPr>
            <a:lvl1pPr indent="0" algn="ctr">
              <a:lnSpc>
                <a:spcPct val="130000"/>
              </a:lnSpc>
              <a:spcBef>
                <a:spcPts val="1200"/>
              </a:spcBef>
              <a:buFont typeface="Arial" panose="020B0604020202020204" pitchFamily="34" charset="0"/>
              <a:buNone/>
              <a:defRPr sz="2935" baseline="0">
                <a:latin typeface="Calibri Light" panose="020F0302020204030204" pitchFamily="34" charset="0"/>
                <a:ea typeface="+mn-ea"/>
                <a:cs typeface="+mn-ea"/>
              </a:defRPr>
            </a:lvl1pPr>
            <a:lvl2pPr indent="0">
              <a:lnSpc>
                <a:spcPct val="130000"/>
              </a:lnSpc>
              <a:spcBef>
                <a:spcPts val="1200"/>
              </a:spcBef>
              <a:buFont typeface="Arial" panose="020B0604020202020204" pitchFamily="34" charset="0"/>
              <a:buNone/>
              <a:defRPr sz="2400"/>
            </a:lvl2pPr>
            <a:lvl3pPr indent="0">
              <a:lnSpc>
                <a:spcPct val="130000"/>
              </a:lnSpc>
              <a:spcBef>
                <a:spcPts val="1200"/>
              </a:spcBef>
              <a:buFont typeface="Arial" panose="020B0604020202020204" pitchFamily="34" charset="0"/>
              <a:buNone/>
              <a:defRPr sz="2000"/>
            </a:lvl3pPr>
            <a:lvl4pPr indent="0">
              <a:lnSpc>
                <a:spcPct val="130000"/>
              </a:lnSpc>
              <a:spcBef>
                <a:spcPts val="1200"/>
              </a:spcBef>
              <a:buFont typeface="Arial" panose="020B0604020202020204" pitchFamily="34" charset="0"/>
              <a:buNone/>
            </a:lvl4pPr>
            <a:lvl5pPr indent="0">
              <a:lnSpc>
                <a:spcPct val="130000"/>
              </a:lnSpc>
              <a:spcBef>
                <a:spcPts val="1200"/>
              </a:spcBef>
              <a:buFont typeface="Arial" panose="020B0604020202020204" pitchFamily="34" charset="0"/>
              <a:buNone/>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l"/>
            <a:r>
              <a:rPr lang="zh-CN" altLang="en-US" b="1" dirty="0">
                <a:solidFill>
                  <a:srgbClr val="FFFFFF"/>
                </a:solidFill>
                <a:latin typeface="微软雅黑" panose="020B0503020204020204" pitchFamily="34" charset="-122"/>
                <a:ea typeface="微软雅黑" panose="020B0503020204020204" pitchFamily="34" charset="-122"/>
              </a:rPr>
              <a:t>第一种发展方向</a:t>
            </a:r>
            <a:endParaRPr lang="zh-CN" altLang="en-US" b="1" dirty="0">
              <a:solidFill>
                <a:srgbClr val="FFFFFF"/>
              </a:solidFill>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PA-矩形 11"/>
          <p:cNvSpPr/>
          <p:nvPr>
            <p:custDataLst>
              <p:tags r:id="rId1"/>
            </p:custDataLst>
          </p:nvPr>
        </p:nvSpPr>
        <p:spPr>
          <a:xfrm>
            <a:off x="1399540" y="2334528"/>
            <a:ext cx="9406890" cy="3371215"/>
          </a:xfrm>
          <a:prstGeom prst="rect">
            <a:avLst/>
          </a:prstGeom>
        </p:spPr>
        <p:txBody>
          <a:bodyPr wrap="square" lIns="91440" tIns="45720" rIns="91440" bIns="45720"/>
          <a:lstStyle>
            <a:defPPr>
              <a:defRPr lang="zh-CN"/>
            </a:defPPr>
            <a:lvl1pPr marL="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1pPr>
            <a:lvl2pPr marL="4572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2pPr>
            <a:lvl3pPr marL="9144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3pPr>
            <a:lvl4pPr marL="13716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4pPr>
            <a:lvl5pPr marL="18288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5pPr>
            <a:lvl6pPr marL="22860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6pPr>
            <a:lvl7pPr marL="27432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7pPr>
            <a:lvl8pPr marL="32004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8pPr>
            <a:lvl9pPr marL="36576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9pPr>
          </a:lstStyle>
          <a:p>
            <a:pPr lvl="0" indent="720090">
              <a:lnSpc>
                <a:spcPct val="150000"/>
              </a:lnSpc>
              <a:spcBef>
                <a:spcPct val="0"/>
              </a:spcBef>
              <a:defRPr/>
            </a:pPr>
            <a:r>
              <a:rPr lang="zh-CN" altLang="en-US" sz="2400" spc="150" dirty="0">
                <a:solidFill>
                  <a:srgbClr val="000000">
                    <a:lumMod val="75000"/>
                    <a:lumOff val="25000"/>
                  </a:srgbClr>
                </a:solidFill>
                <a:latin typeface="Arial" panose="020B0604020202020204" pitchFamily="34" charset="0"/>
                <a:ea typeface="微软雅黑" panose="020B0503020204020204" pitchFamily="34" charset="-122"/>
                <a:sym typeface="Arial" panose="020B0604020202020204" pitchFamily="34" charset="0"/>
              </a:rPr>
              <a:t>例如，基于大数据的智慧城市决策系统也是大数据应用的重要领域，可整合来自经济、统计、民政、教育、卫生、人力等政府部门内部数据和来自物联网、移动互联网等网络数据，设计经济社会运行分析模型，支撑智慧人口、智慧医疗、智慧教育、智能物流、智能环保等相关决策应用。</a:t>
            </a:r>
            <a:endParaRPr lang="zh-CN" altLang="en-US" sz="2400" spc="150" dirty="0">
              <a:solidFill>
                <a:srgbClr val="000000">
                  <a:lumMod val="75000"/>
                  <a:lumOff val="25000"/>
                </a:srgb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6" name="文本框 5"/>
          <p:cNvSpPr txBox="1"/>
          <p:nvPr>
            <p:custDataLst>
              <p:tags r:id="rId2"/>
            </p:custDataLst>
          </p:nvPr>
        </p:nvSpPr>
        <p:spPr>
          <a:xfrm>
            <a:off x="1742623" y="1301160"/>
            <a:ext cx="3362107" cy="589059"/>
          </a:xfrm>
          <a:prstGeom prst="rect">
            <a:avLst/>
          </a:prstGeom>
        </p:spPr>
        <p:txBody>
          <a:bodyPr wrap="square" anchor="ctr" anchorCtr="0">
            <a:normAutofit fontScale="92500" lnSpcReduction="10000"/>
          </a:bodyPr>
          <a:lstStyle>
            <a:defPPr>
              <a:defRPr lang="zh-CN"/>
            </a:defPPr>
            <a:lvl1pPr indent="0" algn="ctr">
              <a:lnSpc>
                <a:spcPct val="130000"/>
              </a:lnSpc>
              <a:spcBef>
                <a:spcPts val="1200"/>
              </a:spcBef>
              <a:buFont typeface="Arial" panose="020B0604020202020204" pitchFamily="34" charset="0"/>
              <a:buNone/>
              <a:defRPr sz="2935" baseline="0">
                <a:latin typeface="Calibri Light" panose="020F0302020204030204" pitchFamily="34" charset="0"/>
                <a:ea typeface="+mn-ea"/>
                <a:cs typeface="+mn-ea"/>
              </a:defRPr>
            </a:lvl1pPr>
            <a:lvl2pPr indent="0">
              <a:lnSpc>
                <a:spcPct val="130000"/>
              </a:lnSpc>
              <a:spcBef>
                <a:spcPts val="1200"/>
              </a:spcBef>
              <a:buFont typeface="Arial" panose="020B0604020202020204" pitchFamily="34" charset="0"/>
              <a:buNone/>
              <a:defRPr sz="2400"/>
            </a:lvl2pPr>
            <a:lvl3pPr indent="0">
              <a:lnSpc>
                <a:spcPct val="130000"/>
              </a:lnSpc>
              <a:spcBef>
                <a:spcPts val="1200"/>
              </a:spcBef>
              <a:buFont typeface="Arial" panose="020B0604020202020204" pitchFamily="34" charset="0"/>
              <a:buNone/>
              <a:defRPr sz="2000"/>
            </a:lvl3pPr>
            <a:lvl4pPr indent="0">
              <a:lnSpc>
                <a:spcPct val="130000"/>
              </a:lnSpc>
              <a:spcBef>
                <a:spcPts val="1200"/>
              </a:spcBef>
              <a:buFont typeface="Arial" panose="020B0604020202020204" pitchFamily="34" charset="0"/>
              <a:buNone/>
            </a:lvl4pPr>
            <a:lvl5pPr indent="0">
              <a:lnSpc>
                <a:spcPct val="130000"/>
              </a:lnSpc>
              <a:spcBef>
                <a:spcPts val="1200"/>
              </a:spcBef>
              <a:buFont typeface="Arial" panose="020B0604020202020204" pitchFamily="34" charset="0"/>
              <a:buNone/>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b="1">
                <a:solidFill>
                  <a:srgbClr val="FFFFFF"/>
                </a:solidFill>
                <a:latin typeface="Calibri" panose="020F0502020204030204" pitchFamily="34" charset="0"/>
                <a:ea typeface="等线" panose="02010600030101010101" charset="-122"/>
                <a:cs typeface="+mn-ea"/>
              </a:rPr>
              <a:t>第一种发展方向</a:t>
            </a:r>
            <a:endParaRPr lang="zh-CN" altLang="en-US" b="1">
              <a:solidFill>
                <a:srgbClr val="FFFFFF"/>
              </a:solidFill>
              <a:latin typeface="Calibri" panose="020F0502020204030204" pitchFamily="34" charset="0"/>
              <a:ea typeface="等线" panose="02010600030101010101" charset="-122"/>
              <a:cs typeface="+mn-ea"/>
            </a:endParaRPr>
          </a:p>
        </p:txBody>
      </p:sp>
      <p:sp>
        <p:nvSpPr>
          <p:cNvPr id="9" name="文本框 5"/>
          <p:cNvSpPr txBox="1"/>
          <p:nvPr>
            <p:custDataLst>
              <p:tags r:id="rId3"/>
            </p:custDataLst>
          </p:nvPr>
        </p:nvSpPr>
        <p:spPr>
          <a:xfrm>
            <a:off x="1895023" y="1453560"/>
            <a:ext cx="3362107" cy="589059"/>
          </a:xfrm>
          <a:prstGeom prst="rect">
            <a:avLst/>
          </a:prstGeom>
        </p:spPr>
        <p:txBody>
          <a:bodyPr wrap="square" anchor="ctr" anchorCtr="0">
            <a:normAutofit fontScale="92500" lnSpcReduction="10000"/>
          </a:bodyPr>
          <a:lstStyle>
            <a:defPPr>
              <a:defRPr lang="zh-CN"/>
            </a:defPPr>
            <a:lvl1pPr indent="0" algn="ctr">
              <a:lnSpc>
                <a:spcPct val="130000"/>
              </a:lnSpc>
              <a:spcBef>
                <a:spcPts val="1200"/>
              </a:spcBef>
              <a:buFont typeface="Arial" panose="020B0604020202020204" pitchFamily="34" charset="0"/>
              <a:buNone/>
              <a:defRPr sz="2935" baseline="0">
                <a:latin typeface="Calibri Light" panose="020F0302020204030204" pitchFamily="34" charset="0"/>
                <a:ea typeface="+mn-ea"/>
                <a:cs typeface="+mn-ea"/>
              </a:defRPr>
            </a:lvl1pPr>
            <a:lvl2pPr indent="0">
              <a:lnSpc>
                <a:spcPct val="130000"/>
              </a:lnSpc>
              <a:spcBef>
                <a:spcPts val="1200"/>
              </a:spcBef>
              <a:buFont typeface="Arial" panose="020B0604020202020204" pitchFamily="34" charset="0"/>
              <a:buNone/>
              <a:defRPr sz="2400"/>
            </a:lvl2pPr>
            <a:lvl3pPr indent="0">
              <a:lnSpc>
                <a:spcPct val="130000"/>
              </a:lnSpc>
              <a:spcBef>
                <a:spcPts val="1200"/>
              </a:spcBef>
              <a:buFont typeface="Arial" panose="020B0604020202020204" pitchFamily="34" charset="0"/>
              <a:buNone/>
              <a:defRPr sz="2000"/>
            </a:lvl3pPr>
            <a:lvl4pPr indent="0">
              <a:lnSpc>
                <a:spcPct val="130000"/>
              </a:lnSpc>
              <a:spcBef>
                <a:spcPts val="1200"/>
              </a:spcBef>
              <a:buFont typeface="Arial" panose="020B0604020202020204" pitchFamily="34" charset="0"/>
              <a:buNone/>
            </a:lvl4pPr>
            <a:lvl5pPr indent="0">
              <a:lnSpc>
                <a:spcPct val="130000"/>
              </a:lnSpc>
              <a:spcBef>
                <a:spcPts val="1200"/>
              </a:spcBef>
              <a:buFont typeface="Arial" panose="020B0604020202020204" pitchFamily="34" charset="0"/>
              <a:buNone/>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l"/>
            <a:r>
              <a:rPr lang="zh-CN" altLang="en-US" b="1" dirty="0">
                <a:solidFill>
                  <a:srgbClr val="FFFFFF"/>
                </a:solidFill>
                <a:latin typeface="微软雅黑" panose="020B0503020204020204" pitchFamily="34" charset="-122"/>
                <a:ea typeface="微软雅黑" panose="020B0503020204020204" pitchFamily="34" charset="-122"/>
              </a:rPr>
              <a:t>第一种发展方向</a:t>
            </a:r>
            <a:endParaRPr lang="zh-CN" altLang="en-US" b="1" dirty="0">
              <a:solidFill>
                <a:srgbClr val="FFFFFF"/>
              </a:solidFill>
              <a:latin typeface="微软雅黑" panose="020B0503020204020204" pitchFamily="34" charset="-122"/>
              <a:ea typeface="微软雅黑" panose="020B0503020204020204" pitchFamily="34" charset="-122"/>
            </a:endParaRPr>
          </a:p>
        </p:txBody>
      </p:sp>
      <p:sp>
        <p:nvSpPr>
          <p:cNvPr id="10" name="任意多边形: 形状 3"/>
          <p:cNvSpPr/>
          <p:nvPr>
            <p:custDataLst>
              <p:tags r:id="rId4"/>
            </p:custDataLst>
          </p:nvPr>
        </p:nvSpPr>
        <p:spPr>
          <a:xfrm rot="5400000">
            <a:off x="3034327" y="-347778"/>
            <a:ext cx="778696" cy="3718173"/>
          </a:xfrm>
          <a:custGeom>
            <a:avLst/>
            <a:gdLst>
              <a:gd name="connsiteX0" fmla="*/ 0 w 833795"/>
              <a:gd name="connsiteY0" fmla="*/ 4361976 h 4361976"/>
              <a:gd name="connsiteX1" fmla="*/ 0 w 833795"/>
              <a:gd name="connsiteY1" fmla="*/ 352541 h 4361976"/>
              <a:gd name="connsiteX2" fmla="*/ 0 w 833795"/>
              <a:gd name="connsiteY2" fmla="*/ 351612 h 4361976"/>
              <a:gd name="connsiteX3" fmla="*/ 1099 w 833795"/>
              <a:gd name="connsiteY3" fmla="*/ 351612 h 4361976"/>
              <a:gd name="connsiteX4" fmla="*/ 416898 w 833795"/>
              <a:gd name="connsiteY4" fmla="*/ 0 h 4361976"/>
              <a:gd name="connsiteX5" fmla="*/ 832697 w 833795"/>
              <a:gd name="connsiteY5" fmla="*/ 351612 h 4361976"/>
              <a:gd name="connsiteX6" fmla="*/ 833795 w 833795"/>
              <a:gd name="connsiteY6" fmla="*/ 351612 h 4361976"/>
              <a:gd name="connsiteX7" fmla="*/ 833795 w 833795"/>
              <a:gd name="connsiteY7" fmla="*/ 352541 h 4361976"/>
              <a:gd name="connsiteX8" fmla="*/ 833795 w 833795"/>
              <a:gd name="connsiteY8" fmla="*/ 4361976 h 4361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33795" h="4361976">
                <a:moveTo>
                  <a:pt x="0" y="4361976"/>
                </a:moveTo>
                <a:lnTo>
                  <a:pt x="0" y="352541"/>
                </a:lnTo>
                <a:lnTo>
                  <a:pt x="0" y="351612"/>
                </a:lnTo>
                <a:lnTo>
                  <a:pt x="1099" y="351612"/>
                </a:lnTo>
                <a:lnTo>
                  <a:pt x="416898" y="0"/>
                </a:lnTo>
                <a:lnTo>
                  <a:pt x="832697" y="351612"/>
                </a:lnTo>
                <a:lnTo>
                  <a:pt x="833795" y="351612"/>
                </a:lnTo>
                <a:lnTo>
                  <a:pt x="833795" y="352541"/>
                </a:lnTo>
                <a:lnTo>
                  <a:pt x="833795" y="4361976"/>
                </a:lnTo>
                <a:close/>
              </a:path>
            </a:pathLst>
          </a:custGeom>
          <a:solidFill>
            <a:srgbClr val="57B7C1"/>
          </a:solidFill>
          <a:ln>
            <a:noFill/>
          </a:ln>
        </p:spPr>
        <p:style>
          <a:lnRef idx="2">
            <a:srgbClr val="57B7C1">
              <a:shade val="50000"/>
            </a:srgbClr>
          </a:lnRef>
          <a:fillRef idx="1">
            <a:srgbClr val="57B7C1"/>
          </a:fillRef>
          <a:effectRef idx="0">
            <a:srgbClr val="57B7C1"/>
          </a:effectRef>
          <a:fontRef idx="minor">
            <a:srgbClr val="FFFFFF"/>
          </a:fontRef>
        </p:style>
        <p:txBody>
          <a:bodyPr vert="horz" wrap="square" lIns="90000" tIns="46800" rIns="90000" bIns="46800" rtlCol="0" anchor="ctr">
            <a:noAutofit/>
          </a:bodyPr>
          <a:lstStyle/>
          <a:p>
            <a:pPr algn="ctr"/>
            <a:endParaRPr lang="zh-CN" altLang="en-US">
              <a:solidFill>
                <a:srgbClr val="75BDA7"/>
              </a:solidFill>
              <a:latin typeface="微软雅黑" panose="020B0503020204020204" pitchFamily="34" charset="-122"/>
              <a:ea typeface="微软雅黑" panose="020B0503020204020204" pitchFamily="34" charset="-122"/>
            </a:endParaRPr>
          </a:p>
        </p:txBody>
      </p:sp>
      <p:sp>
        <p:nvSpPr>
          <p:cNvPr id="11" name="文本框 5"/>
          <p:cNvSpPr txBox="1"/>
          <p:nvPr>
            <p:custDataLst>
              <p:tags r:id="rId5"/>
            </p:custDataLst>
          </p:nvPr>
        </p:nvSpPr>
        <p:spPr>
          <a:xfrm>
            <a:off x="1742622" y="1216612"/>
            <a:ext cx="3362107" cy="589059"/>
          </a:xfrm>
          <a:prstGeom prst="rect">
            <a:avLst/>
          </a:prstGeom>
        </p:spPr>
        <p:txBody>
          <a:bodyPr wrap="square" anchor="ctr" anchorCtr="0">
            <a:normAutofit fontScale="92500" lnSpcReduction="10000"/>
          </a:bodyPr>
          <a:lstStyle>
            <a:defPPr>
              <a:defRPr lang="zh-CN"/>
            </a:defPPr>
            <a:lvl1pPr indent="0" algn="ctr">
              <a:lnSpc>
                <a:spcPct val="130000"/>
              </a:lnSpc>
              <a:spcBef>
                <a:spcPts val="1200"/>
              </a:spcBef>
              <a:buFont typeface="Arial" panose="020B0604020202020204" pitchFamily="34" charset="0"/>
              <a:buNone/>
              <a:defRPr sz="2935" baseline="0">
                <a:latin typeface="Calibri Light" panose="020F0302020204030204" pitchFamily="34" charset="0"/>
                <a:ea typeface="+mn-ea"/>
                <a:cs typeface="+mn-ea"/>
              </a:defRPr>
            </a:lvl1pPr>
            <a:lvl2pPr indent="0">
              <a:lnSpc>
                <a:spcPct val="130000"/>
              </a:lnSpc>
              <a:spcBef>
                <a:spcPts val="1200"/>
              </a:spcBef>
              <a:buFont typeface="Arial" panose="020B0604020202020204" pitchFamily="34" charset="0"/>
              <a:buNone/>
              <a:defRPr sz="2400"/>
            </a:lvl2pPr>
            <a:lvl3pPr indent="0">
              <a:lnSpc>
                <a:spcPct val="130000"/>
              </a:lnSpc>
              <a:spcBef>
                <a:spcPts val="1200"/>
              </a:spcBef>
              <a:buFont typeface="Arial" panose="020B0604020202020204" pitchFamily="34" charset="0"/>
              <a:buNone/>
              <a:defRPr sz="2000"/>
            </a:lvl3pPr>
            <a:lvl4pPr indent="0">
              <a:lnSpc>
                <a:spcPct val="130000"/>
              </a:lnSpc>
              <a:spcBef>
                <a:spcPts val="1200"/>
              </a:spcBef>
              <a:buFont typeface="Arial" panose="020B0604020202020204" pitchFamily="34" charset="0"/>
              <a:buNone/>
            </a:lvl4pPr>
            <a:lvl5pPr indent="0">
              <a:lnSpc>
                <a:spcPct val="130000"/>
              </a:lnSpc>
              <a:spcBef>
                <a:spcPts val="1200"/>
              </a:spcBef>
              <a:buFont typeface="Arial" panose="020B0604020202020204" pitchFamily="34" charset="0"/>
              <a:buNone/>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l"/>
            <a:r>
              <a:rPr lang="zh-CN" altLang="en-US" b="1" dirty="0">
                <a:solidFill>
                  <a:srgbClr val="FFFFFF"/>
                </a:solidFill>
                <a:latin typeface="微软雅黑" panose="020B0503020204020204" pitchFamily="34" charset="-122"/>
                <a:ea typeface="微软雅黑" panose="020B0503020204020204" pitchFamily="34" charset="-122"/>
              </a:rPr>
              <a:t>第一种发展方向</a:t>
            </a:r>
            <a:endParaRPr lang="zh-CN" altLang="en-US" b="1" dirty="0">
              <a:solidFill>
                <a:srgbClr val="FFFFFF"/>
              </a:solidFill>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任意多边形: 形状 2"/>
          <p:cNvSpPr/>
          <p:nvPr>
            <p:custDataLst>
              <p:tags r:id="rId1"/>
            </p:custDataLst>
          </p:nvPr>
        </p:nvSpPr>
        <p:spPr>
          <a:xfrm rot="16200000" flipH="1">
            <a:off x="8736029" y="250770"/>
            <a:ext cx="778696" cy="3078871"/>
          </a:xfrm>
          <a:custGeom>
            <a:avLst/>
            <a:gdLst>
              <a:gd name="connsiteX0" fmla="*/ 0 w 833795"/>
              <a:gd name="connsiteY0" fmla="*/ 344468 h 4354832"/>
              <a:gd name="connsiteX1" fmla="*/ 0 w 833795"/>
              <a:gd name="connsiteY1" fmla="*/ 352541 h 4354832"/>
              <a:gd name="connsiteX2" fmla="*/ 0 w 833795"/>
              <a:gd name="connsiteY2" fmla="*/ 4354832 h 4354832"/>
              <a:gd name="connsiteX3" fmla="*/ 833795 w 833795"/>
              <a:gd name="connsiteY3" fmla="*/ 4354832 h 4354832"/>
              <a:gd name="connsiteX4" fmla="*/ 833795 w 833795"/>
              <a:gd name="connsiteY4" fmla="*/ 352541 h 4354832"/>
              <a:gd name="connsiteX5" fmla="*/ 833795 w 833795"/>
              <a:gd name="connsiteY5" fmla="*/ 344468 h 4354832"/>
              <a:gd name="connsiteX6" fmla="*/ 824248 w 833795"/>
              <a:gd name="connsiteY6" fmla="*/ 344468 h 4354832"/>
              <a:gd name="connsiteX7" fmla="*/ 416898 w 833795"/>
              <a:gd name="connsiteY7" fmla="*/ 0 h 4354832"/>
              <a:gd name="connsiteX8" fmla="*/ 9547 w 833795"/>
              <a:gd name="connsiteY8" fmla="*/ 344468 h 4354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33795" h="4354832">
                <a:moveTo>
                  <a:pt x="0" y="344468"/>
                </a:moveTo>
                <a:lnTo>
                  <a:pt x="0" y="352541"/>
                </a:lnTo>
                <a:lnTo>
                  <a:pt x="0" y="4354832"/>
                </a:lnTo>
                <a:lnTo>
                  <a:pt x="833795" y="4354832"/>
                </a:lnTo>
                <a:lnTo>
                  <a:pt x="833795" y="352541"/>
                </a:lnTo>
                <a:lnTo>
                  <a:pt x="833795" y="344468"/>
                </a:lnTo>
                <a:lnTo>
                  <a:pt x="824248" y="344468"/>
                </a:lnTo>
                <a:lnTo>
                  <a:pt x="416898" y="0"/>
                </a:lnTo>
                <a:lnTo>
                  <a:pt x="9547" y="344468"/>
                </a:lnTo>
                <a:close/>
              </a:path>
            </a:pathLst>
          </a:custGeom>
          <a:solidFill>
            <a:srgbClr val="75BDA7"/>
          </a:solidFill>
          <a:ln>
            <a:noFill/>
          </a:ln>
        </p:spPr>
        <p:style>
          <a:lnRef idx="2">
            <a:srgbClr val="57B7C1">
              <a:shade val="50000"/>
            </a:srgbClr>
          </a:lnRef>
          <a:fillRef idx="1">
            <a:srgbClr val="57B7C1"/>
          </a:fillRef>
          <a:effectRef idx="0">
            <a:srgbClr val="57B7C1"/>
          </a:effectRef>
          <a:fontRef idx="minor">
            <a:srgbClr val="FFFFFF"/>
          </a:fontRef>
        </p:style>
        <p:txBody>
          <a:bodyPr vert="horz" wrap="square" lIns="90000" tIns="46800" rIns="90000" bIns="46800" rtlCol="0" anchor="ctr">
            <a:noAutofit/>
          </a:bodyPr>
          <a:lstStyle/>
          <a:p>
            <a:pPr algn="ctr"/>
            <a:endParaRPr lang="zh-CN" altLang="en-US">
              <a:solidFill>
                <a:srgbClr val="75BDA7"/>
              </a:solidFill>
              <a:latin typeface="微软雅黑" panose="020B0503020204020204" pitchFamily="34" charset="-122"/>
              <a:ea typeface="微软雅黑" panose="020B0503020204020204" pitchFamily="34" charset="-122"/>
            </a:endParaRPr>
          </a:p>
        </p:txBody>
      </p:sp>
      <p:sp>
        <p:nvSpPr>
          <p:cNvPr id="7" name="文本框 6"/>
          <p:cNvSpPr txBox="1"/>
          <p:nvPr>
            <p:custDataLst>
              <p:tags r:id="rId2"/>
            </p:custDataLst>
          </p:nvPr>
        </p:nvSpPr>
        <p:spPr>
          <a:xfrm>
            <a:off x="7585939" y="1498683"/>
            <a:ext cx="3362107" cy="589059"/>
          </a:xfrm>
          <a:prstGeom prst="rect">
            <a:avLst/>
          </a:prstGeom>
        </p:spPr>
        <p:txBody>
          <a:bodyPr wrap="square" anchor="ctr" anchorCtr="0">
            <a:normAutofit fontScale="92500" lnSpcReduction="10000"/>
          </a:bodyPr>
          <a:lstStyle>
            <a:defPPr>
              <a:defRPr lang="zh-CN"/>
            </a:defPPr>
            <a:lvl1pPr indent="0" algn="ctr">
              <a:lnSpc>
                <a:spcPct val="130000"/>
              </a:lnSpc>
              <a:spcBef>
                <a:spcPts val="1200"/>
              </a:spcBef>
              <a:buFont typeface="Arial" panose="020B0604020202020204" pitchFamily="34" charset="0"/>
              <a:buNone/>
              <a:defRPr sz="2935" baseline="0">
                <a:latin typeface="Calibri Light" panose="020F0302020204030204" pitchFamily="34" charset="0"/>
                <a:ea typeface="+mn-ea"/>
                <a:cs typeface="+mn-ea"/>
              </a:defRPr>
            </a:lvl1pPr>
            <a:lvl2pPr indent="0">
              <a:lnSpc>
                <a:spcPct val="130000"/>
              </a:lnSpc>
              <a:spcBef>
                <a:spcPts val="1200"/>
              </a:spcBef>
              <a:buFont typeface="Arial" panose="020B0604020202020204" pitchFamily="34" charset="0"/>
              <a:buNone/>
              <a:defRPr sz="2400"/>
            </a:lvl2pPr>
            <a:lvl3pPr indent="0">
              <a:lnSpc>
                <a:spcPct val="130000"/>
              </a:lnSpc>
              <a:spcBef>
                <a:spcPts val="1200"/>
              </a:spcBef>
              <a:buFont typeface="Arial" panose="020B0604020202020204" pitchFamily="34" charset="0"/>
              <a:buNone/>
              <a:defRPr sz="2000"/>
            </a:lvl3pPr>
            <a:lvl4pPr indent="0">
              <a:lnSpc>
                <a:spcPct val="130000"/>
              </a:lnSpc>
              <a:spcBef>
                <a:spcPts val="1200"/>
              </a:spcBef>
              <a:buFont typeface="Arial" panose="020B0604020202020204" pitchFamily="34" charset="0"/>
              <a:buNone/>
            </a:lvl4pPr>
            <a:lvl5pPr indent="0">
              <a:lnSpc>
                <a:spcPct val="130000"/>
              </a:lnSpc>
              <a:spcBef>
                <a:spcPts val="1200"/>
              </a:spcBef>
              <a:buFont typeface="Arial" panose="020B0604020202020204" pitchFamily="34" charset="0"/>
              <a:buNone/>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b="1" dirty="0">
                <a:solidFill>
                  <a:srgbClr val="FFFFFF"/>
                </a:solidFill>
                <a:latin typeface="微软雅黑" panose="020B0503020204020204" pitchFamily="34" charset="-122"/>
                <a:ea typeface="微软雅黑" panose="020B0503020204020204" pitchFamily="34" charset="-122"/>
              </a:rPr>
              <a:t>第二种发展方向</a:t>
            </a:r>
            <a:endParaRPr lang="zh-CN" altLang="en-US" b="1" dirty="0">
              <a:solidFill>
                <a:srgbClr val="FFFFFF"/>
              </a:solidFill>
              <a:latin typeface="微软雅黑" panose="020B0503020204020204" pitchFamily="34" charset="-122"/>
              <a:ea typeface="微软雅黑" panose="020B0503020204020204" pitchFamily="34" charset="-122"/>
            </a:endParaRPr>
          </a:p>
        </p:txBody>
      </p:sp>
      <p:sp>
        <p:nvSpPr>
          <p:cNvPr id="2" name="PA-矩形 11"/>
          <p:cNvSpPr/>
          <p:nvPr>
            <p:custDataLst>
              <p:tags r:id="rId3"/>
            </p:custDataLst>
          </p:nvPr>
        </p:nvSpPr>
        <p:spPr>
          <a:xfrm>
            <a:off x="1399540" y="2430780"/>
            <a:ext cx="9406890" cy="3371215"/>
          </a:xfrm>
          <a:prstGeom prst="rect">
            <a:avLst/>
          </a:prstGeom>
        </p:spPr>
        <p:txBody>
          <a:bodyPr wrap="square" lIns="91440" tIns="45720" rIns="91440" bIns="45720"/>
          <a:lstStyle>
            <a:defPPr>
              <a:defRPr lang="zh-CN"/>
            </a:defPPr>
            <a:lvl1pPr marL="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1pPr>
            <a:lvl2pPr marL="4572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2pPr>
            <a:lvl3pPr marL="9144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3pPr>
            <a:lvl4pPr marL="13716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4pPr>
            <a:lvl5pPr marL="18288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5pPr>
            <a:lvl6pPr marL="22860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6pPr>
            <a:lvl7pPr marL="27432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7pPr>
            <a:lvl8pPr marL="32004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8pPr>
            <a:lvl9pPr marL="36576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9pPr>
          </a:lstStyle>
          <a:p>
            <a:pPr indent="720090">
              <a:lnSpc>
                <a:spcPct val="150000"/>
              </a:lnSpc>
              <a:defRPr/>
            </a:pPr>
            <a:r>
              <a:rPr lang="zh-CN" altLang="en-US" sz="2400" spc="150" dirty="0" smtClean="0">
                <a:solidFill>
                  <a:srgbClr val="000000">
                    <a:lumMod val="75000"/>
                    <a:lumOff val="25000"/>
                  </a:srgbClr>
                </a:solidFill>
                <a:sym typeface="Arial" panose="020B0604020202020204" pitchFamily="34" charset="0"/>
              </a:rPr>
              <a:t>例如：金融</a:t>
            </a:r>
            <a:r>
              <a:rPr lang="zh-CN" altLang="en-US" sz="2400" spc="150" dirty="0">
                <a:solidFill>
                  <a:srgbClr val="000000">
                    <a:lumMod val="75000"/>
                    <a:lumOff val="25000"/>
                  </a:srgbClr>
                </a:solidFill>
                <a:sym typeface="Arial" panose="020B0604020202020204" pitchFamily="34" charset="0"/>
              </a:rPr>
              <a:t>机构通过收集互联网用户的微博数据、社交数据、历史交易数据来评估用户的信用等级；证券分析机构通过整合新闻、股票论坛、公司公告、行业研究报告、交易数据、行情数据、报单数据等，试图分析和挖掘各种事件和因素对股市和股票价格走向的影响。</a:t>
            </a:r>
            <a:endParaRPr lang="zh-CN" altLang="en-US" sz="2400" spc="150" dirty="0">
              <a:solidFill>
                <a:srgbClr val="000000">
                  <a:lumMod val="75000"/>
                  <a:lumOff val="25000"/>
                </a:srgbClr>
              </a:solidFill>
              <a:sym typeface="Arial" panose="020B0604020202020204" pitchFamily="34" charset="0"/>
            </a:endParaRPr>
          </a:p>
        </p:txBody>
      </p:sp>
    </p:spTree>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custDataLst>
              <p:tags r:id="rId1"/>
            </p:custDataLst>
          </p:nvPr>
        </p:nvSpPr>
        <p:spPr>
          <a:xfrm>
            <a:off x="7465389" y="1437890"/>
            <a:ext cx="3362107" cy="589059"/>
          </a:xfrm>
          <a:prstGeom prst="rect">
            <a:avLst/>
          </a:prstGeom>
        </p:spPr>
        <p:txBody>
          <a:bodyPr wrap="square" anchor="ctr" anchorCtr="0">
            <a:normAutofit fontScale="92500" lnSpcReduction="10000"/>
          </a:bodyPr>
          <a:lstStyle>
            <a:defPPr>
              <a:defRPr lang="zh-CN"/>
            </a:defPPr>
            <a:lvl1pPr indent="0" algn="ctr">
              <a:lnSpc>
                <a:spcPct val="130000"/>
              </a:lnSpc>
              <a:spcBef>
                <a:spcPts val="1200"/>
              </a:spcBef>
              <a:buFont typeface="Arial" panose="020B0604020202020204" pitchFamily="34" charset="0"/>
              <a:buNone/>
              <a:defRPr sz="2935" baseline="0">
                <a:latin typeface="Calibri Light" panose="020F0302020204030204" pitchFamily="34" charset="0"/>
                <a:ea typeface="+mn-ea"/>
                <a:cs typeface="+mn-ea"/>
              </a:defRPr>
            </a:lvl1pPr>
            <a:lvl2pPr indent="0">
              <a:lnSpc>
                <a:spcPct val="130000"/>
              </a:lnSpc>
              <a:spcBef>
                <a:spcPts val="1200"/>
              </a:spcBef>
              <a:buFont typeface="Arial" panose="020B0604020202020204" pitchFamily="34" charset="0"/>
              <a:buNone/>
              <a:defRPr sz="2400"/>
            </a:lvl2pPr>
            <a:lvl3pPr indent="0">
              <a:lnSpc>
                <a:spcPct val="130000"/>
              </a:lnSpc>
              <a:spcBef>
                <a:spcPts val="1200"/>
              </a:spcBef>
              <a:buFont typeface="Arial" panose="020B0604020202020204" pitchFamily="34" charset="0"/>
              <a:buNone/>
              <a:defRPr sz="2000"/>
            </a:lvl3pPr>
            <a:lvl4pPr indent="0">
              <a:lnSpc>
                <a:spcPct val="130000"/>
              </a:lnSpc>
              <a:spcBef>
                <a:spcPts val="1200"/>
              </a:spcBef>
              <a:buFont typeface="Arial" panose="020B0604020202020204" pitchFamily="34" charset="0"/>
              <a:buNone/>
            </a:lvl4pPr>
            <a:lvl5pPr indent="0">
              <a:lnSpc>
                <a:spcPct val="130000"/>
              </a:lnSpc>
              <a:spcBef>
                <a:spcPts val="1200"/>
              </a:spcBef>
              <a:buFont typeface="Arial" panose="020B0604020202020204" pitchFamily="34" charset="0"/>
              <a:buNone/>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b="1" dirty="0">
                <a:solidFill>
                  <a:srgbClr val="FFFFFF"/>
                </a:solidFill>
                <a:latin typeface="Calibri" panose="020F0502020204030204" pitchFamily="34" charset="0"/>
                <a:ea typeface="等线" panose="02010600030101010101" charset="-122"/>
                <a:cs typeface="+mn-ea"/>
              </a:rPr>
              <a:t>第二种发展方向</a:t>
            </a:r>
            <a:endParaRPr lang="zh-CN" altLang="en-US" b="1" dirty="0">
              <a:solidFill>
                <a:srgbClr val="FFFFFF"/>
              </a:solidFill>
              <a:latin typeface="Calibri" panose="020F0502020204030204" pitchFamily="34" charset="0"/>
              <a:ea typeface="等线" panose="02010600030101010101" charset="-122"/>
              <a:cs typeface="+mn-ea"/>
            </a:endParaRPr>
          </a:p>
        </p:txBody>
      </p:sp>
      <p:sp>
        <p:nvSpPr>
          <p:cNvPr id="2" name="PA-矩形 11"/>
          <p:cNvSpPr/>
          <p:nvPr>
            <p:custDataLst>
              <p:tags r:id="rId2"/>
            </p:custDataLst>
          </p:nvPr>
        </p:nvSpPr>
        <p:spPr>
          <a:xfrm>
            <a:off x="1399540" y="2430780"/>
            <a:ext cx="9406890" cy="3371215"/>
          </a:xfrm>
          <a:prstGeom prst="rect">
            <a:avLst/>
          </a:prstGeom>
        </p:spPr>
        <p:txBody>
          <a:bodyPr wrap="square" lIns="91440" tIns="45720" rIns="91440" bIns="45720"/>
          <a:lstStyle>
            <a:defPPr>
              <a:defRPr lang="zh-CN"/>
            </a:defPPr>
            <a:lvl1pPr marL="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1pPr>
            <a:lvl2pPr marL="4572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2pPr>
            <a:lvl3pPr marL="9144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3pPr>
            <a:lvl4pPr marL="13716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4pPr>
            <a:lvl5pPr marL="18288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5pPr>
            <a:lvl6pPr marL="22860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6pPr>
            <a:lvl7pPr marL="27432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7pPr>
            <a:lvl8pPr marL="32004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8pPr>
            <a:lvl9pPr marL="36576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9pPr>
          </a:lstStyle>
          <a:p>
            <a:pPr lvl="0" indent="720090">
              <a:lnSpc>
                <a:spcPct val="150000"/>
              </a:lnSpc>
              <a:defRPr/>
            </a:pPr>
            <a:r>
              <a:rPr lang="zh-CN" altLang="en-US" sz="2400" spc="150" dirty="0" smtClean="0">
                <a:solidFill>
                  <a:srgbClr val="000000">
                    <a:lumMod val="75000"/>
                    <a:lumOff val="25000"/>
                  </a:srgbClr>
                </a:solidFill>
                <a:sym typeface="Arial" panose="020B0604020202020204" pitchFamily="34" charset="0"/>
              </a:rPr>
              <a:t>例如：监管</a:t>
            </a:r>
            <a:r>
              <a:rPr lang="zh-CN" altLang="en-US" sz="2400" spc="150" dirty="0">
                <a:solidFill>
                  <a:srgbClr val="000000">
                    <a:lumMod val="75000"/>
                    <a:lumOff val="25000"/>
                  </a:srgbClr>
                </a:solidFill>
                <a:sym typeface="Arial" panose="020B0604020202020204" pitchFamily="34" charset="0"/>
              </a:rPr>
              <a:t>机构将社交数据、网络新闻数据、网页数据等与监管机构的数据库对接，通过比对结果进行风险提示，提醒监管机构及时采取行动；零售企业通过互联网用户数据分析商品销售趋势、用户偏好等。</a:t>
            </a:r>
            <a:endParaRPr lang="zh-CN" altLang="en-US" sz="2400" spc="150" dirty="0">
              <a:solidFill>
                <a:srgbClr val="000000">
                  <a:lumMod val="75000"/>
                  <a:lumOff val="25000"/>
                </a:srgbClr>
              </a:solidFill>
              <a:sym typeface="Arial" panose="020B0604020202020204" pitchFamily="34" charset="0"/>
            </a:endParaRPr>
          </a:p>
        </p:txBody>
      </p:sp>
      <p:sp>
        <p:nvSpPr>
          <p:cNvPr id="8" name="任意多边形: 形状 2"/>
          <p:cNvSpPr/>
          <p:nvPr>
            <p:custDataLst>
              <p:tags r:id="rId3"/>
            </p:custDataLst>
          </p:nvPr>
        </p:nvSpPr>
        <p:spPr>
          <a:xfrm rot="16200000" flipH="1">
            <a:off x="8653579" y="189977"/>
            <a:ext cx="778696" cy="3078871"/>
          </a:xfrm>
          <a:custGeom>
            <a:avLst/>
            <a:gdLst>
              <a:gd name="connsiteX0" fmla="*/ 0 w 833795"/>
              <a:gd name="connsiteY0" fmla="*/ 344468 h 4354832"/>
              <a:gd name="connsiteX1" fmla="*/ 0 w 833795"/>
              <a:gd name="connsiteY1" fmla="*/ 352541 h 4354832"/>
              <a:gd name="connsiteX2" fmla="*/ 0 w 833795"/>
              <a:gd name="connsiteY2" fmla="*/ 4354832 h 4354832"/>
              <a:gd name="connsiteX3" fmla="*/ 833795 w 833795"/>
              <a:gd name="connsiteY3" fmla="*/ 4354832 h 4354832"/>
              <a:gd name="connsiteX4" fmla="*/ 833795 w 833795"/>
              <a:gd name="connsiteY4" fmla="*/ 352541 h 4354832"/>
              <a:gd name="connsiteX5" fmla="*/ 833795 w 833795"/>
              <a:gd name="connsiteY5" fmla="*/ 344468 h 4354832"/>
              <a:gd name="connsiteX6" fmla="*/ 824248 w 833795"/>
              <a:gd name="connsiteY6" fmla="*/ 344468 h 4354832"/>
              <a:gd name="connsiteX7" fmla="*/ 416898 w 833795"/>
              <a:gd name="connsiteY7" fmla="*/ 0 h 4354832"/>
              <a:gd name="connsiteX8" fmla="*/ 9547 w 833795"/>
              <a:gd name="connsiteY8" fmla="*/ 344468 h 4354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33795" h="4354832">
                <a:moveTo>
                  <a:pt x="0" y="344468"/>
                </a:moveTo>
                <a:lnTo>
                  <a:pt x="0" y="352541"/>
                </a:lnTo>
                <a:lnTo>
                  <a:pt x="0" y="4354832"/>
                </a:lnTo>
                <a:lnTo>
                  <a:pt x="833795" y="4354832"/>
                </a:lnTo>
                <a:lnTo>
                  <a:pt x="833795" y="352541"/>
                </a:lnTo>
                <a:lnTo>
                  <a:pt x="833795" y="344468"/>
                </a:lnTo>
                <a:lnTo>
                  <a:pt x="824248" y="344468"/>
                </a:lnTo>
                <a:lnTo>
                  <a:pt x="416898" y="0"/>
                </a:lnTo>
                <a:lnTo>
                  <a:pt x="9547" y="344468"/>
                </a:lnTo>
                <a:close/>
              </a:path>
            </a:pathLst>
          </a:custGeom>
          <a:solidFill>
            <a:srgbClr val="75BDA7"/>
          </a:solidFill>
          <a:ln>
            <a:noFill/>
          </a:ln>
        </p:spPr>
        <p:style>
          <a:lnRef idx="2">
            <a:srgbClr val="57B7C1">
              <a:shade val="50000"/>
            </a:srgbClr>
          </a:lnRef>
          <a:fillRef idx="1">
            <a:srgbClr val="57B7C1"/>
          </a:fillRef>
          <a:effectRef idx="0">
            <a:srgbClr val="57B7C1"/>
          </a:effectRef>
          <a:fontRef idx="minor">
            <a:srgbClr val="FFFFFF"/>
          </a:fontRef>
        </p:style>
        <p:txBody>
          <a:bodyPr vert="horz" wrap="square" lIns="90000" tIns="46800" rIns="90000" bIns="46800" rtlCol="0" anchor="ctr">
            <a:noAutofit/>
          </a:bodyPr>
          <a:lstStyle/>
          <a:p>
            <a:pPr algn="ctr"/>
            <a:endParaRPr lang="zh-CN" altLang="en-US">
              <a:solidFill>
                <a:srgbClr val="75BDA7"/>
              </a:solidFill>
              <a:latin typeface="微软雅黑" panose="020B0503020204020204" pitchFamily="34" charset="-122"/>
              <a:ea typeface="微软雅黑" panose="020B0503020204020204" pitchFamily="34" charset="-122"/>
            </a:endParaRPr>
          </a:p>
        </p:txBody>
      </p:sp>
      <p:sp>
        <p:nvSpPr>
          <p:cNvPr id="9" name="任意多边形: 形状 2"/>
          <p:cNvSpPr/>
          <p:nvPr>
            <p:custDataLst>
              <p:tags r:id="rId4"/>
            </p:custDataLst>
          </p:nvPr>
        </p:nvSpPr>
        <p:spPr>
          <a:xfrm rot="16200000" flipH="1">
            <a:off x="8653579" y="189977"/>
            <a:ext cx="778696" cy="3078871"/>
          </a:xfrm>
          <a:custGeom>
            <a:avLst/>
            <a:gdLst>
              <a:gd name="connsiteX0" fmla="*/ 0 w 833795"/>
              <a:gd name="connsiteY0" fmla="*/ 344468 h 4354832"/>
              <a:gd name="connsiteX1" fmla="*/ 0 w 833795"/>
              <a:gd name="connsiteY1" fmla="*/ 352541 h 4354832"/>
              <a:gd name="connsiteX2" fmla="*/ 0 w 833795"/>
              <a:gd name="connsiteY2" fmla="*/ 4354832 h 4354832"/>
              <a:gd name="connsiteX3" fmla="*/ 833795 w 833795"/>
              <a:gd name="connsiteY3" fmla="*/ 4354832 h 4354832"/>
              <a:gd name="connsiteX4" fmla="*/ 833795 w 833795"/>
              <a:gd name="connsiteY4" fmla="*/ 352541 h 4354832"/>
              <a:gd name="connsiteX5" fmla="*/ 833795 w 833795"/>
              <a:gd name="connsiteY5" fmla="*/ 344468 h 4354832"/>
              <a:gd name="connsiteX6" fmla="*/ 824248 w 833795"/>
              <a:gd name="connsiteY6" fmla="*/ 344468 h 4354832"/>
              <a:gd name="connsiteX7" fmla="*/ 416898 w 833795"/>
              <a:gd name="connsiteY7" fmla="*/ 0 h 4354832"/>
              <a:gd name="connsiteX8" fmla="*/ 9547 w 833795"/>
              <a:gd name="connsiteY8" fmla="*/ 344468 h 4354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33795" h="4354832">
                <a:moveTo>
                  <a:pt x="0" y="344468"/>
                </a:moveTo>
                <a:lnTo>
                  <a:pt x="0" y="352541"/>
                </a:lnTo>
                <a:lnTo>
                  <a:pt x="0" y="4354832"/>
                </a:lnTo>
                <a:lnTo>
                  <a:pt x="833795" y="4354832"/>
                </a:lnTo>
                <a:lnTo>
                  <a:pt x="833795" y="352541"/>
                </a:lnTo>
                <a:lnTo>
                  <a:pt x="833795" y="344468"/>
                </a:lnTo>
                <a:lnTo>
                  <a:pt x="824248" y="344468"/>
                </a:lnTo>
                <a:lnTo>
                  <a:pt x="416898" y="0"/>
                </a:lnTo>
                <a:lnTo>
                  <a:pt x="9547" y="344468"/>
                </a:lnTo>
                <a:close/>
              </a:path>
            </a:pathLst>
          </a:custGeom>
          <a:solidFill>
            <a:srgbClr val="75BDA7"/>
          </a:solidFill>
          <a:ln>
            <a:noFill/>
          </a:ln>
        </p:spPr>
        <p:style>
          <a:lnRef idx="2">
            <a:srgbClr val="57B7C1">
              <a:shade val="50000"/>
            </a:srgbClr>
          </a:lnRef>
          <a:fillRef idx="1">
            <a:srgbClr val="57B7C1"/>
          </a:fillRef>
          <a:effectRef idx="0">
            <a:srgbClr val="57B7C1"/>
          </a:effectRef>
          <a:fontRef idx="minor">
            <a:srgbClr val="FFFFFF"/>
          </a:fontRef>
        </p:style>
        <p:txBody>
          <a:bodyPr vert="horz" wrap="square" lIns="90000" tIns="46800" rIns="90000" bIns="46800" rtlCol="0" anchor="ctr">
            <a:noAutofit/>
          </a:bodyPr>
          <a:lstStyle/>
          <a:p>
            <a:pPr algn="ctr"/>
            <a:endParaRPr lang="zh-CN" altLang="en-US">
              <a:solidFill>
                <a:srgbClr val="75BDA7"/>
              </a:solidFill>
              <a:latin typeface="微软雅黑" panose="020B0503020204020204" pitchFamily="34" charset="-122"/>
              <a:ea typeface="微软雅黑" panose="020B0503020204020204" pitchFamily="34" charset="-122"/>
            </a:endParaRPr>
          </a:p>
        </p:txBody>
      </p:sp>
      <p:sp>
        <p:nvSpPr>
          <p:cNvPr id="10" name="文本框 6"/>
          <p:cNvSpPr txBox="1"/>
          <p:nvPr>
            <p:custDataLst>
              <p:tags r:id="rId5"/>
            </p:custDataLst>
          </p:nvPr>
        </p:nvSpPr>
        <p:spPr>
          <a:xfrm>
            <a:off x="7503489" y="1437890"/>
            <a:ext cx="3362107" cy="589059"/>
          </a:xfrm>
          <a:prstGeom prst="rect">
            <a:avLst/>
          </a:prstGeom>
        </p:spPr>
        <p:txBody>
          <a:bodyPr wrap="square" anchor="ctr" anchorCtr="0">
            <a:normAutofit fontScale="92500" lnSpcReduction="10000"/>
          </a:bodyPr>
          <a:lstStyle>
            <a:defPPr>
              <a:defRPr lang="zh-CN"/>
            </a:defPPr>
            <a:lvl1pPr indent="0" algn="ctr">
              <a:lnSpc>
                <a:spcPct val="130000"/>
              </a:lnSpc>
              <a:spcBef>
                <a:spcPts val="1200"/>
              </a:spcBef>
              <a:buFont typeface="Arial" panose="020B0604020202020204" pitchFamily="34" charset="0"/>
              <a:buNone/>
              <a:defRPr sz="2935" baseline="0">
                <a:latin typeface="Calibri Light" panose="020F0302020204030204" pitchFamily="34" charset="0"/>
                <a:ea typeface="+mn-ea"/>
                <a:cs typeface="+mn-ea"/>
              </a:defRPr>
            </a:lvl1pPr>
            <a:lvl2pPr indent="0">
              <a:lnSpc>
                <a:spcPct val="130000"/>
              </a:lnSpc>
              <a:spcBef>
                <a:spcPts val="1200"/>
              </a:spcBef>
              <a:buFont typeface="Arial" panose="020B0604020202020204" pitchFamily="34" charset="0"/>
              <a:buNone/>
              <a:defRPr sz="2400"/>
            </a:lvl2pPr>
            <a:lvl3pPr indent="0">
              <a:lnSpc>
                <a:spcPct val="130000"/>
              </a:lnSpc>
              <a:spcBef>
                <a:spcPts val="1200"/>
              </a:spcBef>
              <a:buFont typeface="Arial" panose="020B0604020202020204" pitchFamily="34" charset="0"/>
              <a:buNone/>
              <a:defRPr sz="2000"/>
            </a:lvl3pPr>
            <a:lvl4pPr indent="0">
              <a:lnSpc>
                <a:spcPct val="130000"/>
              </a:lnSpc>
              <a:spcBef>
                <a:spcPts val="1200"/>
              </a:spcBef>
              <a:buFont typeface="Arial" panose="020B0604020202020204" pitchFamily="34" charset="0"/>
              <a:buNone/>
            </a:lvl4pPr>
            <a:lvl5pPr indent="0">
              <a:lnSpc>
                <a:spcPct val="130000"/>
              </a:lnSpc>
              <a:spcBef>
                <a:spcPts val="1200"/>
              </a:spcBef>
              <a:buFont typeface="Arial" panose="020B0604020202020204" pitchFamily="34" charset="0"/>
              <a:buNone/>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b="1" dirty="0">
                <a:solidFill>
                  <a:srgbClr val="FFFFFF"/>
                </a:solidFill>
                <a:latin typeface="微软雅黑" panose="020B0503020204020204" pitchFamily="34" charset="-122"/>
                <a:ea typeface="微软雅黑" panose="020B0503020204020204" pitchFamily="34" charset="-122"/>
              </a:rPr>
              <a:t>第二种发展方向</a:t>
            </a:r>
            <a:endParaRPr lang="zh-CN" altLang="en-US" b="1" dirty="0">
              <a:solidFill>
                <a:srgbClr val="FFFFFF"/>
              </a:solidFill>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矩形 65"/>
          <p:cNvSpPr/>
          <p:nvPr>
            <p:custDataLst>
              <p:tags r:id="rId1"/>
            </p:custDataLst>
          </p:nvPr>
        </p:nvSpPr>
        <p:spPr bwMode="auto">
          <a:xfrm>
            <a:off x="4137660" y="2200800"/>
            <a:ext cx="2881819" cy="4051631"/>
          </a:xfrm>
          <a:prstGeom prst="rect">
            <a:avLst/>
          </a:prstGeom>
          <a:solidFill>
            <a:schemeClr val="tx2">
              <a:lumMod val="20000"/>
              <a:lumOff val="80000"/>
            </a:schemeClr>
          </a:solidFill>
          <a:ln w="57150">
            <a:solidFill>
              <a:schemeClr val="bg1"/>
            </a:solidFill>
            <a:round/>
          </a:ln>
          <a:effectLst/>
        </p:spPr>
        <p:txBody>
          <a:bodyPr vert="horz" wrap="square" lIns="91440" tIns="0" rIns="91440" bIns="1260000" anchor="b" anchorCtr="1" compatLnSpc="1">
            <a:normAutofit/>
          </a:bodyPr>
          <a:lstStyle/>
          <a:p>
            <a:pPr algn="ctr">
              <a:lnSpc>
                <a:spcPct val="120000"/>
              </a:lnSpc>
            </a:pPr>
            <a:endParaRPr lang="zh-CN" altLang="en-US" sz="120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67" name="任意多边形 16"/>
          <p:cNvSpPr/>
          <p:nvPr>
            <p:custDataLst>
              <p:tags r:id="rId2"/>
            </p:custDataLst>
          </p:nvPr>
        </p:nvSpPr>
        <p:spPr bwMode="auto">
          <a:xfrm>
            <a:off x="7017106" y="1102174"/>
            <a:ext cx="257454" cy="1494892"/>
          </a:xfrm>
          <a:custGeom>
            <a:avLst/>
            <a:gdLst/>
            <a:ahLst/>
            <a:cxnLst>
              <a:cxn ang="0">
                <a:pos x="54" y="575"/>
              </a:cxn>
              <a:cxn ang="0">
                <a:pos x="54" y="0"/>
              </a:cxn>
              <a:cxn ang="0">
                <a:pos x="0" y="10"/>
              </a:cxn>
              <a:cxn ang="0">
                <a:pos x="0" y="627"/>
              </a:cxn>
              <a:cxn ang="0">
                <a:pos x="54" y="617"/>
              </a:cxn>
              <a:cxn ang="0">
                <a:pos x="54" y="617"/>
              </a:cxn>
              <a:cxn ang="0">
                <a:pos x="80" y="586"/>
              </a:cxn>
              <a:cxn ang="0">
                <a:pos x="54" y="575"/>
              </a:cxn>
            </a:cxnLst>
            <a:rect l="0" t="0" r="r" b="b"/>
            <a:pathLst>
              <a:path w="81" h="627">
                <a:moveTo>
                  <a:pt x="54" y="575"/>
                </a:moveTo>
                <a:cubicBezTo>
                  <a:pt x="54" y="0"/>
                  <a:pt x="54" y="0"/>
                  <a:pt x="54" y="0"/>
                </a:cubicBezTo>
                <a:cubicBezTo>
                  <a:pt x="0" y="10"/>
                  <a:pt x="0" y="10"/>
                  <a:pt x="0" y="10"/>
                </a:cubicBezTo>
                <a:cubicBezTo>
                  <a:pt x="0" y="627"/>
                  <a:pt x="0" y="627"/>
                  <a:pt x="0" y="627"/>
                </a:cubicBezTo>
                <a:cubicBezTo>
                  <a:pt x="54" y="617"/>
                  <a:pt x="54" y="617"/>
                  <a:pt x="54" y="617"/>
                </a:cubicBezTo>
                <a:cubicBezTo>
                  <a:pt x="54" y="617"/>
                  <a:pt x="54" y="617"/>
                  <a:pt x="54" y="617"/>
                </a:cubicBezTo>
                <a:cubicBezTo>
                  <a:pt x="54" y="617"/>
                  <a:pt x="81" y="612"/>
                  <a:pt x="80" y="586"/>
                </a:cubicBezTo>
                <a:cubicBezTo>
                  <a:pt x="79" y="567"/>
                  <a:pt x="54" y="575"/>
                  <a:pt x="54" y="575"/>
                </a:cubicBezTo>
                <a:close/>
              </a:path>
            </a:pathLst>
          </a:custGeom>
          <a:solidFill>
            <a:schemeClr val="accent2">
              <a:lumMod val="75000"/>
            </a:schemeClr>
          </a:solidFill>
          <a:ln w="9525">
            <a:noFill/>
            <a:round/>
          </a:ln>
        </p:spPr>
        <p:txBody>
          <a:bodyPr anchor="ctr"/>
          <a:lstStyle/>
          <a:p>
            <a:pPr algn="ctr">
              <a:lnSpc>
                <a:spcPct val="120000"/>
              </a:lnSpc>
            </a:pPr>
            <a:endParaRPr sz="1800" dirty="0">
              <a:latin typeface="微软雅黑" panose="020B0503020204020204" pitchFamily="34" charset="-122"/>
              <a:ea typeface="微软雅黑" panose="020B0503020204020204" pitchFamily="34" charset="-122"/>
            </a:endParaRPr>
          </a:p>
        </p:txBody>
      </p:sp>
      <p:sp>
        <p:nvSpPr>
          <p:cNvPr id="68" name="任意多边形 17"/>
          <p:cNvSpPr/>
          <p:nvPr>
            <p:custDataLst>
              <p:tags r:id="rId3"/>
            </p:custDataLst>
          </p:nvPr>
        </p:nvSpPr>
        <p:spPr bwMode="auto">
          <a:xfrm>
            <a:off x="4140033" y="982345"/>
            <a:ext cx="3132154" cy="1936241"/>
          </a:xfrm>
          <a:custGeom>
            <a:avLst/>
            <a:gdLst/>
            <a:ahLst/>
            <a:cxnLst>
              <a:cxn ang="0">
                <a:pos x="954" y="8"/>
              </a:cxn>
              <a:cxn ang="0">
                <a:pos x="954" y="8"/>
              </a:cxn>
              <a:cxn ang="0">
                <a:pos x="0" y="196"/>
              </a:cxn>
              <a:cxn ang="0">
                <a:pos x="0" y="813"/>
              </a:cxn>
              <a:cxn ang="0">
                <a:pos x="954" y="625"/>
              </a:cxn>
              <a:cxn ang="0">
                <a:pos x="980" y="636"/>
              </a:cxn>
              <a:cxn ang="0">
                <a:pos x="980" y="19"/>
              </a:cxn>
              <a:cxn ang="0">
                <a:pos x="954" y="8"/>
              </a:cxn>
            </a:cxnLst>
            <a:rect l="0" t="0" r="r" b="b"/>
            <a:pathLst>
              <a:path w="980" h="813">
                <a:moveTo>
                  <a:pt x="954" y="8"/>
                </a:moveTo>
                <a:cubicBezTo>
                  <a:pt x="954" y="8"/>
                  <a:pt x="954" y="8"/>
                  <a:pt x="954" y="8"/>
                </a:cubicBezTo>
                <a:cubicBezTo>
                  <a:pt x="0" y="196"/>
                  <a:pt x="0" y="196"/>
                  <a:pt x="0" y="196"/>
                </a:cubicBezTo>
                <a:cubicBezTo>
                  <a:pt x="0" y="813"/>
                  <a:pt x="0" y="813"/>
                  <a:pt x="0" y="813"/>
                </a:cubicBezTo>
                <a:cubicBezTo>
                  <a:pt x="954" y="625"/>
                  <a:pt x="954" y="625"/>
                  <a:pt x="954" y="625"/>
                </a:cubicBezTo>
                <a:cubicBezTo>
                  <a:pt x="954" y="625"/>
                  <a:pt x="979" y="617"/>
                  <a:pt x="980" y="636"/>
                </a:cubicBezTo>
                <a:cubicBezTo>
                  <a:pt x="980" y="19"/>
                  <a:pt x="980" y="19"/>
                  <a:pt x="980" y="19"/>
                </a:cubicBezTo>
                <a:cubicBezTo>
                  <a:pt x="979" y="0"/>
                  <a:pt x="954" y="8"/>
                  <a:pt x="954" y="8"/>
                </a:cubicBezTo>
                <a:close/>
              </a:path>
            </a:pathLst>
          </a:custGeom>
          <a:solidFill>
            <a:schemeClr val="accent2"/>
          </a:solidFill>
          <a:ln w="9525">
            <a:noFill/>
            <a:round/>
          </a:ln>
        </p:spPr>
        <p:txBody>
          <a:bodyPr anchor="ctr"/>
          <a:lstStyle/>
          <a:p>
            <a:pPr algn="ctr">
              <a:lnSpc>
                <a:spcPct val="120000"/>
              </a:lnSpc>
            </a:pPr>
            <a:endParaRPr sz="1800" dirty="0">
              <a:latin typeface="微软雅黑" panose="020B0503020204020204" pitchFamily="34" charset="-122"/>
              <a:ea typeface="微软雅黑" panose="020B0503020204020204" pitchFamily="34" charset="-122"/>
            </a:endParaRPr>
          </a:p>
        </p:txBody>
      </p:sp>
      <p:sp>
        <p:nvSpPr>
          <p:cNvPr id="69" name="任意多边形 18"/>
          <p:cNvSpPr/>
          <p:nvPr>
            <p:custDataLst>
              <p:tags r:id="rId4"/>
            </p:custDataLst>
          </p:nvPr>
        </p:nvSpPr>
        <p:spPr bwMode="auto">
          <a:xfrm>
            <a:off x="7017106" y="4958045"/>
            <a:ext cx="257454" cy="312029"/>
          </a:xfrm>
          <a:custGeom>
            <a:avLst/>
            <a:gdLst/>
            <a:ahLst/>
            <a:cxnLst>
              <a:cxn ang="0">
                <a:pos x="54" y="79"/>
              </a:cxn>
              <a:cxn ang="0">
                <a:pos x="54" y="0"/>
              </a:cxn>
              <a:cxn ang="0">
                <a:pos x="0" y="10"/>
              </a:cxn>
              <a:cxn ang="0">
                <a:pos x="0" y="131"/>
              </a:cxn>
              <a:cxn ang="0">
                <a:pos x="54" y="121"/>
              </a:cxn>
              <a:cxn ang="0">
                <a:pos x="54" y="121"/>
              </a:cxn>
              <a:cxn ang="0">
                <a:pos x="80" y="90"/>
              </a:cxn>
              <a:cxn ang="0">
                <a:pos x="54" y="79"/>
              </a:cxn>
            </a:cxnLst>
            <a:rect l="0" t="0" r="r" b="b"/>
            <a:pathLst>
              <a:path w="81" h="131">
                <a:moveTo>
                  <a:pt x="54" y="79"/>
                </a:moveTo>
                <a:cubicBezTo>
                  <a:pt x="54" y="0"/>
                  <a:pt x="54" y="0"/>
                  <a:pt x="54" y="0"/>
                </a:cubicBezTo>
                <a:cubicBezTo>
                  <a:pt x="0" y="10"/>
                  <a:pt x="0" y="10"/>
                  <a:pt x="0" y="10"/>
                </a:cubicBezTo>
                <a:cubicBezTo>
                  <a:pt x="0" y="131"/>
                  <a:pt x="0" y="131"/>
                  <a:pt x="0" y="131"/>
                </a:cubicBezTo>
                <a:cubicBezTo>
                  <a:pt x="54" y="121"/>
                  <a:pt x="54" y="121"/>
                  <a:pt x="54" y="121"/>
                </a:cubicBezTo>
                <a:cubicBezTo>
                  <a:pt x="54" y="121"/>
                  <a:pt x="54" y="121"/>
                  <a:pt x="54" y="121"/>
                </a:cubicBezTo>
                <a:cubicBezTo>
                  <a:pt x="54" y="121"/>
                  <a:pt x="81" y="116"/>
                  <a:pt x="80" y="90"/>
                </a:cubicBezTo>
                <a:cubicBezTo>
                  <a:pt x="79" y="71"/>
                  <a:pt x="54" y="79"/>
                  <a:pt x="54" y="79"/>
                </a:cubicBezTo>
                <a:close/>
              </a:path>
            </a:pathLst>
          </a:custGeom>
          <a:solidFill>
            <a:schemeClr val="accent2">
              <a:lumMod val="75000"/>
            </a:schemeClr>
          </a:solidFill>
          <a:ln w="9525">
            <a:noFill/>
            <a:round/>
          </a:ln>
        </p:spPr>
        <p:txBody>
          <a:bodyPr anchor="ctr"/>
          <a:lstStyle/>
          <a:p>
            <a:pPr algn="ctr">
              <a:lnSpc>
                <a:spcPct val="120000"/>
              </a:lnSpc>
            </a:pPr>
            <a:endParaRPr sz="1800" dirty="0">
              <a:latin typeface="微软雅黑" panose="020B0503020204020204" pitchFamily="34" charset="-122"/>
              <a:ea typeface="微软雅黑" panose="020B0503020204020204" pitchFamily="34" charset="-122"/>
            </a:endParaRPr>
          </a:p>
        </p:txBody>
      </p:sp>
      <p:sp>
        <p:nvSpPr>
          <p:cNvPr id="70" name="任意多边形 19"/>
          <p:cNvSpPr/>
          <p:nvPr>
            <p:custDataLst>
              <p:tags r:id="rId5"/>
            </p:custDataLst>
          </p:nvPr>
        </p:nvSpPr>
        <p:spPr bwMode="auto">
          <a:xfrm>
            <a:off x="4140033" y="4838217"/>
            <a:ext cx="3132154" cy="755751"/>
          </a:xfrm>
          <a:custGeom>
            <a:avLst/>
            <a:gdLst/>
            <a:ahLst/>
            <a:cxnLst>
              <a:cxn ang="0">
                <a:pos x="954" y="8"/>
              </a:cxn>
              <a:cxn ang="0">
                <a:pos x="954" y="8"/>
              </a:cxn>
              <a:cxn ang="0">
                <a:pos x="0" y="196"/>
              </a:cxn>
              <a:cxn ang="0">
                <a:pos x="0" y="317"/>
              </a:cxn>
              <a:cxn ang="0">
                <a:pos x="954" y="129"/>
              </a:cxn>
              <a:cxn ang="0">
                <a:pos x="980" y="140"/>
              </a:cxn>
              <a:cxn ang="0">
                <a:pos x="980" y="19"/>
              </a:cxn>
              <a:cxn ang="0">
                <a:pos x="954" y="8"/>
              </a:cxn>
            </a:cxnLst>
            <a:rect l="0" t="0" r="r" b="b"/>
            <a:pathLst>
              <a:path w="980" h="317">
                <a:moveTo>
                  <a:pt x="954" y="8"/>
                </a:moveTo>
                <a:cubicBezTo>
                  <a:pt x="954" y="8"/>
                  <a:pt x="954" y="8"/>
                  <a:pt x="954" y="8"/>
                </a:cubicBezTo>
                <a:cubicBezTo>
                  <a:pt x="0" y="196"/>
                  <a:pt x="0" y="196"/>
                  <a:pt x="0" y="196"/>
                </a:cubicBezTo>
                <a:cubicBezTo>
                  <a:pt x="0" y="317"/>
                  <a:pt x="0" y="317"/>
                  <a:pt x="0" y="317"/>
                </a:cubicBezTo>
                <a:cubicBezTo>
                  <a:pt x="954" y="129"/>
                  <a:pt x="954" y="129"/>
                  <a:pt x="954" y="129"/>
                </a:cubicBezTo>
                <a:cubicBezTo>
                  <a:pt x="954" y="129"/>
                  <a:pt x="979" y="121"/>
                  <a:pt x="980" y="140"/>
                </a:cubicBezTo>
                <a:cubicBezTo>
                  <a:pt x="980" y="19"/>
                  <a:pt x="980" y="19"/>
                  <a:pt x="980" y="19"/>
                </a:cubicBezTo>
                <a:cubicBezTo>
                  <a:pt x="979" y="0"/>
                  <a:pt x="954" y="8"/>
                  <a:pt x="954" y="8"/>
                </a:cubicBezTo>
                <a:close/>
              </a:path>
            </a:pathLst>
          </a:custGeom>
          <a:solidFill>
            <a:schemeClr val="accent2"/>
          </a:solidFill>
          <a:ln w="9525">
            <a:noFill/>
            <a:round/>
          </a:ln>
        </p:spPr>
        <p:txBody>
          <a:bodyPr anchor="ctr"/>
          <a:lstStyle/>
          <a:p>
            <a:pPr algn="ctr">
              <a:lnSpc>
                <a:spcPct val="120000"/>
              </a:lnSpc>
            </a:pPr>
            <a:endParaRPr sz="1800" dirty="0">
              <a:latin typeface="微软雅黑" panose="020B0503020204020204" pitchFamily="34" charset="-122"/>
              <a:ea typeface="微软雅黑" panose="020B0503020204020204" pitchFamily="34" charset="-122"/>
            </a:endParaRPr>
          </a:p>
        </p:txBody>
      </p:sp>
      <p:sp>
        <p:nvSpPr>
          <p:cNvPr id="71" name="任意多边形 20"/>
          <p:cNvSpPr/>
          <p:nvPr>
            <p:custDataLst>
              <p:tags r:id="rId6"/>
            </p:custDataLst>
          </p:nvPr>
        </p:nvSpPr>
        <p:spPr bwMode="auto">
          <a:xfrm>
            <a:off x="7017106" y="5367361"/>
            <a:ext cx="257454" cy="312029"/>
          </a:xfrm>
          <a:custGeom>
            <a:avLst/>
            <a:gdLst/>
            <a:ahLst/>
            <a:cxnLst>
              <a:cxn ang="0">
                <a:pos x="54" y="79"/>
              </a:cxn>
              <a:cxn ang="0">
                <a:pos x="54" y="0"/>
              </a:cxn>
              <a:cxn ang="0">
                <a:pos x="0" y="10"/>
              </a:cxn>
              <a:cxn ang="0">
                <a:pos x="0" y="131"/>
              </a:cxn>
              <a:cxn ang="0">
                <a:pos x="54" y="121"/>
              </a:cxn>
              <a:cxn ang="0">
                <a:pos x="54" y="121"/>
              </a:cxn>
              <a:cxn ang="0">
                <a:pos x="80" y="90"/>
              </a:cxn>
              <a:cxn ang="0">
                <a:pos x="54" y="79"/>
              </a:cxn>
            </a:cxnLst>
            <a:rect l="0" t="0" r="r" b="b"/>
            <a:pathLst>
              <a:path w="81" h="131">
                <a:moveTo>
                  <a:pt x="54" y="79"/>
                </a:moveTo>
                <a:cubicBezTo>
                  <a:pt x="54" y="0"/>
                  <a:pt x="54" y="0"/>
                  <a:pt x="54" y="0"/>
                </a:cubicBezTo>
                <a:cubicBezTo>
                  <a:pt x="0" y="10"/>
                  <a:pt x="0" y="10"/>
                  <a:pt x="0" y="10"/>
                </a:cubicBezTo>
                <a:cubicBezTo>
                  <a:pt x="0" y="131"/>
                  <a:pt x="0" y="131"/>
                  <a:pt x="0" y="131"/>
                </a:cubicBezTo>
                <a:cubicBezTo>
                  <a:pt x="54" y="121"/>
                  <a:pt x="54" y="121"/>
                  <a:pt x="54" y="121"/>
                </a:cubicBezTo>
                <a:cubicBezTo>
                  <a:pt x="54" y="121"/>
                  <a:pt x="54" y="121"/>
                  <a:pt x="54" y="121"/>
                </a:cubicBezTo>
                <a:cubicBezTo>
                  <a:pt x="54" y="121"/>
                  <a:pt x="81" y="116"/>
                  <a:pt x="80" y="90"/>
                </a:cubicBezTo>
                <a:cubicBezTo>
                  <a:pt x="79" y="71"/>
                  <a:pt x="54" y="79"/>
                  <a:pt x="54" y="79"/>
                </a:cubicBezTo>
                <a:close/>
              </a:path>
            </a:pathLst>
          </a:custGeom>
          <a:solidFill>
            <a:schemeClr val="accent2">
              <a:lumMod val="75000"/>
            </a:schemeClr>
          </a:solidFill>
          <a:ln w="9525">
            <a:noFill/>
            <a:round/>
          </a:ln>
        </p:spPr>
        <p:txBody>
          <a:bodyPr anchor="ctr"/>
          <a:lstStyle/>
          <a:p>
            <a:pPr algn="ctr">
              <a:lnSpc>
                <a:spcPct val="120000"/>
              </a:lnSpc>
            </a:pPr>
            <a:endParaRPr sz="1800" dirty="0">
              <a:latin typeface="微软雅黑" panose="020B0503020204020204" pitchFamily="34" charset="-122"/>
              <a:ea typeface="微软雅黑" panose="020B0503020204020204" pitchFamily="34" charset="-122"/>
            </a:endParaRPr>
          </a:p>
        </p:txBody>
      </p:sp>
      <p:sp>
        <p:nvSpPr>
          <p:cNvPr id="72" name="任意多边形 21"/>
          <p:cNvSpPr/>
          <p:nvPr>
            <p:custDataLst>
              <p:tags r:id="rId7"/>
            </p:custDataLst>
          </p:nvPr>
        </p:nvSpPr>
        <p:spPr bwMode="auto">
          <a:xfrm>
            <a:off x="4140033" y="5247532"/>
            <a:ext cx="3132154" cy="755751"/>
          </a:xfrm>
          <a:custGeom>
            <a:avLst/>
            <a:gdLst/>
            <a:ahLst/>
            <a:cxnLst>
              <a:cxn ang="0">
                <a:pos x="954" y="8"/>
              </a:cxn>
              <a:cxn ang="0">
                <a:pos x="954" y="8"/>
              </a:cxn>
              <a:cxn ang="0">
                <a:pos x="0" y="196"/>
              </a:cxn>
              <a:cxn ang="0">
                <a:pos x="0" y="317"/>
              </a:cxn>
              <a:cxn ang="0">
                <a:pos x="954" y="129"/>
              </a:cxn>
              <a:cxn ang="0">
                <a:pos x="980" y="140"/>
              </a:cxn>
              <a:cxn ang="0">
                <a:pos x="980" y="19"/>
              </a:cxn>
              <a:cxn ang="0">
                <a:pos x="954" y="8"/>
              </a:cxn>
            </a:cxnLst>
            <a:rect l="0" t="0" r="r" b="b"/>
            <a:pathLst>
              <a:path w="980" h="317">
                <a:moveTo>
                  <a:pt x="954" y="8"/>
                </a:moveTo>
                <a:cubicBezTo>
                  <a:pt x="954" y="8"/>
                  <a:pt x="954" y="8"/>
                  <a:pt x="954" y="8"/>
                </a:cubicBezTo>
                <a:cubicBezTo>
                  <a:pt x="0" y="196"/>
                  <a:pt x="0" y="196"/>
                  <a:pt x="0" y="196"/>
                </a:cubicBezTo>
                <a:cubicBezTo>
                  <a:pt x="0" y="317"/>
                  <a:pt x="0" y="317"/>
                  <a:pt x="0" y="317"/>
                </a:cubicBezTo>
                <a:cubicBezTo>
                  <a:pt x="954" y="129"/>
                  <a:pt x="954" y="129"/>
                  <a:pt x="954" y="129"/>
                </a:cubicBezTo>
                <a:cubicBezTo>
                  <a:pt x="954" y="129"/>
                  <a:pt x="979" y="121"/>
                  <a:pt x="980" y="140"/>
                </a:cubicBezTo>
                <a:cubicBezTo>
                  <a:pt x="980" y="19"/>
                  <a:pt x="980" y="19"/>
                  <a:pt x="980" y="19"/>
                </a:cubicBezTo>
                <a:cubicBezTo>
                  <a:pt x="979" y="0"/>
                  <a:pt x="954" y="8"/>
                  <a:pt x="954" y="8"/>
                </a:cubicBezTo>
                <a:close/>
              </a:path>
            </a:pathLst>
          </a:custGeom>
          <a:solidFill>
            <a:schemeClr val="accent2"/>
          </a:solidFill>
          <a:ln w="9525">
            <a:noFill/>
            <a:round/>
          </a:ln>
        </p:spPr>
        <p:txBody>
          <a:bodyPr anchor="ctr"/>
          <a:lstStyle/>
          <a:p>
            <a:pPr algn="ctr">
              <a:lnSpc>
                <a:spcPct val="120000"/>
              </a:lnSpc>
            </a:pPr>
            <a:endParaRPr sz="1800" dirty="0">
              <a:latin typeface="微软雅黑" panose="020B0503020204020204" pitchFamily="34" charset="-122"/>
              <a:ea typeface="微软雅黑" panose="020B0503020204020204" pitchFamily="34" charset="-122"/>
            </a:endParaRPr>
          </a:p>
        </p:txBody>
      </p:sp>
      <p:sp>
        <p:nvSpPr>
          <p:cNvPr id="73" name="椭圆 72"/>
          <p:cNvSpPr/>
          <p:nvPr>
            <p:custDataLst>
              <p:tags r:id="rId8"/>
            </p:custDataLst>
          </p:nvPr>
        </p:nvSpPr>
        <p:spPr bwMode="auto">
          <a:xfrm>
            <a:off x="5190016" y="1496066"/>
            <a:ext cx="1031001" cy="958629"/>
          </a:xfrm>
          <a:prstGeom prst="ellipse">
            <a:avLst/>
          </a:prstGeom>
          <a:solidFill>
            <a:schemeClr val="bg1"/>
          </a:solidFill>
          <a:ln w="19050">
            <a:solidFill>
              <a:schemeClr val="accent2">
                <a:lumMod val="75000"/>
              </a:schemeClr>
            </a:solidFill>
            <a:round/>
          </a:ln>
        </p:spPr>
        <p:txBody>
          <a:bodyPr anchor="ctr"/>
          <a:lstStyle/>
          <a:p>
            <a:pPr algn="ctr">
              <a:lnSpc>
                <a:spcPct val="120000"/>
              </a:lnSpc>
            </a:pPr>
            <a:endParaRPr sz="1800" dirty="0">
              <a:latin typeface="微软雅黑" panose="020B0503020204020204" pitchFamily="34" charset="-122"/>
              <a:ea typeface="微软雅黑" panose="020B0503020204020204" pitchFamily="34" charset="-122"/>
            </a:endParaRPr>
          </a:p>
        </p:txBody>
      </p:sp>
      <p:sp>
        <p:nvSpPr>
          <p:cNvPr id="74" name="文本框 73"/>
          <p:cNvSpPr txBox="1"/>
          <p:nvPr>
            <p:custDataLst>
              <p:tags r:id="rId9"/>
            </p:custDataLst>
          </p:nvPr>
        </p:nvSpPr>
        <p:spPr bwMode="auto">
          <a:xfrm>
            <a:off x="4222530" y="3428778"/>
            <a:ext cx="2712161" cy="756937"/>
          </a:xfrm>
          <a:prstGeom prst="rect">
            <a:avLst/>
          </a:prstGeom>
          <a:noFill/>
        </p:spPr>
        <p:txBody>
          <a:bodyPr wrap="square" lIns="90000" tIns="46800" rIns="90000" bIns="0" anchor="ctr" anchorCtr="1">
            <a:normAutofit/>
          </a:bodyPr>
          <a:lstStyle/>
          <a:p>
            <a:pPr latinLnBrk="0">
              <a:lnSpc>
                <a:spcPct val="120000"/>
              </a:lnSpc>
            </a:pPr>
            <a:r>
              <a:rPr lang="zh-CN" altLang="en-US" sz="3200" spc="300" dirty="0">
                <a:solidFill>
                  <a:schemeClr val="tx1"/>
                </a:solidFill>
                <a:effectLst/>
                <a:latin typeface="微软雅黑" panose="020B0503020204020204" pitchFamily="34" charset="-122"/>
                <a:ea typeface="微软雅黑" panose="020B0503020204020204" pitchFamily="34" charset="-122"/>
                <a:cs typeface="+mj-cs"/>
              </a:rPr>
              <a:t>课后作业</a:t>
            </a:r>
            <a:endParaRPr lang="zh-CN" altLang="en-US" sz="3200" spc="300" dirty="0">
              <a:solidFill>
                <a:schemeClr val="tx1"/>
              </a:solidFill>
              <a:effectLst/>
              <a:latin typeface="微软雅黑" panose="020B0503020204020204" pitchFamily="34" charset="-122"/>
              <a:ea typeface="微软雅黑" panose="020B0503020204020204" pitchFamily="34" charset="-122"/>
              <a:cs typeface="+mj-cs"/>
            </a:endParaRPr>
          </a:p>
        </p:txBody>
      </p:sp>
      <p:sp>
        <p:nvSpPr>
          <p:cNvPr id="110" name="任意多边形 13"/>
          <p:cNvSpPr/>
          <p:nvPr>
            <p:custDataLst>
              <p:tags r:id="rId10"/>
            </p:custDataLst>
          </p:nvPr>
        </p:nvSpPr>
        <p:spPr bwMode="auto">
          <a:xfrm>
            <a:off x="5432046" y="1698944"/>
            <a:ext cx="546941" cy="554059"/>
          </a:xfrm>
          <a:custGeom>
            <a:avLst/>
            <a:gdLst>
              <a:gd name="connsiteX0" fmla="*/ 127959 w 398592"/>
              <a:gd name="connsiteY0" fmla="*/ 191264 h 403698"/>
              <a:gd name="connsiteX1" fmla="*/ 146193 w 398592"/>
              <a:gd name="connsiteY1" fmla="*/ 202511 h 403698"/>
              <a:gd name="connsiteX2" fmla="*/ 152271 w 398592"/>
              <a:gd name="connsiteY2" fmla="*/ 213757 h 403698"/>
              <a:gd name="connsiteX3" fmla="*/ 146193 w 398592"/>
              <a:gd name="connsiteY3" fmla="*/ 241873 h 403698"/>
              <a:gd name="connsiteX4" fmla="*/ 146193 w 398592"/>
              <a:gd name="connsiteY4" fmla="*/ 247497 h 403698"/>
              <a:gd name="connsiteX5" fmla="*/ 91491 w 398592"/>
              <a:gd name="connsiteY5" fmla="*/ 298106 h 403698"/>
              <a:gd name="connsiteX6" fmla="*/ 73256 w 398592"/>
              <a:gd name="connsiteY6" fmla="*/ 298106 h 403698"/>
              <a:gd name="connsiteX7" fmla="*/ 73256 w 398592"/>
              <a:gd name="connsiteY7" fmla="*/ 281236 h 403698"/>
              <a:gd name="connsiteX8" fmla="*/ 115803 w 398592"/>
              <a:gd name="connsiteY8" fmla="*/ 230627 h 403698"/>
              <a:gd name="connsiteX9" fmla="*/ 127959 w 398592"/>
              <a:gd name="connsiteY9" fmla="*/ 191264 h 403698"/>
              <a:gd name="connsiteX10" fmla="*/ 314042 w 398592"/>
              <a:gd name="connsiteY10" fmla="*/ 164190 h 403698"/>
              <a:gd name="connsiteX11" fmla="*/ 386514 w 398592"/>
              <a:gd name="connsiteY11" fmla="*/ 164190 h 403698"/>
              <a:gd name="connsiteX12" fmla="*/ 398592 w 398592"/>
              <a:gd name="connsiteY12" fmla="*/ 164190 h 403698"/>
              <a:gd name="connsiteX13" fmla="*/ 398592 w 398592"/>
              <a:gd name="connsiteY13" fmla="*/ 175330 h 403698"/>
              <a:gd name="connsiteX14" fmla="*/ 398592 w 398592"/>
              <a:gd name="connsiteY14" fmla="*/ 236600 h 403698"/>
              <a:gd name="connsiteX15" fmla="*/ 386514 w 398592"/>
              <a:gd name="connsiteY15" fmla="*/ 247739 h 403698"/>
              <a:gd name="connsiteX16" fmla="*/ 374435 w 398592"/>
              <a:gd name="connsiteY16" fmla="*/ 236600 h 403698"/>
              <a:gd name="connsiteX17" fmla="*/ 374435 w 398592"/>
              <a:gd name="connsiteY17" fmla="*/ 203180 h 403698"/>
              <a:gd name="connsiteX18" fmla="*/ 368396 w 398592"/>
              <a:gd name="connsiteY18" fmla="*/ 203180 h 403698"/>
              <a:gd name="connsiteX19" fmla="*/ 205336 w 398592"/>
              <a:gd name="connsiteY19" fmla="*/ 353569 h 403698"/>
              <a:gd name="connsiteX20" fmla="*/ 193257 w 398592"/>
              <a:gd name="connsiteY20" fmla="*/ 359139 h 403698"/>
              <a:gd name="connsiteX21" fmla="*/ 187218 w 398592"/>
              <a:gd name="connsiteY21" fmla="*/ 353569 h 403698"/>
              <a:gd name="connsiteX22" fmla="*/ 144943 w 398592"/>
              <a:gd name="connsiteY22" fmla="*/ 314579 h 403698"/>
              <a:gd name="connsiteX23" fmla="*/ 138904 w 398592"/>
              <a:gd name="connsiteY23" fmla="*/ 314579 h 403698"/>
              <a:gd name="connsiteX24" fmla="*/ 36236 w 398592"/>
              <a:gd name="connsiteY24" fmla="*/ 403698 h 403698"/>
              <a:gd name="connsiteX25" fmla="*/ 0 w 398592"/>
              <a:gd name="connsiteY25" fmla="*/ 403698 h 403698"/>
              <a:gd name="connsiteX26" fmla="*/ 132864 w 398592"/>
              <a:gd name="connsiteY26" fmla="*/ 286729 h 403698"/>
              <a:gd name="connsiteX27" fmla="*/ 138904 w 398592"/>
              <a:gd name="connsiteY27" fmla="*/ 286729 h 403698"/>
              <a:gd name="connsiteX28" fmla="*/ 150982 w 398592"/>
              <a:gd name="connsiteY28" fmla="*/ 286729 h 403698"/>
              <a:gd name="connsiteX29" fmla="*/ 193257 w 398592"/>
              <a:gd name="connsiteY29" fmla="*/ 325719 h 403698"/>
              <a:gd name="connsiteX30" fmla="*/ 193257 w 398592"/>
              <a:gd name="connsiteY30" fmla="*/ 331289 h 403698"/>
              <a:gd name="connsiteX31" fmla="*/ 199296 w 398592"/>
              <a:gd name="connsiteY31" fmla="*/ 325719 h 403698"/>
              <a:gd name="connsiteX32" fmla="*/ 344239 w 398592"/>
              <a:gd name="connsiteY32" fmla="*/ 192040 h 403698"/>
              <a:gd name="connsiteX33" fmla="*/ 344239 w 398592"/>
              <a:gd name="connsiteY33" fmla="*/ 186470 h 403698"/>
              <a:gd name="connsiteX34" fmla="*/ 320082 w 398592"/>
              <a:gd name="connsiteY34" fmla="*/ 186470 h 403698"/>
              <a:gd name="connsiteX35" fmla="*/ 314042 w 398592"/>
              <a:gd name="connsiteY35" fmla="*/ 186470 h 403698"/>
              <a:gd name="connsiteX36" fmla="*/ 308003 w 398592"/>
              <a:gd name="connsiteY36" fmla="*/ 175330 h 403698"/>
              <a:gd name="connsiteX37" fmla="*/ 314042 w 398592"/>
              <a:gd name="connsiteY37" fmla="*/ 164190 h 403698"/>
              <a:gd name="connsiteX38" fmla="*/ 259584 w 398592"/>
              <a:gd name="connsiteY38" fmla="*/ 74634 h 403698"/>
              <a:gd name="connsiteX39" fmla="*/ 277671 w 398592"/>
              <a:gd name="connsiteY39" fmla="*/ 80101 h 403698"/>
              <a:gd name="connsiteX40" fmla="*/ 271642 w 398592"/>
              <a:gd name="connsiteY40" fmla="*/ 96502 h 403698"/>
              <a:gd name="connsiteX41" fmla="*/ 235469 w 398592"/>
              <a:gd name="connsiteY41" fmla="*/ 118370 h 403698"/>
              <a:gd name="connsiteX42" fmla="*/ 223411 w 398592"/>
              <a:gd name="connsiteY42" fmla="*/ 118370 h 403698"/>
              <a:gd name="connsiteX43" fmla="*/ 199295 w 398592"/>
              <a:gd name="connsiteY43" fmla="*/ 112903 h 403698"/>
              <a:gd name="connsiteX44" fmla="*/ 205324 w 398592"/>
              <a:gd name="connsiteY44" fmla="*/ 101969 h 403698"/>
              <a:gd name="connsiteX45" fmla="*/ 199295 w 398592"/>
              <a:gd name="connsiteY45" fmla="*/ 91035 h 403698"/>
              <a:gd name="connsiteX46" fmla="*/ 223411 w 398592"/>
              <a:gd name="connsiteY46" fmla="*/ 96502 h 403698"/>
              <a:gd name="connsiteX47" fmla="*/ 259584 w 398592"/>
              <a:gd name="connsiteY47" fmla="*/ 74634 h 403698"/>
              <a:gd name="connsiteX48" fmla="*/ 109187 w 398592"/>
              <a:gd name="connsiteY48" fmla="*/ 68387 h 403698"/>
              <a:gd name="connsiteX49" fmla="*/ 151823 w 398592"/>
              <a:gd name="connsiteY49" fmla="*/ 68387 h 403698"/>
              <a:gd name="connsiteX50" fmla="*/ 164005 w 398592"/>
              <a:gd name="connsiteY50" fmla="*/ 68387 h 403698"/>
              <a:gd name="connsiteX51" fmla="*/ 176186 w 398592"/>
              <a:gd name="connsiteY51" fmla="*/ 113373 h 403698"/>
              <a:gd name="connsiteX52" fmla="*/ 182277 w 398592"/>
              <a:gd name="connsiteY52" fmla="*/ 85257 h 403698"/>
              <a:gd name="connsiteX53" fmla="*/ 176186 w 398592"/>
              <a:gd name="connsiteY53" fmla="*/ 79633 h 403698"/>
              <a:gd name="connsiteX54" fmla="*/ 182277 w 398592"/>
              <a:gd name="connsiteY54" fmla="*/ 74010 h 403698"/>
              <a:gd name="connsiteX55" fmla="*/ 188368 w 398592"/>
              <a:gd name="connsiteY55" fmla="*/ 79633 h 403698"/>
              <a:gd name="connsiteX56" fmla="*/ 188368 w 398592"/>
              <a:gd name="connsiteY56" fmla="*/ 85257 h 403698"/>
              <a:gd name="connsiteX57" fmla="*/ 182277 w 398592"/>
              <a:gd name="connsiteY57" fmla="*/ 113373 h 403698"/>
              <a:gd name="connsiteX58" fmla="*/ 194459 w 398592"/>
              <a:gd name="connsiteY58" fmla="*/ 85257 h 403698"/>
              <a:gd name="connsiteX59" fmla="*/ 194459 w 398592"/>
              <a:gd name="connsiteY59" fmla="*/ 96503 h 403698"/>
              <a:gd name="connsiteX60" fmla="*/ 176186 w 398592"/>
              <a:gd name="connsiteY60" fmla="*/ 175229 h 403698"/>
              <a:gd name="connsiteX61" fmla="*/ 206640 w 398592"/>
              <a:gd name="connsiteY61" fmla="*/ 208968 h 403698"/>
              <a:gd name="connsiteX62" fmla="*/ 206640 w 398592"/>
              <a:gd name="connsiteY62" fmla="*/ 225838 h 403698"/>
              <a:gd name="connsiteX63" fmla="*/ 200550 w 398592"/>
              <a:gd name="connsiteY63" fmla="*/ 282071 h 403698"/>
              <a:gd name="connsiteX64" fmla="*/ 182277 w 398592"/>
              <a:gd name="connsiteY64" fmla="*/ 293317 h 403698"/>
              <a:gd name="connsiteX65" fmla="*/ 170095 w 398592"/>
              <a:gd name="connsiteY65" fmla="*/ 276447 h 403698"/>
              <a:gd name="connsiteX66" fmla="*/ 176186 w 398592"/>
              <a:gd name="connsiteY66" fmla="*/ 225838 h 403698"/>
              <a:gd name="connsiteX67" fmla="*/ 145732 w 398592"/>
              <a:gd name="connsiteY67" fmla="*/ 192099 h 403698"/>
              <a:gd name="connsiteX68" fmla="*/ 121369 w 398592"/>
              <a:gd name="connsiteY68" fmla="*/ 169606 h 403698"/>
              <a:gd name="connsiteX69" fmla="*/ 115278 w 398592"/>
              <a:gd name="connsiteY69" fmla="*/ 163982 h 403698"/>
              <a:gd name="connsiteX70" fmla="*/ 133550 w 398592"/>
              <a:gd name="connsiteY70" fmla="*/ 96503 h 403698"/>
              <a:gd name="connsiteX71" fmla="*/ 145732 w 398592"/>
              <a:gd name="connsiteY71" fmla="*/ 96503 h 403698"/>
              <a:gd name="connsiteX72" fmla="*/ 115278 w 398592"/>
              <a:gd name="connsiteY72" fmla="*/ 90880 h 403698"/>
              <a:gd name="connsiteX73" fmla="*/ 78733 w 398592"/>
              <a:gd name="connsiteY73" fmla="*/ 118996 h 403698"/>
              <a:gd name="connsiteX74" fmla="*/ 60460 w 398592"/>
              <a:gd name="connsiteY74" fmla="*/ 118996 h 403698"/>
              <a:gd name="connsiteX75" fmla="*/ 60460 w 398592"/>
              <a:gd name="connsiteY75" fmla="*/ 102126 h 403698"/>
              <a:gd name="connsiteX76" fmla="*/ 109187 w 398592"/>
              <a:gd name="connsiteY76" fmla="*/ 68387 h 403698"/>
              <a:gd name="connsiteX77" fmla="*/ 175120 w 398592"/>
              <a:gd name="connsiteY77" fmla="*/ 749 h 403698"/>
              <a:gd name="connsiteX78" fmla="*/ 187852 w 398592"/>
              <a:gd name="connsiteY78" fmla="*/ 1099 h 403698"/>
              <a:gd name="connsiteX79" fmla="*/ 212733 w 398592"/>
              <a:gd name="connsiteY79" fmla="*/ 29135 h 403698"/>
              <a:gd name="connsiteX80" fmla="*/ 187852 w 398592"/>
              <a:gd name="connsiteY80" fmla="*/ 62778 h 403698"/>
              <a:gd name="connsiteX81" fmla="*/ 156750 w 398592"/>
              <a:gd name="connsiteY81" fmla="*/ 29135 h 403698"/>
              <a:gd name="connsiteX82" fmla="*/ 175120 w 398592"/>
              <a:gd name="connsiteY82" fmla="*/ 749 h 4036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398592" h="403698">
                <a:moveTo>
                  <a:pt x="127959" y="191264"/>
                </a:moveTo>
                <a:cubicBezTo>
                  <a:pt x="134037" y="196887"/>
                  <a:pt x="140115" y="196887"/>
                  <a:pt x="146193" y="202511"/>
                </a:cubicBezTo>
                <a:cubicBezTo>
                  <a:pt x="146193" y="202511"/>
                  <a:pt x="152271" y="208134"/>
                  <a:pt x="152271" y="213757"/>
                </a:cubicBezTo>
                <a:cubicBezTo>
                  <a:pt x="152271" y="213757"/>
                  <a:pt x="152271" y="213757"/>
                  <a:pt x="146193" y="241873"/>
                </a:cubicBezTo>
                <a:cubicBezTo>
                  <a:pt x="146193" y="241873"/>
                  <a:pt x="146193" y="247497"/>
                  <a:pt x="146193" y="247497"/>
                </a:cubicBezTo>
                <a:cubicBezTo>
                  <a:pt x="146193" y="247497"/>
                  <a:pt x="146193" y="247497"/>
                  <a:pt x="91491" y="298106"/>
                </a:cubicBezTo>
                <a:cubicBezTo>
                  <a:pt x="85412" y="303729"/>
                  <a:pt x="79334" y="303729"/>
                  <a:pt x="73256" y="298106"/>
                </a:cubicBezTo>
                <a:cubicBezTo>
                  <a:pt x="67178" y="292483"/>
                  <a:pt x="67178" y="286859"/>
                  <a:pt x="73256" y="281236"/>
                </a:cubicBezTo>
                <a:cubicBezTo>
                  <a:pt x="73256" y="281236"/>
                  <a:pt x="73256" y="281236"/>
                  <a:pt x="115803" y="230627"/>
                </a:cubicBezTo>
                <a:cubicBezTo>
                  <a:pt x="115803" y="230627"/>
                  <a:pt x="115803" y="230627"/>
                  <a:pt x="127959" y="191264"/>
                </a:cubicBezTo>
                <a:close/>
                <a:moveTo>
                  <a:pt x="314042" y="164190"/>
                </a:moveTo>
                <a:cubicBezTo>
                  <a:pt x="314042" y="164190"/>
                  <a:pt x="314042" y="164190"/>
                  <a:pt x="386514" y="164190"/>
                </a:cubicBezTo>
                <a:cubicBezTo>
                  <a:pt x="392553" y="164190"/>
                  <a:pt x="392553" y="164190"/>
                  <a:pt x="398592" y="164190"/>
                </a:cubicBezTo>
                <a:cubicBezTo>
                  <a:pt x="398592" y="169760"/>
                  <a:pt x="398592" y="169760"/>
                  <a:pt x="398592" y="175330"/>
                </a:cubicBezTo>
                <a:lnTo>
                  <a:pt x="398592" y="236600"/>
                </a:lnTo>
                <a:cubicBezTo>
                  <a:pt x="398592" y="242169"/>
                  <a:pt x="392553" y="247739"/>
                  <a:pt x="386514" y="247739"/>
                </a:cubicBezTo>
                <a:cubicBezTo>
                  <a:pt x="380474" y="247739"/>
                  <a:pt x="374435" y="242169"/>
                  <a:pt x="374435" y="236600"/>
                </a:cubicBezTo>
                <a:cubicBezTo>
                  <a:pt x="374435" y="236600"/>
                  <a:pt x="374435" y="236600"/>
                  <a:pt x="374435" y="203180"/>
                </a:cubicBezTo>
                <a:cubicBezTo>
                  <a:pt x="374435" y="203180"/>
                  <a:pt x="374435" y="203180"/>
                  <a:pt x="368396" y="203180"/>
                </a:cubicBezTo>
                <a:cubicBezTo>
                  <a:pt x="368396" y="203180"/>
                  <a:pt x="368396" y="203180"/>
                  <a:pt x="205336" y="353569"/>
                </a:cubicBezTo>
                <a:cubicBezTo>
                  <a:pt x="199296" y="359139"/>
                  <a:pt x="199296" y="359139"/>
                  <a:pt x="193257" y="359139"/>
                </a:cubicBezTo>
                <a:cubicBezTo>
                  <a:pt x="193257" y="359139"/>
                  <a:pt x="187218" y="359139"/>
                  <a:pt x="187218" y="353569"/>
                </a:cubicBezTo>
                <a:cubicBezTo>
                  <a:pt x="187218" y="353569"/>
                  <a:pt x="187218" y="353569"/>
                  <a:pt x="144943" y="314579"/>
                </a:cubicBezTo>
                <a:cubicBezTo>
                  <a:pt x="144943" y="314579"/>
                  <a:pt x="144943" y="314579"/>
                  <a:pt x="138904" y="314579"/>
                </a:cubicBezTo>
                <a:cubicBezTo>
                  <a:pt x="138904" y="314579"/>
                  <a:pt x="138904" y="314579"/>
                  <a:pt x="36236" y="403698"/>
                </a:cubicBezTo>
                <a:cubicBezTo>
                  <a:pt x="36236" y="403698"/>
                  <a:pt x="36236" y="403698"/>
                  <a:pt x="0" y="403698"/>
                </a:cubicBezTo>
                <a:cubicBezTo>
                  <a:pt x="0" y="403698"/>
                  <a:pt x="0" y="403698"/>
                  <a:pt x="132864" y="286729"/>
                </a:cubicBezTo>
                <a:cubicBezTo>
                  <a:pt x="132864" y="286729"/>
                  <a:pt x="138904" y="286729"/>
                  <a:pt x="138904" y="286729"/>
                </a:cubicBezTo>
                <a:cubicBezTo>
                  <a:pt x="144943" y="286729"/>
                  <a:pt x="144943" y="286729"/>
                  <a:pt x="150982" y="286729"/>
                </a:cubicBezTo>
                <a:cubicBezTo>
                  <a:pt x="150982" y="286729"/>
                  <a:pt x="150982" y="286729"/>
                  <a:pt x="193257" y="325719"/>
                </a:cubicBezTo>
                <a:cubicBezTo>
                  <a:pt x="193257" y="325719"/>
                  <a:pt x="193257" y="325719"/>
                  <a:pt x="193257" y="331289"/>
                </a:cubicBezTo>
                <a:cubicBezTo>
                  <a:pt x="193257" y="331289"/>
                  <a:pt x="193257" y="331289"/>
                  <a:pt x="199296" y="325719"/>
                </a:cubicBezTo>
                <a:cubicBezTo>
                  <a:pt x="199296" y="325719"/>
                  <a:pt x="199296" y="325719"/>
                  <a:pt x="344239" y="192040"/>
                </a:cubicBezTo>
                <a:cubicBezTo>
                  <a:pt x="344239" y="192040"/>
                  <a:pt x="344239" y="192040"/>
                  <a:pt x="344239" y="186470"/>
                </a:cubicBezTo>
                <a:cubicBezTo>
                  <a:pt x="344239" y="186470"/>
                  <a:pt x="344239" y="186470"/>
                  <a:pt x="320082" y="186470"/>
                </a:cubicBezTo>
                <a:cubicBezTo>
                  <a:pt x="320082" y="186470"/>
                  <a:pt x="320082" y="186470"/>
                  <a:pt x="314042" y="186470"/>
                </a:cubicBezTo>
                <a:cubicBezTo>
                  <a:pt x="308003" y="180900"/>
                  <a:pt x="308003" y="180900"/>
                  <a:pt x="308003" y="175330"/>
                </a:cubicBezTo>
                <a:cubicBezTo>
                  <a:pt x="308003" y="169760"/>
                  <a:pt x="308003" y="164190"/>
                  <a:pt x="314042" y="164190"/>
                </a:cubicBezTo>
                <a:close/>
                <a:moveTo>
                  <a:pt x="259584" y="74634"/>
                </a:moveTo>
                <a:cubicBezTo>
                  <a:pt x="265613" y="74634"/>
                  <a:pt x="271642" y="74634"/>
                  <a:pt x="277671" y="80101"/>
                </a:cubicBezTo>
                <a:cubicBezTo>
                  <a:pt x="277671" y="85568"/>
                  <a:pt x="277671" y="91035"/>
                  <a:pt x="271642" y="96502"/>
                </a:cubicBezTo>
                <a:cubicBezTo>
                  <a:pt x="271642" y="96502"/>
                  <a:pt x="271642" y="96502"/>
                  <a:pt x="235469" y="118370"/>
                </a:cubicBezTo>
                <a:cubicBezTo>
                  <a:pt x="229440" y="118370"/>
                  <a:pt x="229440" y="118370"/>
                  <a:pt x="223411" y="118370"/>
                </a:cubicBezTo>
                <a:cubicBezTo>
                  <a:pt x="223411" y="118370"/>
                  <a:pt x="223411" y="118370"/>
                  <a:pt x="199295" y="112903"/>
                </a:cubicBezTo>
                <a:cubicBezTo>
                  <a:pt x="199295" y="112903"/>
                  <a:pt x="199295" y="107436"/>
                  <a:pt x="205324" y="101969"/>
                </a:cubicBezTo>
                <a:cubicBezTo>
                  <a:pt x="205324" y="96502"/>
                  <a:pt x="199295" y="91035"/>
                  <a:pt x="199295" y="91035"/>
                </a:cubicBezTo>
                <a:cubicBezTo>
                  <a:pt x="199295" y="91035"/>
                  <a:pt x="199295" y="91035"/>
                  <a:pt x="223411" y="96502"/>
                </a:cubicBezTo>
                <a:cubicBezTo>
                  <a:pt x="223411" y="96502"/>
                  <a:pt x="223411" y="96502"/>
                  <a:pt x="259584" y="74634"/>
                </a:cubicBezTo>
                <a:close/>
                <a:moveTo>
                  <a:pt x="109187" y="68387"/>
                </a:moveTo>
                <a:cubicBezTo>
                  <a:pt x="127459" y="68387"/>
                  <a:pt x="145732" y="68387"/>
                  <a:pt x="151823" y="68387"/>
                </a:cubicBezTo>
                <a:cubicBezTo>
                  <a:pt x="151823" y="68387"/>
                  <a:pt x="164005" y="68387"/>
                  <a:pt x="164005" y="68387"/>
                </a:cubicBezTo>
                <a:cubicBezTo>
                  <a:pt x="170095" y="68387"/>
                  <a:pt x="176186" y="79633"/>
                  <a:pt x="176186" y="113373"/>
                </a:cubicBezTo>
                <a:cubicBezTo>
                  <a:pt x="176186" y="102126"/>
                  <a:pt x="182277" y="85257"/>
                  <a:pt x="182277" y="85257"/>
                </a:cubicBezTo>
                <a:cubicBezTo>
                  <a:pt x="176186" y="85257"/>
                  <a:pt x="176186" y="79633"/>
                  <a:pt x="176186" y="79633"/>
                </a:cubicBezTo>
                <a:cubicBezTo>
                  <a:pt x="176186" y="79633"/>
                  <a:pt x="176186" y="79633"/>
                  <a:pt x="182277" y="74010"/>
                </a:cubicBezTo>
                <a:cubicBezTo>
                  <a:pt x="182277" y="74010"/>
                  <a:pt x="182277" y="74010"/>
                  <a:pt x="188368" y="79633"/>
                </a:cubicBezTo>
                <a:cubicBezTo>
                  <a:pt x="188368" y="79633"/>
                  <a:pt x="188368" y="85257"/>
                  <a:pt x="188368" y="85257"/>
                </a:cubicBezTo>
                <a:cubicBezTo>
                  <a:pt x="188368" y="90880"/>
                  <a:pt x="182277" y="113373"/>
                  <a:pt x="182277" y="113373"/>
                </a:cubicBezTo>
                <a:cubicBezTo>
                  <a:pt x="182277" y="113373"/>
                  <a:pt x="194459" y="102126"/>
                  <a:pt x="194459" y="85257"/>
                </a:cubicBezTo>
                <a:lnTo>
                  <a:pt x="194459" y="96503"/>
                </a:lnTo>
                <a:cubicBezTo>
                  <a:pt x="200550" y="102126"/>
                  <a:pt x="182277" y="130243"/>
                  <a:pt x="176186" y="175229"/>
                </a:cubicBezTo>
                <a:cubicBezTo>
                  <a:pt x="176186" y="175229"/>
                  <a:pt x="206640" y="208968"/>
                  <a:pt x="206640" y="208968"/>
                </a:cubicBezTo>
                <a:cubicBezTo>
                  <a:pt x="206640" y="214592"/>
                  <a:pt x="212731" y="214592"/>
                  <a:pt x="206640" y="225838"/>
                </a:cubicBezTo>
                <a:cubicBezTo>
                  <a:pt x="206640" y="225838"/>
                  <a:pt x="206640" y="225838"/>
                  <a:pt x="200550" y="282071"/>
                </a:cubicBezTo>
                <a:cubicBezTo>
                  <a:pt x="200550" y="287694"/>
                  <a:pt x="188368" y="293317"/>
                  <a:pt x="182277" y="293317"/>
                </a:cubicBezTo>
                <a:cubicBezTo>
                  <a:pt x="176186" y="293317"/>
                  <a:pt x="170095" y="287694"/>
                  <a:pt x="170095" y="276447"/>
                </a:cubicBezTo>
                <a:cubicBezTo>
                  <a:pt x="170095" y="276447"/>
                  <a:pt x="170095" y="276447"/>
                  <a:pt x="176186" y="225838"/>
                </a:cubicBezTo>
                <a:cubicBezTo>
                  <a:pt x="176186" y="225838"/>
                  <a:pt x="151823" y="197722"/>
                  <a:pt x="145732" y="192099"/>
                </a:cubicBezTo>
                <a:cubicBezTo>
                  <a:pt x="127459" y="186475"/>
                  <a:pt x="121369" y="175229"/>
                  <a:pt x="121369" y="169606"/>
                </a:cubicBezTo>
                <a:cubicBezTo>
                  <a:pt x="121369" y="169606"/>
                  <a:pt x="121369" y="169606"/>
                  <a:pt x="115278" y="163982"/>
                </a:cubicBezTo>
                <a:cubicBezTo>
                  <a:pt x="121369" y="147112"/>
                  <a:pt x="133550" y="113373"/>
                  <a:pt x="133550" y="96503"/>
                </a:cubicBezTo>
                <a:cubicBezTo>
                  <a:pt x="133550" y="96503"/>
                  <a:pt x="133550" y="96503"/>
                  <a:pt x="145732" y="96503"/>
                </a:cubicBezTo>
                <a:cubicBezTo>
                  <a:pt x="145732" y="96503"/>
                  <a:pt x="145732" y="96503"/>
                  <a:pt x="115278" y="90880"/>
                </a:cubicBezTo>
                <a:cubicBezTo>
                  <a:pt x="115278" y="90880"/>
                  <a:pt x="115278" y="90880"/>
                  <a:pt x="78733" y="118996"/>
                </a:cubicBezTo>
                <a:cubicBezTo>
                  <a:pt x="72642" y="124619"/>
                  <a:pt x="66551" y="124619"/>
                  <a:pt x="60460" y="118996"/>
                </a:cubicBezTo>
                <a:cubicBezTo>
                  <a:pt x="60460" y="113373"/>
                  <a:pt x="60460" y="107750"/>
                  <a:pt x="60460" y="102126"/>
                </a:cubicBezTo>
                <a:cubicBezTo>
                  <a:pt x="60460" y="102126"/>
                  <a:pt x="60460" y="102126"/>
                  <a:pt x="109187" y="68387"/>
                </a:cubicBezTo>
                <a:close/>
                <a:moveTo>
                  <a:pt x="175120" y="749"/>
                </a:moveTo>
                <a:cubicBezTo>
                  <a:pt x="178910" y="-303"/>
                  <a:pt x="183187" y="-303"/>
                  <a:pt x="187852" y="1099"/>
                </a:cubicBezTo>
                <a:cubicBezTo>
                  <a:pt x="200293" y="1099"/>
                  <a:pt x="212733" y="12313"/>
                  <a:pt x="212733" y="29135"/>
                </a:cubicBezTo>
                <a:cubicBezTo>
                  <a:pt x="212733" y="40349"/>
                  <a:pt x="206513" y="62778"/>
                  <a:pt x="187852" y="62778"/>
                </a:cubicBezTo>
                <a:cubicBezTo>
                  <a:pt x="181632" y="68385"/>
                  <a:pt x="156750" y="51563"/>
                  <a:pt x="156750" y="29135"/>
                </a:cubicBezTo>
                <a:cubicBezTo>
                  <a:pt x="156750" y="16519"/>
                  <a:pt x="163748" y="3903"/>
                  <a:pt x="175120" y="749"/>
                </a:cubicBezTo>
                <a:close/>
              </a:path>
            </a:pathLst>
          </a:custGeom>
          <a:solidFill>
            <a:schemeClr val="accent3"/>
          </a:solidFill>
          <a:ln w="9525">
            <a:noFill/>
            <a:round/>
          </a:ln>
        </p:spPr>
        <p:txBody>
          <a:bodyPr anchor="ctr"/>
          <a:lstStyle/>
          <a:p>
            <a:pPr algn="ctr">
              <a:lnSpc>
                <a:spcPct val="120000"/>
              </a:lnSpc>
            </a:pPr>
            <a:endParaRPr sz="1800" dirty="0">
              <a:latin typeface="微软雅黑" panose="020B0503020204020204" pitchFamily="34" charset="-122"/>
              <a:ea typeface="微软雅黑" panose="020B0503020204020204" pitchFamily="34" charset="-122"/>
            </a:endParaRPr>
          </a:p>
        </p:txBody>
      </p:sp>
    </p:spTree>
    <p:custDataLst>
      <p:tags r:id="rId11"/>
    </p:custDataLst>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剪去对角的矩形 3"/>
          <p:cNvSpPr/>
          <p:nvPr>
            <p:custDataLst>
              <p:tags r:id="rId1"/>
            </p:custDataLst>
          </p:nvPr>
        </p:nvSpPr>
        <p:spPr>
          <a:xfrm>
            <a:off x="1403985" y="946785"/>
            <a:ext cx="9111615" cy="4398645"/>
          </a:xfrm>
          <a:prstGeom prst="snip2DiagRect">
            <a:avLst/>
          </a:prstGeom>
          <a:solidFill>
            <a:sysClr val="window" lastClr="FFFFFF"/>
          </a:solidFill>
          <a:ln w="38100">
            <a:solidFill>
              <a:srgbClr val="1F74AD">
                <a:lumMod val="40000"/>
                <a:lumOff val="60000"/>
              </a:srgbClr>
            </a:solidFill>
          </a:ln>
        </p:spPr>
        <p:style>
          <a:lnRef idx="2">
            <a:srgbClr val="1F74AD">
              <a:shade val="50000"/>
            </a:srgbClr>
          </a:lnRef>
          <a:fillRef idx="1">
            <a:srgbClr val="1F74AD"/>
          </a:fillRef>
          <a:effectRef idx="0">
            <a:srgbClr val="1F74AD"/>
          </a:effectRef>
          <a:fontRef idx="minor">
            <a:sysClr val="window" lastClr="FFFFFF"/>
          </a:fontRef>
        </p:style>
        <p:txBody>
          <a:bodyPr rtlCol="0" anchor="ctr">
            <a:noAutofit/>
          </a:bodyPr>
          <a:lstStyle/>
          <a:p>
            <a:pPr algn="ctr">
              <a:lnSpc>
                <a:spcPct val="120000"/>
              </a:lnSpc>
            </a:pPr>
            <a:endParaRPr lang="zh-CN" altLang="en-US">
              <a:latin typeface="微软雅黑" panose="020B0503020204020204" pitchFamily="34" charset="-122"/>
              <a:ea typeface="微软雅黑" panose="020B0503020204020204" pitchFamily="34" charset="-122"/>
              <a:sym typeface="Arial" panose="020B0604020202020204" pitchFamily="34" charset="0"/>
            </a:endParaRPr>
          </a:p>
        </p:txBody>
      </p:sp>
      <p:sp>
        <p:nvSpPr>
          <p:cNvPr id="58" name="矩形 57"/>
          <p:cNvSpPr/>
          <p:nvPr>
            <p:custDataLst>
              <p:tags r:id="rId2"/>
            </p:custDataLst>
          </p:nvPr>
        </p:nvSpPr>
        <p:spPr>
          <a:xfrm>
            <a:off x="1849755" y="1412875"/>
            <a:ext cx="8246110" cy="2981325"/>
          </a:xfrm>
          <a:prstGeom prst="rect">
            <a:avLst/>
          </a:prstGeom>
        </p:spPr>
        <p:txBody>
          <a:bodyPr wrap="square">
            <a:noAutofit/>
          </a:bodyPr>
          <a:lstStyle/>
          <a:p>
            <a:pPr indent="720090" eaLnBrk="1" hangingPunct="1">
              <a:lnSpc>
                <a:spcPct val="150000"/>
              </a:lnSpc>
              <a:defRPr/>
            </a:pPr>
            <a:r>
              <a:rPr lang="zh-CN" altLang="en-US" sz="2400" spc="150" dirty="0">
                <a:solidFill>
                  <a:srgbClr val="000000">
                    <a:lumMod val="75000"/>
                    <a:lumOff val="25000"/>
                  </a:srgbClr>
                </a:solidFill>
                <a:latin typeface="Arial" panose="020B0604020202020204" pitchFamily="34" charset="0"/>
                <a:ea typeface="微软雅黑" panose="020B0503020204020204" pitchFamily="34" charset="-122"/>
                <a:cs typeface="+mn-ea"/>
                <a:sym typeface="Arial" panose="020B0604020202020204" pitchFamily="34" charset="0"/>
              </a:rPr>
              <a:t>近年来，随着信息技术的普及，国内外不少民间鸟类爱好者开始积极配合鸟类专业工作者，参与多项鸟类科学调查活动。一些观鸟网站和鸟类</a:t>
            </a:r>
            <a:r>
              <a:rPr lang="en-US" altLang="zh-CN" sz="2400" spc="150" dirty="0">
                <a:solidFill>
                  <a:srgbClr val="000000">
                    <a:lumMod val="75000"/>
                    <a:lumOff val="25000"/>
                  </a:srgbClr>
                </a:solidFill>
                <a:latin typeface="Arial" panose="020B0604020202020204" pitchFamily="34" charset="0"/>
                <a:ea typeface="微软雅黑" panose="020B0503020204020204" pitchFamily="34" charset="-122"/>
                <a:cs typeface="+mn-ea"/>
                <a:sym typeface="Arial" panose="020B0604020202020204" pitchFamily="34" charset="0"/>
              </a:rPr>
              <a:t>App</a:t>
            </a:r>
            <a:r>
              <a:rPr lang="zh-CN" altLang="en-US" sz="2400" spc="150" dirty="0">
                <a:solidFill>
                  <a:srgbClr val="000000">
                    <a:lumMod val="75000"/>
                    <a:lumOff val="25000"/>
                  </a:srgbClr>
                </a:solidFill>
                <a:latin typeface="Arial" panose="020B0604020202020204" pitchFamily="34" charset="0"/>
                <a:ea typeface="微软雅黑" panose="020B0503020204020204" pitchFamily="34" charset="-122"/>
                <a:cs typeface="+mn-ea"/>
                <a:sym typeface="Arial" panose="020B0604020202020204" pitchFamily="34" charset="0"/>
              </a:rPr>
              <a:t>都具有采集、整理、分享鸟类活动数据的功能，如</a:t>
            </a:r>
            <a:r>
              <a:rPr lang="zh-CN" altLang="en-US" sz="2400" spc="150" dirty="0" smtClean="0">
                <a:solidFill>
                  <a:srgbClr val="000000">
                    <a:lumMod val="75000"/>
                    <a:lumOff val="25000"/>
                  </a:srgbClr>
                </a:solidFill>
                <a:latin typeface="Arial" panose="020B0604020202020204" pitchFamily="34" charset="0"/>
                <a:ea typeface="微软雅黑" panose="020B0503020204020204" pitchFamily="34" charset="-122"/>
                <a:cs typeface="+mn-ea"/>
                <a:sym typeface="Arial" panose="020B0604020202020204" pitchFamily="34" charset="0"/>
              </a:rPr>
              <a:t>图</a:t>
            </a:r>
            <a:r>
              <a:rPr lang="en-US" altLang="zh-CN" sz="2400" spc="150" dirty="0" smtClean="0">
                <a:solidFill>
                  <a:srgbClr val="000000">
                    <a:lumMod val="75000"/>
                    <a:lumOff val="25000"/>
                  </a:srgbClr>
                </a:solidFill>
                <a:latin typeface="Arial" panose="020B0604020202020204" pitchFamily="34" charset="0"/>
                <a:ea typeface="微软雅黑" panose="020B0503020204020204" pitchFamily="34" charset="-122"/>
                <a:cs typeface="+mn-ea"/>
                <a:sym typeface="Arial" panose="020B0604020202020204" pitchFamily="34" charset="0"/>
              </a:rPr>
              <a:t>1-7</a:t>
            </a:r>
            <a:r>
              <a:rPr lang="zh-CN" altLang="en-US" sz="2400" spc="150" dirty="0" smtClean="0">
                <a:solidFill>
                  <a:srgbClr val="000000">
                    <a:lumMod val="75000"/>
                    <a:lumOff val="25000"/>
                  </a:srgbClr>
                </a:solidFill>
                <a:latin typeface="Arial" panose="020B0604020202020204" pitchFamily="34" charset="0"/>
                <a:ea typeface="微软雅黑" panose="020B0503020204020204" pitchFamily="34" charset="-122"/>
                <a:cs typeface="+mn-ea"/>
                <a:sym typeface="Arial" panose="020B0604020202020204" pitchFamily="34" charset="0"/>
              </a:rPr>
              <a:t>和图</a:t>
            </a:r>
            <a:r>
              <a:rPr lang="en-US" altLang="zh-CN" sz="2400" spc="150" dirty="0" smtClean="0">
                <a:solidFill>
                  <a:srgbClr val="000000">
                    <a:lumMod val="75000"/>
                    <a:lumOff val="25000"/>
                  </a:srgbClr>
                </a:solidFill>
                <a:latin typeface="Arial" panose="020B0604020202020204" pitchFamily="34" charset="0"/>
                <a:ea typeface="微软雅黑" panose="020B0503020204020204" pitchFamily="34" charset="-122"/>
                <a:cs typeface="+mn-ea"/>
                <a:sym typeface="Arial" panose="020B0604020202020204" pitchFamily="34" charset="0"/>
              </a:rPr>
              <a:t>1-8</a:t>
            </a:r>
            <a:r>
              <a:rPr lang="zh-CN" altLang="en-US" sz="2400" spc="150" dirty="0" smtClean="0">
                <a:solidFill>
                  <a:srgbClr val="000000">
                    <a:lumMod val="75000"/>
                    <a:lumOff val="25000"/>
                  </a:srgbClr>
                </a:solidFill>
                <a:latin typeface="Arial" panose="020B0604020202020204" pitchFamily="34" charset="0"/>
                <a:ea typeface="微软雅黑" panose="020B0503020204020204" pitchFamily="34" charset="-122"/>
                <a:cs typeface="+mn-ea"/>
                <a:sym typeface="Arial" panose="020B0604020202020204" pitchFamily="34" charset="0"/>
              </a:rPr>
              <a:t>所</a:t>
            </a:r>
            <a:r>
              <a:rPr lang="zh-CN" altLang="en-US" sz="2400" spc="150" dirty="0">
                <a:solidFill>
                  <a:srgbClr val="000000">
                    <a:lumMod val="75000"/>
                    <a:lumOff val="25000"/>
                  </a:srgbClr>
                </a:solidFill>
                <a:latin typeface="Arial" panose="020B0604020202020204" pitchFamily="34" charset="0"/>
                <a:ea typeface="微软雅黑" panose="020B0503020204020204" pitchFamily="34" charset="-122"/>
                <a:cs typeface="+mn-ea"/>
                <a:sym typeface="Arial" panose="020B0604020202020204" pitchFamily="34" charset="0"/>
              </a:rPr>
              <a:t>示。查找并选择一个观鸟网站或鸟类</a:t>
            </a:r>
            <a:r>
              <a:rPr lang="en-US" altLang="zh-CN" sz="2400" spc="150" dirty="0">
                <a:solidFill>
                  <a:srgbClr val="000000">
                    <a:lumMod val="75000"/>
                    <a:lumOff val="25000"/>
                  </a:srgbClr>
                </a:solidFill>
                <a:latin typeface="Arial" panose="020B0604020202020204" pitchFamily="34" charset="0"/>
                <a:ea typeface="微软雅黑" panose="020B0503020204020204" pitchFamily="34" charset="-122"/>
                <a:cs typeface="+mn-ea"/>
                <a:sym typeface="Arial" panose="020B0604020202020204" pitchFamily="34" charset="0"/>
              </a:rPr>
              <a:t>App</a:t>
            </a:r>
            <a:r>
              <a:rPr lang="zh-CN" altLang="en-US" sz="2400" spc="150" dirty="0">
                <a:solidFill>
                  <a:srgbClr val="000000">
                    <a:lumMod val="75000"/>
                    <a:lumOff val="25000"/>
                  </a:srgbClr>
                </a:solidFill>
                <a:latin typeface="Arial" panose="020B0604020202020204" pitchFamily="34" charset="0"/>
                <a:ea typeface="微软雅黑" panose="020B0503020204020204" pitchFamily="34" charset="-122"/>
                <a:cs typeface="+mn-ea"/>
                <a:sym typeface="Arial" panose="020B0604020202020204" pitchFamily="34" charset="0"/>
              </a:rPr>
              <a:t>，了解它向鸟类爱好者采集哪些鸟类活动数据。</a:t>
            </a:r>
            <a:endParaRPr lang="zh-CN" altLang="en-US" sz="2400" spc="150" dirty="0">
              <a:solidFill>
                <a:srgbClr val="000000">
                  <a:lumMod val="75000"/>
                  <a:lumOff val="25000"/>
                </a:srgbClr>
              </a:solidFill>
              <a:latin typeface="Arial" panose="020B0604020202020204" pitchFamily="34" charset="0"/>
              <a:ea typeface="微软雅黑" panose="020B0503020204020204" pitchFamily="34" charset="-122"/>
              <a:cs typeface="+mn-ea"/>
              <a:sym typeface="Arial" panose="020B0604020202020204" pitchFamily="34" charset="0"/>
            </a:endParaRPr>
          </a:p>
        </p:txBody>
      </p:sp>
    </p:spTree>
  </p:cSld>
  <p:clrMapOvr>
    <a:masterClrMapping/>
  </p:clrMapOvr>
  <p:transition/>
  <p:timing>
    <p:tnLst>
      <p:par>
        <p:cTn id="1" dur="indefinite" restart="never" nodeType="tmRoot"/>
      </p:par>
    </p:tnLst>
  </p:timing>
</p:sld>
</file>

<file path=ppt/tags/tag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7**"/>
  <p:tag name="KSO_WM_UNIT_LAYERLEVEL" val="1"/>
</p:tagLst>
</file>

<file path=ppt/tags/tag2.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7**"/>
  <p:tag name="KSO_WM_UNIT_LAYERLEVEL" val="1"/>
</p:tagLst>
</file>

<file path=ppt/tags/tag3.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7**"/>
  <p:tag name="KSO_WM_UNIT_LAYERLEVEL" val="1"/>
</p:tagLst>
</file>

<file path=ppt/tags/tag4.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160070"/>
  <p:tag name="KSO_WM_UNIT_COMPATIBLE" val="0"/>
  <p:tag name="KSO_WM_UNIT_DIAGRAM_ISNUMVISUAL" val="0"/>
  <p:tag name="KSO_WM_UNIT_DIAGRAM_ISREFERUNIT" val="0"/>
  <p:tag name="KSO_WM_UNIT_FILL_FORE_SCHEMECOLOR_INDEX" val="5"/>
  <p:tag name="KSO_WM_UNIT_FILL_TYPE" val="1"/>
  <p:tag name="KSO_WM_UNIT_HIGHLIGHT" val="0"/>
  <p:tag name="KSO_WM_UNIT_ID" val="diagram160070_6*n_h_a*1_2_1"/>
  <p:tag name="KSO_WM_UNIT_INDEX" val="1_2_1"/>
  <p:tag name="KSO_WM_UNIT_ISCONTENTSTITLE" val="0"/>
  <p:tag name="KSO_WM_UNIT_LAYERLEVEL" val="1_1_1"/>
  <p:tag name="KSO_WM_UNIT_NOCLEAR" val="0"/>
  <p:tag name="KSO_WM_UNIT_PRESET_TEXT" val="单击此处添加标题"/>
  <p:tag name="KSO_WM_UNIT_TEXT_FILL_FORE_SCHEMECOLOR_INDEX" val="14"/>
  <p:tag name="KSO_WM_UNIT_TEXT_FILL_TYPE" val="1"/>
  <p:tag name="KSO_WM_UNIT_TYPE" val="n_h_a"/>
  <p:tag name="KSO_WM_UNIT_USESOURCEFORMAT_APPLY" val="1"/>
  <p:tag name="KSO_WM_UNIT_VALUE" val="32"/>
</p:tagLst>
</file>

<file path=ppt/tags/tag5.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160070"/>
  <p:tag name="KSO_WM_UNIT_COMPATIBLE" val="0"/>
  <p:tag name="KSO_WM_UNIT_DIAGRAM_ISNUMVISUAL" val="0"/>
  <p:tag name="KSO_WM_UNIT_DIAGRAM_ISREFERUNIT" val="0"/>
  <p:tag name="KSO_WM_UNIT_HIGHLIGHT" val="0"/>
  <p:tag name="KSO_WM_UNIT_ID" val="diagram160070_6*n_h_i*1_2_1"/>
  <p:tag name="KSO_WM_UNIT_INDEX" val="1_2_1"/>
  <p:tag name="KSO_WM_UNIT_LAYERLEVEL" val="1_1_1"/>
  <p:tag name="KSO_WM_UNIT_LINE_FILL_TYPE" val="2"/>
  <p:tag name="KSO_WM_UNIT_LINE_FORE_SCHEMECOLOR_INDEX" val="5"/>
  <p:tag name="KSO_WM_UNIT_TEXT_FILL_FORE_SCHEMECOLOR_INDEX" val="14"/>
  <p:tag name="KSO_WM_UNIT_TEXT_FILL_TYPE" val="1"/>
  <p:tag name="KSO_WM_UNIT_TYPE" val="n_h_i"/>
  <p:tag name="KSO_WM_UNIT_USESOURCEFORMAT_APPLY" val="1"/>
</p:tagLst>
</file>

<file path=ppt/tags/tag6.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160070"/>
  <p:tag name="KSO_WM_UNIT_COMPATIBLE" val="0"/>
  <p:tag name="KSO_WM_UNIT_DIAGRAM_ISNUMVISUAL" val="0"/>
  <p:tag name="KSO_WM_UNIT_DIAGRAM_ISREFERUNIT" val="0"/>
  <p:tag name="KSO_WM_UNIT_FILL_FORE_SCHEMECOLOR_INDEX" val="5"/>
  <p:tag name="KSO_WM_UNIT_FILL_TYPE" val="1"/>
  <p:tag name="KSO_WM_UNIT_HIGHLIGHT" val="0"/>
  <p:tag name="KSO_WM_UNIT_ID" val="diagram160070_6*n_i*1_1"/>
  <p:tag name="KSO_WM_UNIT_INDEX" val="1_1"/>
  <p:tag name="KSO_WM_UNIT_LAYERLEVEL" val="1_1"/>
  <p:tag name="KSO_WM_UNIT_TYPE" val="n_i"/>
  <p:tag name="KSO_WM_UNIT_USESOURCEFORMAT_APPLY" val="1"/>
</p:tagLst>
</file>

<file path=ppt/tags/tag7.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160070"/>
  <p:tag name="KSO_WM_UNIT_COMPATIBLE" val="0"/>
  <p:tag name="KSO_WM_UNIT_DIAGRAM_ISNUMVISUAL" val="0"/>
  <p:tag name="KSO_WM_UNIT_DIAGRAM_ISREFERUNIT" val="0"/>
  <p:tag name="KSO_WM_UNIT_FILL_FORE_SCHEMECOLOR_INDEX" val="5"/>
  <p:tag name="KSO_WM_UNIT_FILL_TYPE" val="1"/>
  <p:tag name="KSO_WM_UNIT_HIGHLIGHT" val="0"/>
  <p:tag name="KSO_WM_UNIT_ID" val="diagram160070_6*n_i*1_2"/>
  <p:tag name="KSO_WM_UNIT_INDEX" val="1_2"/>
  <p:tag name="KSO_WM_UNIT_LAYERLEVEL" val="1_1"/>
  <p:tag name="KSO_WM_UNIT_TYPE" val="n_i"/>
  <p:tag name="KSO_WM_UNIT_USESOURCEFORMAT_APPLY" val="1"/>
</p:tagLst>
</file>

<file path=ppt/tags/tag8.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160070"/>
  <p:tag name="KSO_WM_UNIT_COMPATIBLE" val="0"/>
  <p:tag name="KSO_WM_UNIT_DIAGRAM_ISNUMVISUAL" val="0"/>
  <p:tag name="KSO_WM_UNIT_DIAGRAM_ISREFERUNIT" val="0"/>
  <p:tag name="KSO_WM_UNIT_FILL_FORE_SCHEMECOLOR_INDEX" val="5"/>
  <p:tag name="KSO_WM_UNIT_FILL_TYPE" val="1"/>
  <p:tag name="KSO_WM_UNIT_HIGHLIGHT" val="0"/>
  <p:tag name="KSO_WM_UNIT_ID" val="diagram160070_6*n_i*1_3"/>
  <p:tag name="KSO_WM_UNIT_INDEX" val="1_3"/>
  <p:tag name="KSO_WM_UNIT_LAYERLEVEL" val="1_1"/>
  <p:tag name="KSO_WM_UNIT_TYPE" val="n_i"/>
  <p:tag name="KSO_WM_UNIT_USESOURCEFORMAT_APPLY" val="1"/>
</p:tagLst>
</file>

<file path=ppt/tags/tag9.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160070"/>
  <p:tag name="KSO_WM_UNIT_COMPATIBLE" val="0"/>
  <p:tag name="KSO_WM_UNIT_DIAGRAM_ISNUMVISUAL" val="0"/>
  <p:tag name="KSO_WM_UNIT_DIAGRAM_ISREFERUNIT" val="0"/>
  <p:tag name="KSO_WM_UNIT_FILL_FORE_SCHEMECOLOR_INDEX" val="7"/>
  <p:tag name="KSO_WM_UNIT_FILL_TYPE" val="1"/>
  <p:tag name="KSO_WM_UNIT_HIGHLIGHT" val="0"/>
  <p:tag name="KSO_WM_UNIT_ID" val="diagram160070_6*n_h_h_f*1_1_3_1"/>
  <p:tag name="KSO_WM_UNIT_INDEX" val="1_1_3_1"/>
  <p:tag name="KSO_WM_UNIT_LAYERLEVEL" val="1_1_1_1"/>
  <p:tag name="KSO_WM_UNIT_NOCLEAR" val="0"/>
  <p:tag name="KSO_WM_UNIT_PRESET_TEXT" val="单击此处添加文本"/>
  <p:tag name="KSO_WM_UNIT_TYPE" val="n_h_h_f"/>
  <p:tag name="KSO_WM_UNIT_USESOURCEFORMAT_APPLY" val="1"/>
  <p:tag name="KSO_WM_UNIT_VALUE" val="24"/>
</p:tagLst>
</file>

<file path=ppt/tags/tag10.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160070"/>
  <p:tag name="KSO_WM_UNIT_COMPATIBLE" val="0"/>
  <p:tag name="KSO_WM_UNIT_DIAGRAM_ISNUMVISUAL" val="0"/>
  <p:tag name="KSO_WM_UNIT_DIAGRAM_ISREFERUNIT" val="0"/>
  <p:tag name="KSO_WM_UNIT_HIGHLIGHT" val="0"/>
  <p:tag name="KSO_WM_UNIT_ID" val="diagram160070_6*n_h_h_i*1_1_3_1"/>
  <p:tag name="KSO_WM_UNIT_INDEX" val="1_1_3_1"/>
  <p:tag name="KSO_WM_UNIT_LAYERLEVEL" val="1_1_1_1"/>
  <p:tag name="KSO_WM_UNIT_LINE_FILL_TYPE" val="2"/>
  <p:tag name="KSO_WM_UNIT_LINE_FORE_SCHEMECOLOR_INDEX" val="7"/>
  <p:tag name="KSO_WM_UNIT_TEXT_FILL_FORE_SCHEMECOLOR_INDEX" val="14"/>
  <p:tag name="KSO_WM_UNIT_TEXT_FILL_TYPE" val="1"/>
  <p:tag name="KSO_WM_UNIT_TYPE" val="n_h_h_i"/>
  <p:tag name="KSO_WM_UNIT_USESOURCEFORMAT_APPLY" val="1"/>
</p:tagLst>
</file>

<file path=ppt/tags/tag11.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160070"/>
  <p:tag name="KSO_WM_UNIT_COMPATIBLE" val="0"/>
  <p:tag name="KSO_WM_UNIT_DIAGRAM_ISNUMVISUAL" val="0"/>
  <p:tag name="KSO_WM_UNIT_DIAGRAM_ISREFERUNIT" val="0"/>
  <p:tag name="KSO_WM_UNIT_FILL_FORE_SCHEMECOLOR_INDEX" val="5"/>
  <p:tag name="KSO_WM_UNIT_FILL_TYPE" val="1"/>
  <p:tag name="KSO_WM_UNIT_HIGHLIGHT" val="0"/>
  <p:tag name="KSO_WM_UNIT_ID" val="diagram160070_6*n_h_h_f*1_1_1_1"/>
  <p:tag name="KSO_WM_UNIT_INDEX" val="1_1_1_1"/>
  <p:tag name="KSO_WM_UNIT_LAYERLEVEL" val="1_1_1_1"/>
  <p:tag name="KSO_WM_UNIT_NOCLEAR" val="0"/>
  <p:tag name="KSO_WM_UNIT_PRESET_TEXT" val="单击此处添加文本"/>
  <p:tag name="KSO_WM_UNIT_TYPE" val="n_h_h_f"/>
  <p:tag name="KSO_WM_UNIT_USESOURCEFORMAT_APPLY" val="1"/>
  <p:tag name="KSO_WM_UNIT_VALUE" val="24"/>
</p:tagLst>
</file>

<file path=ppt/tags/tag12.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160070"/>
  <p:tag name="KSO_WM_UNIT_COMPATIBLE" val="0"/>
  <p:tag name="KSO_WM_UNIT_DIAGRAM_ISNUMVISUAL" val="0"/>
  <p:tag name="KSO_WM_UNIT_DIAGRAM_ISREFERUNIT" val="0"/>
  <p:tag name="KSO_WM_UNIT_HIGHLIGHT" val="0"/>
  <p:tag name="KSO_WM_UNIT_ID" val="diagram160070_6*n_h_h_i*1_1_1_1"/>
  <p:tag name="KSO_WM_UNIT_INDEX" val="1_1_1_1"/>
  <p:tag name="KSO_WM_UNIT_LAYERLEVEL" val="1_1_1_1"/>
  <p:tag name="KSO_WM_UNIT_LINE_FILL_TYPE" val="2"/>
  <p:tag name="KSO_WM_UNIT_LINE_FORE_SCHEMECOLOR_INDEX" val="5"/>
  <p:tag name="KSO_WM_UNIT_TEXT_FILL_FORE_SCHEMECOLOR_INDEX" val="14"/>
  <p:tag name="KSO_WM_UNIT_TEXT_FILL_TYPE" val="1"/>
  <p:tag name="KSO_WM_UNIT_TYPE" val="n_h_h_i"/>
  <p:tag name="KSO_WM_UNIT_USESOURCEFORMAT_APPLY" val="1"/>
</p:tagLst>
</file>

<file path=ppt/tags/tag13.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160070"/>
  <p:tag name="KSO_WM_UNIT_COMPATIBLE" val="0"/>
  <p:tag name="KSO_WM_UNIT_DIAGRAM_ISNUMVISUAL" val="0"/>
  <p:tag name="KSO_WM_UNIT_DIAGRAM_ISREFERUNIT" val="0"/>
  <p:tag name="KSO_WM_UNIT_FILL_FORE_SCHEMECOLOR_INDEX" val="6"/>
  <p:tag name="KSO_WM_UNIT_FILL_TYPE" val="1"/>
  <p:tag name="KSO_WM_UNIT_HIGHLIGHT" val="0"/>
  <p:tag name="KSO_WM_UNIT_ID" val="diagram160070_6*n_h_h_f*1_1_2_1"/>
  <p:tag name="KSO_WM_UNIT_INDEX" val="1_1_2_1"/>
  <p:tag name="KSO_WM_UNIT_LAYERLEVEL" val="1_1_1_1"/>
  <p:tag name="KSO_WM_UNIT_NOCLEAR" val="0"/>
  <p:tag name="KSO_WM_UNIT_PRESET_TEXT" val="单击此处添加文本"/>
  <p:tag name="KSO_WM_UNIT_TYPE" val="n_h_h_f"/>
  <p:tag name="KSO_WM_UNIT_USESOURCEFORMAT_APPLY" val="1"/>
  <p:tag name="KSO_WM_UNIT_VALUE" val="24"/>
</p:tagLst>
</file>

<file path=ppt/tags/tag14.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160070"/>
  <p:tag name="KSO_WM_UNIT_COMPATIBLE" val="0"/>
  <p:tag name="KSO_WM_UNIT_DIAGRAM_ISNUMVISUAL" val="0"/>
  <p:tag name="KSO_WM_UNIT_DIAGRAM_ISREFERUNIT" val="0"/>
  <p:tag name="KSO_WM_UNIT_HIGHLIGHT" val="0"/>
  <p:tag name="KSO_WM_UNIT_ID" val="diagram160070_6*n_h_h_i*1_1_2_1"/>
  <p:tag name="KSO_WM_UNIT_INDEX" val="1_1_2_1"/>
  <p:tag name="KSO_WM_UNIT_LAYERLEVEL" val="1_1_1_1"/>
  <p:tag name="KSO_WM_UNIT_LINE_FILL_TYPE" val="2"/>
  <p:tag name="KSO_WM_UNIT_LINE_FORE_SCHEMECOLOR_INDEX" val="6"/>
  <p:tag name="KSO_WM_UNIT_TEXT_FILL_FORE_SCHEMECOLOR_INDEX" val="14"/>
  <p:tag name="KSO_WM_UNIT_TEXT_FILL_TYPE" val="1"/>
  <p:tag name="KSO_WM_UNIT_TYPE" val="n_h_h_i"/>
  <p:tag name="KSO_WM_UNIT_USESOURCEFORMAT_APPLY" val="1"/>
</p:tagLst>
</file>

<file path=ppt/tags/tag15.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160070"/>
  <p:tag name="KSO_WM_UNIT_COMPATIBLE" val="0"/>
  <p:tag name="KSO_WM_UNIT_DIAGRAM_ISNUMVISUAL" val="0"/>
  <p:tag name="KSO_WM_UNIT_DIAGRAM_ISREFERUNIT" val="0"/>
  <p:tag name="KSO_WM_UNIT_FILL_FORE_SCHEMECOLOR_INDEX" val="8"/>
  <p:tag name="KSO_WM_UNIT_FILL_TYPE" val="1"/>
  <p:tag name="KSO_WM_UNIT_HIGHLIGHT" val="0"/>
  <p:tag name="KSO_WM_UNIT_ID" val="diagram160070_6*n_h_h_f*1_1_4_1"/>
  <p:tag name="KSO_WM_UNIT_INDEX" val="1_1_4_1"/>
  <p:tag name="KSO_WM_UNIT_LAYERLEVEL" val="1_1_1_1"/>
  <p:tag name="KSO_WM_UNIT_NOCLEAR" val="0"/>
  <p:tag name="KSO_WM_UNIT_PRESET_TEXT" val="单击此处添加文本"/>
  <p:tag name="KSO_WM_UNIT_TYPE" val="n_h_h_f"/>
  <p:tag name="KSO_WM_UNIT_USESOURCEFORMAT_APPLY" val="1"/>
  <p:tag name="KSO_WM_UNIT_VALUE" val="24"/>
</p:tagLst>
</file>

<file path=ppt/tags/tag16.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160070"/>
  <p:tag name="KSO_WM_UNIT_COMPATIBLE" val="0"/>
  <p:tag name="KSO_WM_UNIT_DIAGRAM_ISNUMVISUAL" val="0"/>
  <p:tag name="KSO_WM_UNIT_DIAGRAM_ISREFERUNIT" val="0"/>
  <p:tag name="KSO_WM_UNIT_HIGHLIGHT" val="0"/>
  <p:tag name="KSO_WM_UNIT_ID" val="diagram160070_6*n_h_h_i*1_1_4_1"/>
  <p:tag name="KSO_WM_UNIT_INDEX" val="1_1_4_1"/>
  <p:tag name="KSO_WM_UNIT_LAYERLEVEL" val="1_1_1_1"/>
  <p:tag name="KSO_WM_UNIT_LINE_FILL_TYPE" val="2"/>
  <p:tag name="KSO_WM_UNIT_LINE_FORE_SCHEMECOLOR_INDEX" val="9"/>
  <p:tag name="KSO_WM_UNIT_TEXT_FILL_FORE_SCHEMECOLOR_INDEX" val="14"/>
  <p:tag name="KSO_WM_UNIT_TEXT_FILL_TYPE" val="1"/>
  <p:tag name="KSO_WM_UNIT_TYPE" val="n_h_h_i"/>
  <p:tag name="KSO_WM_UNIT_USESOURCEFORMAT_APPLY" val="1"/>
</p:tagLst>
</file>

<file path=ppt/tags/tag17.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160070"/>
  <p:tag name="KSO_WM_UNIT_COMPATIBLE" val="0"/>
  <p:tag name="KSO_WM_UNIT_DIAGRAM_ISNUMVISUAL" val="0"/>
  <p:tag name="KSO_WM_UNIT_DIAGRAM_ISREFERUNIT" val="0"/>
  <p:tag name="KSO_WM_UNIT_FILL_FORE_SCHEMECOLOR_INDEX" val="10"/>
  <p:tag name="KSO_WM_UNIT_FILL_TYPE" val="1"/>
  <p:tag name="KSO_WM_UNIT_HIGHLIGHT" val="0"/>
  <p:tag name="KSO_WM_UNIT_ID" val="diagram160070_6*n_h_h_f*1_1_5_1"/>
  <p:tag name="KSO_WM_UNIT_INDEX" val="1_1_5_1"/>
  <p:tag name="KSO_WM_UNIT_LAYERLEVEL" val="1_1_1_1"/>
  <p:tag name="KSO_WM_UNIT_NOCLEAR" val="0"/>
  <p:tag name="KSO_WM_UNIT_PRESET_TEXT" val="单击此处添加文本"/>
  <p:tag name="KSO_WM_UNIT_TYPE" val="n_h_h_f"/>
  <p:tag name="KSO_WM_UNIT_USESOURCEFORMAT_APPLY" val="1"/>
  <p:tag name="KSO_WM_UNIT_VALUE" val="24"/>
</p:tagLst>
</file>

<file path=ppt/tags/tag18.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160070"/>
  <p:tag name="KSO_WM_UNIT_COMPATIBLE" val="0"/>
  <p:tag name="KSO_WM_UNIT_DIAGRAM_ISNUMVISUAL" val="0"/>
  <p:tag name="KSO_WM_UNIT_DIAGRAM_ISREFERUNIT" val="0"/>
  <p:tag name="KSO_WM_UNIT_HIGHLIGHT" val="0"/>
  <p:tag name="KSO_WM_UNIT_ID" val="diagram160070_6*n_h_h_i*1_1_5_1"/>
  <p:tag name="KSO_WM_UNIT_INDEX" val="1_1_5_1"/>
  <p:tag name="KSO_WM_UNIT_LAYERLEVEL" val="1_1_1_1"/>
  <p:tag name="KSO_WM_UNIT_LINE_FILL_TYPE" val="2"/>
  <p:tag name="KSO_WM_UNIT_LINE_FORE_SCHEMECOLOR_INDEX" val="10"/>
  <p:tag name="KSO_WM_UNIT_TEXT_FILL_FORE_SCHEMECOLOR_INDEX" val="14"/>
  <p:tag name="KSO_WM_UNIT_TEXT_FILL_TYPE" val="1"/>
  <p:tag name="KSO_WM_UNIT_TYPE" val="n_h_h_i"/>
  <p:tag name="KSO_WM_UNIT_USESOURCEFORMAT_APPLY" val="1"/>
</p:tagLst>
</file>

<file path=ppt/tags/tag19.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160070"/>
  <p:tag name="KSO_WM_UNIT_COMPATIBLE" val="0"/>
  <p:tag name="KSO_WM_UNIT_DIAGRAM_ISNUMVISUAL" val="0"/>
  <p:tag name="KSO_WM_UNIT_DIAGRAM_ISREFERUNIT" val="0"/>
  <p:tag name="KSO_WM_UNIT_FILL_FORE_SCHEMECOLOR_INDEX" val="5"/>
  <p:tag name="KSO_WM_UNIT_FILL_TYPE" val="1"/>
  <p:tag name="KSO_WM_UNIT_HIGHLIGHT" val="0"/>
  <p:tag name="KSO_WM_UNIT_ID" val="diagram160070_6*n_h_h_f*1_1_6_1"/>
  <p:tag name="KSO_WM_UNIT_INDEX" val="1_1_6_1"/>
  <p:tag name="KSO_WM_UNIT_LAYERLEVEL" val="1_1_1_1"/>
  <p:tag name="KSO_WM_UNIT_NOCLEAR" val="0"/>
  <p:tag name="KSO_WM_UNIT_PRESET_TEXT" val="单击此处添加文本"/>
  <p:tag name="KSO_WM_UNIT_TYPE" val="n_h_h_f"/>
  <p:tag name="KSO_WM_UNIT_USESOURCEFORMAT_APPLY" val="1"/>
  <p:tag name="KSO_WM_UNIT_VALUE" val="24"/>
</p:tagLst>
</file>

<file path=ppt/tags/tag20.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160070"/>
  <p:tag name="KSO_WM_UNIT_COMPATIBLE" val="0"/>
  <p:tag name="KSO_WM_UNIT_DIAGRAM_ISNUMVISUAL" val="0"/>
  <p:tag name="KSO_WM_UNIT_DIAGRAM_ISREFERUNIT" val="0"/>
  <p:tag name="KSO_WM_UNIT_HIGHLIGHT" val="0"/>
  <p:tag name="KSO_WM_UNIT_ID" val="diagram160070_6*n_h_h_i*1_1_6_1"/>
  <p:tag name="KSO_WM_UNIT_INDEX" val="1_1_6_1"/>
  <p:tag name="KSO_WM_UNIT_LAYERLEVEL" val="1_1_1_1"/>
  <p:tag name="KSO_WM_UNIT_LINE_FILL_TYPE" val="2"/>
  <p:tag name="KSO_WM_UNIT_LINE_FORE_SCHEMECOLOR_INDEX" val="5"/>
  <p:tag name="KSO_WM_UNIT_TEXT_FILL_FORE_SCHEMECOLOR_INDEX" val="14"/>
  <p:tag name="KSO_WM_UNIT_TEXT_FILL_TYPE" val="1"/>
  <p:tag name="KSO_WM_UNIT_TYPE" val="n_h_h_i"/>
  <p:tag name="KSO_WM_UNIT_USESOURCEFORMAT_APPLY" val="1"/>
</p:tagLst>
</file>

<file path=ppt/tags/tag21.xml><?xml version="1.0" encoding="utf-8"?>
<p:tagLst xmlns:p="http://schemas.openxmlformats.org/presentationml/2006/main">
  <p:tag name="KSO_WM_SLIDE_ITEM_CNT" val="6"/>
</p:tagLst>
</file>

<file path=ppt/tags/tag22.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623"/>
  <p:tag name="KSO_WM_UNIT_COMPATIBLE" val="0"/>
  <p:tag name="KSO_WM_UNIT_FILL_FORE_SCHEMECOLOR_INDEX" val="15"/>
  <p:tag name="KSO_WM_UNIT_FILL_TYPE" val="1"/>
  <p:tag name="KSO_WM_UNIT_HIGHLIGHT" val="0"/>
  <p:tag name="KSO_WM_UNIT_ID" val="diagram20187623_5*l_h_i*1_1_9"/>
  <p:tag name="KSO_WM_UNIT_INDEX" val="1_1_9"/>
  <p:tag name="KSO_WM_UNIT_LAYERLEVEL" val="1_1_1"/>
  <p:tag name="KSO_WM_UNIT_LINE_FILL_TYPE" val="2"/>
  <p:tag name="KSO_WM_UNIT_LINE_FORE_SCHEMECOLOR_INDEX" val="14"/>
  <p:tag name="KSO_WM_UNIT_TEXT_FILL_FORE_SCHEMECOLOR_INDEX" val="13"/>
  <p:tag name="KSO_WM_UNIT_TEXT_FILL_TYPE" val="1"/>
  <p:tag name="KSO_WM_UNIT_TYPE" val="l_h_i"/>
  <p:tag name="KSO_WM_UNIT_USESOURCEFORMAT_APPLY" val="1"/>
</p:tagLst>
</file>

<file path=ppt/tags/tag23.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623"/>
  <p:tag name="KSO_WM_UNIT_COMPATIBLE" val="0"/>
  <p:tag name="KSO_WM_UNIT_FILL_FORE_SCHEMECOLOR_INDEX" val="5"/>
  <p:tag name="KSO_WM_UNIT_FILL_TYPE" val="1"/>
  <p:tag name="KSO_WM_UNIT_HIGHLIGHT" val="0"/>
  <p:tag name="KSO_WM_UNIT_ID" val="diagram20187623_5*l_h_i*1_1_1"/>
  <p:tag name="KSO_WM_UNIT_INDEX" val="1_1_1"/>
  <p:tag name="KSO_WM_UNIT_LAYERLEVEL" val="1_1_1"/>
  <p:tag name="KSO_WM_UNIT_TEXT_FILL_FORE_SCHEMECOLOR_INDEX" val="13"/>
  <p:tag name="KSO_WM_UNIT_TEXT_FILL_TYPE" val="1"/>
  <p:tag name="KSO_WM_UNIT_TYPE" val="l_h_i"/>
  <p:tag name="KSO_WM_UNIT_USESOURCEFORMAT_APPLY" val="1"/>
</p:tagLst>
</file>

<file path=ppt/tags/tag24.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623"/>
  <p:tag name="KSO_WM_UNIT_COMPATIBLE" val="0"/>
  <p:tag name="KSO_WM_UNIT_FILL_FORE_SCHEMECOLOR_INDEX" val="5"/>
  <p:tag name="KSO_WM_UNIT_FILL_TYPE" val="1"/>
  <p:tag name="KSO_WM_UNIT_HIGHLIGHT" val="0"/>
  <p:tag name="KSO_WM_UNIT_ID" val="diagram20187623_5*l_h_i*1_1_2"/>
  <p:tag name="KSO_WM_UNIT_INDEX" val="1_1_2"/>
  <p:tag name="KSO_WM_UNIT_LAYERLEVEL" val="1_1_1"/>
  <p:tag name="KSO_WM_UNIT_TEXT_FILL_FORE_SCHEMECOLOR_INDEX" val="13"/>
  <p:tag name="KSO_WM_UNIT_TEXT_FILL_TYPE" val="1"/>
  <p:tag name="KSO_WM_UNIT_TYPE" val="l_h_i"/>
  <p:tag name="KSO_WM_UNIT_USESOURCEFORMAT_APPLY" val="1"/>
</p:tagLst>
</file>

<file path=ppt/tags/tag25.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623"/>
  <p:tag name="KSO_WM_UNIT_COMPATIBLE" val="0"/>
  <p:tag name="KSO_WM_UNIT_FILL_FORE_SCHEMECOLOR_INDEX" val="5"/>
  <p:tag name="KSO_WM_UNIT_FILL_TYPE" val="1"/>
  <p:tag name="KSO_WM_UNIT_HIGHLIGHT" val="0"/>
  <p:tag name="KSO_WM_UNIT_ID" val="diagram20187623_5*l_h_i*1_1_3"/>
  <p:tag name="KSO_WM_UNIT_INDEX" val="1_1_3"/>
  <p:tag name="KSO_WM_UNIT_LAYERLEVEL" val="1_1_1"/>
  <p:tag name="KSO_WM_UNIT_TEXT_FILL_FORE_SCHEMECOLOR_INDEX" val="13"/>
  <p:tag name="KSO_WM_UNIT_TEXT_FILL_TYPE" val="1"/>
  <p:tag name="KSO_WM_UNIT_TYPE" val="l_h_i"/>
  <p:tag name="KSO_WM_UNIT_USESOURCEFORMAT_APPLY" val="1"/>
</p:tagLst>
</file>

<file path=ppt/tags/tag26.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623"/>
  <p:tag name="KSO_WM_UNIT_COMPATIBLE" val="0"/>
  <p:tag name="KSO_WM_UNIT_FILL_FORE_SCHEMECOLOR_INDEX" val="5"/>
  <p:tag name="KSO_WM_UNIT_FILL_TYPE" val="1"/>
  <p:tag name="KSO_WM_UNIT_HIGHLIGHT" val="0"/>
  <p:tag name="KSO_WM_UNIT_ID" val="diagram20187623_5*l_h_i*1_1_4"/>
  <p:tag name="KSO_WM_UNIT_INDEX" val="1_1_4"/>
  <p:tag name="KSO_WM_UNIT_LAYERLEVEL" val="1_1_1"/>
  <p:tag name="KSO_WM_UNIT_TEXT_FILL_FORE_SCHEMECOLOR_INDEX" val="13"/>
  <p:tag name="KSO_WM_UNIT_TEXT_FILL_TYPE" val="1"/>
  <p:tag name="KSO_WM_UNIT_TYPE" val="l_h_i"/>
  <p:tag name="KSO_WM_UNIT_USESOURCEFORMAT_APPLY" val="1"/>
</p:tagLst>
</file>

<file path=ppt/tags/tag27.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623"/>
  <p:tag name="KSO_WM_UNIT_COMPATIBLE" val="0"/>
  <p:tag name="KSO_WM_UNIT_FILL_FORE_SCHEMECOLOR_INDEX" val="5"/>
  <p:tag name="KSO_WM_UNIT_FILL_TYPE" val="1"/>
  <p:tag name="KSO_WM_UNIT_HIGHLIGHT" val="0"/>
  <p:tag name="KSO_WM_UNIT_ID" val="diagram20187623_5*l_h_i*1_1_5"/>
  <p:tag name="KSO_WM_UNIT_INDEX" val="1_1_5"/>
  <p:tag name="KSO_WM_UNIT_LAYERLEVEL" val="1_1_1"/>
  <p:tag name="KSO_WM_UNIT_TEXT_FILL_FORE_SCHEMECOLOR_INDEX" val="13"/>
  <p:tag name="KSO_WM_UNIT_TEXT_FILL_TYPE" val="1"/>
  <p:tag name="KSO_WM_UNIT_TYPE" val="l_h_i"/>
  <p:tag name="KSO_WM_UNIT_USESOURCEFORMAT_APPLY" val="1"/>
</p:tagLst>
</file>

<file path=ppt/tags/tag28.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623"/>
  <p:tag name="KSO_WM_UNIT_COMPATIBLE" val="0"/>
  <p:tag name="KSO_WM_UNIT_FILL_FORE_SCHEMECOLOR_INDEX" val="5"/>
  <p:tag name="KSO_WM_UNIT_FILL_TYPE" val="1"/>
  <p:tag name="KSO_WM_UNIT_HIGHLIGHT" val="0"/>
  <p:tag name="KSO_WM_UNIT_ID" val="diagram20187623_5*l_h_i*1_1_6"/>
  <p:tag name="KSO_WM_UNIT_INDEX" val="1_1_6"/>
  <p:tag name="KSO_WM_UNIT_LAYERLEVEL" val="1_1_1"/>
  <p:tag name="KSO_WM_UNIT_TEXT_FILL_FORE_SCHEMECOLOR_INDEX" val="13"/>
  <p:tag name="KSO_WM_UNIT_TEXT_FILL_TYPE" val="1"/>
  <p:tag name="KSO_WM_UNIT_TYPE" val="l_h_i"/>
  <p:tag name="KSO_WM_UNIT_USESOURCEFORMAT_APPLY" val="1"/>
</p:tagLst>
</file>

<file path=ppt/tags/tag29.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623"/>
  <p:tag name="KSO_WM_UNIT_COMPATIBLE" val="0"/>
  <p:tag name="KSO_WM_UNIT_FILL_FORE_SCHEMECOLOR_INDEX" val="14"/>
  <p:tag name="KSO_WM_UNIT_FILL_TYPE" val="1"/>
  <p:tag name="KSO_WM_UNIT_HIGHLIGHT" val="0"/>
  <p:tag name="KSO_WM_UNIT_ID" val="diagram20187623_5*l_h_i*1_1_8"/>
  <p:tag name="KSO_WM_UNIT_INDEX" val="1_1_8"/>
  <p:tag name="KSO_WM_UNIT_LAYERLEVEL" val="1_1_1"/>
  <p:tag name="KSO_WM_UNIT_LINE_FILL_TYPE" val="2"/>
  <p:tag name="KSO_WM_UNIT_LINE_FORE_SCHEMECOLOR_INDEX" val="5"/>
  <p:tag name="KSO_WM_UNIT_TEXT_FILL_FORE_SCHEMECOLOR_INDEX" val="13"/>
  <p:tag name="KSO_WM_UNIT_TEXT_FILL_TYPE" val="1"/>
  <p:tag name="KSO_WM_UNIT_TYPE" val="l_h_i"/>
  <p:tag name="KSO_WM_UNIT_USESOURCEFORMAT_APPLY" val="1"/>
</p:tagLst>
</file>

<file path=ppt/tags/tag30.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623"/>
  <p:tag name="KSO_WM_UNIT_COMPATIBLE" val="0"/>
  <p:tag name="KSO_WM_UNIT_HIGHLIGHT" val="0"/>
  <p:tag name="KSO_WM_UNIT_ID" val="diagram20187623_5*l_h_a*1_1_1"/>
  <p:tag name="KSO_WM_UNIT_INDEX" val="1_1_1"/>
  <p:tag name="KSO_WM_UNIT_ISCONTENTSTITLE" val="0"/>
  <p:tag name="KSO_WM_UNIT_LAYERLEVEL" val="1_1_1"/>
  <p:tag name="KSO_WM_UNIT_PRESET_TEXT" val="添加标题"/>
  <p:tag name="KSO_WM_UNIT_TEXT_FILL_FORE_SCHEMECOLOR_INDEX" val="13"/>
  <p:tag name="KSO_WM_UNIT_TEXT_FILL_TYPE" val="1"/>
  <p:tag name="KSO_WM_UNIT_TYPE" val="l_h_a"/>
  <p:tag name="KSO_WM_UNIT_USESOURCEFORMAT_APPLY" val="1"/>
  <p:tag name="KSO_WM_UNIT_VALUE" val="6"/>
</p:tagLst>
</file>

<file path=ppt/tags/tag31.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623"/>
  <p:tag name="KSO_WM_UNIT_COMPATIBLE" val="0"/>
  <p:tag name="KSO_WM_UNIT_FILL_FORE_SCHEMECOLOR_INDEX" val="7"/>
  <p:tag name="KSO_WM_UNIT_FILL_TYPE" val="1"/>
  <p:tag name="KSO_WM_UNIT_HIGHLIGHT" val="0"/>
  <p:tag name="KSO_WM_UNIT_ID" val="diagram20187623_5*l_h_i*1_1_7"/>
  <p:tag name="KSO_WM_UNIT_INDEX" val="1_1_7"/>
  <p:tag name="KSO_WM_UNIT_LAYERLEVEL" val="1_1_1"/>
  <p:tag name="KSO_WM_UNIT_TEXT_FILL_FORE_SCHEMECOLOR_INDEX" val="13"/>
  <p:tag name="KSO_WM_UNIT_TEXT_FILL_TYPE" val="1"/>
  <p:tag name="KSO_WM_UNIT_TYPE" val="l_h_i"/>
  <p:tag name="KSO_WM_UNIT_USESOURCEFORMAT_APPLY" val="1"/>
</p:tagLst>
</file>

<file path=ppt/tags/tag32.xml><?xml version="1.0" encoding="utf-8"?>
<p:tagLst xmlns:p="http://schemas.openxmlformats.org/presentationml/2006/main">
  <p:tag name="KSO_WM_SLIDE_ITEM_CNT" val="5"/>
</p:tagLst>
</file>

<file path=ppt/tags/tag33.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623"/>
  <p:tag name="KSO_WM_UNIT_COMPATIBLE" val="0"/>
  <p:tag name="KSO_WM_UNIT_FILL_FORE_SCHEMECOLOR_INDEX" val="15"/>
  <p:tag name="KSO_WM_UNIT_FILL_TYPE" val="1"/>
  <p:tag name="KSO_WM_UNIT_HIGHLIGHT" val="0"/>
  <p:tag name="KSO_WM_UNIT_ID" val="diagram20187623_5*l_h_i*1_2_9"/>
  <p:tag name="KSO_WM_UNIT_INDEX" val="1_2_9"/>
  <p:tag name="KSO_WM_UNIT_LAYERLEVEL" val="1_1_1"/>
  <p:tag name="KSO_WM_UNIT_LINE_FILL_TYPE" val="2"/>
  <p:tag name="KSO_WM_UNIT_LINE_FORE_SCHEMECOLOR_INDEX" val="14"/>
  <p:tag name="KSO_WM_UNIT_TEXT_FILL_FORE_SCHEMECOLOR_INDEX" val="13"/>
  <p:tag name="KSO_WM_UNIT_TEXT_FILL_TYPE" val="1"/>
  <p:tag name="KSO_WM_UNIT_TYPE" val="l_h_i"/>
  <p:tag name="KSO_WM_UNIT_USESOURCEFORMAT_APPLY" val="1"/>
</p:tagLst>
</file>

<file path=ppt/tags/tag34.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623"/>
  <p:tag name="KSO_WM_UNIT_COMPATIBLE" val="0"/>
  <p:tag name="KSO_WM_UNIT_FILL_FORE_SCHEMECOLOR_INDEX" val="6"/>
  <p:tag name="KSO_WM_UNIT_FILL_TYPE" val="1"/>
  <p:tag name="KSO_WM_UNIT_HIGHLIGHT" val="0"/>
  <p:tag name="KSO_WM_UNIT_ID" val="diagram20187623_5*l_h_i*1_2_1"/>
  <p:tag name="KSO_WM_UNIT_INDEX" val="1_2_1"/>
  <p:tag name="KSO_WM_UNIT_LAYERLEVEL" val="1_1_1"/>
  <p:tag name="KSO_WM_UNIT_TEXT_FILL_FORE_SCHEMECOLOR_INDEX" val="13"/>
  <p:tag name="KSO_WM_UNIT_TEXT_FILL_TYPE" val="1"/>
  <p:tag name="KSO_WM_UNIT_TYPE" val="l_h_i"/>
  <p:tag name="KSO_WM_UNIT_USESOURCEFORMAT_APPLY" val="1"/>
</p:tagLst>
</file>

<file path=ppt/tags/tag35.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623"/>
  <p:tag name="KSO_WM_UNIT_COMPATIBLE" val="0"/>
  <p:tag name="KSO_WM_UNIT_FILL_FORE_SCHEMECOLOR_INDEX" val="6"/>
  <p:tag name="KSO_WM_UNIT_FILL_TYPE" val="1"/>
  <p:tag name="KSO_WM_UNIT_HIGHLIGHT" val="0"/>
  <p:tag name="KSO_WM_UNIT_ID" val="diagram20187623_5*l_h_i*1_2_2"/>
  <p:tag name="KSO_WM_UNIT_INDEX" val="1_2_2"/>
  <p:tag name="KSO_WM_UNIT_LAYERLEVEL" val="1_1_1"/>
  <p:tag name="KSO_WM_UNIT_TEXT_FILL_FORE_SCHEMECOLOR_INDEX" val="13"/>
  <p:tag name="KSO_WM_UNIT_TEXT_FILL_TYPE" val="1"/>
  <p:tag name="KSO_WM_UNIT_TYPE" val="l_h_i"/>
  <p:tag name="KSO_WM_UNIT_USESOURCEFORMAT_APPLY" val="1"/>
</p:tagLst>
</file>

<file path=ppt/tags/tag36.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623"/>
  <p:tag name="KSO_WM_UNIT_COMPATIBLE" val="0"/>
  <p:tag name="KSO_WM_UNIT_FILL_FORE_SCHEMECOLOR_INDEX" val="6"/>
  <p:tag name="KSO_WM_UNIT_FILL_TYPE" val="1"/>
  <p:tag name="KSO_WM_UNIT_HIGHLIGHT" val="0"/>
  <p:tag name="KSO_WM_UNIT_ID" val="diagram20187623_5*l_h_i*1_2_3"/>
  <p:tag name="KSO_WM_UNIT_INDEX" val="1_2_3"/>
  <p:tag name="KSO_WM_UNIT_LAYERLEVEL" val="1_1_1"/>
  <p:tag name="KSO_WM_UNIT_TEXT_FILL_FORE_SCHEMECOLOR_INDEX" val="13"/>
  <p:tag name="KSO_WM_UNIT_TEXT_FILL_TYPE" val="1"/>
  <p:tag name="KSO_WM_UNIT_TYPE" val="l_h_i"/>
  <p:tag name="KSO_WM_UNIT_USESOURCEFORMAT_APPLY" val="1"/>
</p:tagLst>
</file>

<file path=ppt/tags/tag37.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623"/>
  <p:tag name="KSO_WM_UNIT_COMPATIBLE" val="0"/>
  <p:tag name="KSO_WM_UNIT_FILL_FORE_SCHEMECOLOR_INDEX" val="6"/>
  <p:tag name="KSO_WM_UNIT_FILL_TYPE" val="1"/>
  <p:tag name="KSO_WM_UNIT_HIGHLIGHT" val="0"/>
  <p:tag name="KSO_WM_UNIT_ID" val="diagram20187623_5*l_h_i*1_2_4"/>
  <p:tag name="KSO_WM_UNIT_INDEX" val="1_2_4"/>
  <p:tag name="KSO_WM_UNIT_LAYERLEVEL" val="1_1_1"/>
  <p:tag name="KSO_WM_UNIT_TEXT_FILL_FORE_SCHEMECOLOR_INDEX" val="13"/>
  <p:tag name="KSO_WM_UNIT_TEXT_FILL_TYPE" val="1"/>
  <p:tag name="KSO_WM_UNIT_TYPE" val="l_h_i"/>
  <p:tag name="KSO_WM_UNIT_USESOURCEFORMAT_APPLY" val="1"/>
</p:tagLst>
</file>

<file path=ppt/tags/tag38.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623"/>
  <p:tag name="KSO_WM_UNIT_COMPATIBLE" val="0"/>
  <p:tag name="KSO_WM_UNIT_FILL_FORE_SCHEMECOLOR_INDEX" val="6"/>
  <p:tag name="KSO_WM_UNIT_FILL_TYPE" val="1"/>
  <p:tag name="KSO_WM_UNIT_HIGHLIGHT" val="0"/>
  <p:tag name="KSO_WM_UNIT_ID" val="diagram20187623_5*l_h_i*1_2_5"/>
  <p:tag name="KSO_WM_UNIT_INDEX" val="1_2_5"/>
  <p:tag name="KSO_WM_UNIT_LAYERLEVEL" val="1_1_1"/>
  <p:tag name="KSO_WM_UNIT_TEXT_FILL_FORE_SCHEMECOLOR_INDEX" val="13"/>
  <p:tag name="KSO_WM_UNIT_TEXT_FILL_TYPE" val="1"/>
  <p:tag name="KSO_WM_UNIT_TYPE" val="l_h_i"/>
  <p:tag name="KSO_WM_UNIT_USESOURCEFORMAT_APPLY" val="1"/>
</p:tagLst>
</file>

<file path=ppt/tags/tag39.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623"/>
  <p:tag name="KSO_WM_UNIT_COMPATIBLE" val="0"/>
  <p:tag name="KSO_WM_UNIT_FILL_FORE_SCHEMECOLOR_INDEX" val="6"/>
  <p:tag name="KSO_WM_UNIT_FILL_TYPE" val="1"/>
  <p:tag name="KSO_WM_UNIT_HIGHLIGHT" val="0"/>
  <p:tag name="KSO_WM_UNIT_ID" val="diagram20187623_5*l_h_i*1_2_6"/>
  <p:tag name="KSO_WM_UNIT_INDEX" val="1_2_6"/>
  <p:tag name="KSO_WM_UNIT_LAYERLEVEL" val="1_1_1"/>
  <p:tag name="KSO_WM_UNIT_TEXT_FILL_FORE_SCHEMECOLOR_INDEX" val="13"/>
  <p:tag name="KSO_WM_UNIT_TEXT_FILL_TYPE" val="1"/>
  <p:tag name="KSO_WM_UNIT_TYPE" val="l_h_i"/>
  <p:tag name="KSO_WM_UNIT_USESOURCEFORMAT_APPLY" val="1"/>
</p:tagLst>
</file>

<file path=ppt/tags/tag40.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623"/>
  <p:tag name="KSO_WM_UNIT_COMPATIBLE" val="0"/>
  <p:tag name="KSO_WM_UNIT_FILL_FORE_SCHEMECOLOR_INDEX" val="14"/>
  <p:tag name="KSO_WM_UNIT_FILL_TYPE" val="1"/>
  <p:tag name="KSO_WM_UNIT_HIGHLIGHT" val="0"/>
  <p:tag name="KSO_WM_UNIT_ID" val="diagram20187623_5*l_h_i*1_2_7"/>
  <p:tag name="KSO_WM_UNIT_INDEX" val="1_2_7"/>
  <p:tag name="KSO_WM_UNIT_LAYERLEVEL" val="1_1_1"/>
  <p:tag name="KSO_WM_UNIT_LINE_FILL_TYPE" val="2"/>
  <p:tag name="KSO_WM_UNIT_LINE_FORE_SCHEMECOLOR_INDEX" val="6"/>
  <p:tag name="KSO_WM_UNIT_TEXT_FILL_FORE_SCHEMECOLOR_INDEX" val="13"/>
  <p:tag name="KSO_WM_UNIT_TEXT_FILL_TYPE" val="1"/>
  <p:tag name="KSO_WM_UNIT_TYPE" val="l_h_i"/>
  <p:tag name="KSO_WM_UNIT_USESOURCEFORMAT_APPLY" val="1"/>
</p:tagLst>
</file>

<file path=ppt/tags/tag41.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623"/>
  <p:tag name="KSO_WM_UNIT_COMPATIBLE" val="0"/>
  <p:tag name="KSO_WM_UNIT_HIGHLIGHT" val="0"/>
  <p:tag name="KSO_WM_UNIT_ID" val="diagram20187623_5*l_h_a*1_2_1"/>
  <p:tag name="KSO_WM_UNIT_INDEX" val="1_2_1"/>
  <p:tag name="KSO_WM_UNIT_ISCONTENTSTITLE" val="0"/>
  <p:tag name="KSO_WM_UNIT_LAYERLEVEL" val="1_1_1"/>
  <p:tag name="KSO_WM_UNIT_PRESET_TEXT" val="添加标题"/>
  <p:tag name="KSO_WM_UNIT_TEXT_FILL_FORE_SCHEMECOLOR_INDEX" val="13"/>
  <p:tag name="KSO_WM_UNIT_TEXT_FILL_TYPE" val="1"/>
  <p:tag name="KSO_WM_UNIT_TYPE" val="l_h_a"/>
  <p:tag name="KSO_WM_UNIT_USESOURCEFORMAT_APPLY" val="1"/>
  <p:tag name="KSO_WM_UNIT_VALUE" val="6"/>
</p:tagLst>
</file>

<file path=ppt/tags/tag42.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623"/>
  <p:tag name="KSO_WM_UNIT_COMPATIBLE" val="0"/>
  <p:tag name="KSO_WM_UNIT_FILL_FORE_SCHEMECOLOR_INDEX" val="7"/>
  <p:tag name="KSO_WM_UNIT_FILL_TYPE" val="1"/>
  <p:tag name="KSO_WM_UNIT_HIGHLIGHT" val="0"/>
  <p:tag name="KSO_WM_UNIT_ID" val="diagram20187623_5*l_h_i*1_2_8"/>
  <p:tag name="KSO_WM_UNIT_INDEX" val="1_2_8"/>
  <p:tag name="KSO_WM_UNIT_LAYERLEVEL" val="1_1_1"/>
  <p:tag name="KSO_WM_UNIT_TEXT_FILL_FORE_SCHEMECOLOR_INDEX" val="13"/>
  <p:tag name="KSO_WM_UNIT_TEXT_FILL_TYPE" val="1"/>
  <p:tag name="KSO_WM_UNIT_TYPE" val="l_h_i"/>
  <p:tag name="KSO_WM_UNIT_USESOURCEFORMAT_APPLY" val="1"/>
</p:tagLst>
</file>

<file path=ppt/tags/tag43.xml><?xml version="1.0" encoding="utf-8"?>
<p:tagLst xmlns:p="http://schemas.openxmlformats.org/presentationml/2006/main">
  <p:tag name="KSO_WM_SLIDE_ITEM_CNT" val="5"/>
</p:tagLst>
</file>

<file path=ppt/tags/tag44.xml><?xml version="1.0" encoding="utf-8"?>
<p:tagLst xmlns:p="http://schemas.openxmlformats.org/presentationml/2006/main">
  <p:tag name="KSO_WM_BEAUTIFY_FLAG" val="#wm#"/>
  <p:tag name="KSO_WM_DIAGRAM_GROUP_CODE" val="m1-1"/>
  <p:tag name="KSO_WM_TAG_VERSION" val="1.0"/>
  <p:tag name="KSO_WM_TEMPLATE_CATEGORY" val="diagram"/>
  <p:tag name="KSO_WM_TEMPLATE_INDEX" val="20187593"/>
  <p:tag name="KSO_WM_UNIT_COMPATIBLE" val="0"/>
  <p:tag name="KSO_WM_UNIT_FILL_FORE_SCHEMECOLOR_INDEX" val="5"/>
  <p:tag name="KSO_WM_UNIT_FILL_TYPE" val="1"/>
  <p:tag name="KSO_WM_UNIT_HIGHLIGHT" val="0"/>
  <p:tag name="KSO_WM_UNIT_ID" val="diagram20187593_2*m_h_i*1_1_1"/>
  <p:tag name="KSO_WM_UNIT_INDEX" val="1_1_1"/>
  <p:tag name="KSO_WM_UNIT_LAYERLEVEL" val="1_1_1"/>
  <p:tag name="KSO_WM_UNIT_TEXT_FILL_FORE_SCHEMECOLOR_INDEX" val="2"/>
  <p:tag name="KSO_WM_UNIT_TEXT_FILL_TYPE" val="1"/>
  <p:tag name="KSO_WM_UNIT_TYPE" val="m_h_i"/>
  <p:tag name="KSO_WM_UNIT_USESOURCEFORMAT_APPLY" val="1"/>
</p:tagLst>
</file>

<file path=ppt/tags/tag45.xml><?xml version="1.0" encoding="utf-8"?>
<p:tagLst xmlns:p="http://schemas.openxmlformats.org/presentationml/2006/main">
  <p:tag name="KSO_WM_BEAUTIFY_FLAG" val="#wm#"/>
  <p:tag name="KSO_WM_DIAGRAM_GROUP_CODE" val="m1-1"/>
  <p:tag name="KSO_WM_TAG_VERSION" val="1.0"/>
  <p:tag name="KSO_WM_TEMPLATE_CATEGORY" val="diagram"/>
  <p:tag name="KSO_WM_TEMPLATE_INDEX" val="20187593"/>
  <p:tag name="KSO_WM_UNIT_COMPATIBLE" val="0"/>
  <p:tag name="KSO_WM_UNIT_FILL_FORE_SCHEMECOLOR_INDEX" val="5"/>
  <p:tag name="KSO_WM_UNIT_FILL_TYPE" val="1"/>
  <p:tag name="KSO_WM_UNIT_HIGHLIGHT" val="0"/>
  <p:tag name="KSO_WM_UNIT_ID" val="diagram20187593_2*m_h_i*1_1_2"/>
  <p:tag name="KSO_WM_UNIT_INDEX" val="1_1_2"/>
  <p:tag name="KSO_WM_UNIT_LAYERLEVEL" val="1_1_1"/>
  <p:tag name="KSO_WM_UNIT_LINE_FILL_TYPE" val="2"/>
  <p:tag name="KSO_WM_UNIT_LINE_FORE_SCHEMECOLOR_INDEX" val="14"/>
  <p:tag name="KSO_WM_UNIT_TEXT_FILL_FORE_SCHEMECOLOR_INDEX" val="2"/>
  <p:tag name="KSO_WM_UNIT_TEXT_FILL_TYPE" val="1"/>
  <p:tag name="KSO_WM_UNIT_TYPE" val="m_h_i"/>
  <p:tag name="KSO_WM_UNIT_USESOURCEFORMAT_APPLY" val="1"/>
</p:tagLst>
</file>

<file path=ppt/tags/tag46.xml><?xml version="1.0" encoding="utf-8"?>
<p:tagLst xmlns:p="http://schemas.openxmlformats.org/presentationml/2006/main">
  <p:tag name="KSO_WM_BEAUTIFY_FLAG" val="#wm#"/>
  <p:tag name="KSO_WM_DIAGRAM_GROUP_CODE" val="m1-1"/>
  <p:tag name="KSO_WM_TAG_VERSION" val="1.0"/>
  <p:tag name="KSO_WM_TEMPLATE_CATEGORY" val="diagram"/>
  <p:tag name="KSO_WM_TEMPLATE_INDEX" val="20187593"/>
  <p:tag name="KSO_WM_UNIT_COMPATIBLE" val="0"/>
  <p:tag name="KSO_WM_UNIT_FILL_FORE_SCHEMECOLOR_INDEX" val="14"/>
  <p:tag name="KSO_WM_UNIT_FILL_TYPE" val="1"/>
  <p:tag name="KSO_WM_UNIT_HIGHLIGHT" val="0"/>
  <p:tag name="KSO_WM_UNIT_ID" val="diagram20187593_2*m_h_i*1_1_3"/>
  <p:tag name="KSO_WM_UNIT_INDEX" val="1_1_3"/>
  <p:tag name="KSO_WM_UNIT_LAYERLEVEL" val="1_1_1"/>
  <p:tag name="KSO_WM_UNIT_TEXT_FILL_FORE_SCHEMECOLOR_INDEX" val="13"/>
  <p:tag name="KSO_WM_UNIT_TEXT_FILL_TYPE" val="1"/>
  <p:tag name="KSO_WM_UNIT_TYPE" val="m_h_i"/>
  <p:tag name="KSO_WM_UNIT_USESOURCEFORMAT_APPLY" val="1"/>
</p:tagLst>
</file>

<file path=ppt/tags/tag47.xml><?xml version="1.0" encoding="utf-8"?>
<p:tagLst xmlns:p="http://schemas.openxmlformats.org/presentationml/2006/main">
  <p:tag name="KSO_WM_BEAUTIFY_FLAG" val="#wm#"/>
  <p:tag name="KSO_WM_DIAGRAM_GROUP_CODE" val="m1-1"/>
  <p:tag name="KSO_WM_TAG_VERSION" val="1.0"/>
  <p:tag name="KSO_WM_TEMPLATE_CATEGORY" val="diagram"/>
  <p:tag name="KSO_WM_TEMPLATE_INDEX" val="20187593"/>
  <p:tag name="KSO_WM_UNIT_COMPATIBLE" val="0"/>
  <p:tag name="KSO_WM_UNIT_FILL_FORE_SCHEMECOLOR_INDEX" val="6"/>
  <p:tag name="KSO_WM_UNIT_FILL_TYPE" val="1"/>
  <p:tag name="KSO_WM_UNIT_HIGHLIGHT" val="0"/>
  <p:tag name="KSO_WM_UNIT_ID" val="diagram20187593_2*m_h_i*1_2_3"/>
  <p:tag name="KSO_WM_UNIT_INDEX" val="1_2_3"/>
  <p:tag name="KSO_WM_UNIT_LAYERLEVEL" val="1_1_1"/>
  <p:tag name="KSO_WM_UNIT_TEXT_FILL_FORE_SCHEMECOLOR_INDEX" val="2"/>
  <p:tag name="KSO_WM_UNIT_TEXT_FILL_TYPE" val="1"/>
  <p:tag name="KSO_WM_UNIT_TYPE" val="m_h_i"/>
  <p:tag name="KSO_WM_UNIT_USESOURCEFORMAT_APPLY" val="1"/>
</p:tagLst>
</file>

<file path=ppt/tags/tag48.xml><?xml version="1.0" encoding="utf-8"?>
<p:tagLst xmlns:p="http://schemas.openxmlformats.org/presentationml/2006/main">
  <p:tag name="KSO_WM_BEAUTIFY_FLAG" val="#wm#"/>
  <p:tag name="KSO_WM_DIAGRAM_GROUP_CODE" val="m1-1"/>
  <p:tag name="KSO_WM_TAG_VERSION" val="1.0"/>
  <p:tag name="KSO_WM_TEMPLATE_CATEGORY" val="diagram"/>
  <p:tag name="KSO_WM_TEMPLATE_INDEX" val="20187593"/>
  <p:tag name="KSO_WM_UNIT_COMPATIBLE" val="0"/>
  <p:tag name="KSO_WM_UNIT_FILL_FORE_SCHEMECOLOR_INDEX" val="6"/>
  <p:tag name="KSO_WM_UNIT_FILL_TYPE" val="1"/>
  <p:tag name="KSO_WM_UNIT_HIGHLIGHT" val="0"/>
  <p:tag name="KSO_WM_UNIT_ID" val="diagram20187593_2*m_h_i*1_2_2"/>
  <p:tag name="KSO_WM_UNIT_INDEX" val="1_2_2"/>
  <p:tag name="KSO_WM_UNIT_LAYERLEVEL" val="1_1_1"/>
  <p:tag name="KSO_WM_UNIT_LINE_FILL_TYPE" val="2"/>
  <p:tag name="KSO_WM_UNIT_LINE_FORE_SCHEMECOLOR_INDEX" val="14"/>
  <p:tag name="KSO_WM_UNIT_TEXT_FILL_FORE_SCHEMECOLOR_INDEX" val="2"/>
  <p:tag name="KSO_WM_UNIT_TEXT_FILL_TYPE" val="1"/>
  <p:tag name="KSO_WM_UNIT_TYPE" val="m_h_i"/>
  <p:tag name="KSO_WM_UNIT_USESOURCEFORMAT_APPLY" val="1"/>
</p:tagLst>
</file>

<file path=ppt/tags/tag49.xml><?xml version="1.0" encoding="utf-8"?>
<p:tagLst xmlns:p="http://schemas.openxmlformats.org/presentationml/2006/main">
  <p:tag name="KSO_WM_BEAUTIFY_FLAG" val="#wm#"/>
  <p:tag name="KSO_WM_DIAGRAM_GROUP_CODE" val="m1-1"/>
  <p:tag name="KSO_WM_TAG_VERSION" val="1.0"/>
  <p:tag name="KSO_WM_TEMPLATE_CATEGORY" val="diagram"/>
  <p:tag name="KSO_WM_TEMPLATE_INDEX" val="20187593"/>
  <p:tag name="KSO_WM_UNIT_COMPATIBLE" val="0"/>
  <p:tag name="KSO_WM_UNIT_FILL_FORE_SCHEMECOLOR_INDEX" val="14"/>
  <p:tag name="KSO_WM_UNIT_FILL_TYPE" val="1"/>
  <p:tag name="KSO_WM_UNIT_HIGHLIGHT" val="0"/>
  <p:tag name="KSO_WM_UNIT_ID" val="diagram20187593_2*m_h_i*1_2_1"/>
  <p:tag name="KSO_WM_UNIT_INDEX" val="1_2_1"/>
  <p:tag name="KSO_WM_UNIT_LAYERLEVEL" val="1_1_1"/>
  <p:tag name="KSO_WM_UNIT_TEXT_FILL_FORE_SCHEMECOLOR_INDEX" val="13"/>
  <p:tag name="KSO_WM_UNIT_TEXT_FILL_TYPE" val="1"/>
  <p:tag name="KSO_WM_UNIT_TYPE" val="m_h_i"/>
  <p:tag name="KSO_WM_UNIT_USESOURCEFORMAT_APPLY" val="1"/>
</p:tagLst>
</file>

<file path=ppt/tags/tag50.xml><?xml version="1.0" encoding="utf-8"?>
<p:tagLst xmlns:p="http://schemas.openxmlformats.org/presentationml/2006/main">
  <p:tag name="KSO_WM_BEAUTIFY_FLAG" val="#wm#"/>
  <p:tag name="KSO_WM_DIAGRAM_GROUP_CODE" val="m1-1"/>
  <p:tag name="KSO_WM_TAG_VERSION" val="1.0"/>
  <p:tag name="KSO_WM_TEMPLATE_CATEGORY" val="diagram"/>
  <p:tag name="KSO_WM_TEMPLATE_INDEX" val="20187593"/>
  <p:tag name="KSO_WM_UNIT_COMPATIBLE" val="0"/>
  <p:tag name="KSO_WM_UNIT_HIGHLIGHT" val="0"/>
  <p:tag name="KSO_WM_UNIT_ID" val="diagram20187593_2*m_i*1_1"/>
  <p:tag name="KSO_WM_UNIT_INDEX" val="1_1"/>
  <p:tag name="KSO_WM_UNIT_LAYERLEVEL" val="1_1"/>
  <p:tag name="KSO_WM_UNIT_LINE_FILL_TYPE" val="2"/>
  <p:tag name="KSO_WM_UNIT_LINE_FORE_SCHEMECOLOR_INDEX" val="14"/>
  <p:tag name="KSO_WM_UNIT_TEXT_FILL_FORE_SCHEMECOLOR_INDEX" val="13"/>
  <p:tag name="KSO_WM_UNIT_TEXT_FILL_TYPE" val="1"/>
  <p:tag name="KSO_WM_UNIT_TYPE" val="m_i"/>
  <p:tag name="KSO_WM_UNIT_USESOURCEFORMAT_APPLY" val="1"/>
</p:tagLst>
</file>

<file path=ppt/tags/tag51.xml><?xml version="1.0" encoding="utf-8"?>
<p:tagLst xmlns:p="http://schemas.openxmlformats.org/presentationml/2006/main">
  <p:tag name="KSO_WM_BEAUTIFY_FLAG" val="#wm#"/>
  <p:tag name="KSO_WM_DIAGRAM_GROUP_CODE" val="m1-1"/>
  <p:tag name="KSO_WM_TAG_VERSION" val="1.0"/>
  <p:tag name="KSO_WM_TEMPLATE_CATEGORY" val="diagram"/>
  <p:tag name="KSO_WM_TEMPLATE_INDEX" val="20187593"/>
  <p:tag name="KSO_WM_UNIT_COMPATIBLE" val="0"/>
  <p:tag name="KSO_WM_UNIT_HIGHLIGHT" val="0"/>
  <p:tag name="KSO_WM_UNIT_ID" val="diagram20187593_2*m_h_a*1_1_1"/>
  <p:tag name="KSO_WM_UNIT_INDEX" val="1_1_1"/>
  <p:tag name="KSO_WM_UNIT_ISCONTENTSTITLE" val="0"/>
  <p:tag name="KSO_WM_UNIT_LAYERLEVEL" val="1_1_1"/>
  <p:tag name="KSO_WM_UNIT_PRESET_TEXT" val="单击此处添加标题"/>
  <p:tag name="KSO_WM_UNIT_TEXT_FILL_FORE_SCHEMECOLOR_INDEX" val="13"/>
  <p:tag name="KSO_WM_UNIT_TEXT_FILL_TYPE" val="1"/>
  <p:tag name="KSO_WM_UNIT_TYPE" val="m_h_a"/>
  <p:tag name="KSO_WM_UNIT_USESOURCEFORMAT_APPLY" val="1"/>
  <p:tag name="KSO_WM_UNIT_VALUE" val="6"/>
</p:tagLst>
</file>

<file path=ppt/tags/tag52.xml><?xml version="1.0" encoding="utf-8"?>
<p:tagLst xmlns:p="http://schemas.openxmlformats.org/presentationml/2006/main">
  <p:tag name="KSO_WM_SLIDE_ITEM_CNT" val="2"/>
</p:tagLst>
</file>

<file path=ppt/tags/tag53.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623"/>
  <p:tag name="KSO_WM_UNIT_COMPATIBLE" val="0"/>
  <p:tag name="KSO_WM_UNIT_FILL_FORE_SCHEMECOLOR_INDEX" val="15"/>
  <p:tag name="KSO_WM_UNIT_FILL_TYPE" val="1"/>
  <p:tag name="KSO_WM_UNIT_HIGHLIGHT" val="0"/>
  <p:tag name="KSO_WM_UNIT_ID" val="diagram20187623_5*l_h_i*1_3_9"/>
  <p:tag name="KSO_WM_UNIT_INDEX" val="1_3_9"/>
  <p:tag name="KSO_WM_UNIT_LAYERLEVEL" val="1_1_1"/>
  <p:tag name="KSO_WM_UNIT_LINE_FILL_TYPE" val="2"/>
  <p:tag name="KSO_WM_UNIT_LINE_FORE_SCHEMECOLOR_INDEX" val="14"/>
  <p:tag name="KSO_WM_UNIT_TEXT_FILL_FORE_SCHEMECOLOR_INDEX" val="13"/>
  <p:tag name="KSO_WM_UNIT_TEXT_FILL_TYPE" val="1"/>
  <p:tag name="KSO_WM_UNIT_TYPE" val="l_h_i"/>
  <p:tag name="KSO_WM_UNIT_USESOURCEFORMAT_APPLY" val="1"/>
</p:tagLst>
</file>

<file path=ppt/tags/tag54.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623"/>
  <p:tag name="KSO_WM_UNIT_COMPATIBLE" val="0"/>
  <p:tag name="KSO_WM_UNIT_FILL_FORE_SCHEMECOLOR_INDEX" val="7"/>
  <p:tag name="KSO_WM_UNIT_FILL_TYPE" val="1"/>
  <p:tag name="KSO_WM_UNIT_HIGHLIGHT" val="0"/>
  <p:tag name="KSO_WM_UNIT_ID" val="diagram20187623_5*l_h_i*1_3_1"/>
  <p:tag name="KSO_WM_UNIT_INDEX" val="1_3_1"/>
  <p:tag name="KSO_WM_UNIT_LAYERLEVEL" val="1_1_1"/>
  <p:tag name="KSO_WM_UNIT_TEXT_FILL_FORE_SCHEMECOLOR_INDEX" val="13"/>
  <p:tag name="KSO_WM_UNIT_TEXT_FILL_TYPE" val="1"/>
  <p:tag name="KSO_WM_UNIT_TYPE" val="l_h_i"/>
  <p:tag name="KSO_WM_UNIT_USESOURCEFORMAT_APPLY" val="1"/>
</p:tagLst>
</file>

<file path=ppt/tags/tag55.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623"/>
  <p:tag name="KSO_WM_UNIT_COMPATIBLE" val="0"/>
  <p:tag name="KSO_WM_UNIT_FILL_FORE_SCHEMECOLOR_INDEX" val="7"/>
  <p:tag name="KSO_WM_UNIT_FILL_TYPE" val="1"/>
  <p:tag name="KSO_WM_UNIT_HIGHLIGHT" val="0"/>
  <p:tag name="KSO_WM_UNIT_ID" val="diagram20187623_5*l_h_i*1_3_2"/>
  <p:tag name="KSO_WM_UNIT_INDEX" val="1_3_2"/>
  <p:tag name="KSO_WM_UNIT_LAYERLEVEL" val="1_1_1"/>
  <p:tag name="KSO_WM_UNIT_TEXT_FILL_FORE_SCHEMECOLOR_INDEX" val="13"/>
  <p:tag name="KSO_WM_UNIT_TEXT_FILL_TYPE" val="1"/>
  <p:tag name="KSO_WM_UNIT_TYPE" val="l_h_i"/>
  <p:tag name="KSO_WM_UNIT_USESOURCEFORMAT_APPLY" val="1"/>
</p:tagLst>
</file>

<file path=ppt/tags/tag56.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623"/>
  <p:tag name="KSO_WM_UNIT_COMPATIBLE" val="0"/>
  <p:tag name="KSO_WM_UNIT_FILL_FORE_SCHEMECOLOR_INDEX" val="7"/>
  <p:tag name="KSO_WM_UNIT_FILL_TYPE" val="1"/>
  <p:tag name="KSO_WM_UNIT_HIGHLIGHT" val="0"/>
  <p:tag name="KSO_WM_UNIT_ID" val="diagram20187623_5*l_h_i*1_3_3"/>
  <p:tag name="KSO_WM_UNIT_INDEX" val="1_3_3"/>
  <p:tag name="KSO_WM_UNIT_LAYERLEVEL" val="1_1_1"/>
  <p:tag name="KSO_WM_UNIT_TEXT_FILL_FORE_SCHEMECOLOR_INDEX" val="13"/>
  <p:tag name="KSO_WM_UNIT_TEXT_FILL_TYPE" val="1"/>
  <p:tag name="KSO_WM_UNIT_TYPE" val="l_h_i"/>
  <p:tag name="KSO_WM_UNIT_USESOURCEFORMAT_APPLY" val="1"/>
</p:tagLst>
</file>

<file path=ppt/tags/tag57.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623"/>
  <p:tag name="KSO_WM_UNIT_COMPATIBLE" val="0"/>
  <p:tag name="KSO_WM_UNIT_FILL_FORE_SCHEMECOLOR_INDEX" val="7"/>
  <p:tag name="KSO_WM_UNIT_FILL_TYPE" val="1"/>
  <p:tag name="KSO_WM_UNIT_HIGHLIGHT" val="0"/>
  <p:tag name="KSO_WM_UNIT_ID" val="diagram20187623_5*l_h_i*1_3_4"/>
  <p:tag name="KSO_WM_UNIT_INDEX" val="1_3_4"/>
  <p:tag name="KSO_WM_UNIT_LAYERLEVEL" val="1_1_1"/>
  <p:tag name="KSO_WM_UNIT_TEXT_FILL_FORE_SCHEMECOLOR_INDEX" val="13"/>
  <p:tag name="KSO_WM_UNIT_TEXT_FILL_TYPE" val="1"/>
  <p:tag name="KSO_WM_UNIT_TYPE" val="l_h_i"/>
  <p:tag name="KSO_WM_UNIT_USESOURCEFORMAT_APPLY" val="1"/>
</p:tagLst>
</file>

<file path=ppt/tags/tag58.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623"/>
  <p:tag name="KSO_WM_UNIT_COMPATIBLE" val="0"/>
  <p:tag name="KSO_WM_UNIT_FILL_FORE_SCHEMECOLOR_INDEX" val="7"/>
  <p:tag name="KSO_WM_UNIT_FILL_TYPE" val="1"/>
  <p:tag name="KSO_WM_UNIT_HIGHLIGHT" val="0"/>
  <p:tag name="KSO_WM_UNIT_ID" val="diagram20187623_5*l_h_i*1_3_5"/>
  <p:tag name="KSO_WM_UNIT_INDEX" val="1_3_5"/>
  <p:tag name="KSO_WM_UNIT_LAYERLEVEL" val="1_1_1"/>
  <p:tag name="KSO_WM_UNIT_TEXT_FILL_FORE_SCHEMECOLOR_INDEX" val="13"/>
  <p:tag name="KSO_WM_UNIT_TEXT_FILL_TYPE" val="1"/>
  <p:tag name="KSO_WM_UNIT_TYPE" val="l_h_i"/>
  <p:tag name="KSO_WM_UNIT_USESOURCEFORMAT_APPLY" val="1"/>
</p:tagLst>
</file>

<file path=ppt/tags/tag59.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623"/>
  <p:tag name="KSO_WM_UNIT_COMPATIBLE" val="0"/>
  <p:tag name="KSO_WM_UNIT_FILL_FORE_SCHEMECOLOR_INDEX" val="7"/>
  <p:tag name="KSO_WM_UNIT_FILL_TYPE" val="1"/>
  <p:tag name="KSO_WM_UNIT_HIGHLIGHT" val="0"/>
  <p:tag name="KSO_WM_UNIT_ID" val="diagram20187623_5*l_h_i*1_3_6"/>
  <p:tag name="KSO_WM_UNIT_INDEX" val="1_3_6"/>
  <p:tag name="KSO_WM_UNIT_LAYERLEVEL" val="1_1_1"/>
  <p:tag name="KSO_WM_UNIT_TEXT_FILL_FORE_SCHEMECOLOR_INDEX" val="13"/>
  <p:tag name="KSO_WM_UNIT_TEXT_FILL_TYPE" val="1"/>
  <p:tag name="KSO_WM_UNIT_TYPE" val="l_h_i"/>
  <p:tag name="KSO_WM_UNIT_USESOURCEFORMAT_APPLY" val="1"/>
</p:tagLst>
</file>

<file path=ppt/tags/tag60.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623"/>
  <p:tag name="KSO_WM_UNIT_COMPATIBLE" val="0"/>
  <p:tag name="KSO_WM_UNIT_FILL_FORE_SCHEMECOLOR_INDEX" val="14"/>
  <p:tag name="KSO_WM_UNIT_FILL_TYPE" val="1"/>
  <p:tag name="KSO_WM_UNIT_HIGHLIGHT" val="0"/>
  <p:tag name="KSO_WM_UNIT_ID" val="diagram20187623_5*l_h_i*1_3_7"/>
  <p:tag name="KSO_WM_UNIT_INDEX" val="1_3_7"/>
  <p:tag name="KSO_WM_UNIT_LAYERLEVEL" val="1_1_1"/>
  <p:tag name="KSO_WM_UNIT_LINE_FILL_TYPE" val="2"/>
  <p:tag name="KSO_WM_UNIT_LINE_FORE_SCHEMECOLOR_INDEX" val="7"/>
  <p:tag name="KSO_WM_UNIT_TEXT_FILL_FORE_SCHEMECOLOR_INDEX" val="13"/>
  <p:tag name="KSO_WM_UNIT_TEXT_FILL_TYPE" val="1"/>
  <p:tag name="KSO_WM_UNIT_TYPE" val="l_h_i"/>
  <p:tag name="KSO_WM_UNIT_USESOURCEFORMAT_APPLY" val="1"/>
</p:tagLst>
</file>

<file path=ppt/tags/tag61.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623"/>
  <p:tag name="KSO_WM_UNIT_COMPATIBLE" val="0"/>
  <p:tag name="KSO_WM_UNIT_FILL_FORE_SCHEMECOLOR_INDEX" val="7"/>
  <p:tag name="KSO_WM_UNIT_FILL_TYPE" val="1"/>
  <p:tag name="KSO_WM_UNIT_HIGHLIGHT" val="0"/>
  <p:tag name="KSO_WM_UNIT_ID" val="diagram20187623_5*l_h_i*1_3_8"/>
  <p:tag name="KSO_WM_UNIT_INDEX" val="1_3_8"/>
  <p:tag name="KSO_WM_UNIT_LAYERLEVEL" val="1_1_1"/>
  <p:tag name="KSO_WM_UNIT_TEXT_FILL_FORE_SCHEMECOLOR_INDEX" val="13"/>
  <p:tag name="KSO_WM_UNIT_TEXT_FILL_TYPE" val="1"/>
  <p:tag name="KSO_WM_UNIT_TYPE" val="l_h_i"/>
  <p:tag name="KSO_WM_UNIT_USESOURCEFORMAT_APPLY" val="1"/>
</p:tagLst>
</file>

<file path=ppt/tags/tag62.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623"/>
  <p:tag name="KSO_WM_UNIT_COMPATIBLE" val="0"/>
  <p:tag name="KSO_WM_UNIT_HIGHLIGHT" val="0"/>
  <p:tag name="KSO_WM_UNIT_ID" val="diagram20187623_5*l_h_a*1_3_1"/>
  <p:tag name="KSO_WM_UNIT_INDEX" val="1_3_1"/>
  <p:tag name="KSO_WM_UNIT_ISCONTENTSTITLE" val="0"/>
  <p:tag name="KSO_WM_UNIT_LAYERLEVEL" val="1_1_1"/>
  <p:tag name="KSO_WM_UNIT_PRESET_TEXT" val="添加标题"/>
  <p:tag name="KSO_WM_UNIT_TEXT_FILL_FORE_SCHEMECOLOR_INDEX" val="13"/>
  <p:tag name="KSO_WM_UNIT_TEXT_FILL_TYPE" val="1"/>
  <p:tag name="KSO_WM_UNIT_TYPE" val="l_h_a"/>
  <p:tag name="KSO_WM_UNIT_USESOURCEFORMAT_APPLY" val="1"/>
  <p:tag name="KSO_WM_UNIT_VALUE" val="6"/>
</p:tagLst>
</file>

<file path=ppt/tags/tag63.xml><?xml version="1.0" encoding="utf-8"?>
<p:tagLst xmlns:p="http://schemas.openxmlformats.org/presentationml/2006/main">
  <p:tag name="KSO_WM_SLIDE_ITEM_CNT" val="5"/>
</p:tagLst>
</file>

<file path=ppt/tags/tag64.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484"/>
  <p:tag name="KSO_WM_UNIT_COMPATIBLE" val="0"/>
  <p:tag name="KSO_WM_UNIT_DIAGRAM_ISNUMVISUAL" val="0"/>
  <p:tag name="KSO_WM_UNIT_DIAGRAM_ISREFERUNIT" val="0"/>
  <p:tag name="KSO_WM_UNIT_FILL_FORE_SCHEMECOLOR_INDEX" val="6"/>
  <p:tag name="KSO_WM_UNIT_FILL_TYPE" val="1"/>
  <p:tag name="KSO_WM_UNIT_HIGHLIGHT" val="0"/>
  <p:tag name="KSO_WM_UNIT_ID" val="diagram20187484_1*l_h_i*1_2_1"/>
  <p:tag name="KSO_WM_UNIT_INDEX" val="1_2_1"/>
  <p:tag name="KSO_WM_UNIT_LAYERLEVEL" val="1_1_1"/>
  <p:tag name="KSO_WM_UNIT_LINE_FILL_TYPE" val="2"/>
  <p:tag name="KSO_WM_UNIT_LINE_FORE_SCHEMECOLOR_INDEX" val="14"/>
  <p:tag name="KSO_WM_UNIT_TEXT_FILL_FORE_SCHEMECOLOR_INDEX" val="2"/>
  <p:tag name="KSO_WM_UNIT_TEXT_FILL_TYPE" val="1"/>
  <p:tag name="KSO_WM_UNIT_TYPE" val="l_h_i"/>
  <p:tag name="KSO_WM_UNIT_USESOURCEFORMAT_APPLY" val="1"/>
</p:tagLst>
</file>

<file path=ppt/tags/tag65.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484"/>
  <p:tag name="KSO_WM_UNIT_COMPATIBLE" val="0"/>
  <p:tag name="KSO_WM_UNIT_DIAGRAM_ISNUMVISUAL" val="0"/>
  <p:tag name="KSO_WM_UNIT_DIAGRAM_ISREFERUNIT" val="0"/>
  <p:tag name="KSO_WM_UNIT_FILL_FORE_SCHEMECOLOR_INDEX" val="5"/>
  <p:tag name="KSO_WM_UNIT_FILL_TYPE" val="1"/>
  <p:tag name="KSO_WM_UNIT_HIGHLIGHT" val="0"/>
  <p:tag name="KSO_WM_UNIT_ID" val="diagram20187484_1*l_h_i*1_1_1"/>
  <p:tag name="KSO_WM_UNIT_INDEX" val="1_1_1"/>
  <p:tag name="KSO_WM_UNIT_LAYERLEVEL" val="1_1_1"/>
  <p:tag name="KSO_WM_UNIT_LINE_FILL_TYPE" val="2"/>
  <p:tag name="KSO_WM_UNIT_LINE_FORE_SCHEMECOLOR_INDEX" val="14"/>
  <p:tag name="KSO_WM_UNIT_TEXT_FILL_FORE_SCHEMECOLOR_INDEX" val="2"/>
  <p:tag name="KSO_WM_UNIT_TEXT_FILL_TYPE" val="1"/>
  <p:tag name="KSO_WM_UNIT_TYPE" val="l_h_i"/>
  <p:tag name="KSO_WM_UNIT_USESOURCEFORMAT_APPLY" val="1"/>
</p:tagLst>
</file>

<file path=ppt/tags/tag66.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484"/>
  <p:tag name="KSO_WM_UNIT_COMPATIBLE" val="0"/>
  <p:tag name="KSO_WM_UNIT_DIAGRAM_ISNUMVISUAL" val="0"/>
  <p:tag name="KSO_WM_UNIT_DIAGRAM_ISREFERUNIT" val="0"/>
  <p:tag name="KSO_WM_UNIT_HIGHLIGHT" val="0"/>
  <p:tag name="KSO_WM_UNIT_ID" val="diagram20187484_1*l_h_i*1_1_5"/>
  <p:tag name="KSO_WM_UNIT_INDEX" val="1_1_5"/>
  <p:tag name="KSO_WM_UNIT_LAYERLEVEL" val="1_1_1"/>
  <p:tag name="KSO_WM_UNIT_LINE_FILL_TYPE" val="2"/>
  <p:tag name="KSO_WM_UNIT_LINE_FORE_SCHEMECOLOR_INDEX" val="5"/>
  <p:tag name="KSO_WM_UNIT_TYPE" val="l_h_i"/>
  <p:tag name="KSO_WM_UNIT_USESOURCEFORMAT_APPLY" val="1"/>
</p:tagLst>
</file>

<file path=ppt/tags/tag67.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484"/>
  <p:tag name="KSO_WM_UNIT_COMPATIBLE" val="0"/>
  <p:tag name="KSO_WM_UNIT_DIAGRAM_ISNUMVISUAL" val="0"/>
  <p:tag name="KSO_WM_UNIT_DIAGRAM_ISREFERUNIT" val="0"/>
  <p:tag name="KSO_WM_UNIT_HIGHLIGHT" val="0"/>
  <p:tag name="KSO_WM_UNIT_ID" val="diagram20187484_1*l_h_i*1_2_3"/>
  <p:tag name="KSO_WM_UNIT_INDEX" val="1_2_3"/>
  <p:tag name="KSO_WM_UNIT_LAYERLEVEL" val="1_1_1"/>
  <p:tag name="KSO_WM_UNIT_LINE_FILL_TYPE" val="2"/>
  <p:tag name="KSO_WM_UNIT_LINE_FORE_SCHEMECOLOR_INDEX" val="6"/>
  <p:tag name="KSO_WM_UNIT_TYPE" val="l_h_i"/>
  <p:tag name="KSO_WM_UNIT_USESOURCEFORMAT_APPLY" val="1"/>
</p:tagLst>
</file>

<file path=ppt/tags/tag68.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484"/>
  <p:tag name="KSO_WM_UNIT_COMPATIBLE" val="0"/>
  <p:tag name="KSO_WM_UNIT_DIAGRAM_ISNUMVISUAL" val="0"/>
  <p:tag name="KSO_WM_UNIT_DIAGRAM_ISREFERUNIT" val="0"/>
  <p:tag name="KSO_WM_UNIT_FILL_FORE_SCHEMECOLOR_INDEX" val="5"/>
  <p:tag name="KSO_WM_UNIT_FILL_TYPE" val="1"/>
  <p:tag name="KSO_WM_UNIT_HIGHLIGHT" val="0"/>
  <p:tag name="KSO_WM_UNIT_ID" val="diagram20187484_1*l_h_i*1_1_4"/>
  <p:tag name="KSO_WM_UNIT_INDEX" val="1_1_4"/>
  <p:tag name="KSO_WM_UNIT_LAYERLEVEL" val="1_1_1"/>
  <p:tag name="KSO_WM_UNIT_TEXT_FILL_FORE_SCHEMECOLOR_INDEX" val="13"/>
  <p:tag name="KSO_WM_UNIT_TEXT_FILL_TYPE" val="1"/>
  <p:tag name="KSO_WM_UNIT_TYPE" val="l_h_i"/>
  <p:tag name="KSO_WM_UNIT_USESOURCEFORMAT_APPLY" val="1"/>
</p:tagLst>
</file>

<file path=ppt/tags/tag69.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484"/>
  <p:tag name="KSO_WM_UNIT_COMPATIBLE" val="0"/>
  <p:tag name="KSO_WM_UNIT_DIAGRAM_ISNUMVISUAL" val="0"/>
  <p:tag name="KSO_WM_UNIT_DIAGRAM_ISREFERUNIT" val="0"/>
  <p:tag name="KSO_WM_UNIT_HIGHLIGHT" val="0"/>
  <p:tag name="KSO_WM_UNIT_ID" val="diagram20187484_1*l_h_a*1_2_1"/>
  <p:tag name="KSO_WM_UNIT_INDEX" val="1_2_1"/>
  <p:tag name="KSO_WM_UNIT_ISCONTENTSTITLE" val="0"/>
  <p:tag name="KSO_WM_UNIT_LAYERLEVEL" val="1_1_1"/>
  <p:tag name="KSO_WM_UNIT_NOCLEAR" val="0"/>
  <p:tag name="KSO_WM_UNIT_PRESET_TEXT" val="单击此处添加标题"/>
  <p:tag name="KSO_WM_UNIT_TEXT_FILL_FORE_SCHEMECOLOR_INDEX" val="6"/>
  <p:tag name="KSO_WM_UNIT_TEXT_FILL_TYPE" val="1"/>
  <p:tag name="KSO_WM_UNIT_TYPE" val="l_h_a"/>
  <p:tag name="KSO_WM_UNIT_USESOURCEFORMAT_APPLY" val="1"/>
  <p:tag name="KSO_WM_UNIT_VALUE" val="12"/>
</p:tagLst>
</file>

<file path=ppt/tags/tag70.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484"/>
  <p:tag name="KSO_WM_UNIT_COMPATIBLE" val="0"/>
  <p:tag name="KSO_WM_UNIT_DIAGRAM_ISNUMVISUAL" val="0"/>
  <p:tag name="KSO_WM_UNIT_DIAGRAM_ISREFERUNIT" val="0"/>
  <p:tag name="KSO_WM_UNIT_HIGHLIGHT" val="0"/>
  <p:tag name="KSO_WM_UNIT_ID" val="diagram20187484_1*l_h_f*1_2_1"/>
  <p:tag name="KSO_WM_UNIT_INDEX" val="1_2_1"/>
  <p:tag name="KSO_WM_UNIT_LAYERLEVEL" val="1_1_1"/>
  <p:tag name="KSO_WM_UNIT_NOCLEAR" val="0"/>
  <p:tag name="KSO_WM_UNIT_PRESET_TEXT" val="单击此处添加文本具体内容，简明扼要的阐述您的观点。"/>
  <p:tag name="KSO_WM_UNIT_TEXT_FILL_FORE_SCHEMECOLOR_INDEX" val="13"/>
  <p:tag name="KSO_WM_UNIT_TEXT_FILL_TYPE" val="1"/>
  <p:tag name="KSO_WM_UNIT_TYPE" val="l_h_f"/>
  <p:tag name="KSO_WM_UNIT_USESOURCEFORMAT_APPLY" val="1"/>
  <p:tag name="KSO_WM_UNIT_VALUE" val="30"/>
</p:tagLst>
</file>

<file path=ppt/tags/tag71.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484"/>
  <p:tag name="KSO_WM_UNIT_COMPATIBLE" val="0"/>
  <p:tag name="KSO_WM_UNIT_DIAGRAM_ISNUMVISUAL" val="0"/>
  <p:tag name="KSO_WM_UNIT_DIAGRAM_ISREFERUNIT" val="0"/>
  <p:tag name="KSO_WM_UNIT_HIGHLIGHT" val="0"/>
  <p:tag name="KSO_WM_UNIT_ID" val="diagram20187484_1*l_h_a*1_1_1"/>
  <p:tag name="KSO_WM_UNIT_INDEX" val="1_1_1"/>
  <p:tag name="KSO_WM_UNIT_ISCONTENTSTITLE" val="0"/>
  <p:tag name="KSO_WM_UNIT_LAYERLEVEL" val="1_1_1"/>
  <p:tag name="KSO_WM_UNIT_NOCLEAR" val="0"/>
  <p:tag name="KSO_WM_UNIT_PRESET_TEXT" val="单击此处添加标题"/>
  <p:tag name="KSO_WM_UNIT_TEXT_FILL_FORE_SCHEMECOLOR_INDEX" val="5"/>
  <p:tag name="KSO_WM_UNIT_TEXT_FILL_TYPE" val="1"/>
  <p:tag name="KSO_WM_UNIT_TYPE" val="l_h_a"/>
  <p:tag name="KSO_WM_UNIT_USESOURCEFORMAT_APPLY" val="1"/>
  <p:tag name="KSO_WM_UNIT_VALUE" val="10"/>
</p:tagLst>
</file>

<file path=ppt/tags/tag72.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484"/>
  <p:tag name="KSO_WM_UNIT_COMPATIBLE" val="0"/>
  <p:tag name="KSO_WM_UNIT_DIAGRAM_ISNUMVISUAL" val="0"/>
  <p:tag name="KSO_WM_UNIT_DIAGRAM_ISREFERUNIT" val="0"/>
  <p:tag name="KSO_WM_UNIT_HIGHLIGHT" val="0"/>
  <p:tag name="KSO_WM_UNIT_ID" val="diagram20187484_1*l_h_f*1_1_1"/>
  <p:tag name="KSO_WM_UNIT_INDEX" val="1_1_1"/>
  <p:tag name="KSO_WM_UNIT_LAYERLEVEL" val="1_1_1"/>
  <p:tag name="KSO_WM_UNIT_NOCLEAR" val="0"/>
  <p:tag name="KSO_WM_UNIT_PRESET_TEXT" val="单击此处添加文本具体内容，简明扼要的阐述您的观点。"/>
  <p:tag name="KSO_WM_UNIT_TEXT_FILL_FORE_SCHEMECOLOR_INDEX" val="13"/>
  <p:tag name="KSO_WM_UNIT_TEXT_FILL_TYPE" val="1"/>
  <p:tag name="KSO_WM_UNIT_TYPE" val="l_h_f"/>
  <p:tag name="KSO_WM_UNIT_USESOURCEFORMAT_APPLY" val="1"/>
  <p:tag name="KSO_WM_UNIT_VALUE" val="45"/>
</p:tagLst>
</file>

<file path=ppt/tags/tag73.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484"/>
  <p:tag name="KSO_WM_UNIT_COMPATIBLE" val="0"/>
  <p:tag name="KSO_WM_UNIT_DIAGRAM_ISNUMVISUAL" val="0"/>
  <p:tag name="KSO_WM_UNIT_DIAGRAM_ISREFERUNIT" val="0"/>
  <p:tag name="KSO_WM_UNIT_FILL_FORE_SCHEMECOLOR_INDEX" val="6"/>
  <p:tag name="KSO_WM_UNIT_FILL_TYPE" val="1"/>
  <p:tag name="KSO_WM_UNIT_HIGHLIGHT" val="0"/>
  <p:tag name="KSO_WM_UNIT_ID" val="diagram20187484_1*l_h_i*1_2_4"/>
  <p:tag name="KSO_WM_UNIT_INDEX" val="1_2_4"/>
  <p:tag name="KSO_WM_UNIT_LAYERLEVEL" val="1_1_1"/>
  <p:tag name="KSO_WM_UNIT_TEXT_FILL_FORE_SCHEMECOLOR_INDEX" val="13"/>
  <p:tag name="KSO_WM_UNIT_TEXT_FILL_TYPE" val="1"/>
  <p:tag name="KSO_WM_UNIT_TYPE" val="l_h_i"/>
  <p:tag name="KSO_WM_UNIT_USESOURCEFORMAT_APPLY" val="1"/>
</p:tagLst>
</file>

<file path=ppt/tags/tag74.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484"/>
  <p:tag name="KSO_WM_UNIT_COMPATIBLE" val="0"/>
  <p:tag name="KSO_WM_UNIT_DIAGRAM_ISNUMVISUAL" val="0"/>
  <p:tag name="KSO_WM_UNIT_DIAGRAM_ISREFERUNIT" val="0"/>
  <p:tag name="KSO_WM_UNIT_FILL_FORE_SCHEMECOLOR_INDEX" val="14"/>
  <p:tag name="KSO_WM_UNIT_FILL_TYPE" val="1"/>
  <p:tag name="KSO_WM_UNIT_HIGHLIGHT" val="0"/>
  <p:tag name="KSO_WM_UNIT_ID" val="diagram20187484_1*l_h_i*1_2_2"/>
  <p:tag name="KSO_WM_UNIT_INDEX" val="1_2_2"/>
  <p:tag name="KSO_WM_UNIT_LAYERLEVEL" val="1_1_1"/>
  <p:tag name="KSO_WM_UNIT_TEXT_FILL_FORE_SCHEMECOLOR_INDEX" val="2"/>
  <p:tag name="KSO_WM_UNIT_TEXT_FILL_TYPE" val="1"/>
  <p:tag name="KSO_WM_UNIT_TYPE" val="l_h_i"/>
  <p:tag name="KSO_WM_UNIT_USESOURCEFORMAT_APPLY" val="1"/>
</p:tagLst>
</file>

<file path=ppt/tags/tag75.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484"/>
  <p:tag name="KSO_WM_UNIT_COMPATIBLE" val="0"/>
  <p:tag name="KSO_WM_UNIT_DIAGRAM_ISNUMVISUAL" val="0"/>
  <p:tag name="KSO_WM_UNIT_DIAGRAM_ISREFERUNIT" val="0"/>
  <p:tag name="KSO_WM_UNIT_FILL_FORE_SCHEMECOLOR_INDEX" val="14"/>
  <p:tag name="KSO_WM_UNIT_FILL_TYPE" val="1"/>
  <p:tag name="KSO_WM_UNIT_HIGHLIGHT" val="0"/>
  <p:tag name="KSO_WM_UNIT_ID" val="diagram20187484_1*l_h_i*1_1_3"/>
  <p:tag name="KSO_WM_UNIT_INDEX" val="1_1_3"/>
  <p:tag name="KSO_WM_UNIT_LAYERLEVEL" val="1_1_1"/>
  <p:tag name="KSO_WM_UNIT_TEXT_FILL_FORE_SCHEMECOLOR_INDEX" val="2"/>
  <p:tag name="KSO_WM_UNIT_TEXT_FILL_TYPE" val="1"/>
  <p:tag name="KSO_WM_UNIT_TYPE" val="l_h_i"/>
  <p:tag name="KSO_WM_UNIT_USESOURCEFORMAT_APPLY" val="1"/>
</p:tagLst>
</file>

<file path=ppt/tags/tag76.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484"/>
  <p:tag name="KSO_WM_UNIT_COMPATIBLE" val="0"/>
  <p:tag name="KSO_WM_UNIT_DIAGRAM_ISNUMVISUAL" val="0"/>
  <p:tag name="KSO_WM_UNIT_DIAGRAM_ISREFERUNIT" val="0"/>
  <p:tag name="KSO_WM_UNIT_FILL_FORE_SCHEMECOLOR_INDEX" val="14"/>
  <p:tag name="KSO_WM_UNIT_FILL_TYPE" val="1"/>
  <p:tag name="KSO_WM_UNIT_HIGHLIGHT" val="0"/>
  <p:tag name="KSO_WM_UNIT_ID" val="diagram20187484_1*l_h_i*1_1_2"/>
  <p:tag name="KSO_WM_UNIT_INDEX" val="1_1_2"/>
  <p:tag name="KSO_WM_UNIT_LAYERLEVEL" val="1_1_1"/>
  <p:tag name="KSO_WM_UNIT_TEXT_FILL_FORE_SCHEMECOLOR_INDEX" val="2"/>
  <p:tag name="KSO_WM_UNIT_TEXT_FILL_TYPE" val="1"/>
  <p:tag name="KSO_WM_UNIT_TYPE" val="l_h_i"/>
  <p:tag name="KSO_WM_UNIT_USESOURCEFORMAT_APPLY" val="1"/>
</p:tagLst>
</file>

<file path=ppt/tags/tag77.xml><?xml version="1.0" encoding="utf-8"?>
<p:tagLst xmlns:p="http://schemas.openxmlformats.org/presentationml/2006/main">
  <p:tag name="KSO_WM_SLIDE_ITEM_CNT" val="2"/>
</p:tagLst>
</file>

<file path=ppt/tags/tag78.xml><?xml version="1.0" encoding="utf-8"?>
<p:tagLst xmlns:p="http://schemas.openxmlformats.org/presentationml/2006/main">
  <p:tag name="KSO_WM_SLIDE_ITEM_CNT" val="2"/>
</p:tagLst>
</file>

<file path=ppt/tags/tag79.xml><?xml version="1.0" encoding="utf-8"?>
<p:tagLst xmlns:p="http://schemas.openxmlformats.org/presentationml/2006/main">
  <p:tag name="KSO_WM_BEAUTIFY_FLAG" val="#wm#"/>
  <p:tag name="KSO_WM_DIAGRAM_GROUP_CODE" val="r1-1"/>
  <p:tag name="KSO_WM_TAG_VERSION" val="1.0"/>
  <p:tag name="KSO_WM_TEMPLATE_CATEGORY" val="diagram"/>
  <p:tag name="KSO_WM_TEMPLATE_INDEX" val="20185755"/>
  <p:tag name="KSO_WM_UNIT_COMPATIBLE" val="0"/>
  <p:tag name="KSO_WM_UNIT_DIAGRAM_CONTRAST_TITLE_CNT" val="2"/>
  <p:tag name="KSO_WM_UNIT_DIAGRAM_DIMENSION_TITLE_CNT" val="1"/>
  <p:tag name="KSO_WM_UNIT_DIAGRAM_IS_NEED_ADD_PATH_ANIM" val="0"/>
  <p:tag name="KSO_WM_UNIT_DIAGRAM_ISNUMVISUAL" val="0"/>
  <p:tag name="KSO_WM_UNIT_DIAGRAM_ISREFERUNIT" val="0"/>
  <p:tag name="KSO_WM_UNIT_FILL_FORE_SCHEMECOLOR_INDEX" val="8"/>
  <p:tag name="KSO_WM_UNIT_FILL_TYPE" val="1"/>
  <p:tag name="KSO_WM_UNIT_HIGHLIGHT" val="0"/>
  <p:tag name="KSO_WM_UNIT_ID" val="diagram20185755_1*r_i*1_3"/>
  <p:tag name="KSO_WM_UNIT_INDEX" val="1_3"/>
  <p:tag name="KSO_WM_UNIT_LAYERLEVEL" val="1_1"/>
  <p:tag name="KSO_WM_UNIT_TEXT_FILL_FORE_SCHEMECOLOR_INDEX" val="2"/>
  <p:tag name="KSO_WM_UNIT_TEXT_FILL_TYPE" val="1"/>
  <p:tag name="KSO_WM_UNIT_TYPE" val="r_i"/>
  <p:tag name="KSO_WM_UNIT_USESOURCEFORMAT_APPLY" val="1"/>
</p:tagLst>
</file>

<file path=ppt/tags/tag80.xml><?xml version="1.0" encoding="utf-8"?>
<p:tagLst xmlns:p="http://schemas.openxmlformats.org/presentationml/2006/main">
  <p:tag name="KSO_WM_BEAUTIFY_FLAG" val="#wm#"/>
  <p:tag name="KSO_WM_DIAGRAM_GROUP_CODE" val="r1-1"/>
  <p:tag name="KSO_WM_TAG_VERSION" val="1.0"/>
  <p:tag name="KSO_WM_TEMPLATE_CATEGORY" val="diagram"/>
  <p:tag name="KSO_WM_TEMPLATE_INDEX" val="20185755"/>
  <p:tag name="KSO_WM_UNIT_COMPATIBLE" val="0"/>
  <p:tag name="KSO_WM_UNIT_DIAGRAM_CONTRAST_TITLE_CNT" val="2"/>
  <p:tag name="KSO_WM_UNIT_DIAGRAM_DIMENSION_TITLE_CNT" val="1"/>
  <p:tag name="KSO_WM_UNIT_DIAGRAM_IS_NEED_ADD_PATH_ANIM" val="0"/>
  <p:tag name="KSO_WM_UNIT_DIAGRAM_ISNUMVISUAL" val="0"/>
  <p:tag name="KSO_WM_UNIT_DIAGRAM_ISREFERUNIT" val="0"/>
  <p:tag name="KSO_WM_UNIT_HIGHLIGHT" val="0"/>
  <p:tag name="KSO_WM_UNIT_ID" val="diagram20185755_1*r_i*1_5"/>
  <p:tag name="KSO_WM_UNIT_INDEX" val="1_5"/>
  <p:tag name="KSO_WM_UNIT_LAYERLEVEL" val="1_1"/>
  <p:tag name="KSO_WM_UNIT_LINE_FILL_TYPE" val="2"/>
  <p:tag name="KSO_WM_UNIT_LINE_FORE_SCHEMECOLOR_INDEX" val="13"/>
  <p:tag name="KSO_WM_UNIT_TYPE" val="r_i"/>
  <p:tag name="KSO_WM_UNIT_USESOURCEFORMAT_APPLY" val="1"/>
</p:tagLst>
</file>

<file path=ppt/tags/tag81.xml><?xml version="1.0" encoding="utf-8"?>
<p:tagLst xmlns:p="http://schemas.openxmlformats.org/presentationml/2006/main">
  <p:tag name="KSO_WM_BEAUTIFY_FLAG" val="#wm#"/>
  <p:tag name="KSO_WM_DIAGRAM_GROUP_CODE" val="r1-1"/>
  <p:tag name="KSO_WM_TAG_VERSION" val="1.0"/>
  <p:tag name="KSO_WM_TEMPLATE_CATEGORY" val="diagram"/>
  <p:tag name="KSO_WM_TEMPLATE_INDEX" val="20185755"/>
  <p:tag name="KSO_WM_UNIT_COMPATIBLE" val="0"/>
  <p:tag name="KSO_WM_UNIT_DIAGRAM_CONTRAST_TITLE_CNT" val="2"/>
  <p:tag name="KSO_WM_UNIT_DIAGRAM_DIMENSION_TITLE_CNT" val="1"/>
  <p:tag name="KSO_WM_UNIT_DIAGRAM_IS_NEED_ADD_PATH_ANIM" val="0"/>
  <p:tag name="KSO_WM_UNIT_DIAGRAM_ISNUMVISUAL" val="0"/>
  <p:tag name="KSO_WM_UNIT_DIAGRAM_ISREFERUNIT" val="0"/>
  <p:tag name="KSO_WM_UNIT_FILL_FORE_SCHEMECOLOR_INDEX" val="5"/>
  <p:tag name="KSO_WM_UNIT_FILL_TYPE" val="1"/>
  <p:tag name="KSO_WM_UNIT_HIGHLIGHT" val="0"/>
  <p:tag name="KSO_WM_UNIT_ID" val="diagram20185755_1*r_i*1_1"/>
  <p:tag name="KSO_WM_UNIT_INDEX" val="1_1"/>
  <p:tag name="KSO_WM_UNIT_LAYERLEVEL" val="1_1"/>
  <p:tag name="KSO_WM_UNIT_TEXT_FILL_FORE_SCHEMECOLOR_INDEX" val="2"/>
  <p:tag name="KSO_WM_UNIT_TEXT_FILL_TYPE" val="1"/>
  <p:tag name="KSO_WM_UNIT_TYPE" val="r_i"/>
  <p:tag name="KSO_WM_UNIT_USESOURCEFORMAT_APPLY" val="1"/>
</p:tagLst>
</file>

<file path=ppt/tags/tag82.xml><?xml version="1.0" encoding="utf-8"?>
<p:tagLst xmlns:p="http://schemas.openxmlformats.org/presentationml/2006/main">
  <p:tag name="KSO_WM_BEAUTIFY_FLAG" val="#wm#"/>
  <p:tag name="KSO_WM_DIAGRAM_GROUP_CODE" val="r1-1"/>
  <p:tag name="KSO_WM_TAG_VERSION" val="1.0"/>
  <p:tag name="KSO_WM_TEMPLATE_CATEGORY" val="diagram"/>
  <p:tag name="KSO_WM_TEMPLATE_INDEX" val="20185755"/>
  <p:tag name="KSO_WM_UNIT_COMPATIBLE" val="0"/>
  <p:tag name="KSO_WM_UNIT_DIAGRAM_CONTRAST_TITLE_CNT" val="2"/>
  <p:tag name="KSO_WM_UNIT_DIAGRAM_DIMENSION_TITLE_CNT" val="1"/>
  <p:tag name="KSO_WM_UNIT_DIAGRAM_IS_NEED_ADD_PATH_ANIM" val="0"/>
  <p:tag name="KSO_WM_UNIT_DIAGRAM_ISNUMVISUAL" val="0"/>
  <p:tag name="KSO_WM_UNIT_DIAGRAM_ISREFERUNIT" val="0"/>
  <p:tag name="KSO_WM_UNIT_FILL_FORE_SCHEMECOLOR_INDEX" val="5"/>
  <p:tag name="KSO_WM_UNIT_FILL_TYPE" val="1"/>
  <p:tag name="KSO_WM_UNIT_HIGHLIGHT" val="0"/>
  <p:tag name="KSO_WM_UNIT_ID" val="diagram20185755_1*r_i*1_2"/>
  <p:tag name="KSO_WM_UNIT_INDEX" val="1_2"/>
  <p:tag name="KSO_WM_UNIT_LAYERLEVEL" val="1_1"/>
  <p:tag name="KSO_WM_UNIT_TEXT_FILL_FORE_SCHEMECOLOR_INDEX" val="2"/>
  <p:tag name="KSO_WM_UNIT_TEXT_FILL_TYPE" val="1"/>
  <p:tag name="KSO_WM_UNIT_TYPE" val="r_i"/>
  <p:tag name="KSO_WM_UNIT_USESOURCEFORMAT_APPLY" val="1"/>
</p:tagLst>
</file>

<file path=ppt/tags/tag83.xml><?xml version="1.0" encoding="utf-8"?>
<p:tagLst xmlns:p="http://schemas.openxmlformats.org/presentationml/2006/main">
  <p:tag name="KSO_WM_BEAUTIFY_FLAG" val="#wm#"/>
  <p:tag name="KSO_WM_DIAGRAM_GROUP_CODE" val="r1-1"/>
  <p:tag name="KSO_WM_TAG_VERSION" val="1.0"/>
  <p:tag name="KSO_WM_TEMPLATE_CATEGORY" val="diagram"/>
  <p:tag name="KSO_WM_TEMPLATE_INDEX" val="20185755"/>
  <p:tag name="KSO_WM_UNIT_COMPATIBLE" val="0"/>
  <p:tag name="KSO_WM_UNIT_DIAGRAM_CONTRAST_TITLE_CNT" val="2"/>
  <p:tag name="KSO_WM_UNIT_DIAGRAM_DIMENSION_TITLE_CNT" val="1"/>
  <p:tag name="KSO_WM_UNIT_DIAGRAM_IS_NEED_ADD_PATH_ANIM" val="0"/>
  <p:tag name="KSO_WM_UNIT_DIAGRAM_ISNUMVISUAL" val="0"/>
  <p:tag name="KSO_WM_UNIT_DIAGRAM_ISREFERUNIT" val="0"/>
  <p:tag name="KSO_WM_UNIT_HIGHLIGHT" val="0"/>
  <p:tag name="KSO_WM_UNIT_ID" val="diagram20185755_1*r_t*1_1"/>
  <p:tag name="KSO_WM_UNIT_INDEX" val="1_1"/>
  <p:tag name="KSO_WM_UNIT_LAYERLEVEL" val="1_1"/>
  <p:tag name="KSO_WM_UNIT_NOCLEAR" val="0"/>
  <p:tag name="KSO_WM_UNIT_PRESET_TEXT" val="添加标题"/>
  <p:tag name="KSO_WM_UNIT_SHOW_EDIT_AREA_INDICATION" val="0"/>
  <p:tag name="KSO_WM_UNIT_TEXT_FILL_FORE_SCHEMECOLOR_INDEX" val="14"/>
  <p:tag name="KSO_WM_UNIT_TEXT_FILL_TYPE" val="1"/>
  <p:tag name="KSO_WM_UNIT_TYPE" val="r_t"/>
  <p:tag name="KSO_WM_UNIT_USESOURCEFORMAT_APPLY" val="1"/>
  <p:tag name="KSO_WM_UNIT_VALUE" val="5"/>
</p:tagLst>
</file>

<file path=ppt/tags/tag84.xml><?xml version="1.0" encoding="utf-8"?>
<p:tagLst xmlns:p="http://schemas.openxmlformats.org/presentationml/2006/main">
  <p:tag name="KSO_WM_BEAUTIFY_FLAG" val="#wm#"/>
  <p:tag name="KSO_WM_DIAGRAM_GROUP_CODE" val="r1-1"/>
  <p:tag name="KSO_WM_TAG_VERSION" val="1.0"/>
  <p:tag name="KSO_WM_TEMPLATE_CATEGORY" val="diagram"/>
  <p:tag name="KSO_WM_TEMPLATE_INDEX" val="20185755"/>
  <p:tag name="KSO_WM_UNIT_COMPATIBLE" val="0"/>
  <p:tag name="KSO_WM_UNIT_DIAGRAM_CONTRAST_TITLE_CNT" val="2"/>
  <p:tag name="KSO_WM_UNIT_DIAGRAM_DIMENSION_TITLE_CNT" val="1"/>
  <p:tag name="KSO_WM_UNIT_DIAGRAM_IS_NEED_ADD_PATH_ANIM" val="0"/>
  <p:tag name="KSO_WM_UNIT_DIAGRAM_ISNUMVISUAL" val="0"/>
  <p:tag name="KSO_WM_UNIT_DIAGRAM_ISREFERUNIT" val="0"/>
  <p:tag name="KSO_WM_UNIT_FILL_FORE_SCHEMECOLOR_INDEX" val="8"/>
  <p:tag name="KSO_WM_UNIT_FILL_TYPE" val="1"/>
  <p:tag name="KSO_WM_UNIT_HIGHLIGHT" val="0"/>
  <p:tag name="KSO_WM_UNIT_ID" val="diagram20185755_1*r_i*1_4"/>
  <p:tag name="KSO_WM_UNIT_INDEX" val="1_4"/>
  <p:tag name="KSO_WM_UNIT_LAYERLEVEL" val="1_1"/>
  <p:tag name="KSO_WM_UNIT_TEXT_FILL_FORE_SCHEMECOLOR_INDEX" val="2"/>
  <p:tag name="KSO_WM_UNIT_TEXT_FILL_TYPE" val="1"/>
  <p:tag name="KSO_WM_UNIT_TYPE" val="r_i"/>
  <p:tag name="KSO_WM_UNIT_USESOURCEFORMAT_APPLY" val="1"/>
</p:tagLst>
</file>

<file path=ppt/tags/tag85.xml><?xml version="1.0" encoding="utf-8"?>
<p:tagLst xmlns:p="http://schemas.openxmlformats.org/presentationml/2006/main">
  <p:tag name="KSO_WM_BEAUTIFY_FLAG" val="#wm#"/>
  <p:tag name="KSO_WM_DIAGRAM_GROUP_CODE" val="r1-1"/>
  <p:tag name="KSO_WM_TAG_VERSION" val="1.0"/>
  <p:tag name="KSO_WM_TEMPLATE_CATEGORY" val="diagram"/>
  <p:tag name="KSO_WM_TEMPLATE_INDEX" val="20185755"/>
  <p:tag name="KSO_WM_UNIT_COMPATIBLE" val="0"/>
  <p:tag name="KSO_WM_UNIT_DIAGRAM_CONTRAST_TITLE_CNT" val="2"/>
  <p:tag name="KSO_WM_UNIT_DIAGRAM_DIMENSION_TITLE_CNT" val="1"/>
  <p:tag name="KSO_WM_UNIT_DIAGRAM_IS_NEED_ADD_PATH_ANIM" val="0"/>
  <p:tag name="KSO_WM_UNIT_DIAGRAM_ISNUMVISUAL" val="0"/>
  <p:tag name="KSO_WM_UNIT_DIAGRAM_ISREFERUNIT" val="0"/>
  <p:tag name="KSO_WM_UNIT_HIGHLIGHT" val="0"/>
  <p:tag name="KSO_WM_UNIT_ID" val="diagram20185755_1*r_t*1_2"/>
  <p:tag name="KSO_WM_UNIT_INDEX" val="1_2"/>
  <p:tag name="KSO_WM_UNIT_LAYERLEVEL" val="1_1"/>
  <p:tag name="KSO_WM_UNIT_NOCLEAR" val="0"/>
  <p:tag name="KSO_WM_UNIT_PRESET_TEXT" val="添加标题"/>
  <p:tag name="KSO_WM_UNIT_SHOW_EDIT_AREA_INDICATION" val="0"/>
  <p:tag name="KSO_WM_UNIT_TYPE" val="r_t"/>
  <p:tag name="KSO_WM_UNIT_USESOURCEFORMAT_APPLY" val="1"/>
  <p:tag name="KSO_WM_UNIT_VALUE" val="5"/>
</p:tagLst>
</file>

<file path=ppt/tags/tag86.xml><?xml version="1.0" encoding="utf-8"?>
<p:tagLst xmlns:p="http://schemas.openxmlformats.org/presentationml/2006/main">
  <p:tag name="KSO_WM_BEAUTIFY_FLAG" val="#wm#"/>
  <p:tag name="KSO_WM_DIAGRAM_GROUP_CODE" val="r1-1"/>
  <p:tag name="KSO_WM_TAG_VERSION" val="1.0"/>
  <p:tag name="KSO_WM_TEMPLATE_CATEGORY" val="diagram"/>
  <p:tag name="KSO_WM_TEMPLATE_INDEX" val="20185755"/>
  <p:tag name="KSO_WM_UNIT_COMPATIBLE" val="0"/>
  <p:tag name="KSO_WM_UNIT_DIAGRAM_CONTRAST_TITLE_CNT" val="2"/>
  <p:tag name="KSO_WM_UNIT_DIAGRAM_DIMENSION_TITLE_CNT" val="1"/>
  <p:tag name="KSO_WM_UNIT_DIAGRAM_IS_NEED_ADD_PATH_ANIM" val="0"/>
  <p:tag name="KSO_WM_UNIT_DIAGRAM_ISNUMVISUAL" val="0"/>
  <p:tag name="KSO_WM_UNIT_DIAGRAM_ISREFERUNIT" val="0"/>
  <p:tag name="KSO_WM_UNIT_HIGHLIGHT" val="0"/>
  <p:tag name="KSO_WM_UNIT_ID" val="diagram20185755_1*r_v*1_1"/>
  <p:tag name="KSO_WM_UNIT_INDEX" val="1_1"/>
  <p:tag name="KSO_WM_UNIT_LAYERLEVEL" val="1_1"/>
  <p:tag name="KSO_WM_UNIT_NOCLEAR" val="0"/>
  <p:tag name="KSO_WM_UNIT_PRESET_TEXT" val="单击此处添加文本具体内容"/>
  <p:tag name="KSO_WM_UNIT_SHOW_EDIT_AREA_INDICATION" val="0"/>
  <p:tag name="KSO_WM_UNIT_TEXT_FILL_FORE_SCHEMECOLOR_INDEX" val="13"/>
  <p:tag name="KSO_WM_UNIT_TEXT_FILL_TYPE" val="1"/>
  <p:tag name="KSO_WM_UNIT_TYPE" val="r_v"/>
  <p:tag name="KSO_WM_UNIT_USESOURCEFORMAT_APPLY" val="1"/>
  <p:tag name="KSO_WM_UNIT_VALUE" val="16"/>
</p:tagLst>
</file>

<file path=ppt/tags/tag87.xml><?xml version="1.0" encoding="utf-8"?>
<p:tagLst xmlns:p="http://schemas.openxmlformats.org/presentationml/2006/main">
  <p:tag name="KSO_WM_SLIDE_ITEM_CNT" val="2"/>
</p:tagLst>
</file>

<file path=ppt/tags/tag88.xml><?xml version="1.0" encoding="utf-8"?>
<p:tagLst xmlns:p="http://schemas.openxmlformats.org/presentationml/2006/main">
  <p:tag name="KSO_WM_BEAUTIFY_FLAG" val="#wm#"/>
  <p:tag name="KSO_WM_DIAGRAM_GROUP_CODE" val="r1-1"/>
  <p:tag name="KSO_WM_TAG_VERSION" val="1.0"/>
  <p:tag name="KSO_WM_TEMPLATE_CATEGORY" val="diagram"/>
  <p:tag name="KSO_WM_TEMPLATE_INDEX" val="20185755"/>
  <p:tag name="KSO_WM_UNIT_COMPATIBLE" val="0"/>
  <p:tag name="KSO_WM_UNIT_DIAGRAM_CONTRAST_TITLE_CNT" val="2"/>
  <p:tag name="KSO_WM_UNIT_DIAGRAM_DIMENSION_TITLE_CNT" val="1"/>
  <p:tag name="KSO_WM_UNIT_DIAGRAM_IS_NEED_ADD_PATH_ANIM" val="0"/>
  <p:tag name="KSO_WM_UNIT_DIAGRAM_ISNUMVISUAL" val="0"/>
  <p:tag name="KSO_WM_UNIT_DIAGRAM_ISREFERUNIT" val="0"/>
  <p:tag name="KSO_WM_UNIT_FILL_FORE_SCHEMECOLOR_INDEX" val="8"/>
  <p:tag name="KSO_WM_UNIT_FILL_TYPE" val="1"/>
  <p:tag name="KSO_WM_UNIT_HIGHLIGHT" val="0"/>
  <p:tag name="KSO_WM_UNIT_ID" val="diagram20185755_1*r_i*1_3"/>
  <p:tag name="KSO_WM_UNIT_INDEX" val="1_3"/>
  <p:tag name="KSO_WM_UNIT_LAYERLEVEL" val="1_1"/>
  <p:tag name="KSO_WM_UNIT_TEXT_FILL_FORE_SCHEMECOLOR_INDEX" val="2"/>
  <p:tag name="KSO_WM_UNIT_TEXT_FILL_TYPE" val="1"/>
  <p:tag name="KSO_WM_UNIT_TYPE" val="r_i"/>
  <p:tag name="KSO_WM_UNIT_USESOURCEFORMAT_APPLY" val="1"/>
</p:tagLst>
</file>

<file path=ppt/tags/tag89.xml><?xml version="1.0" encoding="utf-8"?>
<p:tagLst xmlns:p="http://schemas.openxmlformats.org/presentationml/2006/main">
  <p:tag name="KSO_WM_BEAUTIFY_FLAG" val="#wm#"/>
  <p:tag name="KSO_WM_DIAGRAM_GROUP_CODE" val="r1-1"/>
  <p:tag name="KSO_WM_TAG_VERSION" val="1.0"/>
  <p:tag name="KSO_WM_TEMPLATE_CATEGORY" val="diagram"/>
  <p:tag name="KSO_WM_TEMPLATE_INDEX" val="20185755"/>
  <p:tag name="KSO_WM_UNIT_COMPATIBLE" val="0"/>
  <p:tag name="KSO_WM_UNIT_DIAGRAM_CONTRAST_TITLE_CNT" val="2"/>
  <p:tag name="KSO_WM_UNIT_DIAGRAM_DIMENSION_TITLE_CNT" val="1"/>
  <p:tag name="KSO_WM_UNIT_DIAGRAM_IS_NEED_ADD_PATH_ANIM" val="0"/>
  <p:tag name="KSO_WM_UNIT_DIAGRAM_ISNUMVISUAL" val="0"/>
  <p:tag name="KSO_WM_UNIT_DIAGRAM_ISREFERUNIT" val="0"/>
  <p:tag name="KSO_WM_UNIT_HIGHLIGHT" val="0"/>
  <p:tag name="KSO_WM_UNIT_ID" val="diagram20185755_1*r_i*1_5"/>
  <p:tag name="KSO_WM_UNIT_INDEX" val="1_5"/>
  <p:tag name="KSO_WM_UNIT_LAYERLEVEL" val="1_1"/>
  <p:tag name="KSO_WM_UNIT_LINE_FILL_TYPE" val="2"/>
  <p:tag name="KSO_WM_UNIT_LINE_FORE_SCHEMECOLOR_INDEX" val="13"/>
  <p:tag name="KSO_WM_UNIT_TYPE" val="r_i"/>
  <p:tag name="KSO_WM_UNIT_USESOURCEFORMAT_APPLY" val="1"/>
</p:tagLst>
</file>

<file path=ppt/tags/tag90.xml><?xml version="1.0" encoding="utf-8"?>
<p:tagLst xmlns:p="http://schemas.openxmlformats.org/presentationml/2006/main">
  <p:tag name="KSO_WM_BEAUTIFY_FLAG" val="#wm#"/>
  <p:tag name="KSO_WM_DIAGRAM_GROUP_CODE" val="r1-1"/>
  <p:tag name="KSO_WM_TAG_VERSION" val="1.0"/>
  <p:tag name="KSO_WM_TEMPLATE_CATEGORY" val="diagram"/>
  <p:tag name="KSO_WM_TEMPLATE_INDEX" val="20185755"/>
  <p:tag name="KSO_WM_UNIT_COMPATIBLE" val="0"/>
  <p:tag name="KSO_WM_UNIT_DIAGRAM_CONTRAST_TITLE_CNT" val="2"/>
  <p:tag name="KSO_WM_UNIT_DIAGRAM_DIMENSION_TITLE_CNT" val="1"/>
  <p:tag name="KSO_WM_UNIT_DIAGRAM_IS_NEED_ADD_PATH_ANIM" val="0"/>
  <p:tag name="KSO_WM_UNIT_DIAGRAM_ISNUMVISUAL" val="0"/>
  <p:tag name="KSO_WM_UNIT_DIAGRAM_ISREFERUNIT" val="0"/>
  <p:tag name="KSO_WM_UNIT_FILL_FORE_SCHEMECOLOR_INDEX" val="5"/>
  <p:tag name="KSO_WM_UNIT_FILL_TYPE" val="1"/>
  <p:tag name="KSO_WM_UNIT_HIGHLIGHT" val="0"/>
  <p:tag name="KSO_WM_UNIT_ID" val="diagram20185755_1*r_i*1_1"/>
  <p:tag name="KSO_WM_UNIT_INDEX" val="1_1"/>
  <p:tag name="KSO_WM_UNIT_LAYERLEVEL" val="1_1"/>
  <p:tag name="KSO_WM_UNIT_TEXT_FILL_FORE_SCHEMECOLOR_INDEX" val="2"/>
  <p:tag name="KSO_WM_UNIT_TEXT_FILL_TYPE" val="1"/>
  <p:tag name="KSO_WM_UNIT_TYPE" val="r_i"/>
  <p:tag name="KSO_WM_UNIT_USESOURCEFORMAT_APPLY" val="1"/>
</p:tagLst>
</file>

<file path=ppt/tags/tag91.xml><?xml version="1.0" encoding="utf-8"?>
<p:tagLst xmlns:p="http://schemas.openxmlformats.org/presentationml/2006/main">
  <p:tag name="KSO_WM_BEAUTIFY_FLAG" val="#wm#"/>
  <p:tag name="KSO_WM_DIAGRAM_GROUP_CODE" val="r1-1"/>
  <p:tag name="KSO_WM_TAG_VERSION" val="1.0"/>
  <p:tag name="KSO_WM_TEMPLATE_CATEGORY" val="diagram"/>
  <p:tag name="KSO_WM_TEMPLATE_INDEX" val="20185755"/>
  <p:tag name="KSO_WM_UNIT_COMPATIBLE" val="0"/>
  <p:tag name="KSO_WM_UNIT_DIAGRAM_CONTRAST_TITLE_CNT" val="2"/>
  <p:tag name="KSO_WM_UNIT_DIAGRAM_DIMENSION_TITLE_CNT" val="1"/>
  <p:tag name="KSO_WM_UNIT_DIAGRAM_IS_NEED_ADD_PATH_ANIM" val="0"/>
  <p:tag name="KSO_WM_UNIT_DIAGRAM_ISNUMVISUAL" val="0"/>
  <p:tag name="KSO_WM_UNIT_DIAGRAM_ISREFERUNIT" val="0"/>
  <p:tag name="KSO_WM_UNIT_FILL_FORE_SCHEMECOLOR_INDEX" val="5"/>
  <p:tag name="KSO_WM_UNIT_FILL_TYPE" val="1"/>
  <p:tag name="KSO_WM_UNIT_HIGHLIGHT" val="0"/>
  <p:tag name="KSO_WM_UNIT_ID" val="diagram20185755_1*r_i*1_2"/>
  <p:tag name="KSO_WM_UNIT_INDEX" val="1_2"/>
  <p:tag name="KSO_WM_UNIT_LAYERLEVEL" val="1_1"/>
  <p:tag name="KSO_WM_UNIT_TEXT_FILL_FORE_SCHEMECOLOR_INDEX" val="2"/>
  <p:tag name="KSO_WM_UNIT_TEXT_FILL_TYPE" val="1"/>
  <p:tag name="KSO_WM_UNIT_TYPE" val="r_i"/>
  <p:tag name="KSO_WM_UNIT_USESOURCEFORMAT_APPLY" val="1"/>
</p:tagLst>
</file>

<file path=ppt/tags/tag92.xml><?xml version="1.0" encoding="utf-8"?>
<p:tagLst xmlns:p="http://schemas.openxmlformats.org/presentationml/2006/main">
  <p:tag name="KSO_WM_BEAUTIFY_FLAG" val="#wm#"/>
  <p:tag name="KSO_WM_DIAGRAM_GROUP_CODE" val="r1-1"/>
  <p:tag name="KSO_WM_TAG_VERSION" val="1.0"/>
  <p:tag name="KSO_WM_TEMPLATE_CATEGORY" val="diagram"/>
  <p:tag name="KSO_WM_TEMPLATE_INDEX" val="20185755"/>
  <p:tag name="KSO_WM_UNIT_COMPATIBLE" val="0"/>
  <p:tag name="KSO_WM_UNIT_DIAGRAM_CONTRAST_TITLE_CNT" val="2"/>
  <p:tag name="KSO_WM_UNIT_DIAGRAM_DIMENSION_TITLE_CNT" val="1"/>
  <p:tag name="KSO_WM_UNIT_DIAGRAM_IS_NEED_ADD_PATH_ANIM" val="0"/>
  <p:tag name="KSO_WM_UNIT_DIAGRAM_ISNUMVISUAL" val="0"/>
  <p:tag name="KSO_WM_UNIT_DIAGRAM_ISREFERUNIT" val="0"/>
  <p:tag name="KSO_WM_UNIT_HIGHLIGHT" val="0"/>
  <p:tag name="KSO_WM_UNIT_ID" val="diagram20185755_1*r_t*1_1"/>
  <p:tag name="KSO_WM_UNIT_INDEX" val="1_1"/>
  <p:tag name="KSO_WM_UNIT_LAYERLEVEL" val="1_1"/>
  <p:tag name="KSO_WM_UNIT_NOCLEAR" val="0"/>
  <p:tag name="KSO_WM_UNIT_PRESET_TEXT" val="添加标题"/>
  <p:tag name="KSO_WM_UNIT_SHOW_EDIT_AREA_INDICATION" val="0"/>
  <p:tag name="KSO_WM_UNIT_TEXT_FILL_FORE_SCHEMECOLOR_INDEX" val="14"/>
  <p:tag name="KSO_WM_UNIT_TEXT_FILL_TYPE" val="1"/>
  <p:tag name="KSO_WM_UNIT_TYPE" val="r_t"/>
  <p:tag name="KSO_WM_UNIT_USESOURCEFORMAT_APPLY" val="1"/>
  <p:tag name="KSO_WM_UNIT_VALUE" val="5"/>
</p:tagLst>
</file>

<file path=ppt/tags/tag93.xml><?xml version="1.0" encoding="utf-8"?>
<p:tagLst xmlns:p="http://schemas.openxmlformats.org/presentationml/2006/main">
  <p:tag name="KSO_WM_BEAUTIFY_FLAG" val="#wm#"/>
  <p:tag name="KSO_WM_DIAGRAM_GROUP_CODE" val="r1-1"/>
  <p:tag name="KSO_WM_TAG_VERSION" val="1.0"/>
  <p:tag name="KSO_WM_TEMPLATE_CATEGORY" val="diagram"/>
  <p:tag name="KSO_WM_TEMPLATE_INDEX" val="20185755"/>
  <p:tag name="KSO_WM_UNIT_COMPATIBLE" val="0"/>
  <p:tag name="KSO_WM_UNIT_DIAGRAM_CONTRAST_TITLE_CNT" val="2"/>
  <p:tag name="KSO_WM_UNIT_DIAGRAM_DIMENSION_TITLE_CNT" val="1"/>
  <p:tag name="KSO_WM_UNIT_DIAGRAM_IS_NEED_ADD_PATH_ANIM" val="0"/>
  <p:tag name="KSO_WM_UNIT_DIAGRAM_ISNUMVISUAL" val="0"/>
  <p:tag name="KSO_WM_UNIT_DIAGRAM_ISREFERUNIT" val="0"/>
  <p:tag name="KSO_WM_UNIT_FILL_FORE_SCHEMECOLOR_INDEX" val="8"/>
  <p:tag name="KSO_WM_UNIT_FILL_TYPE" val="1"/>
  <p:tag name="KSO_WM_UNIT_HIGHLIGHT" val="0"/>
  <p:tag name="KSO_WM_UNIT_ID" val="diagram20185755_1*r_i*1_4"/>
  <p:tag name="KSO_WM_UNIT_INDEX" val="1_4"/>
  <p:tag name="KSO_WM_UNIT_LAYERLEVEL" val="1_1"/>
  <p:tag name="KSO_WM_UNIT_TEXT_FILL_FORE_SCHEMECOLOR_INDEX" val="2"/>
  <p:tag name="KSO_WM_UNIT_TEXT_FILL_TYPE" val="1"/>
  <p:tag name="KSO_WM_UNIT_TYPE" val="r_i"/>
  <p:tag name="KSO_WM_UNIT_USESOURCEFORMAT_APPLY" val="1"/>
</p:tagLst>
</file>

<file path=ppt/tags/tag94.xml><?xml version="1.0" encoding="utf-8"?>
<p:tagLst xmlns:p="http://schemas.openxmlformats.org/presentationml/2006/main">
  <p:tag name="KSO_WM_BEAUTIFY_FLAG" val="#wm#"/>
  <p:tag name="KSO_WM_DIAGRAM_GROUP_CODE" val="r1-1"/>
  <p:tag name="KSO_WM_TAG_VERSION" val="1.0"/>
  <p:tag name="KSO_WM_TEMPLATE_CATEGORY" val="diagram"/>
  <p:tag name="KSO_WM_TEMPLATE_INDEX" val="20185755"/>
  <p:tag name="KSO_WM_UNIT_COMPATIBLE" val="0"/>
  <p:tag name="KSO_WM_UNIT_DIAGRAM_CONTRAST_TITLE_CNT" val="2"/>
  <p:tag name="KSO_WM_UNIT_DIAGRAM_DIMENSION_TITLE_CNT" val="1"/>
  <p:tag name="KSO_WM_UNIT_DIAGRAM_IS_NEED_ADD_PATH_ANIM" val="0"/>
  <p:tag name="KSO_WM_UNIT_DIAGRAM_ISNUMVISUAL" val="0"/>
  <p:tag name="KSO_WM_UNIT_DIAGRAM_ISREFERUNIT" val="0"/>
  <p:tag name="KSO_WM_UNIT_HIGHLIGHT" val="0"/>
  <p:tag name="KSO_WM_UNIT_ID" val="diagram20185755_1*r_t*1_2"/>
  <p:tag name="KSO_WM_UNIT_INDEX" val="1_2"/>
  <p:tag name="KSO_WM_UNIT_LAYERLEVEL" val="1_1"/>
  <p:tag name="KSO_WM_UNIT_NOCLEAR" val="0"/>
  <p:tag name="KSO_WM_UNIT_PRESET_TEXT" val="添加标题"/>
  <p:tag name="KSO_WM_UNIT_SHOW_EDIT_AREA_INDICATION" val="0"/>
  <p:tag name="KSO_WM_UNIT_TYPE" val="r_t"/>
  <p:tag name="KSO_WM_UNIT_USESOURCEFORMAT_APPLY" val="1"/>
  <p:tag name="KSO_WM_UNIT_VALUE" val="5"/>
</p:tagLst>
</file>

<file path=ppt/tags/tag95.xml><?xml version="1.0" encoding="utf-8"?>
<p:tagLst xmlns:p="http://schemas.openxmlformats.org/presentationml/2006/main">
  <p:tag name="KSO_WM_BEAUTIFY_FLAG" val="#wm#"/>
  <p:tag name="KSO_WM_DIAGRAM_GROUP_CODE" val="r1-1"/>
  <p:tag name="KSO_WM_TAG_VERSION" val="1.0"/>
  <p:tag name="KSO_WM_TEMPLATE_CATEGORY" val="diagram"/>
  <p:tag name="KSO_WM_TEMPLATE_INDEX" val="20185755"/>
  <p:tag name="KSO_WM_UNIT_COMPATIBLE" val="0"/>
  <p:tag name="KSO_WM_UNIT_DIAGRAM_CONTRAST_TITLE_CNT" val="2"/>
  <p:tag name="KSO_WM_UNIT_DIAGRAM_DIMENSION_TITLE_CNT" val="1"/>
  <p:tag name="KSO_WM_UNIT_DIAGRAM_IS_NEED_ADD_PATH_ANIM" val="0"/>
  <p:tag name="KSO_WM_UNIT_DIAGRAM_ISNUMVISUAL" val="0"/>
  <p:tag name="KSO_WM_UNIT_DIAGRAM_ISREFERUNIT" val="0"/>
  <p:tag name="KSO_WM_UNIT_HIGHLIGHT" val="0"/>
  <p:tag name="KSO_WM_UNIT_ID" val="diagram20185755_1*r_v*1_1"/>
  <p:tag name="KSO_WM_UNIT_INDEX" val="1_1"/>
  <p:tag name="KSO_WM_UNIT_LAYERLEVEL" val="1_1"/>
  <p:tag name="KSO_WM_UNIT_NOCLEAR" val="0"/>
  <p:tag name="KSO_WM_UNIT_PRESET_TEXT" val="单击此处添加文本具体内容"/>
  <p:tag name="KSO_WM_UNIT_SHOW_EDIT_AREA_INDICATION" val="0"/>
  <p:tag name="KSO_WM_UNIT_TEXT_FILL_FORE_SCHEMECOLOR_INDEX" val="13"/>
  <p:tag name="KSO_WM_UNIT_TEXT_FILL_TYPE" val="1"/>
  <p:tag name="KSO_WM_UNIT_TYPE" val="r_v"/>
  <p:tag name="KSO_WM_UNIT_USESOURCEFORMAT_APPLY" val="1"/>
  <p:tag name="KSO_WM_UNIT_VALUE" val="16"/>
</p:tagLst>
</file>

<file path=ppt/tags/tag96.xml><?xml version="1.0" encoding="utf-8"?>
<p:tagLst xmlns:p="http://schemas.openxmlformats.org/presentationml/2006/main">
  <p:tag name="KSO_WM_SLIDE_ITEM_CNT" val="2"/>
</p:tagLst>
</file>

<file path=ppt/tags/tag97.xml><?xml version="1.0" encoding="utf-8"?>
<p:tagLst xmlns:p="http://schemas.openxmlformats.org/presentationml/2006/main">
  <p:tag name="KSO_WM_BEAUTIFY_FLAG" val="#wm#"/>
  <p:tag name="KSO_WM_DIAGRAM_GROUP_CODE" val="r1-1"/>
  <p:tag name="KSO_WM_TAG_VERSION" val="1.0"/>
  <p:tag name="KSO_WM_TEMPLATE_CATEGORY" val="diagram"/>
  <p:tag name="KSO_WM_TEMPLATE_INDEX" val="20193651"/>
  <p:tag name="KSO_WM_UNIT_COMPATIBLE" val="0"/>
  <p:tag name="KSO_WM_UNIT_DIAGRAM_CONTRAST_TITLE_CNT" val="2"/>
  <p:tag name="KSO_WM_UNIT_DIAGRAM_DIMENSION_TITLE_CNT" val="1"/>
  <p:tag name="KSO_WM_UNIT_DIAGRAM_IS_NEED_ADD_PATH_ANIM" val="0"/>
  <p:tag name="KSO_WM_UNIT_DIAGRAM_ISNUMVISUAL" val="0"/>
  <p:tag name="KSO_WM_UNIT_DIAGRAM_ISREFERUNIT" val="0"/>
  <p:tag name="KSO_WM_UNIT_FILL_FORE_SCHEMECOLOR_INDEX" val="14"/>
  <p:tag name="KSO_WM_UNIT_FILL_TYPE" val="1"/>
  <p:tag name="KSO_WM_UNIT_HIGHLIGHT" val="0"/>
  <p:tag name="KSO_WM_UNIT_ID" val="diagram20193651_1*r_i*1_1"/>
  <p:tag name="KSO_WM_UNIT_INDEX" val="1_1"/>
  <p:tag name="KSO_WM_UNIT_LAYERLEVEL" val="1_1"/>
  <p:tag name="KSO_WM_UNIT_TEXT_FILL_FORE_SCHEMECOLOR_INDEX" val="2"/>
  <p:tag name="KSO_WM_UNIT_TEXT_FILL_TYPE" val="1"/>
  <p:tag name="KSO_WM_UNIT_TYPE" val="r_i"/>
  <p:tag name="KSO_WM_UNIT_USESOURCEFORMAT_APPLY" val="1"/>
</p:tagLst>
</file>

<file path=ppt/tags/tag98.xml><?xml version="1.0" encoding="utf-8"?>
<p:tagLst xmlns:p="http://schemas.openxmlformats.org/presentationml/2006/main">
  <p:tag name="KSO_WM_BEAUTIFY_FLAG" val="#wm#"/>
  <p:tag name="KSO_WM_DIAGRAM_GROUP_CODE" val="r1-1"/>
  <p:tag name="KSO_WM_TAG_VERSION" val="1.0"/>
  <p:tag name="KSO_WM_TEMPLATE_CATEGORY" val="diagram"/>
  <p:tag name="KSO_WM_TEMPLATE_INDEX" val="20193651"/>
  <p:tag name="KSO_WM_UNIT_COMPATIBLE" val="0"/>
  <p:tag name="KSO_WM_UNIT_DIAGRAM_CONTRAST_TITLE_CNT" val="2"/>
  <p:tag name="KSO_WM_UNIT_DIAGRAM_DIMENSION_TITLE_CNT" val="1"/>
  <p:tag name="KSO_WM_UNIT_DIAGRAM_IS_NEED_ADD_PATH_ANIM" val="0"/>
  <p:tag name="KSO_WM_UNIT_DIAGRAM_ISNUMVISUAL" val="0"/>
  <p:tag name="KSO_WM_UNIT_DIAGRAM_ISREFERUNIT" val="0"/>
  <p:tag name="KSO_WM_UNIT_FILL_FORE_SCHEMECOLOR_INDEX" val="6"/>
  <p:tag name="KSO_WM_UNIT_FILL_TYPE" val="1"/>
  <p:tag name="KSO_WM_UNIT_HIGHLIGHT" val="0"/>
  <p:tag name="KSO_WM_UNIT_ID" val="diagram20193651_1*r_i*1_2"/>
  <p:tag name="KSO_WM_UNIT_INDEX" val="1_2"/>
  <p:tag name="KSO_WM_UNIT_LAYERLEVEL" val="1_1"/>
  <p:tag name="KSO_WM_UNIT_TEXT_FILL_FORE_SCHEMECOLOR_INDEX" val="2"/>
  <p:tag name="KSO_WM_UNIT_TEXT_FILL_TYPE" val="1"/>
  <p:tag name="KSO_WM_UNIT_TYPE" val="r_i"/>
  <p:tag name="KSO_WM_UNIT_USESOURCEFORMAT_APPLY" val="1"/>
</p:tagLst>
</file>

<file path=ppt/tags/tag99.xml><?xml version="1.0" encoding="utf-8"?>
<p:tagLst xmlns:p="http://schemas.openxmlformats.org/presentationml/2006/main">
  <p:tag name="KSO_WM_BEAUTIFY_FLAG" val="#wm#"/>
  <p:tag name="KSO_WM_DIAGRAM_GROUP_CODE" val="r1-1"/>
  <p:tag name="KSO_WM_TAG_VERSION" val="1.0"/>
  <p:tag name="KSO_WM_TEMPLATE_CATEGORY" val="diagram"/>
  <p:tag name="KSO_WM_TEMPLATE_INDEX" val="20193651"/>
  <p:tag name="KSO_WM_UNIT_COMPATIBLE" val="0"/>
  <p:tag name="KSO_WM_UNIT_DIAGRAM_CONTRAST_TITLE_CNT" val="2"/>
  <p:tag name="KSO_WM_UNIT_DIAGRAM_DIMENSION_TITLE_CNT" val="1"/>
  <p:tag name="KSO_WM_UNIT_DIAGRAM_IS_NEED_ADD_PATH_ANIM" val="0"/>
  <p:tag name="KSO_WM_UNIT_DIAGRAM_ISNUMVISUAL" val="0"/>
  <p:tag name="KSO_WM_UNIT_DIAGRAM_ISREFERUNIT" val="0"/>
  <p:tag name="KSO_WM_UNIT_FILL_FORE_SCHEMECOLOR_INDEX" val="14"/>
  <p:tag name="KSO_WM_UNIT_FILL_TYPE" val="1"/>
  <p:tag name="KSO_WM_UNIT_HIGHLIGHT" val="0"/>
  <p:tag name="KSO_WM_UNIT_ID" val="diagram20193651_1*r_i*1_3"/>
  <p:tag name="KSO_WM_UNIT_INDEX" val="1_3"/>
  <p:tag name="KSO_WM_UNIT_LAYERLEVEL" val="1_1"/>
  <p:tag name="KSO_WM_UNIT_TEXT_FILL_FORE_SCHEMECOLOR_INDEX" val="2"/>
  <p:tag name="KSO_WM_UNIT_TEXT_FILL_TYPE" val="1"/>
  <p:tag name="KSO_WM_UNIT_TYPE" val="r_i"/>
  <p:tag name="KSO_WM_UNIT_USESOURCEFORMAT_APPLY" val="1"/>
</p:tagLst>
</file>

<file path=ppt/tags/tag100.xml><?xml version="1.0" encoding="utf-8"?>
<p:tagLst xmlns:p="http://schemas.openxmlformats.org/presentationml/2006/main">
  <p:tag name="KSO_WM_BEAUTIFY_FLAG" val="#wm#"/>
  <p:tag name="KSO_WM_DIAGRAM_GROUP_CODE" val="r1-1"/>
  <p:tag name="KSO_WM_TAG_VERSION" val="1.0"/>
  <p:tag name="KSO_WM_TEMPLATE_CATEGORY" val="diagram"/>
  <p:tag name="KSO_WM_TEMPLATE_INDEX" val="20193651"/>
  <p:tag name="KSO_WM_UNIT_COMPATIBLE" val="0"/>
  <p:tag name="KSO_WM_UNIT_DIAGRAM_CONTRAST_TITLE_CNT" val="2"/>
  <p:tag name="KSO_WM_UNIT_DIAGRAM_DIMENSION_TITLE_CNT" val="1"/>
  <p:tag name="KSO_WM_UNIT_DIAGRAM_IS_NEED_ADD_PATH_ANIM" val="0"/>
  <p:tag name="KSO_WM_UNIT_DIAGRAM_ISNUMVISUAL" val="0"/>
  <p:tag name="KSO_WM_UNIT_DIAGRAM_ISREFERUNIT" val="0"/>
  <p:tag name="KSO_WM_UNIT_FILL_FORE_SCHEMECOLOR_INDEX" val="9"/>
  <p:tag name="KSO_WM_UNIT_FILL_TYPE" val="1"/>
  <p:tag name="KSO_WM_UNIT_HIGHLIGHT" val="0"/>
  <p:tag name="KSO_WM_UNIT_ID" val="diagram20193651_1*r_i*1_4"/>
  <p:tag name="KSO_WM_UNIT_INDEX" val="1_4"/>
  <p:tag name="KSO_WM_UNIT_LAYERLEVEL" val="1_1"/>
  <p:tag name="KSO_WM_UNIT_TEXT_FILL_FORE_SCHEMECOLOR_INDEX" val="2"/>
  <p:tag name="KSO_WM_UNIT_TEXT_FILL_TYPE" val="1"/>
  <p:tag name="KSO_WM_UNIT_TYPE" val="r_i"/>
  <p:tag name="KSO_WM_UNIT_USESOURCEFORMAT_APPLY" val="1"/>
</p:tagLst>
</file>

<file path=ppt/tags/tag101.xml><?xml version="1.0" encoding="utf-8"?>
<p:tagLst xmlns:p="http://schemas.openxmlformats.org/presentationml/2006/main">
  <p:tag name="KSO_WM_BEAUTIFY_FLAG" val="#wm#"/>
  <p:tag name="KSO_WM_DIAGRAM_GROUP_CODE" val="r1-1"/>
  <p:tag name="KSO_WM_TAG_VERSION" val="1.0"/>
  <p:tag name="KSO_WM_TEMPLATE_CATEGORY" val="diagram"/>
  <p:tag name="KSO_WM_TEMPLATE_INDEX" val="20193651"/>
  <p:tag name="KSO_WM_UNIT_COMPATIBLE" val="0"/>
  <p:tag name="KSO_WM_UNIT_DIAGRAM_CONTRAST_TITLE_CNT" val="2"/>
  <p:tag name="KSO_WM_UNIT_DIAGRAM_DIMENSION_TITLE_CNT" val="1"/>
  <p:tag name="KSO_WM_UNIT_DIAGRAM_IS_NEED_ADD_PATH_ANIM" val="0"/>
  <p:tag name="KSO_WM_UNIT_DIAGRAM_ISNUMVISUAL" val="0"/>
  <p:tag name="KSO_WM_UNIT_DIAGRAM_ISREFERUNIT" val="0"/>
  <p:tag name="KSO_WM_UNIT_FILL_FORE_SCHEMECOLOR_INDEX" val="6"/>
  <p:tag name="KSO_WM_UNIT_FILL_TYPE" val="1"/>
  <p:tag name="KSO_WM_UNIT_HIGHLIGHT" val="0"/>
  <p:tag name="KSO_WM_UNIT_ID" val="diagram20193651_1*r_i*1_5"/>
  <p:tag name="KSO_WM_UNIT_INDEX" val="1_5"/>
  <p:tag name="KSO_WM_UNIT_LAYERLEVEL" val="1_1"/>
  <p:tag name="KSO_WM_UNIT_TEXT_FILL_FORE_SCHEMECOLOR_INDEX" val="2"/>
  <p:tag name="KSO_WM_UNIT_TEXT_FILL_TYPE" val="1"/>
  <p:tag name="KSO_WM_UNIT_TYPE" val="r_i"/>
  <p:tag name="KSO_WM_UNIT_USESOURCEFORMAT_APPLY" val="1"/>
</p:tagLst>
</file>

<file path=ppt/tags/tag102.xml><?xml version="1.0" encoding="utf-8"?>
<p:tagLst xmlns:p="http://schemas.openxmlformats.org/presentationml/2006/main">
  <p:tag name="KSO_WM_BEAUTIFY_FLAG" val="#wm#"/>
  <p:tag name="KSO_WM_DIAGRAM_GROUP_CODE" val="r1-1"/>
  <p:tag name="KSO_WM_TAG_VERSION" val="1.0"/>
  <p:tag name="KSO_WM_TEMPLATE_CATEGORY" val="diagram"/>
  <p:tag name="KSO_WM_TEMPLATE_INDEX" val="20193651"/>
  <p:tag name="KSO_WM_UNIT_COMPATIBLE" val="0"/>
  <p:tag name="KSO_WM_UNIT_DIAGRAM_CONTRAST_TITLE_CNT" val="2"/>
  <p:tag name="KSO_WM_UNIT_DIAGRAM_DIMENSION_TITLE_CNT" val="1"/>
  <p:tag name="KSO_WM_UNIT_DIAGRAM_IS_NEED_ADD_PATH_ANIM" val="0"/>
  <p:tag name="KSO_WM_UNIT_DIAGRAM_ISNUMVISUAL" val="0"/>
  <p:tag name="KSO_WM_UNIT_DIAGRAM_ISREFERUNIT" val="0"/>
  <p:tag name="KSO_WM_UNIT_FILL_FORE_SCHEMECOLOR_INDEX" val="9"/>
  <p:tag name="KSO_WM_UNIT_FILL_TYPE" val="1"/>
  <p:tag name="KSO_WM_UNIT_HIGHLIGHT" val="0"/>
  <p:tag name="KSO_WM_UNIT_ID" val="diagram20193651_1*r_i*1_6"/>
  <p:tag name="KSO_WM_UNIT_INDEX" val="1_6"/>
  <p:tag name="KSO_WM_UNIT_LAYERLEVEL" val="1_1"/>
  <p:tag name="KSO_WM_UNIT_TEXT_FILL_FORE_SCHEMECOLOR_INDEX" val="2"/>
  <p:tag name="KSO_WM_UNIT_TEXT_FILL_TYPE" val="1"/>
  <p:tag name="KSO_WM_UNIT_TYPE" val="r_i"/>
  <p:tag name="KSO_WM_UNIT_USESOURCEFORMAT_APPLY" val="1"/>
</p:tagLst>
</file>

<file path=ppt/tags/tag103.xml><?xml version="1.0" encoding="utf-8"?>
<p:tagLst xmlns:p="http://schemas.openxmlformats.org/presentationml/2006/main">
  <p:tag name="KSO_WM_BEAUTIFY_FLAG" val="#wm#"/>
  <p:tag name="KSO_WM_DIAGRAM_GROUP_CODE" val="r1-1"/>
  <p:tag name="KSO_WM_TAG_VERSION" val="1.0"/>
  <p:tag name="KSO_WM_TEMPLATE_CATEGORY" val="diagram"/>
  <p:tag name="KSO_WM_TEMPLATE_INDEX" val="20193651"/>
  <p:tag name="KSO_WM_UNIT_COMPATIBLE" val="0"/>
  <p:tag name="KSO_WM_UNIT_DIAGRAM_CONTRAST_TITLE_CNT" val="2"/>
  <p:tag name="KSO_WM_UNIT_DIAGRAM_DIMENSION_TITLE_CNT" val="1"/>
  <p:tag name="KSO_WM_UNIT_DIAGRAM_IS_NEED_ADD_PATH_ANIM" val="0"/>
  <p:tag name="KSO_WM_UNIT_DIAGRAM_ISNUMVISUAL" val="0"/>
  <p:tag name="KSO_WM_UNIT_DIAGRAM_ISREFERUNIT" val="0"/>
  <p:tag name="KSO_WM_UNIT_HIGHLIGHT" val="0"/>
  <p:tag name="KSO_WM_UNIT_ID" val="diagram20193651_1*r_i*1_7"/>
  <p:tag name="KSO_WM_UNIT_INDEX" val="1_7"/>
  <p:tag name="KSO_WM_UNIT_LAYERLEVEL" val="1_1"/>
  <p:tag name="KSO_WM_UNIT_LINE_FILL_TYPE" val="2"/>
  <p:tag name="KSO_WM_UNIT_LINE_FORE_SCHEMECOLOR_INDEX" val="6"/>
  <p:tag name="KSO_WM_UNIT_TYPE" val="r_i"/>
  <p:tag name="KSO_WM_UNIT_USESOURCEFORMAT_APPLY" val="1"/>
</p:tagLst>
</file>

<file path=ppt/tags/tag104.xml><?xml version="1.0" encoding="utf-8"?>
<p:tagLst xmlns:p="http://schemas.openxmlformats.org/presentationml/2006/main">
  <p:tag name="KSO_WM_BEAUTIFY_FLAG" val="#wm#"/>
  <p:tag name="KSO_WM_DIAGRAM_GROUP_CODE" val="r1-1"/>
  <p:tag name="KSO_WM_TAG_VERSION" val="1.0"/>
  <p:tag name="KSO_WM_TEMPLATE_CATEGORY" val="diagram"/>
  <p:tag name="KSO_WM_TEMPLATE_INDEX" val="20193651"/>
  <p:tag name="KSO_WM_UNIT_COMPATIBLE" val="0"/>
  <p:tag name="KSO_WM_UNIT_DIAGRAM_CONTRAST_TITLE_CNT" val="2"/>
  <p:tag name="KSO_WM_UNIT_DIAGRAM_DIMENSION_TITLE_CNT" val="1"/>
  <p:tag name="KSO_WM_UNIT_DIAGRAM_IS_NEED_ADD_PATH_ANIM" val="0"/>
  <p:tag name="KSO_WM_UNIT_DIAGRAM_ISNUMVISUAL" val="0"/>
  <p:tag name="KSO_WM_UNIT_DIAGRAM_ISREFERUNIT" val="0"/>
  <p:tag name="KSO_WM_UNIT_HIGHLIGHT" val="0"/>
  <p:tag name="KSO_WM_UNIT_ID" val="diagram20193651_1*r_i*1_8"/>
  <p:tag name="KSO_WM_UNIT_INDEX" val="1_8"/>
  <p:tag name="KSO_WM_UNIT_LAYERLEVEL" val="1_1"/>
  <p:tag name="KSO_WM_UNIT_LINE_FILL_TYPE" val="2"/>
  <p:tag name="KSO_WM_UNIT_LINE_FORE_SCHEMECOLOR_INDEX" val="9"/>
  <p:tag name="KSO_WM_UNIT_TYPE" val="r_i"/>
  <p:tag name="KSO_WM_UNIT_USESOURCEFORMAT_APPLY" val="1"/>
</p:tagLst>
</file>

<file path=ppt/tags/tag105.xml><?xml version="1.0" encoding="utf-8"?>
<p:tagLst xmlns:p="http://schemas.openxmlformats.org/presentationml/2006/main">
  <p:tag name="KSO_WM_BEAUTIFY_FLAG" val="#wm#"/>
  <p:tag name="KSO_WM_DIAGRAM_GROUP_CODE" val="r1-1"/>
  <p:tag name="KSO_WM_TAG_VERSION" val="1.0"/>
  <p:tag name="KSO_WM_TEMPLATE_CATEGORY" val="diagram"/>
  <p:tag name="KSO_WM_TEMPLATE_INDEX" val="20193651"/>
  <p:tag name="KSO_WM_UNIT_COMPATIBLE" val="0"/>
  <p:tag name="KSO_WM_UNIT_DIAGRAM_CONTRAST_TITLE_CNT" val="2"/>
  <p:tag name="KSO_WM_UNIT_DIAGRAM_DIMENSION_TITLE_CNT" val="2"/>
  <p:tag name="KSO_WM_UNIT_DIAGRAM_IS_NEED_ADD_PATH_ANIM" val="0"/>
  <p:tag name="KSO_WM_UNIT_DIAGRAM_ISNUMVISUAL" val="0"/>
  <p:tag name="KSO_WM_UNIT_DIAGRAM_ISREFERUNIT" val="0"/>
  <p:tag name="KSO_WM_UNIT_HIGHLIGHT" val="0"/>
  <p:tag name="KSO_WM_UNIT_ID" val="diagram20193651_2*r_t*1_1"/>
  <p:tag name="KSO_WM_UNIT_INDEX" val="1_1"/>
  <p:tag name="KSO_WM_UNIT_ISCONTENTSTITLE" val="0"/>
  <p:tag name="KSO_WM_UNIT_LAYERLEVEL" val="1_1"/>
  <p:tag name="KSO_WM_UNIT_NOCLEAR" val="0"/>
  <p:tag name="KSO_WM_UNIT_PRESET_TEXT" val="单击此处添加标题"/>
  <p:tag name="KSO_WM_UNIT_SHOW_EDIT_AREA_INDICATION" val="0"/>
  <p:tag name="KSO_WM_UNIT_TEXT_FILL_FORE_SCHEMECOLOR_INDEX" val="6"/>
  <p:tag name="KSO_WM_UNIT_TEXT_FILL_TYPE" val="1"/>
  <p:tag name="KSO_WM_UNIT_TYPE" val="r_t"/>
  <p:tag name="KSO_WM_UNIT_USESOURCEFORMAT_APPLY" val="1"/>
</p:tagLst>
</file>

<file path=ppt/tags/tag106.xml><?xml version="1.0" encoding="utf-8"?>
<p:tagLst xmlns:p="http://schemas.openxmlformats.org/presentationml/2006/main">
  <p:tag name="KSO_WM_BEAUTIFY_FLAG" val="#wm#"/>
  <p:tag name="KSO_WM_DIAGRAM_GROUP_CODE" val="r1-1"/>
  <p:tag name="KSO_WM_TAG_VERSION" val="1.0"/>
  <p:tag name="KSO_WM_TEMPLATE_CATEGORY" val="diagram"/>
  <p:tag name="KSO_WM_TEMPLATE_INDEX" val="20193651"/>
  <p:tag name="KSO_WM_UNIT_COMPATIBLE" val="0"/>
  <p:tag name="KSO_WM_UNIT_DIAGRAM_CONTRAST_TITLE_CNT" val="2"/>
  <p:tag name="KSO_WM_UNIT_DIAGRAM_DIMENSION_TITLE_CNT" val="2"/>
  <p:tag name="KSO_WM_UNIT_DIAGRAM_IS_NEED_ADD_PATH_ANIM" val="0"/>
  <p:tag name="KSO_WM_UNIT_DIAGRAM_ISNUMVISUAL" val="0"/>
  <p:tag name="KSO_WM_UNIT_DIAGRAM_ISREFERUNIT" val="0"/>
  <p:tag name="KSO_WM_UNIT_HIGHLIGHT" val="0"/>
  <p:tag name="KSO_WM_UNIT_ID" val="diagram20193651_2*r_v*1_1"/>
  <p:tag name="KSO_WM_UNIT_INDEX" val="1_1"/>
  <p:tag name="KSO_WM_UNIT_LAYERLEVEL" val="1_1"/>
  <p:tag name="KSO_WM_UNIT_NOCLEAR" val="0"/>
  <p:tag name="KSO_WM_UNIT_PRESET_TEXT" val="单击此处添加文本具体内容，简明扼要的阐述您的观点。"/>
  <p:tag name="KSO_WM_UNIT_SHOW_EDIT_AREA_INDICATION" val="0"/>
  <p:tag name="KSO_WM_UNIT_TEXT_FILL_FORE_SCHEMECOLOR_INDEX" val="13"/>
  <p:tag name="KSO_WM_UNIT_TEXT_FILL_TYPE" val="1"/>
  <p:tag name="KSO_WM_UNIT_TYPE" val="r_v"/>
  <p:tag name="KSO_WM_UNIT_USESOURCEFORMAT_APPLY" val="1"/>
  <p:tag name="KSO_WM_UNIT_VALUE" val="30"/>
</p:tagLst>
</file>

<file path=ppt/tags/tag107.xml><?xml version="1.0" encoding="utf-8"?>
<p:tagLst xmlns:p="http://schemas.openxmlformats.org/presentationml/2006/main">
  <p:tag name="KSO_WM_BEAUTIFY_FLAG" val="#wm#"/>
  <p:tag name="KSO_WM_DIAGRAM_GROUP_CODE" val="r1-1"/>
  <p:tag name="KSO_WM_TAG_VERSION" val="1.0"/>
  <p:tag name="KSO_WM_TEMPLATE_CATEGORY" val="diagram"/>
  <p:tag name="KSO_WM_TEMPLATE_INDEX" val="20193651"/>
  <p:tag name="KSO_WM_UNIT_COMPATIBLE" val="0"/>
  <p:tag name="KSO_WM_UNIT_DIAGRAM_CONTRAST_TITLE_CNT" val="2"/>
  <p:tag name="KSO_WM_UNIT_DIAGRAM_DIMENSION_TITLE_CNT" val="2"/>
  <p:tag name="KSO_WM_UNIT_DIAGRAM_IS_NEED_ADD_PATH_ANIM" val="0"/>
  <p:tag name="KSO_WM_UNIT_DIAGRAM_ISNUMVISUAL" val="0"/>
  <p:tag name="KSO_WM_UNIT_DIAGRAM_ISREFERUNIT" val="0"/>
  <p:tag name="KSO_WM_UNIT_HIGHLIGHT" val="0"/>
  <p:tag name="KSO_WM_UNIT_ID" val="diagram20193651_2*r_t*1_2"/>
  <p:tag name="KSO_WM_UNIT_INDEX" val="1_2"/>
  <p:tag name="KSO_WM_UNIT_ISCONTENTSTITLE" val="0"/>
  <p:tag name="KSO_WM_UNIT_LAYERLEVEL" val="1_1"/>
  <p:tag name="KSO_WM_UNIT_NOCLEAR" val="0"/>
  <p:tag name="KSO_WM_UNIT_PRESET_TEXT" val="单击此处添加标题"/>
  <p:tag name="KSO_WM_UNIT_SHOW_EDIT_AREA_INDICATION" val="0"/>
  <p:tag name="KSO_WM_UNIT_TEXT_FILL_FORE_SCHEMECOLOR_INDEX" val="9"/>
  <p:tag name="KSO_WM_UNIT_TEXT_FILL_TYPE" val="1"/>
  <p:tag name="KSO_WM_UNIT_TYPE" val="r_t"/>
  <p:tag name="KSO_WM_UNIT_USESOURCEFORMAT_APPLY" val="1"/>
</p:tagLst>
</file>

<file path=ppt/tags/tag108.xml><?xml version="1.0" encoding="utf-8"?>
<p:tagLst xmlns:p="http://schemas.openxmlformats.org/presentationml/2006/main">
  <p:tag name="KSO_WM_BEAUTIFY_FLAG" val="#wm#"/>
  <p:tag name="KSO_WM_DIAGRAM_GROUP_CODE" val="r1-1"/>
  <p:tag name="KSO_WM_TAG_VERSION" val="1.0"/>
  <p:tag name="KSO_WM_TEMPLATE_CATEGORY" val="diagram"/>
  <p:tag name="KSO_WM_TEMPLATE_INDEX" val="20193651"/>
  <p:tag name="KSO_WM_UNIT_COMPATIBLE" val="0"/>
  <p:tag name="KSO_WM_UNIT_DIAGRAM_CONTRAST_TITLE_CNT" val="2"/>
  <p:tag name="KSO_WM_UNIT_DIAGRAM_DIMENSION_TITLE_CNT" val="2"/>
  <p:tag name="KSO_WM_UNIT_DIAGRAM_IS_NEED_ADD_PATH_ANIM" val="0"/>
  <p:tag name="KSO_WM_UNIT_DIAGRAM_ISNUMVISUAL" val="0"/>
  <p:tag name="KSO_WM_UNIT_DIAGRAM_ISREFERUNIT" val="0"/>
  <p:tag name="KSO_WM_UNIT_HIGHLIGHT" val="0"/>
  <p:tag name="KSO_WM_UNIT_ID" val="diagram20193651_2*r_v*1_2"/>
  <p:tag name="KSO_WM_UNIT_INDEX" val="1_2"/>
  <p:tag name="KSO_WM_UNIT_LAYERLEVEL" val="1_1"/>
  <p:tag name="KSO_WM_UNIT_NOCLEAR" val="0"/>
  <p:tag name="KSO_WM_UNIT_PRESET_TEXT" val="单击此处添加文本具体内容，简明扼要的阐述您的观点。"/>
  <p:tag name="KSO_WM_UNIT_SHOW_EDIT_AREA_INDICATION" val="0"/>
  <p:tag name="KSO_WM_UNIT_TEXT_FILL_FORE_SCHEMECOLOR_INDEX" val="13"/>
  <p:tag name="KSO_WM_UNIT_TEXT_FILL_TYPE" val="1"/>
  <p:tag name="KSO_WM_UNIT_TYPE" val="r_v"/>
  <p:tag name="KSO_WM_UNIT_USESOURCEFORMAT_APPLY" val="1"/>
  <p:tag name="KSO_WM_UNIT_VALUE" val="30"/>
</p:tagLst>
</file>

<file path=ppt/tags/tag109.xml><?xml version="1.0" encoding="utf-8"?>
<p:tagLst xmlns:p="http://schemas.openxmlformats.org/presentationml/2006/main">
  <p:tag name="KSO_WM_BEAUTIFY_FLAG" val="#wm#"/>
  <p:tag name="KSO_WM_DIAGRAM_GROUP_CODE" val="r1-1"/>
  <p:tag name="KSO_WM_TAG_VERSION" val="1.0"/>
  <p:tag name="KSO_WM_TEMPLATE_CATEGORY" val="diagram"/>
  <p:tag name="KSO_WM_TEMPLATE_INDEX" val="20193651"/>
  <p:tag name="KSO_WM_UNIT_COMPATIBLE" val="0"/>
  <p:tag name="KSO_WM_UNIT_DIAGRAM_CONTRAST_TITLE_CNT" val="2"/>
  <p:tag name="KSO_WM_UNIT_DIAGRAM_DIMENSION_TITLE_CNT" val="2"/>
  <p:tag name="KSO_WM_UNIT_DIAGRAM_IS_NEED_ADD_PATH_ANIM" val="0"/>
  <p:tag name="KSO_WM_UNIT_DIAGRAM_ISNUMVISUAL" val="0"/>
  <p:tag name="KSO_WM_UNIT_DIAGRAM_ISREFERUNIT" val="0"/>
  <p:tag name="KSO_WM_UNIT_HIGHLIGHT" val="0"/>
  <p:tag name="KSO_WM_UNIT_ID" val="diagram20193651_2*r_i*1_8"/>
  <p:tag name="KSO_WM_UNIT_INDEX" val="1_8"/>
  <p:tag name="KSO_WM_UNIT_LAYERLEVEL" val="1_1"/>
  <p:tag name="KSO_WM_UNIT_LINE_FILL_TYPE" val="2"/>
  <p:tag name="KSO_WM_UNIT_LINE_FORE_SCHEMECOLOR_INDEX" val="9"/>
  <p:tag name="KSO_WM_UNIT_TYPE" val="r_i"/>
  <p:tag name="KSO_WM_UNIT_USESOURCEFORMAT_APPLY" val="1"/>
</p:tagLst>
</file>

<file path=ppt/tags/tag110.xml><?xml version="1.0" encoding="utf-8"?>
<p:tagLst xmlns:p="http://schemas.openxmlformats.org/presentationml/2006/main">
  <p:tag name="KSO_WM_BEAUTIFY_FLAG" val="#wm#"/>
  <p:tag name="KSO_WM_DIAGRAM_GROUP_CODE" val="r1-1"/>
  <p:tag name="KSO_WM_TAG_VERSION" val="1.0"/>
  <p:tag name="KSO_WM_TEMPLATE_CATEGORY" val="diagram"/>
  <p:tag name="KSO_WM_TEMPLATE_INDEX" val="20193651"/>
  <p:tag name="KSO_WM_UNIT_COMPATIBLE" val="0"/>
  <p:tag name="KSO_WM_UNIT_DIAGRAM_CONTRAST_TITLE_CNT" val="2"/>
  <p:tag name="KSO_WM_UNIT_DIAGRAM_DIMENSION_TITLE_CNT" val="2"/>
  <p:tag name="KSO_WM_UNIT_DIAGRAM_IS_NEED_ADD_PATH_ANIM" val="0"/>
  <p:tag name="KSO_WM_UNIT_DIAGRAM_ISNUMVISUAL" val="0"/>
  <p:tag name="KSO_WM_UNIT_DIAGRAM_ISREFERUNIT" val="0"/>
  <p:tag name="KSO_WM_UNIT_HIGHLIGHT" val="0"/>
  <p:tag name="KSO_WM_UNIT_ID" val="diagram20193651_2*r_v*1_2"/>
  <p:tag name="KSO_WM_UNIT_INDEX" val="1_2"/>
  <p:tag name="KSO_WM_UNIT_LAYERLEVEL" val="1_1"/>
  <p:tag name="KSO_WM_UNIT_NOCLEAR" val="0"/>
  <p:tag name="KSO_WM_UNIT_PRESET_TEXT" val="单击此处添加文本具体内容，简明扼要的阐述您的观点。"/>
  <p:tag name="KSO_WM_UNIT_SHOW_EDIT_AREA_INDICATION" val="0"/>
  <p:tag name="KSO_WM_UNIT_TEXT_FILL_FORE_SCHEMECOLOR_INDEX" val="13"/>
  <p:tag name="KSO_WM_UNIT_TEXT_FILL_TYPE" val="1"/>
  <p:tag name="KSO_WM_UNIT_TYPE" val="r_v"/>
  <p:tag name="KSO_WM_UNIT_USESOURCEFORMAT_APPLY" val="1"/>
  <p:tag name="KSO_WM_UNIT_VALUE" val="30"/>
</p:tagLst>
</file>

<file path=ppt/tags/tag111.xml><?xml version="1.0" encoding="utf-8"?>
<p:tagLst xmlns:p="http://schemas.openxmlformats.org/presentationml/2006/main">
  <p:tag name="KSO_WM_SLIDE_ITEM_CNT" val="2"/>
</p:tagLst>
</file>

<file path=ppt/tags/tag112.xml><?xml version="1.0" encoding="utf-8"?>
<p:tagLst xmlns:p="http://schemas.openxmlformats.org/presentationml/2006/main">
  <p:tag name="KSO_WM_BEAUTIFY_FLAG" val="#wm#"/>
  <p:tag name="KSO_WM_DIAGRAM_GROUP_CODE" val="r1-1"/>
  <p:tag name="KSO_WM_TAG_VERSION" val="1.0"/>
  <p:tag name="KSO_WM_TEMPLATE_CATEGORY" val="diagram"/>
  <p:tag name="KSO_WM_TEMPLATE_INDEX" val="20193651"/>
  <p:tag name="KSO_WM_UNIT_COMPATIBLE" val="0"/>
  <p:tag name="KSO_WM_UNIT_DIAGRAM_CONTRAST_TITLE_CNT" val="2"/>
  <p:tag name="KSO_WM_UNIT_DIAGRAM_DIMENSION_TITLE_CNT" val="2"/>
  <p:tag name="KSO_WM_UNIT_DIAGRAM_IS_NEED_ADD_PATH_ANIM" val="0"/>
  <p:tag name="KSO_WM_UNIT_DIAGRAM_ISNUMVISUAL" val="0"/>
  <p:tag name="KSO_WM_UNIT_DIAGRAM_ISREFERUNIT" val="0"/>
  <p:tag name="KSO_WM_UNIT_HIGHLIGHT" val="0"/>
  <p:tag name="KSO_WM_UNIT_ID" val="diagram20193651_2*r_t*1_2"/>
  <p:tag name="KSO_WM_UNIT_INDEX" val="1_2"/>
  <p:tag name="KSO_WM_UNIT_ISCONTENTSTITLE" val="0"/>
  <p:tag name="KSO_WM_UNIT_LAYERLEVEL" val="1_1"/>
  <p:tag name="KSO_WM_UNIT_NOCLEAR" val="0"/>
  <p:tag name="KSO_WM_UNIT_PRESET_TEXT" val="单击此处添加标题"/>
  <p:tag name="KSO_WM_UNIT_SHOW_EDIT_AREA_INDICATION" val="0"/>
  <p:tag name="KSO_WM_UNIT_TEXT_FILL_FORE_SCHEMECOLOR_INDEX" val="9"/>
  <p:tag name="KSO_WM_UNIT_TEXT_FILL_TYPE" val="1"/>
  <p:tag name="KSO_WM_UNIT_TYPE" val="r_t"/>
  <p:tag name="KSO_WM_UNIT_USESOURCEFORMAT_APPLY" val="1"/>
</p:tagLst>
</file>

<file path=ppt/tags/tag113.xml><?xml version="1.0" encoding="utf-8"?>
<p:tagLst xmlns:p="http://schemas.openxmlformats.org/presentationml/2006/main">
  <p:tag name="KSO_WM_BEAUTIFY_FLAG" val="#wm#"/>
  <p:tag name="KSO_WM_DIAGRAM_GROUP_CODE" val="r1-1"/>
  <p:tag name="KSO_WM_TAG_VERSION" val="1.0"/>
  <p:tag name="KSO_WM_TEMPLATE_CATEGORY" val="diagram"/>
  <p:tag name="KSO_WM_TEMPLATE_INDEX" val="20193651"/>
  <p:tag name="KSO_WM_UNIT_COMPATIBLE" val="0"/>
  <p:tag name="KSO_WM_UNIT_DIAGRAM_CONTRAST_TITLE_CNT" val="2"/>
  <p:tag name="KSO_WM_UNIT_DIAGRAM_DIMENSION_TITLE_CNT" val="2"/>
  <p:tag name="KSO_WM_UNIT_DIAGRAM_IS_NEED_ADD_PATH_ANIM" val="0"/>
  <p:tag name="KSO_WM_UNIT_DIAGRAM_ISNUMVISUAL" val="0"/>
  <p:tag name="KSO_WM_UNIT_DIAGRAM_ISREFERUNIT" val="0"/>
  <p:tag name="KSO_WM_UNIT_HIGHLIGHT" val="0"/>
  <p:tag name="KSO_WM_UNIT_ID" val="diagram20193651_2*r_v*1_2"/>
  <p:tag name="KSO_WM_UNIT_INDEX" val="1_2"/>
  <p:tag name="KSO_WM_UNIT_LAYERLEVEL" val="1_1"/>
  <p:tag name="KSO_WM_UNIT_NOCLEAR" val="0"/>
  <p:tag name="KSO_WM_UNIT_PRESET_TEXT" val="单击此处添加文本具体内容，简明扼要的阐述您的观点。"/>
  <p:tag name="KSO_WM_UNIT_SHOW_EDIT_AREA_INDICATION" val="0"/>
  <p:tag name="KSO_WM_UNIT_TEXT_FILL_FORE_SCHEMECOLOR_INDEX" val="13"/>
  <p:tag name="KSO_WM_UNIT_TEXT_FILL_TYPE" val="1"/>
  <p:tag name="KSO_WM_UNIT_TYPE" val="r_v"/>
  <p:tag name="KSO_WM_UNIT_USESOURCEFORMAT_APPLY" val="1"/>
  <p:tag name="KSO_WM_UNIT_VALUE" val="30"/>
</p:tagLst>
</file>

<file path=ppt/tags/tag114.xml><?xml version="1.0" encoding="utf-8"?>
<p:tagLst xmlns:p="http://schemas.openxmlformats.org/presentationml/2006/main">
  <p:tag name="KSO_WM_SLIDE_ITEM_CNT" val="2"/>
</p:tagLst>
</file>

<file path=ppt/tags/tag115.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592"/>
  <p:tag name="KSO_WM_UNIT_COMPATIBLE" val="0"/>
  <p:tag name="KSO_WM_UNIT_FILL_FORE_SCHEMECOLOR_INDEX" val="5"/>
  <p:tag name="KSO_WM_UNIT_FILL_TYPE" val="1"/>
  <p:tag name="KSO_WM_UNIT_HIGHLIGHT" val="0"/>
  <p:tag name="KSO_WM_UNIT_ID" val="diagram20187592_5*l_h_i*1_1_3"/>
  <p:tag name="KSO_WM_UNIT_INDEX" val="1_1_3"/>
  <p:tag name="KSO_WM_UNIT_LAYERLEVEL" val="1_1_1"/>
  <p:tag name="KSO_WM_UNIT_TEXT_FILL_FORE_SCHEMECOLOR_INDEX" val="2"/>
  <p:tag name="KSO_WM_UNIT_TEXT_FILL_TYPE" val="1"/>
  <p:tag name="KSO_WM_UNIT_TYPE" val="l_h_i"/>
  <p:tag name="KSO_WM_UNIT_USESOURCEFORMAT_APPLY" val="1"/>
</p:tagLst>
</file>

<file path=ppt/tags/tag116.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592"/>
  <p:tag name="KSO_WM_UNIT_COMPATIBLE" val="0"/>
  <p:tag name="KSO_WM_UNIT_FILL_FORE_SCHEMECOLOR_INDEX" val="14"/>
  <p:tag name="KSO_WM_UNIT_FILL_TYPE" val="1"/>
  <p:tag name="KSO_WM_UNIT_HIGHLIGHT" val="0"/>
  <p:tag name="KSO_WM_UNIT_ID" val="diagram20187592_5*l_h_i*1_1_2"/>
  <p:tag name="KSO_WM_UNIT_INDEX" val="1_1_2"/>
  <p:tag name="KSO_WM_UNIT_LAYERLEVEL" val="1_1_1"/>
  <p:tag name="KSO_WM_UNIT_LINE_FILL_TYPE" val="2"/>
  <p:tag name="KSO_WM_UNIT_LINE_FORE_SCHEMECOLOR_INDEX" val="14"/>
  <p:tag name="KSO_WM_UNIT_TEXT_FILL_FORE_SCHEMECOLOR_INDEX" val="2"/>
  <p:tag name="KSO_WM_UNIT_TEXT_FILL_TYPE" val="1"/>
  <p:tag name="KSO_WM_UNIT_TYPE" val="l_h_i"/>
  <p:tag name="KSO_WM_UNIT_USESOURCEFORMAT_APPLY" val="1"/>
</p:tagLst>
</file>

<file path=ppt/tags/tag117.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592"/>
  <p:tag name="KSO_WM_UNIT_COMPATIBLE" val="0"/>
  <p:tag name="KSO_WM_UNIT_FILL_FORE_SCHEMECOLOR_INDEX" val="6"/>
  <p:tag name="KSO_WM_UNIT_FILL_TYPE" val="1"/>
  <p:tag name="KSO_WM_UNIT_HIGHLIGHT" val="0"/>
  <p:tag name="KSO_WM_UNIT_ID" val="diagram20187592_5*l_h_i*1_2_3"/>
  <p:tag name="KSO_WM_UNIT_INDEX" val="1_2_3"/>
  <p:tag name="KSO_WM_UNIT_LAYERLEVEL" val="1_1_1"/>
  <p:tag name="KSO_WM_UNIT_TEXT_FILL_FORE_SCHEMECOLOR_INDEX" val="2"/>
  <p:tag name="KSO_WM_UNIT_TEXT_FILL_TYPE" val="1"/>
  <p:tag name="KSO_WM_UNIT_TYPE" val="l_h_i"/>
  <p:tag name="KSO_WM_UNIT_USESOURCEFORMAT_APPLY" val="1"/>
</p:tagLst>
</file>

<file path=ppt/tags/tag118.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592"/>
  <p:tag name="KSO_WM_UNIT_COMPATIBLE" val="0"/>
  <p:tag name="KSO_WM_UNIT_FILL_FORE_SCHEMECOLOR_INDEX" val="14"/>
  <p:tag name="KSO_WM_UNIT_FILL_TYPE" val="1"/>
  <p:tag name="KSO_WM_UNIT_HIGHLIGHT" val="0"/>
  <p:tag name="KSO_WM_UNIT_ID" val="diagram20187592_5*l_h_i*1_2_2"/>
  <p:tag name="KSO_WM_UNIT_INDEX" val="1_2_2"/>
  <p:tag name="KSO_WM_UNIT_LAYERLEVEL" val="1_1_1"/>
  <p:tag name="KSO_WM_UNIT_LINE_FILL_TYPE" val="2"/>
  <p:tag name="KSO_WM_UNIT_LINE_FORE_SCHEMECOLOR_INDEX" val="14"/>
  <p:tag name="KSO_WM_UNIT_TEXT_FILL_FORE_SCHEMECOLOR_INDEX" val="2"/>
  <p:tag name="KSO_WM_UNIT_TEXT_FILL_TYPE" val="1"/>
  <p:tag name="KSO_WM_UNIT_TYPE" val="l_h_i"/>
  <p:tag name="KSO_WM_UNIT_USESOURCEFORMAT_APPLY" val="1"/>
</p:tagLst>
</file>

<file path=ppt/tags/tag119.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592"/>
  <p:tag name="KSO_WM_UNIT_COMPATIBLE" val="0"/>
  <p:tag name="KSO_WM_UNIT_HIGHLIGHT" val="0"/>
  <p:tag name="KSO_WM_UNIT_ID" val="diagram20187592_5*l_h_a*1_1_1"/>
  <p:tag name="KSO_WM_UNIT_INDEX" val="1_1_1"/>
  <p:tag name="KSO_WM_UNIT_ISCONTENTSTITLE" val="0"/>
  <p:tag name="KSO_WM_UNIT_LAYERLEVEL" val="1_1_1"/>
  <p:tag name="KSO_WM_UNIT_PRESET_TEXT" val="添加标题"/>
  <p:tag name="KSO_WM_UNIT_TEXT_FILL_FORE_SCHEMECOLOR_INDEX" val="13"/>
  <p:tag name="KSO_WM_UNIT_TEXT_FILL_TYPE" val="1"/>
  <p:tag name="KSO_WM_UNIT_TYPE" val="l_h_a"/>
  <p:tag name="KSO_WM_UNIT_USESOURCEFORMAT_APPLY" val="1"/>
  <p:tag name="KSO_WM_UNIT_VALUE" val="6"/>
</p:tagLst>
</file>

<file path=ppt/tags/tag120.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592"/>
  <p:tag name="KSO_WM_UNIT_COMPATIBLE" val="0"/>
  <p:tag name="KSO_WM_UNIT_HIGHLIGHT" val="0"/>
  <p:tag name="KSO_WM_UNIT_ID" val="diagram20187592_5*l_h_a*1_2_1"/>
  <p:tag name="KSO_WM_UNIT_INDEX" val="1_2_1"/>
  <p:tag name="KSO_WM_UNIT_ISCONTENTSTITLE" val="0"/>
  <p:tag name="KSO_WM_UNIT_LAYERLEVEL" val="1_1_1"/>
  <p:tag name="KSO_WM_UNIT_PRESET_TEXT" val="添加标题"/>
  <p:tag name="KSO_WM_UNIT_TEXT_FILL_FORE_SCHEMECOLOR_INDEX" val="13"/>
  <p:tag name="KSO_WM_UNIT_TEXT_FILL_TYPE" val="1"/>
  <p:tag name="KSO_WM_UNIT_TYPE" val="l_h_a"/>
  <p:tag name="KSO_WM_UNIT_USESOURCEFORMAT_APPLY" val="1"/>
  <p:tag name="KSO_WM_UNIT_VALUE" val="6"/>
</p:tagLst>
</file>

<file path=ppt/tags/tag121.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592"/>
  <p:tag name="KSO_WM_UNIT_COMPATIBLE" val="0"/>
  <p:tag name="KSO_WM_UNIT_FILL_FORE_SCHEMECOLOR_INDEX" val="10"/>
  <p:tag name="KSO_WM_UNIT_FILL_TYPE" val="1"/>
  <p:tag name="KSO_WM_UNIT_HIGHLIGHT" val="0"/>
  <p:tag name="KSO_WM_UNIT_ID" val="diagram20187592_5*l_h_i*1_1_1"/>
  <p:tag name="KSO_WM_UNIT_INDEX" val="1_1_1"/>
  <p:tag name="KSO_WM_UNIT_LAYERLEVEL" val="1_1_1"/>
  <p:tag name="KSO_WM_UNIT_TYPE" val="l_h_i"/>
  <p:tag name="KSO_WM_UNIT_USESOURCEFORMAT_APPLY" val="1"/>
</p:tagLst>
</file>

<file path=ppt/tags/tag122.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592"/>
  <p:tag name="KSO_WM_UNIT_COMPATIBLE" val="0"/>
  <p:tag name="KSO_WM_UNIT_FILL_FORE_SCHEMECOLOR_INDEX" val="5"/>
  <p:tag name="KSO_WM_UNIT_FILL_TYPE" val="1"/>
  <p:tag name="KSO_WM_UNIT_HIGHLIGHT" val="0"/>
  <p:tag name="KSO_WM_UNIT_ID" val="diagram20187592_5*l_h_i*1_2_1"/>
  <p:tag name="KSO_WM_UNIT_INDEX" val="1_2_1"/>
  <p:tag name="KSO_WM_UNIT_LAYERLEVEL" val="1_1_1"/>
  <p:tag name="KSO_WM_UNIT_TEXT_FILL_FORE_SCHEMECOLOR_INDEX" val="13"/>
  <p:tag name="KSO_WM_UNIT_TEXT_FILL_TYPE" val="1"/>
  <p:tag name="KSO_WM_UNIT_TYPE" val="l_h_i"/>
  <p:tag name="KSO_WM_UNIT_USESOURCEFORMAT_APPLY" val="1"/>
</p:tagLst>
</file>

<file path=ppt/tags/tag123.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592"/>
  <p:tag name="KSO_WM_UNIT_COMPATIBLE" val="0"/>
  <p:tag name="KSO_WM_UNIT_FILL_FORE_SCHEMECOLOR_INDEX" val="7"/>
  <p:tag name="KSO_WM_UNIT_FILL_TYPE" val="1"/>
  <p:tag name="KSO_WM_UNIT_HIGHLIGHT" val="0"/>
  <p:tag name="KSO_WM_UNIT_ID" val="diagram20187592_5*l_h_i*1_3_3"/>
  <p:tag name="KSO_WM_UNIT_INDEX" val="1_3_3"/>
  <p:tag name="KSO_WM_UNIT_LAYERLEVEL" val="1_1_1"/>
  <p:tag name="KSO_WM_UNIT_TEXT_FILL_FORE_SCHEMECOLOR_INDEX" val="14"/>
  <p:tag name="KSO_WM_UNIT_TEXT_FILL_TYPE" val="1"/>
  <p:tag name="KSO_WM_UNIT_TYPE" val="l_h_i"/>
  <p:tag name="KSO_WM_UNIT_USESOURCEFORMAT_APPLY" val="1"/>
</p:tagLst>
</file>

<file path=ppt/tags/tag124.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592"/>
  <p:tag name="KSO_WM_UNIT_COMPATIBLE" val="0"/>
  <p:tag name="KSO_WM_UNIT_FILL_FORE_SCHEMECOLOR_INDEX" val="14"/>
  <p:tag name="KSO_WM_UNIT_FILL_TYPE" val="1"/>
  <p:tag name="KSO_WM_UNIT_HIGHLIGHT" val="0"/>
  <p:tag name="KSO_WM_UNIT_ID" val="diagram20187592_5*l_h_i*1_3_2"/>
  <p:tag name="KSO_WM_UNIT_INDEX" val="1_3_2"/>
  <p:tag name="KSO_WM_UNIT_LAYERLEVEL" val="1_1_1"/>
  <p:tag name="KSO_WM_UNIT_LINE_FILL_TYPE" val="2"/>
  <p:tag name="KSO_WM_UNIT_LINE_FORE_SCHEMECOLOR_INDEX" val="14"/>
  <p:tag name="KSO_WM_UNIT_TEXT_FILL_FORE_SCHEMECOLOR_INDEX" val="2"/>
  <p:tag name="KSO_WM_UNIT_TEXT_FILL_TYPE" val="1"/>
  <p:tag name="KSO_WM_UNIT_TYPE" val="l_h_i"/>
  <p:tag name="KSO_WM_UNIT_USESOURCEFORMAT_APPLY" val="1"/>
</p:tagLst>
</file>

<file path=ppt/tags/tag125.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592"/>
  <p:tag name="KSO_WM_UNIT_COMPATIBLE" val="0"/>
  <p:tag name="KSO_WM_UNIT_FILL_FORE_SCHEMECOLOR_INDEX" val="8"/>
  <p:tag name="KSO_WM_UNIT_FILL_TYPE" val="1"/>
  <p:tag name="KSO_WM_UNIT_HIGHLIGHT" val="0"/>
  <p:tag name="KSO_WM_UNIT_ID" val="diagram20187592_5*l_h_i*1_4_3"/>
  <p:tag name="KSO_WM_UNIT_INDEX" val="1_4_3"/>
  <p:tag name="KSO_WM_UNIT_LAYERLEVEL" val="1_1_1"/>
  <p:tag name="KSO_WM_UNIT_TEXT_FILL_FORE_SCHEMECOLOR_INDEX" val="2"/>
  <p:tag name="KSO_WM_UNIT_TEXT_FILL_TYPE" val="1"/>
  <p:tag name="KSO_WM_UNIT_TYPE" val="l_h_i"/>
  <p:tag name="KSO_WM_UNIT_USESOURCEFORMAT_APPLY" val="1"/>
</p:tagLst>
</file>

<file path=ppt/tags/tag126.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592"/>
  <p:tag name="KSO_WM_UNIT_COMPATIBLE" val="0"/>
  <p:tag name="KSO_WM_UNIT_FILL_FORE_SCHEMECOLOR_INDEX" val="14"/>
  <p:tag name="KSO_WM_UNIT_FILL_TYPE" val="1"/>
  <p:tag name="KSO_WM_UNIT_HIGHLIGHT" val="0"/>
  <p:tag name="KSO_WM_UNIT_ID" val="diagram20187592_5*l_h_i*1_4_2"/>
  <p:tag name="KSO_WM_UNIT_INDEX" val="1_4_2"/>
  <p:tag name="KSO_WM_UNIT_LAYERLEVEL" val="1_1_1"/>
  <p:tag name="KSO_WM_UNIT_LINE_FILL_TYPE" val="2"/>
  <p:tag name="KSO_WM_UNIT_LINE_FORE_SCHEMECOLOR_INDEX" val="14"/>
  <p:tag name="KSO_WM_UNIT_TEXT_FILL_FORE_SCHEMECOLOR_INDEX" val="10"/>
  <p:tag name="KSO_WM_UNIT_TEXT_FILL_TYPE" val="1"/>
  <p:tag name="KSO_WM_UNIT_TYPE" val="l_h_i"/>
  <p:tag name="KSO_WM_UNIT_USESOURCEFORMAT_APPLY" val="1"/>
</p:tagLst>
</file>

<file path=ppt/tags/tag127.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592"/>
  <p:tag name="KSO_WM_UNIT_COMPATIBLE" val="0"/>
  <p:tag name="KSO_WM_UNIT_HIGHLIGHT" val="0"/>
  <p:tag name="KSO_WM_UNIT_ID" val="diagram20187592_5*l_h_a*1_3_1"/>
  <p:tag name="KSO_WM_UNIT_INDEX" val="1_3_1"/>
  <p:tag name="KSO_WM_UNIT_ISCONTENTSTITLE" val="0"/>
  <p:tag name="KSO_WM_UNIT_LAYERLEVEL" val="1_1_1"/>
  <p:tag name="KSO_WM_UNIT_PRESET_TEXT" val="添加标题"/>
  <p:tag name="KSO_WM_UNIT_TEXT_FILL_FORE_SCHEMECOLOR_INDEX" val="13"/>
  <p:tag name="KSO_WM_UNIT_TEXT_FILL_TYPE" val="1"/>
  <p:tag name="KSO_WM_UNIT_TYPE" val="l_h_a"/>
  <p:tag name="KSO_WM_UNIT_USESOURCEFORMAT_APPLY" val="1"/>
  <p:tag name="KSO_WM_UNIT_VALUE" val="6"/>
</p:tagLst>
</file>

<file path=ppt/tags/tag128.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592"/>
  <p:tag name="KSO_WM_UNIT_COMPATIBLE" val="0"/>
  <p:tag name="KSO_WM_UNIT_HIGHLIGHT" val="0"/>
  <p:tag name="KSO_WM_UNIT_ID" val="diagram20187592_5*l_h_a*1_4_1"/>
  <p:tag name="KSO_WM_UNIT_INDEX" val="1_4_1"/>
  <p:tag name="KSO_WM_UNIT_ISCONTENTSTITLE" val="0"/>
  <p:tag name="KSO_WM_UNIT_LAYERLEVEL" val="1_1_1"/>
  <p:tag name="KSO_WM_UNIT_PRESET_TEXT" val="添加标题"/>
  <p:tag name="KSO_WM_UNIT_TEXT_FILL_FORE_SCHEMECOLOR_INDEX" val="13"/>
  <p:tag name="KSO_WM_UNIT_TEXT_FILL_TYPE" val="1"/>
  <p:tag name="KSO_WM_UNIT_TYPE" val="l_h_a"/>
  <p:tag name="KSO_WM_UNIT_USESOURCEFORMAT_APPLY" val="1"/>
  <p:tag name="KSO_WM_UNIT_VALUE" val="6"/>
</p:tagLst>
</file>

<file path=ppt/tags/tag129.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592"/>
  <p:tag name="KSO_WM_UNIT_COMPATIBLE" val="0"/>
  <p:tag name="KSO_WM_UNIT_FILL_FORE_SCHEMECOLOR_INDEX" val="7"/>
  <p:tag name="KSO_WM_UNIT_FILL_TYPE" val="1"/>
  <p:tag name="KSO_WM_UNIT_HIGHLIGHT" val="0"/>
  <p:tag name="KSO_WM_UNIT_ID" val="diagram20187592_5*l_h_i*1_4_1"/>
  <p:tag name="KSO_WM_UNIT_INDEX" val="1_4_1"/>
  <p:tag name="KSO_WM_UNIT_LAYERLEVEL" val="1_1_1"/>
  <p:tag name="KSO_WM_UNIT_TEXT_FILL_FORE_SCHEMECOLOR_INDEX" val="13"/>
  <p:tag name="KSO_WM_UNIT_TEXT_FILL_TYPE" val="1"/>
  <p:tag name="KSO_WM_UNIT_TYPE" val="l_h_i"/>
  <p:tag name="KSO_WM_UNIT_USESOURCEFORMAT_APPLY" val="1"/>
</p:tagLst>
</file>

<file path=ppt/tags/tag130.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592"/>
  <p:tag name="KSO_WM_UNIT_COMPATIBLE" val="0"/>
  <p:tag name="KSO_WM_UNIT_FILL_FORE_SCHEMECOLOR_INDEX" val="6"/>
  <p:tag name="KSO_WM_UNIT_FILL_TYPE" val="1"/>
  <p:tag name="KSO_WM_UNIT_HIGHLIGHT" val="0"/>
  <p:tag name="KSO_WM_UNIT_ID" val="diagram20187592_5*l_h_i*1_3_1"/>
  <p:tag name="KSO_WM_UNIT_INDEX" val="1_3_1"/>
  <p:tag name="KSO_WM_UNIT_LAYERLEVEL" val="1_1_1"/>
  <p:tag name="KSO_WM_UNIT_TEXT_FILL_FORE_SCHEMECOLOR_INDEX" val="13"/>
  <p:tag name="KSO_WM_UNIT_TEXT_FILL_TYPE" val="1"/>
  <p:tag name="KSO_WM_UNIT_TYPE" val="l_h_i"/>
  <p:tag name="KSO_WM_UNIT_USESOURCEFORMAT_APPLY" val="1"/>
</p:tagLst>
</file>

<file path=ppt/tags/tag131.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592"/>
  <p:tag name="KSO_WM_UNIT_COMPATIBLE" val="0"/>
  <p:tag name="KSO_WM_UNIT_FILL_FORE_SCHEMECOLOR_INDEX" val="9"/>
  <p:tag name="KSO_WM_UNIT_FILL_TYPE" val="1"/>
  <p:tag name="KSO_WM_UNIT_HIGHLIGHT" val="0"/>
  <p:tag name="KSO_WM_UNIT_ID" val="diagram20187592_5*l_h_i*1_5_3"/>
  <p:tag name="KSO_WM_UNIT_INDEX" val="1_5_3"/>
  <p:tag name="KSO_WM_UNIT_LAYERLEVEL" val="1_1_1"/>
  <p:tag name="KSO_WM_UNIT_TEXT_FILL_FORE_SCHEMECOLOR_INDEX" val="2"/>
  <p:tag name="KSO_WM_UNIT_TEXT_FILL_TYPE" val="1"/>
  <p:tag name="KSO_WM_UNIT_TYPE" val="l_h_i"/>
  <p:tag name="KSO_WM_UNIT_USESOURCEFORMAT_APPLY" val="1"/>
</p:tagLst>
</file>

<file path=ppt/tags/tag132.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592"/>
  <p:tag name="KSO_WM_UNIT_COMPATIBLE" val="0"/>
  <p:tag name="KSO_WM_UNIT_FILL_FORE_SCHEMECOLOR_INDEX" val="14"/>
  <p:tag name="KSO_WM_UNIT_FILL_TYPE" val="1"/>
  <p:tag name="KSO_WM_UNIT_HIGHLIGHT" val="0"/>
  <p:tag name="KSO_WM_UNIT_ID" val="diagram20187592_5*l_h_i*1_5_2"/>
  <p:tag name="KSO_WM_UNIT_INDEX" val="1_5_2"/>
  <p:tag name="KSO_WM_UNIT_LAYERLEVEL" val="1_1_1"/>
  <p:tag name="KSO_WM_UNIT_LINE_FILL_TYPE" val="2"/>
  <p:tag name="KSO_WM_UNIT_LINE_FORE_SCHEMECOLOR_INDEX" val="14"/>
  <p:tag name="KSO_WM_UNIT_TEXT_FILL_FORE_SCHEMECOLOR_INDEX" val="2"/>
  <p:tag name="KSO_WM_UNIT_TEXT_FILL_TYPE" val="1"/>
  <p:tag name="KSO_WM_UNIT_TYPE" val="l_h_i"/>
  <p:tag name="KSO_WM_UNIT_USESOURCEFORMAT_APPLY" val="1"/>
</p:tagLst>
</file>

<file path=ppt/tags/tag133.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592"/>
  <p:tag name="KSO_WM_UNIT_COMPATIBLE" val="0"/>
  <p:tag name="KSO_WM_UNIT_FILL_FORE_SCHEMECOLOR_INDEX" val="10"/>
  <p:tag name="KSO_WM_UNIT_FILL_TYPE" val="1"/>
  <p:tag name="KSO_WM_UNIT_HIGHLIGHT" val="0"/>
  <p:tag name="KSO_WM_UNIT_ID" val="diagram20187592_5*l_h_i*1_6_3"/>
  <p:tag name="KSO_WM_UNIT_INDEX" val="1_6_3"/>
  <p:tag name="KSO_WM_UNIT_LAYERLEVEL" val="1_1_1"/>
  <p:tag name="KSO_WM_UNIT_TEXT_FILL_FORE_SCHEMECOLOR_INDEX" val="2"/>
  <p:tag name="KSO_WM_UNIT_TEXT_FILL_TYPE" val="1"/>
  <p:tag name="KSO_WM_UNIT_TYPE" val="l_h_i"/>
  <p:tag name="KSO_WM_UNIT_USESOURCEFORMAT_APPLY" val="1"/>
</p:tagLst>
</file>

<file path=ppt/tags/tag134.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592"/>
  <p:tag name="KSO_WM_UNIT_COMPATIBLE" val="0"/>
  <p:tag name="KSO_WM_UNIT_FILL_FORE_SCHEMECOLOR_INDEX" val="14"/>
  <p:tag name="KSO_WM_UNIT_FILL_TYPE" val="1"/>
  <p:tag name="KSO_WM_UNIT_HIGHLIGHT" val="0"/>
  <p:tag name="KSO_WM_UNIT_ID" val="diagram20187592_5*l_h_i*1_6_2"/>
  <p:tag name="KSO_WM_UNIT_INDEX" val="1_6_2"/>
  <p:tag name="KSO_WM_UNIT_LAYERLEVEL" val="1_1_1"/>
  <p:tag name="KSO_WM_UNIT_LINE_FILL_TYPE" val="2"/>
  <p:tag name="KSO_WM_UNIT_LINE_FORE_SCHEMECOLOR_INDEX" val="14"/>
  <p:tag name="KSO_WM_UNIT_TEXT_FILL_FORE_SCHEMECOLOR_INDEX" val="10"/>
  <p:tag name="KSO_WM_UNIT_TEXT_FILL_TYPE" val="1"/>
  <p:tag name="KSO_WM_UNIT_TYPE" val="l_h_i"/>
  <p:tag name="KSO_WM_UNIT_USESOURCEFORMAT_APPLY" val="1"/>
</p:tagLst>
</file>

<file path=ppt/tags/tag135.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592"/>
  <p:tag name="KSO_WM_UNIT_COMPATIBLE" val="0"/>
  <p:tag name="KSO_WM_UNIT_HIGHLIGHT" val="0"/>
  <p:tag name="KSO_WM_UNIT_ID" val="diagram20187592_5*l_h_a*1_5_1"/>
  <p:tag name="KSO_WM_UNIT_INDEX" val="1_5_1"/>
  <p:tag name="KSO_WM_UNIT_ISCONTENTSTITLE" val="0"/>
  <p:tag name="KSO_WM_UNIT_LAYERLEVEL" val="1_1_1"/>
  <p:tag name="KSO_WM_UNIT_PRESET_TEXT" val="添加标题"/>
  <p:tag name="KSO_WM_UNIT_TEXT_FILL_FORE_SCHEMECOLOR_INDEX" val="13"/>
  <p:tag name="KSO_WM_UNIT_TEXT_FILL_TYPE" val="1"/>
  <p:tag name="KSO_WM_UNIT_TYPE" val="l_h_a"/>
  <p:tag name="KSO_WM_UNIT_USESOURCEFORMAT_APPLY" val="1"/>
  <p:tag name="KSO_WM_UNIT_VALUE" val="6"/>
</p:tagLst>
</file>

<file path=ppt/tags/tag136.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592"/>
  <p:tag name="KSO_WM_UNIT_COMPATIBLE" val="0"/>
  <p:tag name="KSO_WM_UNIT_HIGHLIGHT" val="0"/>
  <p:tag name="KSO_WM_UNIT_ID" val="diagram20187592_5*l_h_a*1_6_1"/>
  <p:tag name="KSO_WM_UNIT_INDEX" val="1_6_1"/>
  <p:tag name="KSO_WM_UNIT_ISCONTENTSTITLE" val="0"/>
  <p:tag name="KSO_WM_UNIT_LAYERLEVEL" val="1_1_1"/>
  <p:tag name="KSO_WM_UNIT_PRESET_TEXT" val="添加标题"/>
  <p:tag name="KSO_WM_UNIT_TEXT_FILL_FORE_SCHEMECOLOR_INDEX" val="13"/>
  <p:tag name="KSO_WM_UNIT_TEXT_FILL_TYPE" val="1"/>
  <p:tag name="KSO_WM_UNIT_TYPE" val="l_h_a"/>
  <p:tag name="KSO_WM_UNIT_USESOURCEFORMAT_APPLY" val="1"/>
  <p:tag name="KSO_WM_UNIT_VALUE" val="6"/>
</p:tagLst>
</file>

<file path=ppt/tags/tag137.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592"/>
  <p:tag name="KSO_WM_UNIT_COMPATIBLE" val="0"/>
  <p:tag name="KSO_WM_UNIT_FILL_FORE_SCHEMECOLOR_INDEX" val="9"/>
  <p:tag name="KSO_WM_UNIT_FILL_TYPE" val="1"/>
  <p:tag name="KSO_WM_UNIT_HIGHLIGHT" val="0"/>
  <p:tag name="KSO_WM_UNIT_ID" val="diagram20187592_5*l_h_i*1_6_1"/>
  <p:tag name="KSO_WM_UNIT_INDEX" val="1_6_1"/>
  <p:tag name="KSO_WM_UNIT_LAYERLEVEL" val="1_1_1"/>
  <p:tag name="KSO_WM_UNIT_TEXT_FILL_FORE_SCHEMECOLOR_INDEX" val="13"/>
  <p:tag name="KSO_WM_UNIT_TEXT_FILL_TYPE" val="1"/>
  <p:tag name="KSO_WM_UNIT_TYPE" val="l_h_i"/>
  <p:tag name="KSO_WM_UNIT_USESOURCEFORMAT_APPLY" val="1"/>
</p:tagLst>
</file>

<file path=ppt/tags/tag138.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592"/>
  <p:tag name="KSO_WM_UNIT_COMPATIBLE" val="0"/>
  <p:tag name="KSO_WM_UNIT_FILL_FORE_SCHEMECOLOR_INDEX" val="8"/>
  <p:tag name="KSO_WM_UNIT_FILL_TYPE" val="1"/>
  <p:tag name="KSO_WM_UNIT_HIGHLIGHT" val="0"/>
  <p:tag name="KSO_WM_UNIT_ID" val="diagram20187592_5*l_h_i*1_5_1"/>
  <p:tag name="KSO_WM_UNIT_INDEX" val="1_5_1"/>
  <p:tag name="KSO_WM_UNIT_LAYERLEVEL" val="1_1_1"/>
  <p:tag name="KSO_WM_UNIT_TEXT_FILL_FORE_SCHEMECOLOR_INDEX" val="13"/>
  <p:tag name="KSO_WM_UNIT_TEXT_FILL_TYPE" val="1"/>
  <p:tag name="KSO_WM_UNIT_TYPE" val="l_h_i"/>
  <p:tag name="KSO_WM_UNIT_USESOURCEFORMAT_APPLY" val="1"/>
</p:tagLst>
</file>

<file path=ppt/tags/tag139.xml><?xml version="1.0" encoding="utf-8"?>
<p:tagLst xmlns:p="http://schemas.openxmlformats.org/presentationml/2006/main">
  <p:tag name="KSO_WM_SLIDE_ITEM_CNT" val="6"/>
</p:tagLst>
</file>

<file path=ppt/tags/tag140.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623"/>
  <p:tag name="KSO_WM_UNIT_COMPATIBLE" val="0"/>
  <p:tag name="KSO_WM_UNIT_FILL_FORE_SCHEMECOLOR_INDEX" val="15"/>
  <p:tag name="KSO_WM_UNIT_FILL_TYPE" val="1"/>
  <p:tag name="KSO_WM_UNIT_HIGHLIGHT" val="0"/>
  <p:tag name="KSO_WM_UNIT_ID" val="diagram20187623_5*l_h_i*1_4_9"/>
  <p:tag name="KSO_WM_UNIT_INDEX" val="1_4_9"/>
  <p:tag name="KSO_WM_UNIT_LAYERLEVEL" val="1_1_1"/>
  <p:tag name="KSO_WM_UNIT_LINE_FILL_TYPE" val="2"/>
  <p:tag name="KSO_WM_UNIT_LINE_FORE_SCHEMECOLOR_INDEX" val="14"/>
  <p:tag name="KSO_WM_UNIT_TEXT_FILL_FORE_SCHEMECOLOR_INDEX" val="13"/>
  <p:tag name="KSO_WM_UNIT_TEXT_FILL_TYPE" val="1"/>
  <p:tag name="KSO_WM_UNIT_TYPE" val="l_h_i"/>
  <p:tag name="KSO_WM_UNIT_USESOURCEFORMAT_APPLY" val="1"/>
</p:tagLst>
</file>

<file path=ppt/tags/tag141.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623"/>
  <p:tag name="KSO_WM_UNIT_COMPATIBLE" val="0"/>
  <p:tag name="KSO_WM_UNIT_FILL_FORE_SCHEMECOLOR_INDEX" val="8"/>
  <p:tag name="KSO_WM_UNIT_FILL_TYPE" val="1"/>
  <p:tag name="KSO_WM_UNIT_HIGHLIGHT" val="0"/>
  <p:tag name="KSO_WM_UNIT_ID" val="diagram20187623_5*l_h_i*1_4_1"/>
  <p:tag name="KSO_WM_UNIT_INDEX" val="1_4_1"/>
  <p:tag name="KSO_WM_UNIT_LAYERLEVEL" val="1_1_1"/>
  <p:tag name="KSO_WM_UNIT_TEXT_FILL_FORE_SCHEMECOLOR_INDEX" val="13"/>
  <p:tag name="KSO_WM_UNIT_TEXT_FILL_TYPE" val="1"/>
  <p:tag name="KSO_WM_UNIT_TYPE" val="l_h_i"/>
  <p:tag name="KSO_WM_UNIT_USESOURCEFORMAT_APPLY" val="1"/>
</p:tagLst>
</file>

<file path=ppt/tags/tag142.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623"/>
  <p:tag name="KSO_WM_UNIT_COMPATIBLE" val="0"/>
  <p:tag name="KSO_WM_UNIT_FILL_FORE_SCHEMECOLOR_INDEX" val="8"/>
  <p:tag name="KSO_WM_UNIT_FILL_TYPE" val="1"/>
  <p:tag name="KSO_WM_UNIT_HIGHLIGHT" val="0"/>
  <p:tag name="KSO_WM_UNIT_ID" val="diagram20187623_5*l_h_i*1_4_2"/>
  <p:tag name="KSO_WM_UNIT_INDEX" val="1_4_2"/>
  <p:tag name="KSO_WM_UNIT_LAYERLEVEL" val="1_1_1"/>
  <p:tag name="KSO_WM_UNIT_TEXT_FILL_FORE_SCHEMECOLOR_INDEX" val="13"/>
  <p:tag name="KSO_WM_UNIT_TEXT_FILL_TYPE" val="1"/>
  <p:tag name="KSO_WM_UNIT_TYPE" val="l_h_i"/>
  <p:tag name="KSO_WM_UNIT_USESOURCEFORMAT_APPLY" val="1"/>
</p:tagLst>
</file>

<file path=ppt/tags/tag143.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623"/>
  <p:tag name="KSO_WM_UNIT_COMPATIBLE" val="0"/>
  <p:tag name="KSO_WM_UNIT_FILL_FORE_SCHEMECOLOR_INDEX" val="8"/>
  <p:tag name="KSO_WM_UNIT_FILL_TYPE" val="1"/>
  <p:tag name="KSO_WM_UNIT_HIGHLIGHT" val="0"/>
  <p:tag name="KSO_WM_UNIT_ID" val="diagram20187623_5*l_h_i*1_4_3"/>
  <p:tag name="KSO_WM_UNIT_INDEX" val="1_4_3"/>
  <p:tag name="KSO_WM_UNIT_LAYERLEVEL" val="1_1_1"/>
  <p:tag name="KSO_WM_UNIT_TEXT_FILL_FORE_SCHEMECOLOR_INDEX" val="13"/>
  <p:tag name="KSO_WM_UNIT_TEXT_FILL_TYPE" val="1"/>
  <p:tag name="KSO_WM_UNIT_TYPE" val="l_h_i"/>
  <p:tag name="KSO_WM_UNIT_USESOURCEFORMAT_APPLY" val="1"/>
</p:tagLst>
</file>

<file path=ppt/tags/tag144.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623"/>
  <p:tag name="KSO_WM_UNIT_COMPATIBLE" val="0"/>
  <p:tag name="KSO_WM_UNIT_FILL_FORE_SCHEMECOLOR_INDEX" val="8"/>
  <p:tag name="KSO_WM_UNIT_FILL_TYPE" val="1"/>
  <p:tag name="KSO_WM_UNIT_HIGHLIGHT" val="0"/>
  <p:tag name="KSO_WM_UNIT_ID" val="diagram20187623_5*l_h_i*1_4_4"/>
  <p:tag name="KSO_WM_UNIT_INDEX" val="1_4_4"/>
  <p:tag name="KSO_WM_UNIT_LAYERLEVEL" val="1_1_1"/>
  <p:tag name="KSO_WM_UNIT_TEXT_FILL_FORE_SCHEMECOLOR_INDEX" val="13"/>
  <p:tag name="KSO_WM_UNIT_TEXT_FILL_TYPE" val="1"/>
  <p:tag name="KSO_WM_UNIT_TYPE" val="l_h_i"/>
  <p:tag name="KSO_WM_UNIT_USESOURCEFORMAT_APPLY" val="1"/>
</p:tagLst>
</file>

<file path=ppt/tags/tag145.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623"/>
  <p:tag name="KSO_WM_UNIT_COMPATIBLE" val="0"/>
  <p:tag name="KSO_WM_UNIT_FILL_FORE_SCHEMECOLOR_INDEX" val="8"/>
  <p:tag name="KSO_WM_UNIT_FILL_TYPE" val="1"/>
  <p:tag name="KSO_WM_UNIT_HIGHLIGHT" val="0"/>
  <p:tag name="KSO_WM_UNIT_ID" val="diagram20187623_5*l_h_i*1_4_5"/>
  <p:tag name="KSO_WM_UNIT_INDEX" val="1_4_5"/>
  <p:tag name="KSO_WM_UNIT_LAYERLEVEL" val="1_1_1"/>
  <p:tag name="KSO_WM_UNIT_TEXT_FILL_FORE_SCHEMECOLOR_INDEX" val="13"/>
  <p:tag name="KSO_WM_UNIT_TEXT_FILL_TYPE" val="1"/>
  <p:tag name="KSO_WM_UNIT_TYPE" val="l_h_i"/>
  <p:tag name="KSO_WM_UNIT_USESOURCEFORMAT_APPLY" val="1"/>
</p:tagLst>
</file>

<file path=ppt/tags/tag146.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623"/>
  <p:tag name="KSO_WM_UNIT_COMPATIBLE" val="0"/>
  <p:tag name="KSO_WM_UNIT_FILL_FORE_SCHEMECOLOR_INDEX" val="8"/>
  <p:tag name="KSO_WM_UNIT_FILL_TYPE" val="1"/>
  <p:tag name="KSO_WM_UNIT_HIGHLIGHT" val="0"/>
  <p:tag name="KSO_WM_UNIT_ID" val="diagram20187623_5*l_h_i*1_4_6"/>
  <p:tag name="KSO_WM_UNIT_INDEX" val="1_4_6"/>
  <p:tag name="KSO_WM_UNIT_LAYERLEVEL" val="1_1_1"/>
  <p:tag name="KSO_WM_UNIT_TEXT_FILL_FORE_SCHEMECOLOR_INDEX" val="13"/>
  <p:tag name="KSO_WM_UNIT_TEXT_FILL_TYPE" val="1"/>
  <p:tag name="KSO_WM_UNIT_TYPE" val="l_h_i"/>
  <p:tag name="KSO_WM_UNIT_USESOURCEFORMAT_APPLY" val="1"/>
</p:tagLst>
</file>

<file path=ppt/tags/tag147.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623"/>
  <p:tag name="KSO_WM_UNIT_COMPATIBLE" val="0"/>
  <p:tag name="KSO_WM_UNIT_FILL_FORE_SCHEMECOLOR_INDEX" val="14"/>
  <p:tag name="KSO_WM_UNIT_FILL_TYPE" val="1"/>
  <p:tag name="KSO_WM_UNIT_HIGHLIGHT" val="0"/>
  <p:tag name="KSO_WM_UNIT_ID" val="diagram20187623_5*l_h_i*1_4_7"/>
  <p:tag name="KSO_WM_UNIT_INDEX" val="1_4_7"/>
  <p:tag name="KSO_WM_UNIT_LAYERLEVEL" val="1_1_1"/>
  <p:tag name="KSO_WM_UNIT_LINE_FILL_TYPE" val="2"/>
  <p:tag name="KSO_WM_UNIT_LINE_FORE_SCHEMECOLOR_INDEX" val="7"/>
  <p:tag name="KSO_WM_UNIT_TEXT_FILL_FORE_SCHEMECOLOR_INDEX" val="13"/>
  <p:tag name="KSO_WM_UNIT_TEXT_FILL_TYPE" val="1"/>
  <p:tag name="KSO_WM_UNIT_TYPE" val="l_h_i"/>
  <p:tag name="KSO_WM_UNIT_USESOURCEFORMAT_APPLY" val="1"/>
</p:tagLst>
</file>

<file path=ppt/tags/tag148.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623"/>
  <p:tag name="KSO_WM_UNIT_COMPATIBLE" val="0"/>
  <p:tag name="KSO_WM_UNIT_FILL_FORE_SCHEMECOLOR_INDEX" val="8"/>
  <p:tag name="KSO_WM_UNIT_FILL_TYPE" val="1"/>
  <p:tag name="KSO_WM_UNIT_HIGHLIGHT" val="0"/>
  <p:tag name="KSO_WM_UNIT_ID" val="diagram20187623_5*l_h_i*1_4_8"/>
  <p:tag name="KSO_WM_UNIT_INDEX" val="1_4_8"/>
  <p:tag name="KSO_WM_UNIT_LAYERLEVEL" val="1_1_1"/>
  <p:tag name="KSO_WM_UNIT_TEXT_FILL_FORE_SCHEMECOLOR_INDEX" val="13"/>
  <p:tag name="KSO_WM_UNIT_TEXT_FILL_TYPE" val="1"/>
  <p:tag name="KSO_WM_UNIT_TYPE" val="l_h_i"/>
  <p:tag name="KSO_WM_UNIT_USESOURCEFORMAT_APPLY" val="1"/>
</p:tagLst>
</file>

<file path=ppt/tags/tag149.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623"/>
  <p:tag name="KSO_WM_UNIT_COMPATIBLE" val="0"/>
  <p:tag name="KSO_WM_UNIT_HIGHLIGHT" val="0"/>
  <p:tag name="KSO_WM_UNIT_ID" val="diagram20187623_5*l_h_a*1_4_1"/>
  <p:tag name="KSO_WM_UNIT_INDEX" val="1_4_1"/>
  <p:tag name="KSO_WM_UNIT_ISCONTENTSTITLE" val="0"/>
  <p:tag name="KSO_WM_UNIT_LAYERLEVEL" val="1_1_1"/>
  <p:tag name="KSO_WM_UNIT_PRESET_TEXT" val="添加标题"/>
  <p:tag name="KSO_WM_UNIT_TEXT_FILL_FORE_SCHEMECOLOR_INDEX" val="13"/>
  <p:tag name="KSO_WM_UNIT_TEXT_FILL_TYPE" val="1"/>
  <p:tag name="KSO_WM_UNIT_TYPE" val="l_h_a"/>
  <p:tag name="KSO_WM_UNIT_USESOURCEFORMAT_APPLY" val="1"/>
  <p:tag name="KSO_WM_UNIT_VALUE" val="6"/>
</p:tagLst>
</file>

<file path=ppt/tags/tag150.xml><?xml version="1.0" encoding="utf-8"?>
<p:tagLst xmlns:p="http://schemas.openxmlformats.org/presentationml/2006/main">
  <p:tag name="KSO_WM_SLIDE_ITEM_CNT" val="5"/>
</p:tagLst>
</file>

<file path=ppt/tags/tag151.xml><?xml version="1.0" encoding="utf-8"?>
<p:tagLst xmlns:p="http://schemas.openxmlformats.org/presentationml/2006/main">
  <p:tag name="KSO_WM_BEAUTIFY_FLAG" val="#wm#"/>
  <p:tag name="KSO_WM_DIAGRAM_GROUP_CODE" val="m1-1"/>
  <p:tag name="KSO_WM_TAG_VERSION" val="1.0"/>
  <p:tag name="KSO_WM_TEMPLATE_CATEGORY" val="diagram"/>
  <p:tag name="KSO_WM_TEMPLATE_INDEX" val="20187721"/>
  <p:tag name="KSO_WM_UNIT_COMPATIBLE" val="0"/>
  <p:tag name="KSO_WM_UNIT_DIAGRAM_ISNUMVISUAL" val="0"/>
  <p:tag name="KSO_WM_UNIT_DIAGRAM_ISREFERUNIT" val="0"/>
  <p:tag name="KSO_WM_UNIT_HIGHLIGHT" val="0"/>
  <p:tag name="KSO_WM_UNIT_ID" val="diagram20187721_3*m_h_a*1_3_1"/>
  <p:tag name="KSO_WM_UNIT_INDEX" val="1_3_1"/>
  <p:tag name="KSO_WM_UNIT_ISCONTENTSTITLE" val="0"/>
  <p:tag name="KSO_WM_UNIT_LAYERLEVEL" val="1_1_1"/>
  <p:tag name="KSO_WM_UNIT_PRESET_TEXT" val="添加标题"/>
  <p:tag name="KSO_WM_UNIT_TEXT_FILL_FORE_SCHEMECOLOR_INDEX" val="7"/>
  <p:tag name="KSO_WM_UNIT_TEXT_FILL_TYPE" val="1"/>
  <p:tag name="KSO_WM_UNIT_TYPE" val="m_h_a"/>
  <p:tag name="KSO_WM_UNIT_USESOURCEFORMAT_APPLY" val="1"/>
  <p:tag name="KSO_WM_UNIT_VALUE" val="12"/>
</p:tagLst>
</file>

<file path=ppt/tags/tag152.xml><?xml version="1.0" encoding="utf-8"?>
<p:tagLst xmlns:p="http://schemas.openxmlformats.org/presentationml/2006/main">
  <p:tag name="KSO_WM_BEAUTIFY_FLAG" val="#wm#"/>
  <p:tag name="KSO_WM_DIAGRAM_GROUP_CODE" val="m1-1"/>
  <p:tag name="KSO_WM_TAG_VERSION" val="1.0"/>
  <p:tag name="KSO_WM_TEMPLATE_CATEGORY" val="diagram"/>
  <p:tag name="KSO_WM_TEMPLATE_INDEX" val="20187721"/>
  <p:tag name="KSO_WM_UNIT_COMPATIBLE" val="0"/>
  <p:tag name="KSO_WM_UNIT_DIAGRAM_ISNUMVISUAL" val="0"/>
  <p:tag name="KSO_WM_UNIT_DIAGRAM_ISREFERUNIT" val="0"/>
  <p:tag name="KSO_WM_UNIT_HIGHLIGHT" val="0"/>
  <p:tag name="KSO_WM_UNIT_ID" val="diagram20187721_3*m_h_a*1_2_1"/>
  <p:tag name="KSO_WM_UNIT_INDEX" val="1_2_1"/>
  <p:tag name="KSO_WM_UNIT_ISCONTENTSTITLE" val="0"/>
  <p:tag name="KSO_WM_UNIT_LAYERLEVEL" val="1_1_1"/>
  <p:tag name="KSO_WM_UNIT_PRESET_TEXT" val="添加标题"/>
  <p:tag name="KSO_WM_UNIT_TEXT_FILL_FORE_SCHEMECOLOR_INDEX" val="6"/>
  <p:tag name="KSO_WM_UNIT_TEXT_FILL_TYPE" val="1"/>
  <p:tag name="KSO_WM_UNIT_TYPE" val="m_h_a"/>
  <p:tag name="KSO_WM_UNIT_USESOURCEFORMAT_APPLY" val="1"/>
  <p:tag name="KSO_WM_UNIT_VALUE" val="11"/>
</p:tagLst>
</file>

<file path=ppt/tags/tag153.xml><?xml version="1.0" encoding="utf-8"?>
<p:tagLst xmlns:p="http://schemas.openxmlformats.org/presentationml/2006/main">
  <p:tag name="KSO_WM_BEAUTIFY_FLAG" val="#wm#"/>
  <p:tag name="KSO_WM_DIAGRAM_GROUP_CODE" val="m1-1"/>
  <p:tag name="KSO_WM_TAG_VERSION" val="1.0"/>
  <p:tag name="KSO_WM_TEMPLATE_CATEGORY" val="diagram"/>
  <p:tag name="KSO_WM_TEMPLATE_INDEX" val="20187721"/>
  <p:tag name="KSO_WM_UNIT_COMPATIBLE" val="0"/>
  <p:tag name="KSO_WM_UNIT_DIAGRAM_ISNUMVISUAL" val="0"/>
  <p:tag name="KSO_WM_UNIT_DIAGRAM_ISREFERUNIT" val="0"/>
  <p:tag name="KSO_WM_UNIT_HIGHLIGHT" val="0"/>
  <p:tag name="KSO_WM_UNIT_ID" val="diagram20187721_3*m_h_a*1_1_1"/>
  <p:tag name="KSO_WM_UNIT_INDEX" val="1_1_1"/>
  <p:tag name="KSO_WM_UNIT_ISCONTENTSTITLE" val="0"/>
  <p:tag name="KSO_WM_UNIT_LAYERLEVEL" val="1_1_1"/>
  <p:tag name="KSO_WM_UNIT_PRESET_TEXT" val="添加标题"/>
  <p:tag name="KSO_WM_UNIT_TEXT_FILL_FORE_SCHEMECOLOR_INDEX" val="5"/>
  <p:tag name="KSO_WM_UNIT_TEXT_FILL_TYPE" val="1"/>
  <p:tag name="KSO_WM_UNIT_TYPE" val="m_h_a"/>
  <p:tag name="KSO_WM_UNIT_USESOURCEFORMAT_APPLY" val="1"/>
  <p:tag name="KSO_WM_UNIT_VALUE" val="12"/>
</p:tagLst>
</file>

<file path=ppt/tags/tag154.xml><?xml version="1.0" encoding="utf-8"?>
<p:tagLst xmlns:p="http://schemas.openxmlformats.org/presentationml/2006/main">
  <p:tag name="KSO_WM_BEAUTIFY_FLAG" val="#wm#"/>
  <p:tag name="KSO_WM_DIAGRAM_GROUP_CODE" val="m1-1"/>
  <p:tag name="KSO_WM_TAG_VERSION" val="1.0"/>
  <p:tag name="KSO_WM_TEMPLATE_CATEGORY" val="diagram"/>
  <p:tag name="KSO_WM_TEMPLATE_INDEX" val="20187721"/>
  <p:tag name="KSO_WM_UNIT_COMPATIBLE" val="0"/>
  <p:tag name="KSO_WM_UNIT_DIAGRAM_ISNUMVISUAL" val="0"/>
  <p:tag name="KSO_WM_UNIT_DIAGRAM_ISREFERUNIT" val="0"/>
  <p:tag name="KSO_WM_UNIT_FILL_FORE_SCHEMECOLOR_INDEX" val="7"/>
  <p:tag name="KSO_WM_UNIT_FILL_TYPE" val="1"/>
  <p:tag name="KSO_WM_UNIT_HIGHLIGHT" val="0"/>
  <p:tag name="KSO_WM_UNIT_ID" val="diagram20187721_3*m_h_i*1_3_1"/>
  <p:tag name="KSO_WM_UNIT_INDEX" val="1_3_1"/>
  <p:tag name="KSO_WM_UNIT_LAYERLEVEL" val="1_1_1"/>
  <p:tag name="KSO_WM_UNIT_TEXT_FILL_FORE_SCHEMECOLOR_INDEX" val="2"/>
  <p:tag name="KSO_WM_UNIT_TEXT_FILL_TYPE" val="1"/>
  <p:tag name="KSO_WM_UNIT_TYPE" val="m_h_i"/>
  <p:tag name="KSO_WM_UNIT_USESOURCEFORMAT_APPLY" val="1"/>
</p:tagLst>
</file>

<file path=ppt/tags/tag155.xml><?xml version="1.0" encoding="utf-8"?>
<p:tagLst xmlns:p="http://schemas.openxmlformats.org/presentationml/2006/main">
  <p:tag name="KSO_WM_BEAUTIFY_FLAG" val="#wm#"/>
  <p:tag name="KSO_WM_DIAGRAM_GROUP_CODE" val="m1-1"/>
  <p:tag name="KSO_WM_TAG_VERSION" val="1.0"/>
  <p:tag name="KSO_WM_TEMPLATE_CATEGORY" val="diagram"/>
  <p:tag name="KSO_WM_TEMPLATE_INDEX" val="20187721"/>
  <p:tag name="KSO_WM_UNIT_COMPATIBLE" val="0"/>
  <p:tag name="KSO_WM_UNIT_DIAGRAM_ISNUMVISUAL" val="0"/>
  <p:tag name="KSO_WM_UNIT_DIAGRAM_ISREFERUNIT" val="0"/>
  <p:tag name="KSO_WM_UNIT_FILL_FORE_SCHEMECOLOR_INDEX" val="6"/>
  <p:tag name="KSO_WM_UNIT_FILL_TYPE" val="1"/>
  <p:tag name="KSO_WM_UNIT_HIGHLIGHT" val="0"/>
  <p:tag name="KSO_WM_UNIT_ID" val="diagram20187721_3*m_h_i*1_2_1"/>
  <p:tag name="KSO_WM_UNIT_INDEX" val="1_2_1"/>
  <p:tag name="KSO_WM_UNIT_LAYERLEVEL" val="1_1_1"/>
  <p:tag name="KSO_WM_UNIT_TEXT_FILL_FORE_SCHEMECOLOR_INDEX" val="6"/>
  <p:tag name="KSO_WM_UNIT_TEXT_FILL_TYPE" val="1"/>
  <p:tag name="KSO_WM_UNIT_TYPE" val="m_h_i"/>
  <p:tag name="KSO_WM_UNIT_USESOURCEFORMAT_APPLY" val="1"/>
</p:tagLst>
</file>

<file path=ppt/tags/tag156.xml><?xml version="1.0" encoding="utf-8"?>
<p:tagLst xmlns:p="http://schemas.openxmlformats.org/presentationml/2006/main">
  <p:tag name="KSO_WM_BEAUTIFY_FLAG" val="#wm#"/>
  <p:tag name="KSO_WM_DIAGRAM_GROUP_CODE" val="m1-1"/>
  <p:tag name="KSO_WM_TAG_VERSION" val="1.0"/>
  <p:tag name="KSO_WM_TEMPLATE_CATEGORY" val="diagram"/>
  <p:tag name="KSO_WM_TEMPLATE_INDEX" val="20187721"/>
  <p:tag name="KSO_WM_UNIT_COMPATIBLE" val="0"/>
  <p:tag name="KSO_WM_UNIT_DIAGRAM_ISNUMVISUAL" val="0"/>
  <p:tag name="KSO_WM_UNIT_DIAGRAM_ISREFERUNIT" val="0"/>
  <p:tag name="KSO_WM_UNIT_FILL_FORE_SCHEMECOLOR_INDEX" val="5"/>
  <p:tag name="KSO_WM_UNIT_FILL_TYPE" val="1"/>
  <p:tag name="KSO_WM_UNIT_HIGHLIGHT" val="0"/>
  <p:tag name="KSO_WM_UNIT_ID" val="diagram20187721_3*m_h_i*1_1_1"/>
  <p:tag name="KSO_WM_UNIT_INDEX" val="1_1_1"/>
  <p:tag name="KSO_WM_UNIT_LAYERLEVEL" val="1_1_1"/>
  <p:tag name="KSO_WM_UNIT_TEXT_FILL_FORE_SCHEMECOLOR_INDEX" val="2"/>
  <p:tag name="KSO_WM_UNIT_TEXT_FILL_TYPE" val="1"/>
  <p:tag name="KSO_WM_UNIT_TYPE" val="m_h_i"/>
  <p:tag name="KSO_WM_UNIT_USESOURCEFORMAT_APPLY" val="1"/>
</p:tagLst>
</file>

<file path=ppt/tags/tag157.xml><?xml version="1.0" encoding="utf-8"?>
<p:tagLst xmlns:p="http://schemas.openxmlformats.org/presentationml/2006/main">
  <p:tag name="KSO_WM_BEAUTIFY_FLAG" val="#wm#"/>
  <p:tag name="KSO_WM_DIAGRAM_GROUP_CODE" val="m1-1"/>
  <p:tag name="KSO_WM_TAG_VERSION" val="1.0"/>
  <p:tag name="KSO_WM_TEMPLATE_CATEGORY" val="diagram"/>
  <p:tag name="KSO_WM_TEMPLATE_INDEX" val="20187721"/>
  <p:tag name="KSO_WM_UNIT_COMPATIBLE" val="0"/>
  <p:tag name="KSO_WM_UNIT_DIAGRAM_ISNUMVISUAL" val="0"/>
  <p:tag name="KSO_WM_UNIT_DIAGRAM_ISREFERUNIT" val="0"/>
  <p:tag name="KSO_WM_UNIT_FILL_FORE_SCHEMECOLOR_INDEX" val="5"/>
  <p:tag name="KSO_WM_UNIT_FILL_TYPE" val="1"/>
  <p:tag name="KSO_WM_UNIT_HIGHLIGHT" val="0"/>
  <p:tag name="KSO_WM_UNIT_ID" val="diagram20187721_3*m_h_i*1_1_2"/>
  <p:tag name="KSO_WM_UNIT_INDEX" val="1_1_2"/>
  <p:tag name="KSO_WM_UNIT_LAYERLEVEL" val="1_1_1"/>
  <p:tag name="KSO_WM_UNIT_TEXT_FILL_FORE_SCHEMECOLOR_INDEX" val="13"/>
  <p:tag name="KSO_WM_UNIT_TEXT_FILL_TYPE" val="1"/>
  <p:tag name="KSO_WM_UNIT_TYPE" val="m_h_i"/>
  <p:tag name="KSO_WM_UNIT_USESOURCEFORMAT_APPLY" val="1"/>
</p:tagLst>
</file>

<file path=ppt/tags/tag158.xml><?xml version="1.0" encoding="utf-8"?>
<p:tagLst xmlns:p="http://schemas.openxmlformats.org/presentationml/2006/main">
  <p:tag name="KSO_WM_BEAUTIFY_FLAG" val="#wm#"/>
  <p:tag name="KSO_WM_DIAGRAM_GROUP_CODE" val="m1-1"/>
  <p:tag name="KSO_WM_TAG_VERSION" val="1.0"/>
  <p:tag name="KSO_WM_TEMPLATE_CATEGORY" val="diagram"/>
  <p:tag name="KSO_WM_TEMPLATE_INDEX" val="20187721"/>
  <p:tag name="KSO_WM_UNIT_COMPATIBLE" val="0"/>
  <p:tag name="KSO_WM_UNIT_DIAGRAM_ISNUMVISUAL" val="0"/>
  <p:tag name="KSO_WM_UNIT_DIAGRAM_ISREFERUNIT" val="0"/>
  <p:tag name="KSO_WM_UNIT_HIGHLIGHT" val="0"/>
  <p:tag name="KSO_WM_UNIT_ID" val="diagram20187721_3*m_h_i*1_1_3"/>
  <p:tag name="KSO_WM_UNIT_INDEX" val="1_1_3"/>
  <p:tag name="KSO_WM_UNIT_LAYERLEVEL" val="1_1_1"/>
  <p:tag name="KSO_WM_UNIT_TEXT_FILL_FORE_SCHEMECOLOR_INDEX" val="13"/>
  <p:tag name="KSO_WM_UNIT_TEXT_FILL_TYPE" val="1"/>
  <p:tag name="KSO_WM_UNIT_TYPE" val="m_h_i"/>
  <p:tag name="KSO_WM_UNIT_USESOURCEFORMAT_APPLY" val="1"/>
</p:tagLst>
</file>

<file path=ppt/tags/tag159.xml><?xml version="1.0" encoding="utf-8"?>
<p:tagLst xmlns:p="http://schemas.openxmlformats.org/presentationml/2006/main">
  <p:tag name="KSO_WM_BEAUTIFY_FLAG" val="#wm#"/>
  <p:tag name="KSO_WM_DIAGRAM_GROUP_CODE" val="m1-1"/>
  <p:tag name="KSO_WM_TAG_VERSION" val="1.0"/>
  <p:tag name="KSO_WM_TEMPLATE_CATEGORY" val="diagram"/>
  <p:tag name="KSO_WM_TEMPLATE_INDEX" val="20187721"/>
  <p:tag name="KSO_WM_UNIT_COMPATIBLE" val="0"/>
  <p:tag name="KSO_WM_UNIT_DIAGRAM_ISNUMVISUAL" val="0"/>
  <p:tag name="KSO_WM_UNIT_DIAGRAM_ISREFERUNIT" val="0"/>
  <p:tag name="KSO_WM_UNIT_FILL_FORE_SCHEMECOLOR_INDEX" val="7"/>
  <p:tag name="KSO_WM_UNIT_FILL_TYPE" val="1"/>
  <p:tag name="KSO_WM_UNIT_HIGHLIGHT" val="0"/>
  <p:tag name="KSO_WM_UNIT_ID" val="diagram20187721_3*m_h_i*1_3_3"/>
  <p:tag name="KSO_WM_UNIT_INDEX" val="1_3_3"/>
  <p:tag name="KSO_WM_UNIT_LAYERLEVEL" val="1_1_1"/>
  <p:tag name="KSO_WM_UNIT_TEXT_FILL_FORE_SCHEMECOLOR_INDEX" val="13"/>
  <p:tag name="KSO_WM_UNIT_TEXT_FILL_TYPE" val="1"/>
  <p:tag name="KSO_WM_UNIT_TYPE" val="m_h_i"/>
  <p:tag name="KSO_WM_UNIT_USESOURCEFORMAT_APPLY" val="1"/>
</p:tagLst>
</file>

<file path=ppt/tags/tag160.xml><?xml version="1.0" encoding="utf-8"?>
<p:tagLst xmlns:p="http://schemas.openxmlformats.org/presentationml/2006/main">
  <p:tag name="KSO_WM_BEAUTIFY_FLAG" val="#wm#"/>
  <p:tag name="KSO_WM_DIAGRAM_GROUP_CODE" val="m1-1"/>
  <p:tag name="KSO_WM_TAG_VERSION" val="1.0"/>
  <p:tag name="KSO_WM_TEMPLATE_CATEGORY" val="diagram"/>
  <p:tag name="KSO_WM_TEMPLATE_INDEX" val="20187721"/>
  <p:tag name="KSO_WM_UNIT_COMPATIBLE" val="0"/>
  <p:tag name="KSO_WM_UNIT_DIAGRAM_ISNUMVISUAL" val="0"/>
  <p:tag name="KSO_WM_UNIT_DIAGRAM_ISREFERUNIT" val="0"/>
  <p:tag name="KSO_WM_UNIT_HIGHLIGHT" val="0"/>
  <p:tag name="KSO_WM_UNIT_ID" val="diagram20187721_3*m_h_i*1_3_2"/>
  <p:tag name="KSO_WM_UNIT_INDEX" val="1_3_2"/>
  <p:tag name="KSO_WM_UNIT_LAYERLEVEL" val="1_1_1"/>
  <p:tag name="KSO_WM_UNIT_TEXT_FILL_FORE_SCHEMECOLOR_INDEX" val="13"/>
  <p:tag name="KSO_WM_UNIT_TEXT_FILL_TYPE" val="1"/>
  <p:tag name="KSO_WM_UNIT_TYPE" val="m_h_i"/>
  <p:tag name="KSO_WM_UNIT_USESOURCEFORMAT_APPLY" val="1"/>
</p:tagLst>
</file>

<file path=ppt/tags/tag161.xml><?xml version="1.0" encoding="utf-8"?>
<p:tagLst xmlns:p="http://schemas.openxmlformats.org/presentationml/2006/main">
  <p:tag name="KSO_WM_BEAUTIFY_FLAG" val="#wm#"/>
  <p:tag name="KSO_WM_DIAGRAM_GROUP_CODE" val="m1-1"/>
  <p:tag name="KSO_WM_TAG_VERSION" val="1.0"/>
  <p:tag name="KSO_WM_TEMPLATE_CATEGORY" val="diagram"/>
  <p:tag name="KSO_WM_TEMPLATE_INDEX" val="20187721"/>
  <p:tag name="KSO_WM_UNIT_COMPATIBLE" val="0"/>
  <p:tag name="KSO_WM_UNIT_DIAGRAM_ISNUMVISUAL" val="0"/>
  <p:tag name="KSO_WM_UNIT_DIAGRAM_ISREFERUNIT" val="0"/>
  <p:tag name="KSO_WM_UNIT_FILL_FORE_SCHEMECOLOR_INDEX" val="6"/>
  <p:tag name="KSO_WM_UNIT_FILL_TYPE" val="1"/>
  <p:tag name="KSO_WM_UNIT_HIGHLIGHT" val="0"/>
  <p:tag name="KSO_WM_UNIT_ID" val="diagram20187721_3*m_h_i*1_2_2"/>
  <p:tag name="KSO_WM_UNIT_INDEX" val="1_2_2"/>
  <p:tag name="KSO_WM_UNIT_LAYERLEVEL" val="1_1_1"/>
  <p:tag name="KSO_WM_UNIT_TEXT_FILL_FORE_SCHEMECOLOR_INDEX" val="13"/>
  <p:tag name="KSO_WM_UNIT_TEXT_FILL_TYPE" val="1"/>
  <p:tag name="KSO_WM_UNIT_TYPE" val="m_h_i"/>
  <p:tag name="KSO_WM_UNIT_USESOURCEFORMAT_APPLY" val="1"/>
</p:tagLst>
</file>

<file path=ppt/tags/tag162.xml><?xml version="1.0" encoding="utf-8"?>
<p:tagLst xmlns:p="http://schemas.openxmlformats.org/presentationml/2006/main">
  <p:tag name="KSO_WM_BEAUTIFY_FLAG" val="#wm#"/>
  <p:tag name="KSO_WM_DIAGRAM_GROUP_CODE" val="m1-1"/>
  <p:tag name="KSO_WM_TAG_VERSION" val="1.0"/>
  <p:tag name="KSO_WM_TEMPLATE_CATEGORY" val="diagram"/>
  <p:tag name="KSO_WM_TEMPLATE_INDEX" val="20187721"/>
  <p:tag name="KSO_WM_UNIT_COMPATIBLE" val="0"/>
  <p:tag name="KSO_WM_UNIT_DIAGRAM_ISNUMVISUAL" val="0"/>
  <p:tag name="KSO_WM_UNIT_DIAGRAM_ISREFERUNIT" val="0"/>
  <p:tag name="KSO_WM_UNIT_HIGHLIGHT" val="0"/>
  <p:tag name="KSO_WM_UNIT_ID" val="diagram20187721_3*m_h_i*1_2_3"/>
  <p:tag name="KSO_WM_UNIT_INDEX" val="1_2_3"/>
  <p:tag name="KSO_WM_UNIT_LAYERLEVEL" val="1_1_1"/>
  <p:tag name="KSO_WM_UNIT_TEXT_FILL_FORE_SCHEMECOLOR_INDEX" val="13"/>
  <p:tag name="KSO_WM_UNIT_TEXT_FILL_TYPE" val="1"/>
  <p:tag name="KSO_WM_UNIT_TYPE" val="m_h_i"/>
  <p:tag name="KSO_WM_UNIT_USESOURCEFORMAT_APPLY" val="1"/>
</p:tagLst>
</file>

<file path=ppt/tags/tag163.xml><?xml version="1.0" encoding="utf-8"?>
<p:tagLst xmlns:p="http://schemas.openxmlformats.org/presentationml/2006/main">
  <p:tag name="KSO_WM_BEAUTIFY_FLAG" val="#wm#"/>
  <p:tag name="KSO_WM_DIAGRAM_GROUP_CODE" val="r1-1"/>
  <p:tag name="KSO_WM_TAG_VERSION" val="1.0"/>
  <p:tag name="KSO_WM_TEMPLATE_CATEGORY" val="diagram"/>
  <p:tag name="KSO_WM_TEMPLATE_INDEX" val="20193651"/>
  <p:tag name="KSO_WM_UNIT_COMPATIBLE" val="0"/>
  <p:tag name="KSO_WM_UNIT_DIAGRAM_CONTRAST_TITLE_CNT" val="2"/>
  <p:tag name="KSO_WM_UNIT_DIAGRAM_DIMENSION_TITLE_CNT" val="2"/>
  <p:tag name="KSO_WM_UNIT_DIAGRAM_IS_NEED_ADD_PATH_ANIM" val="0"/>
  <p:tag name="KSO_WM_UNIT_DIAGRAM_ISNUMVISUAL" val="0"/>
  <p:tag name="KSO_WM_UNIT_DIAGRAM_ISREFERUNIT" val="0"/>
  <p:tag name="KSO_WM_UNIT_HIGHLIGHT" val="0"/>
  <p:tag name="KSO_WM_UNIT_ID" val="diagram20193651_2*r_v*1_2"/>
  <p:tag name="KSO_WM_UNIT_INDEX" val="1_2"/>
  <p:tag name="KSO_WM_UNIT_LAYERLEVEL" val="1_1"/>
  <p:tag name="KSO_WM_UNIT_NOCLEAR" val="0"/>
  <p:tag name="KSO_WM_UNIT_PRESET_TEXT" val="单击此处添加文本具体内容，简明扼要的阐述您的观点。"/>
  <p:tag name="KSO_WM_UNIT_SHOW_EDIT_AREA_INDICATION" val="0"/>
  <p:tag name="KSO_WM_UNIT_TEXT_FILL_FORE_SCHEMECOLOR_INDEX" val="13"/>
  <p:tag name="KSO_WM_UNIT_TEXT_FILL_TYPE" val="1"/>
  <p:tag name="KSO_WM_UNIT_TYPE" val="r_v"/>
  <p:tag name="KSO_WM_UNIT_USESOURCEFORMAT_APPLY" val="1"/>
  <p:tag name="KSO_WM_UNIT_VALUE" val="30"/>
</p:tagLst>
</file>

<file path=ppt/tags/tag164.xml><?xml version="1.0" encoding="utf-8"?>
<p:tagLst xmlns:p="http://schemas.openxmlformats.org/presentationml/2006/main">
  <p:tag name="KSO_WM_SLIDE_ITEM_CNT" val="3"/>
</p:tagLst>
</file>

<file path=ppt/tags/tag165.xml><?xml version="1.0" encoding="utf-8"?>
<p:tagLst xmlns:p="http://schemas.openxmlformats.org/presentationml/2006/main">
  <p:tag name="KSO_WM_BEAUTIFY_FLAG" val="#wm#"/>
  <p:tag name="KSO_WM_DIAGRAM_GROUP_CODE" val="q1-1"/>
  <p:tag name="KSO_WM_TAG_VERSION" val="1.0"/>
  <p:tag name="KSO_WM_TEMPLATE_CATEGORY" val="diagram"/>
  <p:tag name="KSO_WM_TEMPLATE_INDEX" val="20200110"/>
  <p:tag name="KSO_WM_UNIT_COMPATIBLE" val="0"/>
  <p:tag name="KSO_WM_UNIT_DIAGRAM_ISNUMVISUAL" val="0"/>
  <p:tag name="KSO_WM_UNIT_DIAGRAM_ISREFERUNIT" val="0"/>
  <p:tag name="KSO_WM_UNIT_HIGHLIGHT" val="0"/>
  <p:tag name="KSO_WM_UNIT_ID" val="diagram20200110_1*q_a*1_1"/>
  <p:tag name="KSO_WM_UNIT_INDEX" val="1_1"/>
  <p:tag name="KSO_WM_UNIT_ISCONTENTSTITLE" val="0"/>
  <p:tag name="KSO_WM_UNIT_LAYERLEVEL" val="1_1"/>
  <p:tag name="KSO_WM_UNIT_NOCLEAR" val="0"/>
  <p:tag name="KSO_WM_UNIT_PRESET_TEXT" val="添加标题"/>
  <p:tag name="KSO_WM_UNIT_TEXT_FILL_FORE_SCHEMECOLOR_INDEX" val="13"/>
  <p:tag name="KSO_WM_UNIT_TEXT_FILL_TYPE" val="1"/>
  <p:tag name="KSO_WM_UNIT_TYPE" val="q_a"/>
  <p:tag name="KSO_WM_UNIT_VALUE" val="28"/>
</p:tagLst>
</file>

<file path=ppt/tags/tag166.xml><?xml version="1.0" encoding="utf-8"?>
<p:tagLst xmlns:p="http://schemas.openxmlformats.org/presentationml/2006/main">
  <p:tag name="KSO_WM_BEAUTIFY_FLAG" val="#wm#"/>
  <p:tag name="KSO_WM_DIAGRAM_GROUP_CODE" val="q1-1"/>
  <p:tag name="KSO_WM_TAG_VERSION" val="1.0"/>
  <p:tag name="KSO_WM_TEMPLATE_CATEGORY" val="diagram"/>
  <p:tag name="KSO_WM_TEMPLATE_INDEX" val="20200110"/>
  <p:tag name="KSO_WM_UNIT_COMPATIBLE" val="0"/>
  <p:tag name="KSO_WM_UNIT_DIAGRAM_ISNUMVISUAL" val="0"/>
  <p:tag name="KSO_WM_UNIT_DIAGRAM_ISREFERUNIT" val="0"/>
  <p:tag name="KSO_WM_UNIT_HIGHLIGHT" val="0"/>
  <p:tag name="KSO_WM_UNIT_ID" val="diagram20200110_1*q_f*1_1"/>
  <p:tag name="KSO_WM_UNIT_INDEX" val="1_1"/>
  <p:tag name="KSO_WM_UNIT_LAYERLEVEL" val="1_1"/>
  <p:tag name="KSO_WM_UNIT_NOCLEAR" val="0"/>
  <p:tag name="KSO_WM_UNIT_PRESET_TEXT" val="单击此处添加文本具体内容，简明扼要的阐述您的观点。"/>
  <p:tag name="KSO_WM_UNIT_TEXT_FILL_FORE_SCHEMECOLOR_INDEX" val="13"/>
  <p:tag name="KSO_WM_UNIT_TEXT_FILL_TYPE" val="1"/>
  <p:tag name="KSO_WM_UNIT_TYPE" val="q_f"/>
  <p:tag name="KSO_WM_UNIT_VALUE" val="29"/>
</p:tagLst>
</file>

<file path=ppt/tags/tag167.xml><?xml version="1.0" encoding="utf-8"?>
<p:tagLst xmlns:p="http://schemas.openxmlformats.org/presentationml/2006/main">
  <p:tag name="KSO_WM_BEAUTIFY_FLAG" val="#wm#"/>
  <p:tag name="KSO_WM_DIAGRAM_GROUP_CODE" val="q1-1"/>
  <p:tag name="KSO_WM_TAG_VERSION" val="1.0"/>
  <p:tag name="KSO_WM_TEMPLATE_CATEGORY" val="diagram"/>
  <p:tag name="KSO_WM_TEMPLATE_INDEX" val="20200110"/>
  <p:tag name="KSO_WM_UNIT_COMPATIBLE" val="0"/>
  <p:tag name="KSO_WM_UNIT_DIAGRAM_ISNUMVISUAL" val="0"/>
  <p:tag name="KSO_WM_UNIT_DIAGRAM_ISREFERUNIT" val="0"/>
  <p:tag name="KSO_WM_UNIT_HIGHLIGHT" val="0"/>
  <p:tag name="KSO_WM_UNIT_ID" val="diagram20200110_1*q_i*1_1"/>
  <p:tag name="KSO_WM_UNIT_INDEX" val="1_1"/>
  <p:tag name="KSO_WM_UNIT_LAYERLEVEL" val="1_1"/>
  <p:tag name="KSO_WM_UNIT_TYPE" val="q_i"/>
</p:tagLst>
</file>

<file path=ppt/tags/tag168.xml><?xml version="1.0" encoding="utf-8"?>
<p:tagLst xmlns:p="http://schemas.openxmlformats.org/presentationml/2006/main">
  <p:tag name="KSO_WM_BEAUTIFY_FLAG" val="#wm#"/>
  <p:tag name="KSO_WM_DIAGRAM_GROUP_CODE" val="q1-1"/>
  <p:tag name="KSO_WM_TAG_VERSION" val="1.0"/>
  <p:tag name="KSO_WM_TEMPLATE_CATEGORY" val="diagram"/>
  <p:tag name="KSO_WM_TEMPLATE_INDEX" val="20200110"/>
  <p:tag name="KSO_WM_UNIT_COMPATIBLE" val="0"/>
  <p:tag name="KSO_WM_UNIT_DIAGRAM_ISNUMVISUAL" val="0"/>
  <p:tag name="KSO_WM_UNIT_DIAGRAM_ISREFERUNIT" val="0"/>
  <p:tag name="KSO_WM_UNIT_FILL_FORE_SCHEMECOLOR_INDEX" val="7"/>
  <p:tag name="KSO_WM_UNIT_FILL_TYPE" val="1"/>
  <p:tag name="KSO_WM_UNIT_HIGHLIGHT" val="0"/>
  <p:tag name="KSO_WM_UNIT_ID" val="diagram20200110_1*q_h_i*1_3_8"/>
  <p:tag name="KSO_WM_UNIT_INDEX" val="1_3_8"/>
  <p:tag name="KSO_WM_UNIT_LAYERLEVEL" val="1_1_1"/>
  <p:tag name="KSO_WM_UNIT_TEXT_FILL_FORE_SCHEMECOLOR_INDEX" val="13"/>
  <p:tag name="KSO_WM_UNIT_TEXT_FILL_TYPE" val="1"/>
  <p:tag name="KSO_WM_UNIT_TYPE" val="q_h_i"/>
</p:tagLst>
</file>

<file path=ppt/tags/tag169.xml><?xml version="1.0" encoding="utf-8"?>
<p:tagLst xmlns:p="http://schemas.openxmlformats.org/presentationml/2006/main">
  <p:tag name="KSO_WM_BEAUTIFY_FLAG" val="#wm#"/>
  <p:tag name="KSO_WM_DIAGRAM_GROUP_CODE" val="q1-1"/>
  <p:tag name="KSO_WM_TAG_VERSION" val="1.0"/>
  <p:tag name="KSO_WM_TEMPLATE_CATEGORY" val="diagram"/>
  <p:tag name="KSO_WM_TEMPLATE_INDEX" val="20200110"/>
  <p:tag name="KSO_WM_UNIT_COMPATIBLE" val="0"/>
  <p:tag name="KSO_WM_UNIT_DIAGRAM_ISNUMVISUAL" val="0"/>
  <p:tag name="KSO_WM_UNIT_DIAGRAM_ISREFERUNIT" val="0"/>
  <p:tag name="KSO_WM_UNIT_FILL_FORE_SCHEMECOLOR_INDEX" val="6"/>
  <p:tag name="KSO_WM_UNIT_FILL_TYPE" val="1"/>
  <p:tag name="KSO_WM_UNIT_HIGHLIGHT" val="0"/>
  <p:tag name="KSO_WM_UNIT_ID" val="diagram20200110_1*q_h_i*1_2_2"/>
  <p:tag name="KSO_WM_UNIT_INDEX" val="1_2_2"/>
  <p:tag name="KSO_WM_UNIT_LAYERLEVEL" val="1_1_1"/>
  <p:tag name="KSO_WM_UNIT_TEXT_FILL_FORE_SCHEMECOLOR_INDEX" val="13"/>
  <p:tag name="KSO_WM_UNIT_TEXT_FILL_TYPE" val="1"/>
  <p:tag name="KSO_WM_UNIT_TYPE" val="q_h_i"/>
</p:tagLst>
</file>

<file path=ppt/tags/tag170.xml><?xml version="1.0" encoding="utf-8"?>
<p:tagLst xmlns:p="http://schemas.openxmlformats.org/presentationml/2006/main">
  <p:tag name="KSO_WM_BEAUTIFY_FLAG" val="#wm#"/>
  <p:tag name="KSO_WM_DIAGRAM_GROUP_CODE" val="q1-1"/>
  <p:tag name="KSO_WM_TAG_VERSION" val="1.0"/>
  <p:tag name="KSO_WM_TEMPLATE_CATEGORY" val="diagram"/>
  <p:tag name="KSO_WM_TEMPLATE_INDEX" val="20200110"/>
  <p:tag name="KSO_WM_UNIT_COMPATIBLE" val="0"/>
  <p:tag name="KSO_WM_UNIT_DIAGRAM_ISNUMVISUAL" val="0"/>
  <p:tag name="KSO_WM_UNIT_DIAGRAM_ISREFERUNIT" val="0"/>
  <p:tag name="KSO_WM_UNIT_FILL_FORE_SCHEMECOLOR_INDEX" val="5"/>
  <p:tag name="KSO_WM_UNIT_FILL_TYPE" val="1"/>
  <p:tag name="KSO_WM_UNIT_HIGHLIGHT" val="0"/>
  <p:tag name="KSO_WM_UNIT_ID" val="diagram20200110_1*q_h_i*1_1_2"/>
  <p:tag name="KSO_WM_UNIT_INDEX" val="1_1_2"/>
  <p:tag name="KSO_WM_UNIT_LAYERLEVEL" val="1_1_1"/>
  <p:tag name="KSO_WM_UNIT_TEXT_FILL_FORE_SCHEMECOLOR_INDEX" val="13"/>
  <p:tag name="KSO_WM_UNIT_TEXT_FILL_TYPE" val="1"/>
  <p:tag name="KSO_WM_UNIT_TYPE" val="q_h_i"/>
</p:tagLst>
</file>

<file path=ppt/tags/tag171.xml><?xml version="1.0" encoding="utf-8"?>
<p:tagLst xmlns:p="http://schemas.openxmlformats.org/presentationml/2006/main">
  <p:tag name="KSO_WM_BEAUTIFY_FLAG" val="#wm#"/>
  <p:tag name="KSO_WM_DIAGRAM_GROUP_CODE" val="q1-1"/>
  <p:tag name="KSO_WM_TAG_VERSION" val="1.0"/>
  <p:tag name="KSO_WM_TEMPLATE_CATEGORY" val="diagram"/>
  <p:tag name="KSO_WM_TEMPLATE_INDEX" val="20200110"/>
  <p:tag name="KSO_WM_UNIT_COMPATIBLE" val="0"/>
  <p:tag name="KSO_WM_UNIT_DIAGRAM_ISNUMVISUAL" val="0"/>
  <p:tag name="KSO_WM_UNIT_DIAGRAM_ISREFERUNIT" val="0"/>
  <p:tag name="KSO_WM_UNIT_HIGHLIGHT" val="0"/>
  <p:tag name="KSO_WM_UNIT_ID" val="diagram20200110_1*q_h_a*1_2_1"/>
  <p:tag name="KSO_WM_UNIT_INDEX" val="1_2_1"/>
  <p:tag name="KSO_WM_UNIT_ISCONTENTSTITLE" val="0"/>
  <p:tag name="KSO_WM_UNIT_LAYERLEVEL" val="1_1_1"/>
  <p:tag name="KSO_WM_UNIT_NOCLEAR" val="0"/>
  <p:tag name="KSO_WM_UNIT_PRESET_TEXT" val="添加标题"/>
  <p:tag name="KSO_WM_UNIT_TEXT_FILL_FORE_SCHEMECOLOR_INDEX" val="14"/>
  <p:tag name="KSO_WM_UNIT_TEXT_FILL_TYPE" val="1"/>
  <p:tag name="KSO_WM_UNIT_TYPE" val="q_h_a"/>
  <p:tag name="KSO_WM_UNIT_VALUE" val="7"/>
</p:tagLst>
</file>

<file path=ppt/tags/tag172.xml><?xml version="1.0" encoding="utf-8"?>
<p:tagLst xmlns:p="http://schemas.openxmlformats.org/presentationml/2006/main">
  <p:tag name="KSO_WM_BEAUTIFY_FLAG" val="#wm#"/>
  <p:tag name="KSO_WM_DIAGRAM_GROUP_CODE" val="q1-1"/>
  <p:tag name="KSO_WM_TAG_VERSION" val="1.0"/>
  <p:tag name="KSO_WM_TEMPLATE_CATEGORY" val="diagram"/>
  <p:tag name="KSO_WM_TEMPLATE_INDEX" val="20200110"/>
  <p:tag name="KSO_WM_UNIT_COMPATIBLE" val="0"/>
  <p:tag name="KSO_WM_UNIT_DIAGRAM_ISNUMVISUAL" val="0"/>
  <p:tag name="KSO_WM_UNIT_DIAGRAM_ISREFERUNIT" val="0"/>
  <p:tag name="KSO_WM_UNIT_HIGHLIGHT" val="0"/>
  <p:tag name="KSO_WM_UNIT_ID" val="diagram20200110_1*q_h_a*1_3_1"/>
  <p:tag name="KSO_WM_UNIT_INDEX" val="1_3_1"/>
  <p:tag name="KSO_WM_UNIT_ISCONTENTSTITLE" val="0"/>
  <p:tag name="KSO_WM_UNIT_LAYERLEVEL" val="1_1_1"/>
  <p:tag name="KSO_WM_UNIT_NOCLEAR" val="0"/>
  <p:tag name="KSO_WM_UNIT_PRESET_TEXT" val="添加标题"/>
  <p:tag name="KSO_WM_UNIT_TEXT_FILL_FORE_SCHEMECOLOR_INDEX" val="14"/>
  <p:tag name="KSO_WM_UNIT_TEXT_FILL_TYPE" val="1"/>
  <p:tag name="KSO_WM_UNIT_TYPE" val="q_h_a"/>
  <p:tag name="KSO_WM_UNIT_VALUE" val="7"/>
</p:tagLst>
</file>

<file path=ppt/tags/tag173.xml><?xml version="1.0" encoding="utf-8"?>
<p:tagLst xmlns:p="http://schemas.openxmlformats.org/presentationml/2006/main">
  <p:tag name="KSO_WM_BEAUTIFY_FLAG" val="#wm#"/>
  <p:tag name="KSO_WM_DIAGRAM_GROUP_CODE" val="q1-1"/>
  <p:tag name="KSO_WM_TAG_VERSION" val="1.0"/>
  <p:tag name="KSO_WM_TEMPLATE_CATEGORY" val="diagram"/>
  <p:tag name="KSO_WM_TEMPLATE_INDEX" val="20200110"/>
  <p:tag name="KSO_WM_UNIT_COMPATIBLE" val="0"/>
  <p:tag name="KSO_WM_UNIT_DIAGRAM_ISNUMVISUAL" val="0"/>
  <p:tag name="KSO_WM_UNIT_DIAGRAM_ISREFERUNIT" val="0"/>
  <p:tag name="KSO_WM_UNIT_HIGHLIGHT" val="0"/>
  <p:tag name="KSO_WM_UNIT_ID" val="diagram20200110_1*q_h_a*1_1_1"/>
  <p:tag name="KSO_WM_UNIT_INDEX" val="1_1_1"/>
  <p:tag name="KSO_WM_UNIT_ISCONTENTSTITLE" val="0"/>
  <p:tag name="KSO_WM_UNIT_LAYERLEVEL" val="1_1_1"/>
  <p:tag name="KSO_WM_UNIT_NOCLEAR" val="0"/>
  <p:tag name="KSO_WM_UNIT_PRESET_TEXT" val="添加标题"/>
  <p:tag name="KSO_WM_UNIT_TEXT_FILL_FORE_SCHEMECOLOR_INDEX" val="14"/>
  <p:tag name="KSO_WM_UNIT_TEXT_FILL_TYPE" val="1"/>
  <p:tag name="KSO_WM_UNIT_TYPE" val="q_h_a"/>
  <p:tag name="KSO_WM_UNIT_VALUE" val="7"/>
</p:tagLst>
</file>

<file path=ppt/tags/tag174.xml><?xml version="1.0" encoding="utf-8"?>
<p:tagLst xmlns:p="http://schemas.openxmlformats.org/presentationml/2006/main">
  <p:tag name="KSO_WM_BEAUTIFY_FLAG" val="#wm#"/>
  <p:tag name="KSO_WM_DIAGRAM_GROUP_CODE" val="q1-1"/>
  <p:tag name="KSO_WM_TAG_VERSION" val="1.0"/>
  <p:tag name="KSO_WM_TEMPLATE_CATEGORY" val="diagram"/>
  <p:tag name="KSO_WM_TEMPLATE_INDEX" val="20200110"/>
  <p:tag name="KSO_WM_UNIT_COMPATIBLE" val="0"/>
  <p:tag name="KSO_WM_UNIT_DIAGRAM_ISNUMVISUAL" val="0"/>
  <p:tag name="KSO_WM_UNIT_DIAGRAM_ISREFERUNIT" val="0"/>
  <p:tag name="KSO_WM_UNIT_FILL_FORE_SCHEMECOLOR_INDEX" val="14"/>
  <p:tag name="KSO_WM_UNIT_FILL_TYPE" val="1"/>
  <p:tag name="KSO_WM_UNIT_HIGHLIGHT" val="0"/>
  <p:tag name="KSO_WM_UNIT_ID" val="diagram20200110_1*q_h_i*1_1_1"/>
  <p:tag name="KSO_WM_UNIT_INDEX" val="1_1_1"/>
  <p:tag name="KSO_WM_UNIT_LAYERLEVEL" val="1_1_1"/>
  <p:tag name="KSO_WM_UNIT_TEXT_FILL_FORE_SCHEMECOLOR_INDEX" val="13"/>
  <p:tag name="KSO_WM_UNIT_TEXT_FILL_TYPE" val="1"/>
  <p:tag name="KSO_WM_UNIT_TYPE" val="q_h_i"/>
</p:tagLst>
</file>

<file path=ppt/tags/tag175.xml><?xml version="1.0" encoding="utf-8"?>
<p:tagLst xmlns:p="http://schemas.openxmlformats.org/presentationml/2006/main">
  <p:tag name="KSO_WM_BEAUTIFY_FLAG" val="#wm#"/>
  <p:tag name="KSO_WM_DIAGRAM_GROUP_CODE" val="q1-1"/>
  <p:tag name="KSO_WM_TAG_VERSION" val="1.0"/>
  <p:tag name="KSO_WM_TEMPLATE_CATEGORY" val="diagram"/>
  <p:tag name="KSO_WM_TEMPLATE_INDEX" val="20200110"/>
  <p:tag name="KSO_WM_UNIT_COMPATIBLE" val="0"/>
  <p:tag name="KSO_WM_UNIT_DIAGRAM_ISNUMVISUAL" val="0"/>
  <p:tag name="KSO_WM_UNIT_DIAGRAM_ISREFERUNIT" val="0"/>
  <p:tag name="KSO_WM_UNIT_FILL_FORE_SCHEMECOLOR_INDEX" val="14"/>
  <p:tag name="KSO_WM_UNIT_FILL_TYPE" val="1"/>
  <p:tag name="KSO_WM_UNIT_HIGHLIGHT" val="0"/>
  <p:tag name="KSO_WM_UNIT_ID" val="diagram20200110_1*q_h_i*1_2_1"/>
  <p:tag name="KSO_WM_UNIT_INDEX" val="1_2_1"/>
  <p:tag name="KSO_WM_UNIT_LAYERLEVEL" val="1_1_1"/>
  <p:tag name="KSO_WM_UNIT_TEXT_FILL_FORE_SCHEMECOLOR_INDEX" val="13"/>
  <p:tag name="KSO_WM_UNIT_TEXT_FILL_TYPE" val="1"/>
  <p:tag name="KSO_WM_UNIT_TYPE" val="q_h_i"/>
</p:tagLst>
</file>

<file path=ppt/tags/tag176.xml><?xml version="1.0" encoding="utf-8"?>
<p:tagLst xmlns:p="http://schemas.openxmlformats.org/presentationml/2006/main">
  <p:tag name="KSO_WM_BEAUTIFY_FLAG" val="#wm#"/>
  <p:tag name="KSO_WM_DIAGRAM_GROUP_CODE" val="q1-1"/>
  <p:tag name="KSO_WM_TAG_VERSION" val="1.0"/>
  <p:tag name="KSO_WM_TEMPLATE_CATEGORY" val="diagram"/>
  <p:tag name="KSO_WM_TEMPLATE_INDEX" val="20200110"/>
  <p:tag name="KSO_WM_UNIT_COMPATIBLE" val="0"/>
  <p:tag name="KSO_WM_UNIT_DIAGRAM_ISNUMVISUAL" val="0"/>
  <p:tag name="KSO_WM_UNIT_DIAGRAM_ISREFERUNIT" val="0"/>
  <p:tag name="KSO_WM_UNIT_FILL_FORE_SCHEMECOLOR_INDEX" val="14"/>
  <p:tag name="KSO_WM_UNIT_FILL_TYPE" val="1"/>
  <p:tag name="KSO_WM_UNIT_HIGHLIGHT" val="0"/>
  <p:tag name="KSO_WM_UNIT_ID" val="diagram20200110_1*q_h_i*1_2_3"/>
  <p:tag name="KSO_WM_UNIT_INDEX" val="1_2_3"/>
  <p:tag name="KSO_WM_UNIT_LAYERLEVEL" val="1_1_1"/>
  <p:tag name="KSO_WM_UNIT_TEXT_FILL_FORE_SCHEMECOLOR_INDEX" val="13"/>
  <p:tag name="KSO_WM_UNIT_TEXT_FILL_TYPE" val="1"/>
  <p:tag name="KSO_WM_UNIT_TYPE" val="q_h_i"/>
</p:tagLst>
</file>

<file path=ppt/tags/tag177.xml><?xml version="1.0" encoding="utf-8"?>
<p:tagLst xmlns:p="http://schemas.openxmlformats.org/presentationml/2006/main">
  <p:tag name="KSO_WM_BEAUTIFY_FLAG" val="#wm#"/>
  <p:tag name="KSO_WM_DIAGRAM_GROUP_CODE" val="q1-1"/>
  <p:tag name="KSO_WM_TAG_VERSION" val="1.0"/>
  <p:tag name="KSO_WM_TEMPLATE_CATEGORY" val="diagram"/>
  <p:tag name="KSO_WM_TEMPLATE_INDEX" val="20200110"/>
  <p:tag name="KSO_WM_UNIT_COMPATIBLE" val="0"/>
  <p:tag name="KSO_WM_UNIT_DIAGRAM_ISNUMVISUAL" val="0"/>
  <p:tag name="KSO_WM_UNIT_DIAGRAM_ISREFERUNIT" val="0"/>
  <p:tag name="KSO_WM_UNIT_FILL_FORE_SCHEMECOLOR_INDEX" val="14"/>
  <p:tag name="KSO_WM_UNIT_FILL_TYPE" val="1"/>
  <p:tag name="KSO_WM_UNIT_HIGHLIGHT" val="0"/>
  <p:tag name="KSO_WM_UNIT_ID" val="diagram20200110_1*q_h_i*1_3_1"/>
  <p:tag name="KSO_WM_UNIT_INDEX" val="1_3_1"/>
  <p:tag name="KSO_WM_UNIT_LAYERLEVEL" val="1_1_1"/>
  <p:tag name="KSO_WM_UNIT_TYPE" val="q_h_i"/>
</p:tagLst>
</file>

<file path=ppt/tags/tag178.xml><?xml version="1.0" encoding="utf-8"?>
<p:tagLst xmlns:p="http://schemas.openxmlformats.org/presentationml/2006/main">
  <p:tag name="KSO_WM_BEAUTIFY_FLAG" val="#wm#"/>
  <p:tag name="KSO_WM_DIAGRAM_GROUP_CODE" val="q1-1"/>
  <p:tag name="KSO_WM_TAG_VERSION" val="1.0"/>
  <p:tag name="KSO_WM_TEMPLATE_CATEGORY" val="diagram"/>
  <p:tag name="KSO_WM_TEMPLATE_INDEX" val="20200110"/>
  <p:tag name="KSO_WM_UNIT_COMPATIBLE" val="0"/>
  <p:tag name="KSO_WM_UNIT_DIAGRAM_ISNUMVISUAL" val="0"/>
  <p:tag name="KSO_WM_UNIT_DIAGRAM_ISREFERUNIT" val="0"/>
  <p:tag name="KSO_WM_UNIT_HIGHLIGHT" val="0"/>
  <p:tag name="KSO_WM_UNIT_ID" val="diagram20200110_1*q_h_a*1_3_1"/>
  <p:tag name="KSO_WM_UNIT_INDEX" val="1_3_1"/>
  <p:tag name="KSO_WM_UNIT_ISCONTENTSTITLE" val="0"/>
  <p:tag name="KSO_WM_UNIT_LAYERLEVEL" val="1_1_1"/>
  <p:tag name="KSO_WM_UNIT_NOCLEAR" val="0"/>
  <p:tag name="KSO_WM_UNIT_PRESET_TEXT" val="添加标题"/>
  <p:tag name="KSO_WM_UNIT_TEXT_FILL_FORE_SCHEMECOLOR_INDEX" val="14"/>
  <p:tag name="KSO_WM_UNIT_TEXT_FILL_TYPE" val="1"/>
  <p:tag name="KSO_WM_UNIT_TYPE" val="q_h_a"/>
  <p:tag name="KSO_WM_UNIT_VALUE" val="7"/>
</p:tagLst>
</file>

<file path=ppt/tags/tag179.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8049"/>
  <p:tag name="KSO_WM_UNIT_COMPATIBLE" val="0"/>
  <p:tag name="KSO_WM_UNIT_DIAGRAM_ISNUMVISUAL" val="0"/>
  <p:tag name="KSO_WM_UNIT_DIAGRAM_ISREFERUNIT" val="0"/>
  <p:tag name="KSO_WM_UNIT_HIGHLIGHT" val="0"/>
  <p:tag name="KSO_WM_UNIT_ID" val="diagram20188049_1*l_h_i*1_1_2"/>
  <p:tag name="KSO_WM_UNIT_INDEX" val="1_1_2"/>
  <p:tag name="KSO_WM_UNIT_LAYERLEVEL" val="1_1_1"/>
  <p:tag name="KSO_WM_UNIT_LINE_FILL_TYPE" val="2"/>
  <p:tag name="KSO_WM_UNIT_LINE_FORE_SCHEMECOLOR_INDEX" val="5"/>
  <p:tag name="KSO_WM_UNIT_TEXT_FILL_FORE_SCHEMECOLOR_INDEX" val="2"/>
  <p:tag name="KSO_WM_UNIT_TEXT_FILL_TYPE" val="1"/>
  <p:tag name="KSO_WM_UNIT_TYPE" val="l_h_i"/>
  <p:tag name="KSO_WM_UNIT_USESOURCEFORMAT_APPLY" val="1"/>
</p:tagLst>
</file>

<file path=ppt/tags/tag180.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8049"/>
  <p:tag name="KSO_WM_UNIT_COMPATIBLE" val="0"/>
  <p:tag name="KSO_WM_UNIT_DIAGRAM_ISNUMVISUAL" val="0"/>
  <p:tag name="KSO_WM_UNIT_DIAGRAM_ISREFERUNIT" val="0"/>
  <p:tag name="KSO_WM_UNIT_FILL_FORE_SCHEMECOLOR_INDEX" val="5"/>
  <p:tag name="KSO_WM_UNIT_FILL_TYPE" val="1"/>
  <p:tag name="KSO_WM_UNIT_HIGHLIGHT" val="0"/>
  <p:tag name="KSO_WM_UNIT_ID" val="diagram20188049_1*l_h_i*1_1_1"/>
  <p:tag name="KSO_WM_UNIT_INDEX" val="1_1_1"/>
  <p:tag name="KSO_WM_UNIT_LAYERLEVEL" val="1_1_1"/>
  <p:tag name="KSO_WM_UNIT_LINE_FILL_TYPE" val="2"/>
  <p:tag name="KSO_WM_UNIT_LINE_FORE_SCHEMECOLOR_INDEX" val="6"/>
  <p:tag name="KSO_WM_UNIT_TEXT_FILL_FORE_SCHEMECOLOR_INDEX" val="2"/>
  <p:tag name="KSO_WM_UNIT_TEXT_FILL_TYPE" val="1"/>
  <p:tag name="KSO_WM_UNIT_TYPE" val="l_h_i"/>
  <p:tag name="KSO_WM_UNIT_USESOURCEFORMAT_APPLY" val="1"/>
</p:tagLst>
</file>

<file path=ppt/tags/tag181.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8049"/>
  <p:tag name="KSO_WM_UNIT_COMPATIBLE" val="0"/>
  <p:tag name="KSO_WM_UNIT_DIAGRAM_ISNUMVISUAL" val="0"/>
  <p:tag name="KSO_WM_UNIT_DIAGRAM_ISREFERUNIT" val="0"/>
  <p:tag name="KSO_WM_UNIT_FILL_FORE_SCHEMECOLOR_INDEX" val="14"/>
  <p:tag name="KSO_WM_UNIT_FILL_TYPE" val="1"/>
  <p:tag name="KSO_WM_UNIT_HIGHLIGHT" val="0"/>
  <p:tag name="KSO_WM_UNIT_ID" val="diagram20188049_1*l_h_x*1_1_1"/>
  <p:tag name="KSO_WM_UNIT_INDEX" val="1_1_1"/>
  <p:tag name="KSO_WM_UNIT_LAYERLEVEL" val="1_1_1"/>
  <p:tag name="KSO_WM_UNIT_TEXT_FILL_FORE_SCHEMECOLOR_INDEX" val="13"/>
  <p:tag name="KSO_WM_UNIT_TEXT_FILL_TYPE" val="1"/>
  <p:tag name="KSO_WM_UNIT_TYPE" val="l_h_x"/>
  <p:tag name="KSO_WM_UNIT_USESOURCEFORMAT_APPLY" val="1"/>
  <p:tag name="KSO_WM_UNIT_VALUE" val="175*133"/>
</p:tagLst>
</file>

<file path=ppt/tags/tag182.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8049"/>
  <p:tag name="KSO_WM_UNIT_COMPATIBLE" val="0"/>
  <p:tag name="KSO_WM_UNIT_DIAGRAM_ISNUMVISUAL" val="0"/>
  <p:tag name="KSO_WM_UNIT_DIAGRAM_ISREFERUNIT" val="0"/>
  <p:tag name="KSO_WM_UNIT_HIGHLIGHT" val="0"/>
  <p:tag name="KSO_WM_UNIT_ID" val="diagram20188049_1*l_h_f*1_1_1"/>
  <p:tag name="KSO_WM_UNIT_INDEX" val="1_1_1"/>
  <p:tag name="KSO_WM_UNIT_LAYERLEVEL" val="1_1_1"/>
  <p:tag name="KSO_WM_UNIT_PRESET_TEXT" val="单击此处添加文本具体内容"/>
  <p:tag name="KSO_WM_UNIT_TEXT_FILL_FORE_SCHEMECOLOR_INDEX" val="13"/>
  <p:tag name="KSO_WM_UNIT_TEXT_FILL_TYPE" val="1"/>
  <p:tag name="KSO_WM_UNIT_TYPE" val="l_h_f"/>
  <p:tag name="KSO_WM_UNIT_USESOURCEFORMAT_APPLY" val="1"/>
  <p:tag name="KSO_WM_UNIT_VALUE" val="38"/>
</p:tagLst>
</file>

<file path=ppt/tags/tag183.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8049"/>
  <p:tag name="KSO_WM_UNIT_COMPATIBLE" val="0"/>
  <p:tag name="KSO_WM_UNIT_DIAGRAM_ISNUMVISUAL" val="0"/>
  <p:tag name="KSO_WM_UNIT_DIAGRAM_ISREFERUNIT" val="0"/>
  <p:tag name="KSO_WM_UNIT_HIGHLIGHT" val="0"/>
  <p:tag name="KSO_WM_UNIT_ID" val="diagram20188049_1*l_h_a*1_1_1"/>
  <p:tag name="KSO_WM_UNIT_INDEX" val="1_1_1"/>
  <p:tag name="KSO_WM_UNIT_ISCONTENTSTITLE" val="0"/>
  <p:tag name="KSO_WM_UNIT_LAYERLEVEL" val="1_1_1"/>
  <p:tag name="KSO_WM_UNIT_PRESET_TEXT" val="单击此处添加标题"/>
  <p:tag name="KSO_WM_UNIT_TEXT_FILL_FORE_SCHEMECOLOR_INDEX" val="13"/>
  <p:tag name="KSO_WM_UNIT_TEXT_FILL_TYPE" val="1"/>
  <p:tag name="KSO_WM_UNIT_TYPE" val="l_h_a"/>
  <p:tag name="KSO_WM_UNIT_USESOURCEFORMAT_APPLY" val="1"/>
  <p:tag name="KSO_WM_UNIT_VALUE" val="12"/>
</p:tagLst>
</file>

<file path=ppt/tags/tag184.xml><?xml version="1.0" encoding="utf-8"?>
<p:tagLst xmlns:p="http://schemas.openxmlformats.org/presentationml/2006/main">
  <p:tag name="KSO_WM_SLIDE_ITEM_CNT" val="1"/>
  <p:tag name="KSO_WM_SLIDE_MODEL_TYPE" val="cover"/>
</p:tagLst>
</file>

<file path=ppt/tags/tag185.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8049"/>
  <p:tag name="KSO_WM_UNIT_COMPATIBLE" val="0"/>
  <p:tag name="KSO_WM_UNIT_DIAGRAM_ISNUMVISUAL" val="0"/>
  <p:tag name="KSO_WM_UNIT_DIAGRAM_ISREFERUNIT" val="0"/>
  <p:tag name="KSO_WM_UNIT_HIGHLIGHT" val="0"/>
  <p:tag name="KSO_WM_UNIT_ID" val="diagram20188049_1*l_h_i*1_1_2"/>
  <p:tag name="KSO_WM_UNIT_INDEX" val="1_1_2"/>
  <p:tag name="KSO_WM_UNIT_LAYERLEVEL" val="1_1_1"/>
  <p:tag name="KSO_WM_UNIT_LINE_FILL_TYPE" val="2"/>
  <p:tag name="KSO_WM_UNIT_LINE_FORE_SCHEMECOLOR_INDEX" val="5"/>
  <p:tag name="KSO_WM_UNIT_TEXT_FILL_FORE_SCHEMECOLOR_INDEX" val="2"/>
  <p:tag name="KSO_WM_UNIT_TEXT_FILL_TYPE" val="1"/>
  <p:tag name="KSO_WM_UNIT_TYPE" val="l_h_i"/>
  <p:tag name="KSO_WM_UNIT_USESOURCEFORMAT_APPLY" val="1"/>
</p:tagLst>
</file>

<file path=ppt/tags/tag186.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8049"/>
  <p:tag name="KSO_WM_UNIT_COMPATIBLE" val="0"/>
  <p:tag name="KSO_WM_UNIT_DIAGRAM_ISNUMVISUAL" val="0"/>
  <p:tag name="KSO_WM_UNIT_DIAGRAM_ISREFERUNIT" val="0"/>
  <p:tag name="KSO_WM_UNIT_FILL_FORE_SCHEMECOLOR_INDEX" val="5"/>
  <p:tag name="KSO_WM_UNIT_FILL_TYPE" val="1"/>
  <p:tag name="KSO_WM_UNIT_HIGHLIGHT" val="0"/>
  <p:tag name="KSO_WM_UNIT_ID" val="diagram20188049_1*l_h_i*1_1_1"/>
  <p:tag name="KSO_WM_UNIT_INDEX" val="1_1_1"/>
  <p:tag name="KSO_WM_UNIT_LAYERLEVEL" val="1_1_1"/>
  <p:tag name="KSO_WM_UNIT_LINE_FILL_TYPE" val="2"/>
  <p:tag name="KSO_WM_UNIT_LINE_FORE_SCHEMECOLOR_INDEX" val="6"/>
  <p:tag name="KSO_WM_UNIT_TEXT_FILL_FORE_SCHEMECOLOR_INDEX" val="2"/>
  <p:tag name="KSO_WM_UNIT_TEXT_FILL_TYPE" val="1"/>
  <p:tag name="KSO_WM_UNIT_TYPE" val="l_h_i"/>
  <p:tag name="KSO_WM_UNIT_USESOURCEFORMAT_APPLY" val="1"/>
</p:tagLst>
</file>

<file path=ppt/tags/tag187.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8049"/>
  <p:tag name="KSO_WM_UNIT_COMPATIBLE" val="0"/>
  <p:tag name="KSO_WM_UNIT_DIAGRAM_ISNUMVISUAL" val="0"/>
  <p:tag name="KSO_WM_UNIT_DIAGRAM_ISREFERUNIT" val="0"/>
  <p:tag name="KSO_WM_UNIT_FILL_FORE_SCHEMECOLOR_INDEX" val="14"/>
  <p:tag name="KSO_WM_UNIT_FILL_TYPE" val="1"/>
  <p:tag name="KSO_WM_UNIT_HIGHLIGHT" val="0"/>
  <p:tag name="KSO_WM_UNIT_ID" val="diagram20188049_1*l_h_x*1_1_1"/>
  <p:tag name="KSO_WM_UNIT_INDEX" val="1_1_1"/>
  <p:tag name="KSO_WM_UNIT_LAYERLEVEL" val="1_1_1"/>
  <p:tag name="KSO_WM_UNIT_TEXT_FILL_FORE_SCHEMECOLOR_INDEX" val="13"/>
  <p:tag name="KSO_WM_UNIT_TEXT_FILL_TYPE" val="1"/>
  <p:tag name="KSO_WM_UNIT_TYPE" val="l_h_x"/>
  <p:tag name="KSO_WM_UNIT_USESOURCEFORMAT_APPLY" val="1"/>
  <p:tag name="KSO_WM_UNIT_VALUE" val="175*133"/>
</p:tagLst>
</file>

<file path=ppt/tags/tag188.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8049"/>
  <p:tag name="KSO_WM_UNIT_COMPATIBLE" val="0"/>
  <p:tag name="KSO_WM_UNIT_DIAGRAM_ISNUMVISUAL" val="0"/>
  <p:tag name="KSO_WM_UNIT_DIAGRAM_ISREFERUNIT" val="0"/>
  <p:tag name="KSO_WM_UNIT_HIGHLIGHT" val="0"/>
  <p:tag name="KSO_WM_UNIT_ID" val="diagram20188049_1*l_h_f*1_1_1"/>
  <p:tag name="KSO_WM_UNIT_INDEX" val="1_1_1"/>
  <p:tag name="KSO_WM_UNIT_LAYERLEVEL" val="1_1_1"/>
  <p:tag name="KSO_WM_UNIT_PRESET_TEXT" val="单击此处添加文本具体内容"/>
  <p:tag name="KSO_WM_UNIT_TEXT_FILL_FORE_SCHEMECOLOR_INDEX" val="13"/>
  <p:tag name="KSO_WM_UNIT_TEXT_FILL_TYPE" val="1"/>
  <p:tag name="KSO_WM_UNIT_TYPE" val="l_h_f"/>
  <p:tag name="KSO_WM_UNIT_USESOURCEFORMAT_APPLY" val="1"/>
  <p:tag name="KSO_WM_UNIT_VALUE" val="38"/>
</p:tagLst>
</file>

<file path=ppt/tags/tag189.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8049"/>
  <p:tag name="KSO_WM_UNIT_COMPATIBLE" val="0"/>
  <p:tag name="KSO_WM_UNIT_DIAGRAM_ISNUMVISUAL" val="0"/>
  <p:tag name="KSO_WM_UNIT_DIAGRAM_ISREFERUNIT" val="0"/>
  <p:tag name="KSO_WM_UNIT_HIGHLIGHT" val="0"/>
  <p:tag name="KSO_WM_UNIT_ID" val="diagram20188049_1*l_h_a*1_1_1"/>
  <p:tag name="KSO_WM_UNIT_INDEX" val="1_1_1"/>
  <p:tag name="KSO_WM_UNIT_ISCONTENTSTITLE" val="0"/>
  <p:tag name="KSO_WM_UNIT_LAYERLEVEL" val="1_1_1"/>
  <p:tag name="KSO_WM_UNIT_PRESET_TEXT" val="单击此处添加标题"/>
  <p:tag name="KSO_WM_UNIT_TEXT_FILL_FORE_SCHEMECOLOR_INDEX" val="13"/>
  <p:tag name="KSO_WM_UNIT_TEXT_FILL_TYPE" val="1"/>
  <p:tag name="KSO_WM_UNIT_TYPE" val="l_h_a"/>
  <p:tag name="KSO_WM_UNIT_USESOURCEFORMAT_APPLY" val="1"/>
  <p:tag name="KSO_WM_UNIT_VALUE" val="12"/>
</p:tagLst>
</file>

<file path=ppt/tags/tag190.xml><?xml version="1.0" encoding="utf-8"?>
<p:tagLst xmlns:p="http://schemas.openxmlformats.org/presentationml/2006/main">
  <p:tag name="KSO_WM_SLIDE_ITEM_CNT" val="1"/>
  <p:tag name="KSO_WM_SLIDE_MODEL_TYPE" val="cover"/>
</p:tagLst>
</file>

<file path=ppt/tags/tag191.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8049"/>
  <p:tag name="KSO_WM_UNIT_COMPATIBLE" val="0"/>
  <p:tag name="KSO_WM_UNIT_DIAGRAM_ISNUMVISUAL" val="0"/>
  <p:tag name="KSO_WM_UNIT_DIAGRAM_ISREFERUNIT" val="0"/>
  <p:tag name="KSO_WM_UNIT_HIGHLIGHT" val="0"/>
  <p:tag name="KSO_WM_UNIT_ID" val="diagram20188049_1*l_h_f*1_1_1"/>
  <p:tag name="KSO_WM_UNIT_INDEX" val="1_1_1"/>
  <p:tag name="KSO_WM_UNIT_LAYERLEVEL" val="1_1_1"/>
  <p:tag name="KSO_WM_UNIT_PRESET_TEXT" val="单击此处添加文本具体内容"/>
  <p:tag name="KSO_WM_UNIT_TEXT_FILL_FORE_SCHEMECOLOR_INDEX" val="13"/>
  <p:tag name="KSO_WM_UNIT_TEXT_FILL_TYPE" val="1"/>
  <p:tag name="KSO_WM_UNIT_TYPE" val="l_h_f"/>
  <p:tag name="KSO_WM_UNIT_USESOURCEFORMAT_APPLY" val="1"/>
  <p:tag name="KSO_WM_UNIT_VALUE" val="38"/>
</p:tagLst>
</file>

<file path=ppt/tags/tag192.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2012"/>
  <p:tag name="KSO_WM_UNIT_CLEAR" val="0"/>
  <p:tag name="KSO_WM_UNIT_COMPATIBLE" val="0"/>
  <p:tag name="KSO_WM_UNIT_HIGHLIGHT" val="0"/>
  <p:tag name="KSO_WM_UNIT_ID" val="diagram20182012_1*l_h_f*1_1_1"/>
  <p:tag name="KSO_WM_UNIT_INDEX" val="1_1_1"/>
  <p:tag name="KSO_WM_UNIT_LAYERLEVEL" val="1_1_1"/>
  <p:tag name="KSO_WM_UNIT_PRESET_TEXT" val="请在这里输入您的内容文字请在这里输入您的内容请在这里输入您的内容文字请在这里输请在这里输入您的内容文字请在这里输入您的内容请在这里输入您的内容文字请在这里输入您的内容文字"/>
  <p:tag name="KSO_WM_UNIT_TEXT_FILL_FORE_SCHEMECOLOR_INDEX" val="13"/>
  <p:tag name="KSO_WM_UNIT_TEXT_FILL_TYPE" val="1"/>
  <p:tag name="KSO_WM_UNIT_TYPE" val="l_h_f"/>
  <p:tag name="KSO_WM_UNIT_USESOURCEFORMAT_APPLY" val="1"/>
  <p:tag name="KSO_WM_UNIT_VALUE" val="92"/>
</p:tagLst>
</file>

<file path=ppt/tags/tag193.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2012"/>
  <p:tag name="KSO_WM_UNIT_FILL_FORE_SCHEMECOLOR_INDEX" val="5"/>
  <p:tag name="KSO_WM_UNIT_FILL_TYPE" val="1"/>
  <p:tag name="KSO_WM_UNIT_ID" val="diagram20182012_1*l_i*1_1"/>
  <p:tag name="KSO_WM_UNIT_INDEX" val="1_1"/>
  <p:tag name="KSO_WM_UNIT_LAYERLEVEL" val="1_1"/>
  <p:tag name="KSO_WM_UNIT_TEXT_FILL_FORE_SCHEMECOLOR_INDEX" val="13"/>
  <p:tag name="KSO_WM_UNIT_TEXT_FILL_TYPE" val="1"/>
  <p:tag name="KSO_WM_UNIT_TYPE" val="l_i"/>
  <p:tag name="KSO_WM_UNIT_USESOURCEFORMAT_APPLY" val="1"/>
</p:tagLst>
</file>

<file path=ppt/tags/tag194.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2012"/>
  <p:tag name="KSO_WM_UNIT_FILL_FORE_SCHEMECOLOR_INDEX" val="5"/>
  <p:tag name="KSO_WM_UNIT_FILL_TYPE" val="1"/>
  <p:tag name="KSO_WM_UNIT_ID" val="diagram20182012_1*l_i*1_2"/>
  <p:tag name="KSO_WM_UNIT_INDEX" val="1_2"/>
  <p:tag name="KSO_WM_UNIT_LAYERLEVEL" val="1_1"/>
  <p:tag name="KSO_WM_UNIT_TEXT_FILL_FORE_SCHEMECOLOR_INDEX" val="13"/>
  <p:tag name="KSO_WM_UNIT_TEXT_FILL_TYPE" val="1"/>
  <p:tag name="KSO_WM_UNIT_TYPE" val="l_i"/>
  <p:tag name="KSO_WM_UNIT_USESOURCEFORMAT_APPLY" val="1"/>
</p:tagLst>
</file>

<file path=ppt/tags/tag195.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2012"/>
  <p:tag name="KSO_WM_UNIT_FILL_FORE_SCHEMECOLOR_INDEX" val="5"/>
  <p:tag name="KSO_WM_UNIT_FILL_TYPE" val="1"/>
  <p:tag name="KSO_WM_UNIT_ID" val="diagram20182012_1*l_i*1_3"/>
  <p:tag name="KSO_WM_UNIT_INDEX" val="1_3"/>
  <p:tag name="KSO_WM_UNIT_LAYERLEVEL" val="1_1"/>
  <p:tag name="KSO_WM_UNIT_TEXT_FILL_FORE_SCHEMECOLOR_INDEX" val="13"/>
  <p:tag name="KSO_WM_UNIT_TEXT_FILL_TYPE" val="1"/>
  <p:tag name="KSO_WM_UNIT_TYPE" val="l_i"/>
  <p:tag name="KSO_WM_UNIT_USESOURCEFORMAT_APPLY" val="1"/>
</p:tagLst>
</file>

<file path=ppt/tags/tag196.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2012"/>
  <p:tag name="KSO_WM_UNIT_FILL_FORE_SCHEMECOLOR_INDEX" val="5"/>
  <p:tag name="KSO_WM_UNIT_FILL_TYPE" val="1"/>
  <p:tag name="KSO_WM_UNIT_ID" val="diagram20182012_1*l_i*1_4"/>
  <p:tag name="KSO_WM_UNIT_INDEX" val="1_4"/>
  <p:tag name="KSO_WM_UNIT_LAYERLEVEL" val="1_1"/>
  <p:tag name="KSO_WM_UNIT_TEXT_FILL_FORE_SCHEMECOLOR_INDEX" val="13"/>
  <p:tag name="KSO_WM_UNIT_TEXT_FILL_TYPE" val="1"/>
  <p:tag name="KSO_WM_UNIT_TYPE" val="l_i"/>
  <p:tag name="KSO_WM_UNIT_USESOURCEFORMAT_APPLY" val="1"/>
</p:tagLst>
</file>

<file path=ppt/tags/tag197.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2012"/>
  <p:tag name="KSO_WM_UNIT_FILL_FORE_SCHEMECOLOR_INDEX" val="5"/>
  <p:tag name="KSO_WM_UNIT_FILL_TYPE" val="1"/>
  <p:tag name="KSO_WM_UNIT_ID" val="diagram20182012_1*l_i*1_5"/>
  <p:tag name="KSO_WM_UNIT_INDEX" val="1_5"/>
  <p:tag name="KSO_WM_UNIT_LAYERLEVEL" val="1_1"/>
  <p:tag name="KSO_WM_UNIT_TEXT_FILL_FORE_SCHEMECOLOR_INDEX" val="13"/>
  <p:tag name="KSO_WM_UNIT_TEXT_FILL_TYPE" val="1"/>
  <p:tag name="KSO_WM_UNIT_TYPE" val="l_i"/>
  <p:tag name="KSO_WM_UNIT_USESOURCEFORMAT_APPLY" val="1"/>
</p:tagLst>
</file>

<file path=ppt/tags/tag198.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2012"/>
  <p:tag name="KSO_WM_UNIT_FILL_FORE_SCHEMECOLOR_INDEX" val="5"/>
  <p:tag name="KSO_WM_UNIT_FILL_TYPE" val="1"/>
  <p:tag name="KSO_WM_UNIT_ID" val="diagram20182012_1*l_i*1_6"/>
  <p:tag name="KSO_WM_UNIT_INDEX" val="1_6"/>
  <p:tag name="KSO_WM_UNIT_LAYERLEVEL" val="1_1"/>
  <p:tag name="KSO_WM_UNIT_TEXT_FILL_FORE_SCHEMECOLOR_INDEX" val="13"/>
  <p:tag name="KSO_WM_UNIT_TEXT_FILL_TYPE" val="1"/>
  <p:tag name="KSO_WM_UNIT_TYPE" val="l_i"/>
  <p:tag name="KSO_WM_UNIT_USESOURCEFORMAT_APPLY" val="1"/>
</p:tagLst>
</file>

<file path=ppt/tags/tag199.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2012"/>
  <p:tag name="KSO_WM_UNIT_FILL_FORE_SCHEMECOLOR_INDEX" val="5"/>
  <p:tag name="KSO_WM_UNIT_FILL_TYPE" val="1"/>
  <p:tag name="KSO_WM_UNIT_ID" val="diagram20182012_1*l_i*1_7"/>
  <p:tag name="KSO_WM_UNIT_INDEX" val="1_7"/>
  <p:tag name="KSO_WM_UNIT_LAYERLEVEL" val="1_1"/>
  <p:tag name="KSO_WM_UNIT_TEXT_FILL_FORE_SCHEMECOLOR_INDEX" val="13"/>
  <p:tag name="KSO_WM_UNIT_TEXT_FILL_TYPE" val="1"/>
  <p:tag name="KSO_WM_UNIT_TYPE" val="l_i"/>
  <p:tag name="KSO_WM_UNIT_USESOURCEFORMAT_APPLY" val="1"/>
</p:tagLst>
</file>

<file path=ppt/tags/tag200.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2012"/>
  <p:tag name="KSO_WM_UNIT_FILL_FORE_SCHEMECOLOR_INDEX" val="5"/>
  <p:tag name="KSO_WM_UNIT_FILL_TYPE" val="1"/>
  <p:tag name="KSO_WM_UNIT_ID" val="diagram20182012_1*l_i*1_8"/>
  <p:tag name="KSO_WM_UNIT_INDEX" val="1_8"/>
  <p:tag name="KSO_WM_UNIT_LAYERLEVEL" val="1_1"/>
  <p:tag name="KSO_WM_UNIT_TEXT_FILL_FORE_SCHEMECOLOR_INDEX" val="13"/>
  <p:tag name="KSO_WM_UNIT_TEXT_FILL_TYPE" val="1"/>
  <p:tag name="KSO_WM_UNIT_TYPE" val="l_i"/>
  <p:tag name="KSO_WM_UNIT_USESOURCEFORMAT_APPLY" val="1"/>
</p:tagLst>
</file>

<file path=ppt/tags/tag201.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2012"/>
  <p:tag name="KSO_WM_UNIT_FILL_FORE_SCHEMECOLOR_INDEX" val="5"/>
  <p:tag name="KSO_WM_UNIT_FILL_TYPE" val="1"/>
  <p:tag name="KSO_WM_UNIT_ID" val="diagram20182012_1*l_i*1_9"/>
  <p:tag name="KSO_WM_UNIT_INDEX" val="1_9"/>
  <p:tag name="KSO_WM_UNIT_LAYERLEVEL" val="1_1"/>
  <p:tag name="KSO_WM_UNIT_TEXT_FILL_FORE_SCHEMECOLOR_INDEX" val="13"/>
  <p:tag name="KSO_WM_UNIT_TEXT_FILL_TYPE" val="1"/>
  <p:tag name="KSO_WM_UNIT_TYPE" val="l_i"/>
  <p:tag name="KSO_WM_UNIT_USESOURCEFORMAT_APPLY" val="1"/>
</p:tagLst>
</file>

<file path=ppt/tags/tag202.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2012"/>
  <p:tag name="KSO_WM_UNIT_FILL_FORE_SCHEMECOLOR_INDEX" val="5"/>
  <p:tag name="KSO_WM_UNIT_FILL_TYPE" val="1"/>
  <p:tag name="KSO_WM_UNIT_ID" val="diagram20182012_1*l_i*1_10"/>
  <p:tag name="KSO_WM_UNIT_INDEX" val="1_10"/>
  <p:tag name="KSO_WM_UNIT_LAYERLEVEL" val="1_1"/>
  <p:tag name="KSO_WM_UNIT_TEXT_FILL_FORE_SCHEMECOLOR_INDEX" val="13"/>
  <p:tag name="KSO_WM_UNIT_TEXT_FILL_TYPE" val="1"/>
  <p:tag name="KSO_WM_UNIT_TYPE" val="l_i"/>
  <p:tag name="KSO_WM_UNIT_USESOURCEFORMAT_APPLY" val="1"/>
</p:tagLst>
</file>

<file path=ppt/tags/tag203.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2012"/>
  <p:tag name="KSO_WM_UNIT_FILL_FORE_SCHEMECOLOR_INDEX" val="8"/>
  <p:tag name="KSO_WM_UNIT_FILL_TYPE" val="1"/>
  <p:tag name="KSO_WM_UNIT_ID" val="diagram20182012_1*l_i*1_11"/>
  <p:tag name="KSO_WM_UNIT_INDEX" val="1_11"/>
  <p:tag name="KSO_WM_UNIT_LAYERLEVEL" val="1_1"/>
  <p:tag name="KSO_WM_UNIT_TEXT_FILL_FORE_SCHEMECOLOR_INDEX" val="13"/>
  <p:tag name="KSO_WM_UNIT_TEXT_FILL_TYPE" val="1"/>
  <p:tag name="KSO_WM_UNIT_TYPE" val="l_i"/>
  <p:tag name="KSO_WM_UNIT_USESOURCEFORMAT_APPLY" val="1"/>
</p:tagLst>
</file>

<file path=ppt/tags/tag204.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2012"/>
  <p:tag name="KSO_WM_UNIT_FILL_FORE_SCHEMECOLOR_INDEX" val="7"/>
  <p:tag name="KSO_WM_UNIT_FILL_TYPE" val="1"/>
  <p:tag name="KSO_WM_UNIT_ID" val="diagram20182012_1*l_i*1_12"/>
  <p:tag name="KSO_WM_UNIT_INDEX" val="1_12"/>
  <p:tag name="KSO_WM_UNIT_LAYERLEVEL" val="1_1"/>
  <p:tag name="KSO_WM_UNIT_TEXT_FILL_FORE_SCHEMECOLOR_INDEX" val="13"/>
  <p:tag name="KSO_WM_UNIT_TEXT_FILL_TYPE" val="1"/>
  <p:tag name="KSO_WM_UNIT_TYPE" val="l_i"/>
  <p:tag name="KSO_WM_UNIT_USESOURCEFORMAT_APPLY" val="1"/>
</p:tagLst>
</file>

<file path=ppt/tags/tag205.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2012"/>
  <p:tag name="KSO_WM_UNIT_FILL_FORE_SCHEMECOLOR_INDEX" val="9"/>
  <p:tag name="KSO_WM_UNIT_FILL_TYPE" val="1"/>
  <p:tag name="KSO_WM_UNIT_ID" val="diagram20182012_1*l_i*1_13"/>
  <p:tag name="KSO_WM_UNIT_INDEX" val="1_13"/>
  <p:tag name="KSO_WM_UNIT_LAYERLEVEL" val="1_1"/>
  <p:tag name="KSO_WM_UNIT_TEXT_FILL_FORE_SCHEMECOLOR_INDEX" val="13"/>
  <p:tag name="KSO_WM_UNIT_TEXT_FILL_TYPE" val="1"/>
  <p:tag name="KSO_WM_UNIT_TYPE" val="l_i"/>
  <p:tag name="KSO_WM_UNIT_USESOURCEFORMAT_APPLY" val="1"/>
</p:tagLst>
</file>

<file path=ppt/tags/tag206.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2012"/>
  <p:tag name="KSO_WM_UNIT_FILL_FORE_SCHEMECOLOR_INDEX" val="7"/>
  <p:tag name="KSO_WM_UNIT_FILL_TYPE" val="1"/>
  <p:tag name="KSO_WM_UNIT_ID" val="diagram20182012_1*l_i*1_14"/>
  <p:tag name="KSO_WM_UNIT_INDEX" val="1_14"/>
  <p:tag name="KSO_WM_UNIT_LAYERLEVEL" val="1_1"/>
  <p:tag name="KSO_WM_UNIT_TEXT_FILL_FORE_SCHEMECOLOR_INDEX" val="13"/>
  <p:tag name="KSO_WM_UNIT_TEXT_FILL_TYPE" val="1"/>
  <p:tag name="KSO_WM_UNIT_TYPE" val="l_i"/>
  <p:tag name="KSO_WM_UNIT_USESOURCEFORMAT_APPLY" val="1"/>
</p:tagLst>
</file>

<file path=ppt/tags/tag207.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2012"/>
  <p:tag name="KSO_WM_UNIT_FILL_FORE_SCHEMECOLOR_INDEX" val="9"/>
  <p:tag name="KSO_WM_UNIT_FILL_TYPE" val="1"/>
  <p:tag name="KSO_WM_UNIT_ID" val="diagram20182012_1*l_i*1_15"/>
  <p:tag name="KSO_WM_UNIT_INDEX" val="1_15"/>
  <p:tag name="KSO_WM_UNIT_LAYERLEVEL" val="1_1"/>
  <p:tag name="KSO_WM_UNIT_TEXT_FILL_FORE_SCHEMECOLOR_INDEX" val="13"/>
  <p:tag name="KSO_WM_UNIT_TEXT_FILL_TYPE" val="1"/>
  <p:tag name="KSO_WM_UNIT_TYPE" val="l_i"/>
  <p:tag name="KSO_WM_UNIT_USESOURCEFORMAT_APPLY" val="1"/>
</p:tagLst>
</file>

<file path=ppt/tags/tag208.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2012"/>
  <p:tag name="KSO_WM_UNIT_FILL_FORE_SCHEMECOLOR_INDEX" val="5"/>
  <p:tag name="KSO_WM_UNIT_FILL_TYPE" val="1"/>
  <p:tag name="KSO_WM_UNIT_ID" val="diagram20182012_1*l_i*1_16"/>
  <p:tag name="KSO_WM_UNIT_INDEX" val="1_16"/>
  <p:tag name="KSO_WM_UNIT_LAYERLEVEL" val="1_1"/>
  <p:tag name="KSO_WM_UNIT_TEXT_FILL_FORE_SCHEMECOLOR_INDEX" val="13"/>
  <p:tag name="KSO_WM_UNIT_TEXT_FILL_TYPE" val="1"/>
  <p:tag name="KSO_WM_UNIT_TYPE" val="l_i"/>
  <p:tag name="KSO_WM_UNIT_USESOURCEFORMAT_APPLY" val="1"/>
</p:tagLst>
</file>

<file path=ppt/tags/tag209.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2012"/>
  <p:tag name="KSO_WM_UNIT_FILL_FORE_SCHEMECOLOR_INDEX" val="5"/>
  <p:tag name="KSO_WM_UNIT_FILL_TYPE" val="1"/>
  <p:tag name="KSO_WM_UNIT_ID" val="diagram20182012_1*l_i*1_17"/>
  <p:tag name="KSO_WM_UNIT_INDEX" val="1_17"/>
  <p:tag name="KSO_WM_UNIT_LAYERLEVEL" val="1_1"/>
  <p:tag name="KSO_WM_UNIT_TEXT_FILL_FORE_SCHEMECOLOR_INDEX" val="13"/>
  <p:tag name="KSO_WM_UNIT_TEXT_FILL_TYPE" val="1"/>
  <p:tag name="KSO_WM_UNIT_TYPE" val="l_i"/>
  <p:tag name="KSO_WM_UNIT_USESOURCEFORMAT_APPLY" val="1"/>
</p:tagLst>
</file>

<file path=ppt/tags/tag210.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2012"/>
  <p:tag name="KSO_WM_UNIT_FILL_FORE_SCHEMECOLOR_INDEX" val="8"/>
  <p:tag name="KSO_WM_UNIT_FILL_TYPE" val="1"/>
  <p:tag name="KSO_WM_UNIT_ID" val="diagram20182012_1*l_i*1_18"/>
  <p:tag name="KSO_WM_UNIT_INDEX" val="1_18"/>
  <p:tag name="KSO_WM_UNIT_LAYERLEVEL" val="1_1"/>
  <p:tag name="KSO_WM_UNIT_TEXT_FILL_FORE_SCHEMECOLOR_INDEX" val="13"/>
  <p:tag name="KSO_WM_UNIT_TEXT_FILL_TYPE" val="1"/>
  <p:tag name="KSO_WM_UNIT_TYPE" val="l_i"/>
  <p:tag name="KSO_WM_UNIT_USESOURCEFORMAT_APPLY" val="1"/>
</p:tagLst>
</file>

<file path=ppt/tags/tag211.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2012"/>
  <p:tag name="KSO_WM_UNIT_FILL_FORE_SCHEMECOLOR_INDEX" val="5"/>
  <p:tag name="KSO_WM_UNIT_FILL_TYPE" val="1"/>
  <p:tag name="KSO_WM_UNIT_ID" val="diagram20182012_1*l_i*1_19"/>
  <p:tag name="KSO_WM_UNIT_INDEX" val="1_19"/>
  <p:tag name="KSO_WM_UNIT_LAYERLEVEL" val="1_1"/>
  <p:tag name="KSO_WM_UNIT_TEXT_FILL_FORE_SCHEMECOLOR_INDEX" val="13"/>
  <p:tag name="KSO_WM_UNIT_TEXT_FILL_TYPE" val="1"/>
  <p:tag name="KSO_WM_UNIT_TYPE" val="l_i"/>
  <p:tag name="KSO_WM_UNIT_USESOURCEFORMAT_APPLY" val="1"/>
</p:tagLst>
</file>

<file path=ppt/tags/tag212.xml><?xml version="1.0" encoding="utf-8"?>
<p:tagLst xmlns:p="http://schemas.openxmlformats.org/presentationml/2006/main">
  <p:tag name="KSO_WM_BEAUTIFY_FLAG" val="#wm#"/>
  <p:tag name="KSO_WM_TAG_VERSION" val="1.0"/>
  <p:tag name="KSO_WM_TEMPLATE_CATEGORY" val="diagram"/>
  <p:tag name="KSO_WM_TEMPLATE_INDEX" val="20182012"/>
  <p:tag name="KSO_WM_UNIT_ID" val="diagram20182012_1*i*25"/>
  <p:tag name="KSO_WM_UNIT_INDEX" val="25"/>
  <p:tag name="KSO_WM_UNIT_TYPE" val="i"/>
</p:tagLst>
</file>

<file path=ppt/tags/tag213.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2012"/>
  <p:tag name="KSO_WM_UNIT_FILL_FORE_SCHEMECOLOR_INDEX" val="6"/>
  <p:tag name="KSO_WM_UNIT_FILL_TYPE" val="1"/>
  <p:tag name="KSO_WM_UNIT_ID" val="diagram20182012_1*l_i*1_20"/>
  <p:tag name="KSO_WM_UNIT_INDEX" val="1_20"/>
  <p:tag name="KSO_WM_UNIT_LAYERLEVEL" val="1_1"/>
  <p:tag name="KSO_WM_UNIT_TEXT_FILL_FORE_SCHEMECOLOR_INDEX" val="13"/>
  <p:tag name="KSO_WM_UNIT_TEXT_FILL_TYPE" val="1"/>
  <p:tag name="KSO_WM_UNIT_TYPE" val="l_i"/>
  <p:tag name="KSO_WM_UNIT_USESOURCEFORMAT_APPLY" val="1"/>
</p:tagLst>
</file>

<file path=ppt/tags/tag214.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2012"/>
  <p:tag name="KSO_WM_UNIT_FILL_FORE_SCHEMECOLOR_INDEX" val="7"/>
  <p:tag name="KSO_WM_UNIT_FILL_TYPE" val="1"/>
  <p:tag name="KSO_WM_UNIT_ID" val="diagram20182012_1*l_i*1_21"/>
  <p:tag name="KSO_WM_UNIT_INDEX" val="1_21"/>
  <p:tag name="KSO_WM_UNIT_LAYERLEVEL" val="1_1"/>
  <p:tag name="KSO_WM_UNIT_TEXT_FILL_FORE_SCHEMECOLOR_INDEX" val="13"/>
  <p:tag name="KSO_WM_UNIT_TEXT_FILL_TYPE" val="1"/>
  <p:tag name="KSO_WM_UNIT_TYPE" val="l_i"/>
  <p:tag name="KSO_WM_UNIT_USESOURCEFORMAT_APPLY" val="1"/>
</p:tagLst>
</file>

<file path=ppt/tags/tag215.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2012"/>
  <p:tag name="KSO_WM_UNIT_ID" val="diagram20182012_1*l_i*1_22"/>
  <p:tag name="KSO_WM_UNIT_INDEX" val="1_22"/>
  <p:tag name="KSO_WM_UNIT_LAYERLEVEL" val="1_1"/>
  <p:tag name="KSO_WM_UNIT_TEXT_FILL_FORE_SCHEMECOLOR_INDEX" val="13"/>
  <p:tag name="KSO_WM_UNIT_TEXT_FILL_TYPE" val="1"/>
  <p:tag name="KSO_WM_UNIT_TYPE" val="l_i"/>
  <p:tag name="KSO_WM_UNIT_USESOURCEFORMAT_APPLY" val="1"/>
</p:tagLst>
</file>

<file path=ppt/tags/tag216.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2012"/>
  <p:tag name="KSO_WM_UNIT_FILL_FORE_SCHEMECOLOR_INDEX" val="7"/>
  <p:tag name="KSO_WM_UNIT_FILL_TYPE" val="1"/>
  <p:tag name="KSO_WM_UNIT_ID" val="diagram20182012_1*l_i*1_23"/>
  <p:tag name="KSO_WM_UNIT_INDEX" val="1_23"/>
  <p:tag name="KSO_WM_UNIT_LAYERLEVEL" val="1_1"/>
  <p:tag name="KSO_WM_UNIT_TEXT_FILL_FORE_SCHEMECOLOR_INDEX" val="13"/>
  <p:tag name="KSO_WM_UNIT_TEXT_FILL_TYPE" val="1"/>
  <p:tag name="KSO_WM_UNIT_TYPE" val="l_i"/>
  <p:tag name="KSO_WM_UNIT_USESOURCEFORMAT_APPLY" val="1"/>
</p:tagLst>
</file>

<file path=ppt/tags/tag217.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2012"/>
  <p:tag name="KSO_WM_UNIT_FILL_FORE_SCHEMECOLOR_INDEX" val="7"/>
  <p:tag name="KSO_WM_UNIT_FILL_TYPE" val="1"/>
  <p:tag name="KSO_WM_UNIT_ID" val="diagram20182012_1*l_i*1_24"/>
  <p:tag name="KSO_WM_UNIT_INDEX" val="1_24"/>
  <p:tag name="KSO_WM_UNIT_LAYERLEVEL" val="1_1"/>
  <p:tag name="KSO_WM_UNIT_TEXT_FILL_FORE_SCHEMECOLOR_INDEX" val="13"/>
  <p:tag name="KSO_WM_UNIT_TEXT_FILL_TYPE" val="1"/>
  <p:tag name="KSO_WM_UNIT_TYPE" val="l_i"/>
  <p:tag name="KSO_WM_UNIT_USESOURCEFORMAT_APPLY" val="1"/>
</p:tagLst>
</file>

<file path=ppt/tags/tag218.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2012"/>
  <p:tag name="KSO_WM_UNIT_ID" val="diagram20182012_1*l_i*1_25"/>
  <p:tag name="KSO_WM_UNIT_INDEX" val="1_25"/>
  <p:tag name="KSO_WM_UNIT_LAYERLEVEL" val="1_1"/>
  <p:tag name="KSO_WM_UNIT_TEXT_FILL_FORE_SCHEMECOLOR_INDEX" val="13"/>
  <p:tag name="KSO_WM_UNIT_TEXT_FILL_TYPE" val="1"/>
  <p:tag name="KSO_WM_UNIT_TYPE" val="l_i"/>
  <p:tag name="KSO_WM_UNIT_USESOURCEFORMAT_APPLY" val="1"/>
</p:tagLst>
</file>

<file path=ppt/tags/tag219.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2012"/>
  <p:tag name="KSO_WM_UNIT_FILL_FORE_SCHEMECOLOR_INDEX" val="7"/>
  <p:tag name="KSO_WM_UNIT_FILL_TYPE" val="1"/>
  <p:tag name="KSO_WM_UNIT_ID" val="diagram20182012_1*l_i*1_26"/>
  <p:tag name="KSO_WM_UNIT_INDEX" val="1_26"/>
  <p:tag name="KSO_WM_UNIT_LAYERLEVEL" val="1_1"/>
  <p:tag name="KSO_WM_UNIT_TEXT_FILL_FORE_SCHEMECOLOR_INDEX" val="13"/>
  <p:tag name="KSO_WM_UNIT_TEXT_FILL_TYPE" val="1"/>
  <p:tag name="KSO_WM_UNIT_TYPE" val="l_i"/>
  <p:tag name="KSO_WM_UNIT_USESOURCEFORMAT_APPLY" val="1"/>
</p:tagLst>
</file>

<file path=ppt/tags/tag220.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2012"/>
  <p:tag name="KSO_WM_UNIT_FILL_FORE_SCHEMECOLOR_INDEX" val="7"/>
  <p:tag name="KSO_WM_UNIT_FILL_TYPE" val="1"/>
  <p:tag name="KSO_WM_UNIT_ID" val="diagram20182012_1*l_i*1_27"/>
  <p:tag name="KSO_WM_UNIT_INDEX" val="1_27"/>
  <p:tag name="KSO_WM_UNIT_LAYERLEVEL" val="1_1"/>
  <p:tag name="KSO_WM_UNIT_TEXT_FILL_FORE_SCHEMECOLOR_INDEX" val="13"/>
  <p:tag name="KSO_WM_UNIT_TEXT_FILL_TYPE" val="1"/>
  <p:tag name="KSO_WM_UNIT_TYPE" val="l_i"/>
  <p:tag name="KSO_WM_UNIT_USESOURCEFORMAT_APPLY" val="1"/>
</p:tagLst>
</file>

<file path=ppt/tags/tag221.xml><?xml version="1.0" encoding="utf-8"?>
<p:tagLst xmlns:p="http://schemas.openxmlformats.org/presentationml/2006/main">
  <p:tag name="KSO_WM_BEAUTIFY_FLAG" val="#wm#"/>
  <p:tag name="KSO_WM_TAG_VERSION" val="1.0"/>
  <p:tag name="KSO_WM_TEMPLATE_CATEGORY" val="diagram"/>
  <p:tag name="KSO_WM_TEMPLATE_INDEX" val="20182012"/>
  <p:tag name="KSO_WM_UNIT_ID" val="diagram20182012_1*i*42"/>
  <p:tag name="KSO_WM_UNIT_INDEX" val="42"/>
  <p:tag name="KSO_WM_UNIT_TYPE" val="i"/>
</p:tagLst>
</file>

<file path=ppt/tags/tag222.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2012"/>
  <p:tag name="KSO_WM_UNIT_FILL_FORE_SCHEMECOLOR_INDEX" val="6"/>
  <p:tag name="KSO_WM_UNIT_FILL_TYPE" val="1"/>
  <p:tag name="KSO_WM_UNIT_ID" val="diagram20182012_1*l_i*1_28"/>
  <p:tag name="KSO_WM_UNIT_INDEX" val="1_28"/>
  <p:tag name="KSO_WM_UNIT_LAYERLEVEL" val="1_1"/>
  <p:tag name="KSO_WM_UNIT_TEXT_FILL_FORE_SCHEMECOLOR_INDEX" val="13"/>
  <p:tag name="KSO_WM_UNIT_TEXT_FILL_TYPE" val="1"/>
  <p:tag name="KSO_WM_UNIT_TYPE" val="l_i"/>
  <p:tag name="KSO_WM_UNIT_USESOURCEFORMAT_APPLY" val="1"/>
</p:tagLst>
</file>

<file path=ppt/tags/tag223.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2012"/>
  <p:tag name="KSO_WM_UNIT_FILL_FORE_SCHEMECOLOR_INDEX" val="7"/>
  <p:tag name="KSO_WM_UNIT_FILL_TYPE" val="1"/>
  <p:tag name="KSO_WM_UNIT_ID" val="diagram20182012_1*l_i*1_29"/>
  <p:tag name="KSO_WM_UNIT_INDEX" val="1_29"/>
  <p:tag name="KSO_WM_UNIT_LAYERLEVEL" val="1_1"/>
  <p:tag name="KSO_WM_UNIT_TEXT_FILL_FORE_SCHEMECOLOR_INDEX" val="13"/>
  <p:tag name="KSO_WM_UNIT_TEXT_FILL_TYPE" val="1"/>
  <p:tag name="KSO_WM_UNIT_TYPE" val="l_i"/>
  <p:tag name="KSO_WM_UNIT_USESOURCEFORMAT_APPLY" val="1"/>
</p:tagLst>
</file>

<file path=ppt/tags/tag224.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2012"/>
  <p:tag name="KSO_WM_UNIT_FILL_FORE_SCHEMECOLOR_INDEX" val="7"/>
  <p:tag name="KSO_WM_UNIT_FILL_TYPE" val="1"/>
  <p:tag name="KSO_WM_UNIT_ID" val="diagram20182012_1*l_i*1_30"/>
  <p:tag name="KSO_WM_UNIT_INDEX" val="1_30"/>
  <p:tag name="KSO_WM_UNIT_LAYERLEVEL" val="1_1"/>
  <p:tag name="KSO_WM_UNIT_TEXT_FILL_FORE_SCHEMECOLOR_INDEX" val="13"/>
  <p:tag name="KSO_WM_UNIT_TEXT_FILL_TYPE" val="1"/>
  <p:tag name="KSO_WM_UNIT_TYPE" val="l_i"/>
  <p:tag name="KSO_WM_UNIT_USESOURCEFORMAT_APPLY" val="1"/>
</p:tagLst>
</file>

<file path=ppt/tags/tag225.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2012"/>
  <p:tag name="KSO_WM_UNIT_FILL_FORE_SCHEMECOLOR_INDEX" val="7"/>
  <p:tag name="KSO_WM_UNIT_FILL_TYPE" val="1"/>
  <p:tag name="KSO_WM_UNIT_ID" val="diagram20182012_1*l_i*1_31"/>
  <p:tag name="KSO_WM_UNIT_INDEX" val="1_31"/>
  <p:tag name="KSO_WM_UNIT_LAYERLEVEL" val="1_1"/>
  <p:tag name="KSO_WM_UNIT_TEXT_FILL_FORE_SCHEMECOLOR_INDEX" val="13"/>
  <p:tag name="KSO_WM_UNIT_TEXT_FILL_TYPE" val="1"/>
  <p:tag name="KSO_WM_UNIT_TYPE" val="l_i"/>
  <p:tag name="KSO_WM_UNIT_USESOURCEFORMAT_APPLY" val="1"/>
</p:tagLst>
</file>

<file path=ppt/tags/tag226.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2012"/>
  <p:tag name="KSO_WM_UNIT_FILL_FORE_SCHEMECOLOR_INDEX" val="7"/>
  <p:tag name="KSO_WM_UNIT_FILL_TYPE" val="1"/>
  <p:tag name="KSO_WM_UNIT_ID" val="diagram20182012_1*l_i*1_33"/>
  <p:tag name="KSO_WM_UNIT_INDEX" val="1_33"/>
  <p:tag name="KSO_WM_UNIT_LAYERLEVEL" val="1_1"/>
  <p:tag name="KSO_WM_UNIT_TEXT_FILL_FORE_SCHEMECOLOR_INDEX" val="13"/>
  <p:tag name="KSO_WM_UNIT_TEXT_FILL_TYPE" val="1"/>
  <p:tag name="KSO_WM_UNIT_TYPE" val="l_i"/>
  <p:tag name="KSO_WM_UNIT_USESOURCEFORMAT_APPLY" val="1"/>
</p:tagLst>
</file>

<file path=ppt/tags/tag227.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2012"/>
  <p:tag name="KSO_WM_UNIT_FILL_FORE_SCHEMECOLOR_INDEX" val="7"/>
  <p:tag name="KSO_WM_UNIT_FILL_TYPE" val="1"/>
  <p:tag name="KSO_WM_UNIT_ID" val="diagram20182012_1*l_i*1_34"/>
  <p:tag name="KSO_WM_UNIT_INDEX" val="1_34"/>
  <p:tag name="KSO_WM_UNIT_LAYERLEVEL" val="1_1"/>
  <p:tag name="KSO_WM_UNIT_TEXT_FILL_FORE_SCHEMECOLOR_INDEX" val="13"/>
  <p:tag name="KSO_WM_UNIT_TEXT_FILL_TYPE" val="1"/>
  <p:tag name="KSO_WM_UNIT_TYPE" val="l_i"/>
  <p:tag name="KSO_WM_UNIT_USESOURCEFORMAT_APPLY" val="1"/>
</p:tagLst>
</file>

<file path=ppt/tags/tag228.xml><?xml version="1.0" encoding="utf-8"?>
<p:tagLst xmlns:p="http://schemas.openxmlformats.org/presentationml/2006/main">
  <p:tag name="KSO_WM_BEAUTIFY_FLAG" val="#wm#"/>
  <p:tag name="KSO_WM_TAG_VERSION" val="1.0"/>
  <p:tag name="KSO_WM_TEMPLATE_CATEGORY" val="diagram"/>
  <p:tag name="KSO_WM_TEMPLATE_INDEX" val="20182012"/>
  <p:tag name="KSO_WM_UNIT_ID" val="diagram20182012_1*i*55"/>
  <p:tag name="KSO_WM_UNIT_INDEX" val="55"/>
  <p:tag name="KSO_WM_UNIT_TYPE" val="i"/>
</p:tagLst>
</file>

<file path=ppt/tags/tag229.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2012"/>
  <p:tag name="KSO_WM_UNIT_FILL_FORE_SCHEMECOLOR_INDEX" val="8"/>
  <p:tag name="KSO_WM_UNIT_FILL_TYPE" val="1"/>
  <p:tag name="KSO_WM_UNIT_ID" val="diagram20182012_1*l_i*1_35"/>
  <p:tag name="KSO_WM_UNIT_INDEX" val="1_35"/>
  <p:tag name="KSO_WM_UNIT_LAYERLEVEL" val="1_1"/>
  <p:tag name="KSO_WM_UNIT_TEXT_FILL_FORE_SCHEMECOLOR_INDEX" val="13"/>
  <p:tag name="KSO_WM_UNIT_TEXT_FILL_TYPE" val="1"/>
  <p:tag name="KSO_WM_UNIT_TYPE" val="l_i"/>
  <p:tag name="KSO_WM_UNIT_USESOURCEFORMAT_APPLY" val="1"/>
</p:tagLst>
</file>

<file path=ppt/tags/tag230.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2012"/>
  <p:tag name="KSO_WM_UNIT_FILL_FORE_SCHEMECOLOR_INDEX" val="8"/>
  <p:tag name="KSO_WM_UNIT_FILL_TYPE" val="1"/>
  <p:tag name="KSO_WM_UNIT_ID" val="diagram20182012_1*l_i*1_36"/>
  <p:tag name="KSO_WM_UNIT_INDEX" val="1_36"/>
  <p:tag name="KSO_WM_UNIT_LAYERLEVEL" val="1_1"/>
  <p:tag name="KSO_WM_UNIT_TEXT_FILL_FORE_SCHEMECOLOR_INDEX" val="13"/>
  <p:tag name="KSO_WM_UNIT_TEXT_FILL_TYPE" val="1"/>
  <p:tag name="KSO_WM_UNIT_TYPE" val="l_i"/>
  <p:tag name="KSO_WM_UNIT_USESOURCEFORMAT_APPLY" val="1"/>
</p:tagLst>
</file>

<file path=ppt/tags/tag231.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2012"/>
  <p:tag name="KSO_WM_UNIT_ID" val="diagram20182012_1*l_i*1_37"/>
  <p:tag name="KSO_WM_UNIT_INDEX" val="1_37"/>
  <p:tag name="KSO_WM_UNIT_LAYERLEVEL" val="1_1"/>
  <p:tag name="KSO_WM_UNIT_TEXT_FILL_FORE_SCHEMECOLOR_INDEX" val="13"/>
  <p:tag name="KSO_WM_UNIT_TEXT_FILL_TYPE" val="1"/>
  <p:tag name="KSO_WM_UNIT_TYPE" val="l_i"/>
  <p:tag name="KSO_WM_UNIT_USESOURCEFORMAT_APPLY" val="1"/>
</p:tagLst>
</file>

<file path=ppt/tags/tag232.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2012"/>
  <p:tag name="KSO_WM_UNIT_FILL_FORE_SCHEMECOLOR_INDEX" val="8"/>
  <p:tag name="KSO_WM_UNIT_FILL_TYPE" val="1"/>
  <p:tag name="KSO_WM_UNIT_ID" val="diagram20182012_1*l_i*1_38"/>
  <p:tag name="KSO_WM_UNIT_INDEX" val="1_38"/>
  <p:tag name="KSO_WM_UNIT_LAYERLEVEL" val="1_1"/>
  <p:tag name="KSO_WM_UNIT_TEXT_FILL_FORE_SCHEMECOLOR_INDEX" val="13"/>
  <p:tag name="KSO_WM_UNIT_TEXT_FILL_TYPE" val="1"/>
  <p:tag name="KSO_WM_UNIT_TYPE" val="l_i"/>
  <p:tag name="KSO_WM_UNIT_USESOURCEFORMAT_APPLY" val="1"/>
</p:tagLst>
</file>

<file path=ppt/tags/tag233.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2012"/>
  <p:tag name="KSO_WM_UNIT_FILL_FORE_SCHEMECOLOR_INDEX" val="8"/>
  <p:tag name="KSO_WM_UNIT_FILL_TYPE" val="1"/>
  <p:tag name="KSO_WM_UNIT_ID" val="diagram20182012_1*l_i*1_39"/>
  <p:tag name="KSO_WM_UNIT_INDEX" val="1_39"/>
  <p:tag name="KSO_WM_UNIT_LAYERLEVEL" val="1_1"/>
  <p:tag name="KSO_WM_UNIT_TEXT_FILL_FORE_SCHEMECOLOR_INDEX" val="13"/>
  <p:tag name="KSO_WM_UNIT_TEXT_FILL_TYPE" val="1"/>
  <p:tag name="KSO_WM_UNIT_TYPE" val="l_i"/>
  <p:tag name="KSO_WM_UNIT_USESOURCEFORMAT_APPLY" val="1"/>
</p:tagLst>
</file>

<file path=ppt/tags/tag234.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2012"/>
  <p:tag name="KSO_WM_UNIT_ID" val="diagram20182012_1*l_i*1_40"/>
  <p:tag name="KSO_WM_UNIT_INDEX" val="1_40"/>
  <p:tag name="KSO_WM_UNIT_LAYERLEVEL" val="1_1"/>
  <p:tag name="KSO_WM_UNIT_TEXT_FILL_FORE_SCHEMECOLOR_INDEX" val="13"/>
  <p:tag name="KSO_WM_UNIT_TEXT_FILL_TYPE" val="1"/>
  <p:tag name="KSO_WM_UNIT_TYPE" val="l_i"/>
  <p:tag name="KSO_WM_UNIT_USESOURCEFORMAT_APPLY" val="1"/>
</p:tagLst>
</file>

<file path=ppt/tags/tag235.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2012"/>
  <p:tag name="KSO_WM_UNIT_FILL_FORE_SCHEMECOLOR_INDEX" val="8"/>
  <p:tag name="KSO_WM_UNIT_FILL_TYPE" val="1"/>
  <p:tag name="KSO_WM_UNIT_ID" val="diagram20182012_1*l_i*1_41"/>
  <p:tag name="KSO_WM_UNIT_INDEX" val="1_41"/>
  <p:tag name="KSO_WM_UNIT_LAYERLEVEL" val="1_1"/>
  <p:tag name="KSO_WM_UNIT_TEXT_FILL_FORE_SCHEMECOLOR_INDEX" val="13"/>
  <p:tag name="KSO_WM_UNIT_TEXT_FILL_TYPE" val="1"/>
  <p:tag name="KSO_WM_UNIT_TYPE" val="l_i"/>
  <p:tag name="KSO_WM_UNIT_USESOURCEFORMAT_APPLY" val="1"/>
</p:tagLst>
</file>

<file path=ppt/tags/tag236.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2012"/>
  <p:tag name="KSO_WM_UNIT_FILL_FORE_SCHEMECOLOR_INDEX" val="8"/>
  <p:tag name="KSO_WM_UNIT_FILL_TYPE" val="1"/>
  <p:tag name="KSO_WM_UNIT_ID" val="diagram20182012_1*l_i*1_42"/>
  <p:tag name="KSO_WM_UNIT_INDEX" val="1_42"/>
  <p:tag name="KSO_WM_UNIT_LAYERLEVEL" val="1_1"/>
  <p:tag name="KSO_WM_UNIT_TEXT_FILL_FORE_SCHEMECOLOR_INDEX" val="13"/>
  <p:tag name="KSO_WM_UNIT_TEXT_FILL_TYPE" val="1"/>
  <p:tag name="KSO_WM_UNIT_TYPE" val="l_i"/>
  <p:tag name="KSO_WM_UNIT_USESOURCEFORMAT_APPLY" val="1"/>
</p:tagLst>
</file>

<file path=ppt/tags/tag237.xml><?xml version="1.0" encoding="utf-8"?>
<p:tagLst xmlns:p="http://schemas.openxmlformats.org/presentationml/2006/main">
  <p:tag name="KSO_WM_BEAUTIFY_FLAG" val="#wm#"/>
  <p:tag name="KSO_WM_TAG_VERSION" val="1.0"/>
  <p:tag name="KSO_WM_TEMPLATE_CATEGORY" val="diagram"/>
  <p:tag name="KSO_WM_TEMPLATE_INDEX" val="20182012"/>
  <p:tag name="KSO_WM_UNIT_ID" val="diagram20182012_1*i*72"/>
  <p:tag name="KSO_WM_UNIT_INDEX" val="72"/>
  <p:tag name="KSO_WM_UNIT_TYPE" val="i"/>
</p:tagLst>
</file>

<file path=ppt/tags/tag238.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2012"/>
  <p:tag name="KSO_WM_UNIT_FILL_FORE_SCHEMECOLOR_INDEX" val="8"/>
  <p:tag name="KSO_WM_UNIT_FILL_TYPE" val="1"/>
  <p:tag name="KSO_WM_UNIT_ID" val="diagram20182012_1*l_i*1_43"/>
  <p:tag name="KSO_WM_UNIT_INDEX" val="1_43"/>
  <p:tag name="KSO_WM_UNIT_LAYERLEVEL" val="1_1"/>
  <p:tag name="KSO_WM_UNIT_TEXT_FILL_FORE_SCHEMECOLOR_INDEX" val="13"/>
  <p:tag name="KSO_WM_UNIT_TEXT_FILL_TYPE" val="1"/>
  <p:tag name="KSO_WM_UNIT_TYPE" val="l_i"/>
  <p:tag name="KSO_WM_UNIT_USESOURCEFORMAT_APPLY" val="1"/>
</p:tagLst>
</file>

<file path=ppt/tags/tag239.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2012"/>
  <p:tag name="KSO_WM_UNIT_FILL_FORE_SCHEMECOLOR_INDEX" val="9"/>
  <p:tag name="KSO_WM_UNIT_FILL_TYPE" val="1"/>
  <p:tag name="KSO_WM_UNIT_ID" val="diagram20182012_1*l_i*1_44"/>
  <p:tag name="KSO_WM_UNIT_INDEX" val="1_44"/>
  <p:tag name="KSO_WM_UNIT_LAYERLEVEL" val="1_1"/>
  <p:tag name="KSO_WM_UNIT_TEXT_FILL_FORE_SCHEMECOLOR_INDEX" val="13"/>
  <p:tag name="KSO_WM_UNIT_TEXT_FILL_TYPE" val="1"/>
  <p:tag name="KSO_WM_UNIT_TYPE" val="l_i"/>
  <p:tag name="KSO_WM_UNIT_USESOURCEFORMAT_APPLY" val="1"/>
</p:tagLst>
</file>

<file path=ppt/tags/tag240.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2012"/>
  <p:tag name="KSO_WM_UNIT_FILL_FORE_SCHEMECOLOR_INDEX" val="8"/>
  <p:tag name="KSO_WM_UNIT_FILL_TYPE" val="1"/>
  <p:tag name="KSO_WM_UNIT_ID" val="diagram20182012_1*l_i*1_46"/>
  <p:tag name="KSO_WM_UNIT_INDEX" val="1_46"/>
  <p:tag name="KSO_WM_UNIT_LAYERLEVEL" val="1_1"/>
  <p:tag name="KSO_WM_UNIT_TEXT_FILL_FORE_SCHEMECOLOR_INDEX" val="13"/>
  <p:tag name="KSO_WM_UNIT_TEXT_FILL_TYPE" val="1"/>
  <p:tag name="KSO_WM_UNIT_TYPE" val="l_i"/>
  <p:tag name="KSO_WM_UNIT_USESOURCEFORMAT_APPLY" val="1"/>
</p:tagLst>
</file>

<file path=ppt/tags/tag241.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2012"/>
  <p:tag name="KSO_WM_UNIT_FILL_FORE_SCHEMECOLOR_INDEX" val="8"/>
  <p:tag name="KSO_WM_UNIT_FILL_TYPE" val="1"/>
  <p:tag name="KSO_WM_UNIT_ID" val="diagram20182012_1*l_i*1_47"/>
  <p:tag name="KSO_WM_UNIT_INDEX" val="1_47"/>
  <p:tag name="KSO_WM_UNIT_LAYERLEVEL" val="1_1"/>
  <p:tag name="KSO_WM_UNIT_TEXT_FILL_FORE_SCHEMECOLOR_INDEX" val="13"/>
  <p:tag name="KSO_WM_UNIT_TEXT_FILL_TYPE" val="1"/>
  <p:tag name="KSO_WM_UNIT_TYPE" val="l_i"/>
  <p:tag name="KSO_WM_UNIT_USESOURCEFORMAT_APPLY" val="1"/>
</p:tagLst>
</file>

<file path=ppt/tags/tag242.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2012"/>
  <p:tag name="KSO_WM_UNIT_FILL_FORE_SCHEMECOLOR_INDEX" val="8"/>
  <p:tag name="KSO_WM_UNIT_FILL_TYPE" val="1"/>
  <p:tag name="KSO_WM_UNIT_ID" val="diagram20182012_1*l_i*1_49"/>
  <p:tag name="KSO_WM_UNIT_INDEX" val="1_49"/>
  <p:tag name="KSO_WM_UNIT_LAYERLEVEL" val="1_1"/>
  <p:tag name="KSO_WM_UNIT_TEXT_FILL_FORE_SCHEMECOLOR_INDEX" val="13"/>
  <p:tag name="KSO_WM_UNIT_TEXT_FILL_TYPE" val="1"/>
  <p:tag name="KSO_WM_UNIT_TYPE" val="l_i"/>
  <p:tag name="KSO_WM_UNIT_USESOURCEFORMAT_APPLY" val="1"/>
</p:tagLst>
</file>

<file path=ppt/tags/tag243.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2012"/>
  <p:tag name="KSO_WM_UNIT_FILL_FORE_SCHEMECOLOR_INDEX" val="8"/>
  <p:tag name="KSO_WM_UNIT_FILL_TYPE" val="1"/>
  <p:tag name="KSO_WM_UNIT_ID" val="diagram20182012_1*l_i*1_50"/>
  <p:tag name="KSO_WM_UNIT_INDEX" val="1_50"/>
  <p:tag name="KSO_WM_UNIT_LAYERLEVEL" val="1_1"/>
  <p:tag name="KSO_WM_UNIT_TEXT_FILL_FORE_SCHEMECOLOR_INDEX" val="13"/>
  <p:tag name="KSO_WM_UNIT_TEXT_FILL_TYPE" val="1"/>
  <p:tag name="KSO_WM_UNIT_TYPE" val="l_i"/>
  <p:tag name="KSO_WM_UNIT_USESOURCEFORMAT_APPLY" val="1"/>
</p:tagLst>
</file>

<file path=ppt/tags/tag244.xml><?xml version="1.0" encoding="utf-8"?>
<p:tagLst xmlns:p="http://schemas.openxmlformats.org/presentationml/2006/main">
  <p:tag name="KSO_WM_BEAUTIFY_FLAG" val="#wm#"/>
  <p:tag name="KSO_WM_TAG_VERSION" val="1.0"/>
  <p:tag name="KSO_WM_TEMPLATE_CATEGORY" val="diagram"/>
  <p:tag name="KSO_WM_TEMPLATE_INDEX" val="20182012"/>
  <p:tag name="KSO_WM_UNIT_ID" val="diagram20182012_1*i*85"/>
  <p:tag name="KSO_WM_UNIT_INDEX" val="85"/>
  <p:tag name="KSO_WM_UNIT_TYPE" val="i"/>
</p:tagLst>
</file>

<file path=ppt/tags/tag245.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2012"/>
  <p:tag name="KSO_WM_UNIT_FILL_FORE_SCHEMECOLOR_INDEX" val="10"/>
  <p:tag name="KSO_WM_UNIT_FILL_TYPE" val="1"/>
  <p:tag name="KSO_WM_UNIT_ID" val="diagram20182012_1*l_i*1_51"/>
  <p:tag name="KSO_WM_UNIT_INDEX" val="1_51"/>
  <p:tag name="KSO_WM_UNIT_LAYERLEVEL" val="1_1"/>
  <p:tag name="KSO_WM_UNIT_TEXT_FILL_FORE_SCHEMECOLOR_INDEX" val="13"/>
  <p:tag name="KSO_WM_UNIT_TEXT_FILL_TYPE" val="1"/>
  <p:tag name="KSO_WM_UNIT_TYPE" val="l_i"/>
  <p:tag name="KSO_WM_UNIT_USESOURCEFORMAT_APPLY" val="1"/>
</p:tagLst>
</file>

<file path=ppt/tags/tag246.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2012"/>
  <p:tag name="KSO_WM_UNIT_FILL_FORE_SCHEMECOLOR_INDEX" val="10"/>
  <p:tag name="KSO_WM_UNIT_FILL_TYPE" val="1"/>
  <p:tag name="KSO_WM_UNIT_ID" val="diagram20182012_1*l_i*1_52"/>
  <p:tag name="KSO_WM_UNIT_INDEX" val="1_52"/>
  <p:tag name="KSO_WM_UNIT_LAYERLEVEL" val="1_1"/>
  <p:tag name="KSO_WM_UNIT_TEXT_FILL_FORE_SCHEMECOLOR_INDEX" val="13"/>
  <p:tag name="KSO_WM_UNIT_TEXT_FILL_TYPE" val="1"/>
  <p:tag name="KSO_WM_UNIT_TYPE" val="l_i"/>
  <p:tag name="KSO_WM_UNIT_USESOURCEFORMAT_APPLY" val="1"/>
</p:tagLst>
</file>

<file path=ppt/tags/tag247.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2012"/>
  <p:tag name="KSO_WM_UNIT_FILL_FORE_SCHEMECOLOR_INDEX" val="10"/>
  <p:tag name="KSO_WM_UNIT_FILL_TYPE" val="1"/>
  <p:tag name="KSO_WM_UNIT_ID" val="diagram20182012_1*l_i*1_53"/>
  <p:tag name="KSO_WM_UNIT_INDEX" val="1_53"/>
  <p:tag name="KSO_WM_UNIT_LAYERLEVEL" val="1_1"/>
  <p:tag name="KSO_WM_UNIT_TEXT_FILL_FORE_SCHEMECOLOR_INDEX" val="13"/>
  <p:tag name="KSO_WM_UNIT_TEXT_FILL_TYPE" val="1"/>
  <p:tag name="KSO_WM_UNIT_TYPE" val="l_i"/>
  <p:tag name="KSO_WM_UNIT_USESOURCEFORMAT_APPLY" val="1"/>
</p:tagLst>
</file>

<file path=ppt/tags/tag248.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2012"/>
  <p:tag name="KSO_WM_UNIT_FILL_FORE_SCHEMECOLOR_INDEX" val="10"/>
  <p:tag name="KSO_WM_UNIT_FILL_TYPE" val="1"/>
  <p:tag name="KSO_WM_UNIT_ID" val="diagram20182012_1*l_i*1_54"/>
  <p:tag name="KSO_WM_UNIT_INDEX" val="1_54"/>
  <p:tag name="KSO_WM_UNIT_LAYERLEVEL" val="1_1"/>
  <p:tag name="KSO_WM_UNIT_TEXT_FILL_FORE_SCHEMECOLOR_INDEX" val="13"/>
  <p:tag name="KSO_WM_UNIT_TEXT_FILL_TYPE" val="1"/>
  <p:tag name="KSO_WM_UNIT_TYPE" val="l_i"/>
  <p:tag name="KSO_WM_UNIT_USESOURCEFORMAT_APPLY" val="1"/>
</p:tagLst>
</file>

<file path=ppt/tags/tag249.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2012"/>
  <p:tag name="KSO_WM_UNIT_ID" val="diagram20182012_1*l_i*1_55"/>
  <p:tag name="KSO_WM_UNIT_INDEX" val="1_55"/>
  <p:tag name="KSO_WM_UNIT_LAYERLEVEL" val="1_1"/>
  <p:tag name="KSO_WM_UNIT_TEXT_FILL_FORE_SCHEMECOLOR_INDEX" val="13"/>
  <p:tag name="KSO_WM_UNIT_TEXT_FILL_TYPE" val="1"/>
  <p:tag name="KSO_WM_UNIT_TYPE" val="l_i"/>
  <p:tag name="KSO_WM_UNIT_USESOURCEFORMAT_APPLY" val="1"/>
</p:tagLst>
</file>

<file path=ppt/tags/tag250.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2012"/>
  <p:tag name="KSO_WM_UNIT_FILL_FORE_SCHEMECOLOR_INDEX" val="10"/>
  <p:tag name="KSO_WM_UNIT_FILL_TYPE" val="1"/>
  <p:tag name="KSO_WM_UNIT_ID" val="diagram20182012_1*l_i*1_56"/>
  <p:tag name="KSO_WM_UNIT_INDEX" val="1_56"/>
  <p:tag name="KSO_WM_UNIT_LAYERLEVEL" val="1_1"/>
  <p:tag name="KSO_WM_UNIT_TEXT_FILL_FORE_SCHEMECOLOR_INDEX" val="13"/>
  <p:tag name="KSO_WM_UNIT_TEXT_FILL_TYPE" val="1"/>
  <p:tag name="KSO_WM_UNIT_TYPE" val="l_i"/>
  <p:tag name="KSO_WM_UNIT_USESOURCEFORMAT_APPLY" val="1"/>
</p:tagLst>
</file>

<file path=ppt/tags/tag251.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2012"/>
  <p:tag name="KSO_WM_UNIT_FILL_FORE_SCHEMECOLOR_INDEX" val="10"/>
  <p:tag name="KSO_WM_UNIT_FILL_TYPE" val="1"/>
  <p:tag name="KSO_WM_UNIT_ID" val="diagram20182012_1*l_i*1_57"/>
  <p:tag name="KSO_WM_UNIT_INDEX" val="1_57"/>
  <p:tag name="KSO_WM_UNIT_LAYERLEVEL" val="1_1"/>
  <p:tag name="KSO_WM_UNIT_TEXT_FILL_FORE_SCHEMECOLOR_INDEX" val="13"/>
  <p:tag name="KSO_WM_UNIT_TEXT_FILL_TYPE" val="1"/>
  <p:tag name="KSO_WM_UNIT_TYPE" val="l_i"/>
  <p:tag name="KSO_WM_UNIT_USESOURCEFORMAT_APPLY" val="1"/>
</p:tagLst>
</file>

<file path=ppt/tags/tag252.xml><?xml version="1.0" encoding="utf-8"?>
<p:tagLst xmlns:p="http://schemas.openxmlformats.org/presentationml/2006/main">
  <p:tag name="KSO_WM_SLIDE_ITEM_CNT" val="1"/>
</p:tagLst>
</file>

<file path=ppt/tags/tag253.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623"/>
  <p:tag name="KSO_WM_UNIT_COMPATIBLE" val="0"/>
  <p:tag name="KSO_WM_UNIT_FILL_FORE_SCHEMECOLOR_INDEX" val="15"/>
  <p:tag name="KSO_WM_UNIT_FILL_TYPE" val="1"/>
  <p:tag name="KSO_WM_UNIT_HIGHLIGHT" val="0"/>
  <p:tag name="KSO_WM_UNIT_ID" val="diagram20187623_5*l_h_i*1_5_9"/>
  <p:tag name="KSO_WM_UNIT_INDEX" val="1_5_9"/>
  <p:tag name="KSO_WM_UNIT_LAYERLEVEL" val="1_1_1"/>
  <p:tag name="KSO_WM_UNIT_LINE_FILL_TYPE" val="2"/>
  <p:tag name="KSO_WM_UNIT_LINE_FORE_SCHEMECOLOR_INDEX" val="14"/>
  <p:tag name="KSO_WM_UNIT_TEXT_FILL_FORE_SCHEMECOLOR_INDEX" val="13"/>
  <p:tag name="KSO_WM_UNIT_TEXT_FILL_TYPE" val="1"/>
  <p:tag name="KSO_WM_UNIT_TYPE" val="l_h_i"/>
  <p:tag name="KSO_WM_UNIT_USESOURCEFORMAT_APPLY" val="1"/>
</p:tagLst>
</file>

<file path=ppt/tags/tag254.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623"/>
  <p:tag name="KSO_WM_UNIT_COMPATIBLE" val="0"/>
  <p:tag name="KSO_WM_UNIT_FILL_FORE_SCHEMECOLOR_INDEX" val="9"/>
  <p:tag name="KSO_WM_UNIT_FILL_TYPE" val="1"/>
  <p:tag name="KSO_WM_UNIT_HIGHLIGHT" val="0"/>
  <p:tag name="KSO_WM_UNIT_ID" val="diagram20187623_5*l_h_i*1_5_1"/>
  <p:tag name="KSO_WM_UNIT_INDEX" val="1_5_1"/>
  <p:tag name="KSO_WM_UNIT_LAYERLEVEL" val="1_1_1"/>
  <p:tag name="KSO_WM_UNIT_TEXT_FILL_FORE_SCHEMECOLOR_INDEX" val="13"/>
  <p:tag name="KSO_WM_UNIT_TEXT_FILL_TYPE" val="1"/>
  <p:tag name="KSO_WM_UNIT_TYPE" val="l_h_i"/>
  <p:tag name="KSO_WM_UNIT_USESOURCEFORMAT_APPLY" val="1"/>
</p:tagLst>
</file>

<file path=ppt/tags/tag255.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623"/>
  <p:tag name="KSO_WM_UNIT_COMPATIBLE" val="0"/>
  <p:tag name="KSO_WM_UNIT_FILL_FORE_SCHEMECOLOR_INDEX" val="9"/>
  <p:tag name="KSO_WM_UNIT_FILL_TYPE" val="1"/>
  <p:tag name="KSO_WM_UNIT_HIGHLIGHT" val="0"/>
  <p:tag name="KSO_WM_UNIT_ID" val="diagram20187623_5*l_h_i*1_5_2"/>
  <p:tag name="KSO_WM_UNIT_INDEX" val="1_5_2"/>
  <p:tag name="KSO_WM_UNIT_LAYERLEVEL" val="1_1_1"/>
  <p:tag name="KSO_WM_UNIT_TEXT_FILL_FORE_SCHEMECOLOR_INDEX" val="13"/>
  <p:tag name="KSO_WM_UNIT_TEXT_FILL_TYPE" val="1"/>
  <p:tag name="KSO_WM_UNIT_TYPE" val="l_h_i"/>
  <p:tag name="KSO_WM_UNIT_USESOURCEFORMAT_APPLY" val="1"/>
</p:tagLst>
</file>

<file path=ppt/tags/tag256.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623"/>
  <p:tag name="KSO_WM_UNIT_COMPATIBLE" val="0"/>
  <p:tag name="KSO_WM_UNIT_FILL_FORE_SCHEMECOLOR_INDEX" val="9"/>
  <p:tag name="KSO_WM_UNIT_FILL_TYPE" val="1"/>
  <p:tag name="KSO_WM_UNIT_HIGHLIGHT" val="0"/>
  <p:tag name="KSO_WM_UNIT_ID" val="diagram20187623_5*l_h_i*1_5_3"/>
  <p:tag name="KSO_WM_UNIT_INDEX" val="1_5_3"/>
  <p:tag name="KSO_WM_UNIT_LAYERLEVEL" val="1_1_1"/>
  <p:tag name="KSO_WM_UNIT_TEXT_FILL_FORE_SCHEMECOLOR_INDEX" val="13"/>
  <p:tag name="KSO_WM_UNIT_TEXT_FILL_TYPE" val="1"/>
  <p:tag name="KSO_WM_UNIT_TYPE" val="l_h_i"/>
  <p:tag name="KSO_WM_UNIT_USESOURCEFORMAT_APPLY" val="1"/>
</p:tagLst>
</file>

<file path=ppt/tags/tag257.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623"/>
  <p:tag name="KSO_WM_UNIT_COMPATIBLE" val="0"/>
  <p:tag name="KSO_WM_UNIT_FILL_FORE_SCHEMECOLOR_INDEX" val="9"/>
  <p:tag name="KSO_WM_UNIT_FILL_TYPE" val="1"/>
  <p:tag name="KSO_WM_UNIT_HIGHLIGHT" val="0"/>
  <p:tag name="KSO_WM_UNIT_ID" val="diagram20187623_5*l_h_i*1_5_4"/>
  <p:tag name="KSO_WM_UNIT_INDEX" val="1_5_4"/>
  <p:tag name="KSO_WM_UNIT_LAYERLEVEL" val="1_1_1"/>
  <p:tag name="KSO_WM_UNIT_TEXT_FILL_FORE_SCHEMECOLOR_INDEX" val="13"/>
  <p:tag name="KSO_WM_UNIT_TEXT_FILL_TYPE" val="1"/>
  <p:tag name="KSO_WM_UNIT_TYPE" val="l_h_i"/>
  <p:tag name="KSO_WM_UNIT_USESOURCEFORMAT_APPLY" val="1"/>
</p:tagLst>
</file>

<file path=ppt/tags/tag258.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623"/>
  <p:tag name="KSO_WM_UNIT_COMPATIBLE" val="0"/>
  <p:tag name="KSO_WM_UNIT_FILL_FORE_SCHEMECOLOR_INDEX" val="9"/>
  <p:tag name="KSO_WM_UNIT_FILL_TYPE" val="1"/>
  <p:tag name="KSO_WM_UNIT_HIGHLIGHT" val="0"/>
  <p:tag name="KSO_WM_UNIT_ID" val="diagram20187623_5*l_h_i*1_5_5"/>
  <p:tag name="KSO_WM_UNIT_INDEX" val="1_5_5"/>
  <p:tag name="KSO_WM_UNIT_LAYERLEVEL" val="1_1_1"/>
  <p:tag name="KSO_WM_UNIT_TEXT_FILL_FORE_SCHEMECOLOR_INDEX" val="13"/>
  <p:tag name="KSO_WM_UNIT_TEXT_FILL_TYPE" val="1"/>
  <p:tag name="KSO_WM_UNIT_TYPE" val="l_h_i"/>
  <p:tag name="KSO_WM_UNIT_USESOURCEFORMAT_APPLY" val="1"/>
</p:tagLst>
</file>

<file path=ppt/tags/tag259.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623"/>
  <p:tag name="KSO_WM_UNIT_COMPATIBLE" val="0"/>
  <p:tag name="KSO_WM_UNIT_FILL_FORE_SCHEMECOLOR_INDEX" val="9"/>
  <p:tag name="KSO_WM_UNIT_FILL_TYPE" val="1"/>
  <p:tag name="KSO_WM_UNIT_HIGHLIGHT" val="0"/>
  <p:tag name="KSO_WM_UNIT_ID" val="diagram20187623_5*l_h_i*1_5_6"/>
  <p:tag name="KSO_WM_UNIT_INDEX" val="1_5_6"/>
  <p:tag name="KSO_WM_UNIT_LAYERLEVEL" val="1_1_1"/>
  <p:tag name="KSO_WM_UNIT_TEXT_FILL_FORE_SCHEMECOLOR_INDEX" val="13"/>
  <p:tag name="KSO_WM_UNIT_TEXT_FILL_TYPE" val="1"/>
  <p:tag name="KSO_WM_UNIT_TYPE" val="l_h_i"/>
  <p:tag name="KSO_WM_UNIT_USESOURCEFORMAT_APPLY" val="1"/>
</p:tagLst>
</file>

<file path=ppt/tags/tag260.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623"/>
  <p:tag name="KSO_WM_UNIT_COMPATIBLE" val="0"/>
  <p:tag name="KSO_WM_UNIT_FILL_FORE_SCHEMECOLOR_INDEX" val="14"/>
  <p:tag name="KSO_WM_UNIT_FILL_TYPE" val="1"/>
  <p:tag name="KSO_WM_UNIT_HIGHLIGHT" val="0"/>
  <p:tag name="KSO_WM_UNIT_ID" val="diagram20187623_5*l_h_i*1_5_7"/>
  <p:tag name="KSO_WM_UNIT_INDEX" val="1_5_7"/>
  <p:tag name="KSO_WM_UNIT_LAYERLEVEL" val="1_1_1"/>
  <p:tag name="KSO_WM_UNIT_LINE_FILL_TYPE" val="2"/>
  <p:tag name="KSO_WM_UNIT_LINE_FORE_SCHEMECOLOR_INDEX" val="7"/>
  <p:tag name="KSO_WM_UNIT_TEXT_FILL_FORE_SCHEMECOLOR_INDEX" val="13"/>
  <p:tag name="KSO_WM_UNIT_TEXT_FILL_TYPE" val="1"/>
  <p:tag name="KSO_WM_UNIT_TYPE" val="l_h_i"/>
  <p:tag name="KSO_WM_UNIT_USESOURCEFORMAT_APPLY" val="1"/>
</p:tagLst>
</file>

<file path=ppt/tags/tag261.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623"/>
  <p:tag name="KSO_WM_UNIT_COMPATIBLE" val="0"/>
  <p:tag name="KSO_WM_UNIT_FILL_FORE_SCHEMECOLOR_INDEX" val="9"/>
  <p:tag name="KSO_WM_UNIT_FILL_TYPE" val="1"/>
  <p:tag name="KSO_WM_UNIT_HIGHLIGHT" val="0"/>
  <p:tag name="KSO_WM_UNIT_ID" val="diagram20187623_5*l_h_i*1_5_8"/>
  <p:tag name="KSO_WM_UNIT_INDEX" val="1_5_8"/>
  <p:tag name="KSO_WM_UNIT_LAYERLEVEL" val="1_1_1"/>
  <p:tag name="KSO_WM_UNIT_TEXT_FILL_FORE_SCHEMECOLOR_INDEX" val="13"/>
  <p:tag name="KSO_WM_UNIT_TEXT_FILL_TYPE" val="1"/>
  <p:tag name="KSO_WM_UNIT_TYPE" val="l_h_i"/>
  <p:tag name="KSO_WM_UNIT_USESOURCEFORMAT_APPLY" val="1"/>
</p:tagLst>
</file>

<file path=ppt/tags/tag262.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623"/>
  <p:tag name="KSO_WM_UNIT_COMPATIBLE" val="0"/>
  <p:tag name="KSO_WM_UNIT_HIGHLIGHT" val="0"/>
  <p:tag name="KSO_WM_UNIT_ID" val="diagram20187623_5*l_h_a*1_5_1"/>
  <p:tag name="KSO_WM_UNIT_INDEX" val="1_5_1"/>
  <p:tag name="KSO_WM_UNIT_ISCONTENTSTITLE" val="0"/>
  <p:tag name="KSO_WM_UNIT_LAYERLEVEL" val="1_1_1"/>
  <p:tag name="KSO_WM_UNIT_PRESET_TEXT" val="添加标题"/>
  <p:tag name="KSO_WM_UNIT_TEXT_FILL_FORE_SCHEMECOLOR_INDEX" val="13"/>
  <p:tag name="KSO_WM_UNIT_TEXT_FILL_TYPE" val="1"/>
  <p:tag name="KSO_WM_UNIT_TYPE" val="l_h_a"/>
  <p:tag name="KSO_WM_UNIT_USESOURCEFORMAT_APPLY" val="1"/>
  <p:tag name="KSO_WM_UNIT_VALUE" val="6"/>
</p:tagLst>
</file>

<file path=ppt/tags/tag263.xml><?xml version="1.0" encoding="utf-8"?>
<p:tagLst xmlns:p="http://schemas.openxmlformats.org/presentationml/2006/main">
  <p:tag name="KSO_WM_SLIDE_ITEM_CNT" val="5"/>
</p:tagLst>
</file>

<file path=ppt/tags/tag264.xml><?xml version="1.0" encoding="utf-8"?>
<p:tagLst xmlns:p="http://schemas.openxmlformats.org/presentationml/2006/main">
  <p:tag name="KSO_WM_BEAUTIFY_FLAG" val="#wm#"/>
  <p:tag name="KSO_WM_TAG_VERSION" val="1.0"/>
  <p:tag name="KSO_WM_TEMPLATE_CATEGORY" val="diagram"/>
  <p:tag name="KSO_WM_TEMPLATE_INDEX" val="20184186"/>
  <p:tag name="KSO_WM_UNIT_ID" val="diagram20184186_2*i*1"/>
  <p:tag name="KSO_WM_UNIT_INDEX" val="1"/>
  <p:tag name="KSO_WM_UNIT_TYPE" val="i"/>
</p:tagLst>
</file>

<file path=ppt/tags/tag265.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4186"/>
  <p:tag name="KSO_WM_UNIT_FILL_FORE_SCHEMECOLOR_INDEX" val="5"/>
  <p:tag name="KSO_WM_UNIT_FILL_TYPE" val="1"/>
  <p:tag name="KSO_WM_UNIT_ID" val="diagram20184186_2*n_h_i*1_2_1"/>
  <p:tag name="KSO_WM_UNIT_INDEX" val="1_2_1"/>
  <p:tag name="KSO_WM_UNIT_LAYERLEVEL" val="1_1_1"/>
  <p:tag name="KSO_WM_UNIT_TYPE" val="n_h_i"/>
</p:tagLst>
</file>

<file path=ppt/tags/tag266.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4186"/>
  <p:tag name="KSO_WM_UNIT_FILL_FORE_SCHEMECOLOR_INDEX" val="6"/>
  <p:tag name="KSO_WM_UNIT_FILL_TYPE" val="1"/>
  <p:tag name="KSO_WM_UNIT_ID" val="diagram20184186_2*n_h_i*1_2_2"/>
  <p:tag name="KSO_WM_UNIT_INDEX" val="1_2_2"/>
  <p:tag name="KSO_WM_UNIT_LAYERLEVEL" val="1_1_1"/>
  <p:tag name="KSO_WM_UNIT_TEXT_FILL_FORE_SCHEMECOLOR_INDEX" val="1"/>
  <p:tag name="KSO_WM_UNIT_TEXT_FILL_TYPE" val="1"/>
  <p:tag name="KSO_WM_UNIT_TYPE" val="n_h_i"/>
</p:tagLst>
</file>

<file path=ppt/tags/tag267.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4186"/>
  <p:tag name="KSO_WM_UNIT_CLEAR" val="0"/>
  <p:tag name="KSO_WM_UNIT_COMPATIBLE" val="0"/>
  <p:tag name="KSO_WM_UNIT_HIGHLIGHT" val="0"/>
  <p:tag name="KSO_WM_UNIT_ID" val="diagram20184186_2*n_h_f*1_2_1"/>
  <p:tag name="KSO_WM_UNIT_INDEX" val="1_2_1"/>
  <p:tag name="KSO_WM_UNIT_LAYERLEVEL" val="1_1_1"/>
  <p:tag name="KSO_WM_UNIT_PRESET_TEXT" val="问题1"/>
  <p:tag name="KSO_WM_UNIT_TEXT_FILL_FORE_SCHEMECOLOR_INDEX" val="2"/>
  <p:tag name="KSO_WM_UNIT_TEXT_FILL_TYPE" val="1"/>
  <p:tag name="KSO_WM_UNIT_TYPE" val="n_h_f"/>
  <p:tag name="KSO_WM_UNIT_VALUE" val="3"/>
</p:tagLst>
</file>

<file path=ppt/tags/tag268.xml><?xml version="1.0" encoding="utf-8"?>
<p:tagLst xmlns:p="http://schemas.openxmlformats.org/presentationml/2006/main">
  <p:tag name="KSO_WM_BEAUTIFY_FLAG" val="#wm#"/>
  <p:tag name="KSO_WM_TAG_VERSION" val="1.0"/>
  <p:tag name="KSO_WM_TEMPLATE_CATEGORY" val="diagram"/>
  <p:tag name="KSO_WM_TEMPLATE_INDEX" val="20184186"/>
  <p:tag name="KSO_WM_UNIT_ID" val="diagram20184186_2*i*8"/>
  <p:tag name="KSO_WM_UNIT_INDEX" val="8"/>
  <p:tag name="KSO_WM_UNIT_TYPE" val="i"/>
</p:tagLst>
</file>

<file path=ppt/tags/tag269.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4186"/>
  <p:tag name="KSO_WM_UNIT_FILL_FORE_SCHEMECOLOR_INDEX" val="5"/>
  <p:tag name="KSO_WM_UNIT_FILL_TYPE" val="1"/>
  <p:tag name="KSO_WM_UNIT_ID" val="diagram20184186_2*n_h_i*1_2_3"/>
  <p:tag name="KSO_WM_UNIT_INDEX" val="1_2_3"/>
  <p:tag name="KSO_WM_UNIT_LAYERLEVEL" val="1_1_1"/>
  <p:tag name="KSO_WM_UNIT_TYPE" val="n_h_i"/>
</p:tagLst>
</file>

<file path=ppt/tags/tag270.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4186"/>
  <p:tag name="KSO_WM_UNIT_FILL_FORE_SCHEMECOLOR_INDEX" val="6"/>
  <p:tag name="KSO_WM_UNIT_FILL_TYPE" val="1"/>
  <p:tag name="KSO_WM_UNIT_ID" val="diagram20184186_2*n_h_i*1_2_4"/>
  <p:tag name="KSO_WM_UNIT_INDEX" val="1_2_4"/>
  <p:tag name="KSO_WM_UNIT_LAYERLEVEL" val="1_1_1"/>
  <p:tag name="KSO_WM_UNIT_TYPE" val="n_h_i"/>
</p:tagLst>
</file>

<file path=ppt/tags/tag271.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4186"/>
  <p:tag name="KSO_WM_UNIT_CLEAR" val="0"/>
  <p:tag name="KSO_WM_UNIT_COMPATIBLE" val="0"/>
  <p:tag name="KSO_WM_UNIT_HIGHLIGHT" val="0"/>
  <p:tag name="KSO_WM_UNIT_ID" val="diagram20184186_2*n_h_f*1_2_2"/>
  <p:tag name="KSO_WM_UNIT_INDEX" val="1_2_2"/>
  <p:tag name="KSO_WM_UNIT_LAYERLEVEL" val="1_1_1"/>
  <p:tag name="KSO_WM_UNIT_PRESET_TEXT" val="问题2"/>
  <p:tag name="KSO_WM_UNIT_TEXT_FILL_FORE_SCHEMECOLOR_INDEX" val="2"/>
  <p:tag name="KSO_WM_UNIT_TEXT_FILL_TYPE" val="1"/>
  <p:tag name="KSO_WM_UNIT_TYPE" val="n_h_f"/>
  <p:tag name="KSO_WM_UNIT_VALUE" val="3"/>
</p:tagLst>
</file>

<file path=ppt/tags/tag272.xml><?xml version="1.0" encoding="utf-8"?>
<p:tagLst xmlns:p="http://schemas.openxmlformats.org/presentationml/2006/main">
  <p:tag name="KSO_WM_BEAUTIFY_FLAG" val="#wm#"/>
  <p:tag name="KSO_WM_TAG_VERSION" val="1.0"/>
  <p:tag name="KSO_WM_TEMPLATE_CATEGORY" val="diagram"/>
  <p:tag name="KSO_WM_TEMPLATE_INDEX" val="20184186"/>
  <p:tag name="KSO_WM_UNIT_ID" val="diagram20184186_2*i*15"/>
  <p:tag name="KSO_WM_UNIT_INDEX" val="15"/>
  <p:tag name="KSO_WM_UNIT_TYPE" val="i"/>
</p:tagLst>
</file>

<file path=ppt/tags/tag273.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4186"/>
  <p:tag name="KSO_WM_UNIT_FILL_FORE_SCHEMECOLOR_INDEX" val="5"/>
  <p:tag name="KSO_WM_UNIT_FILL_TYPE" val="1"/>
  <p:tag name="KSO_WM_UNIT_ID" val="diagram20184186_2*n_h_i*1_2_5"/>
  <p:tag name="KSO_WM_UNIT_INDEX" val="1_2_5"/>
  <p:tag name="KSO_WM_UNIT_LAYERLEVEL" val="1_1_1"/>
  <p:tag name="KSO_WM_UNIT_TYPE" val="n_h_i"/>
</p:tagLst>
</file>

<file path=ppt/tags/tag274.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4186"/>
  <p:tag name="KSO_WM_UNIT_FILL_FORE_SCHEMECOLOR_INDEX" val="6"/>
  <p:tag name="KSO_WM_UNIT_FILL_TYPE" val="1"/>
  <p:tag name="KSO_WM_UNIT_ID" val="diagram20184186_2*n_h_i*1_2_6"/>
  <p:tag name="KSO_WM_UNIT_INDEX" val="1_2_6"/>
  <p:tag name="KSO_WM_UNIT_LAYERLEVEL" val="1_1_1"/>
  <p:tag name="KSO_WM_UNIT_TYPE" val="n_h_i"/>
</p:tagLst>
</file>

<file path=ppt/tags/tag275.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4186"/>
  <p:tag name="KSO_WM_UNIT_CLEAR" val="0"/>
  <p:tag name="KSO_WM_UNIT_COMPATIBLE" val="0"/>
  <p:tag name="KSO_WM_UNIT_HIGHLIGHT" val="0"/>
  <p:tag name="KSO_WM_UNIT_ID" val="diagram20184186_2*n_h_f*1_2_3"/>
  <p:tag name="KSO_WM_UNIT_INDEX" val="1_2_3"/>
  <p:tag name="KSO_WM_UNIT_LAYERLEVEL" val="1_1_1"/>
  <p:tag name="KSO_WM_UNIT_PRESET_TEXT" val="问题3"/>
  <p:tag name="KSO_WM_UNIT_TEXT_FILL_FORE_SCHEMECOLOR_INDEX" val="2"/>
  <p:tag name="KSO_WM_UNIT_TEXT_FILL_TYPE" val="1"/>
  <p:tag name="KSO_WM_UNIT_TYPE" val="n_h_f"/>
  <p:tag name="KSO_WM_UNIT_VALUE" val="3"/>
</p:tagLst>
</file>

<file path=ppt/tags/tag276.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4186"/>
  <p:tag name="KSO_WM_UNIT_CLEAR" val="0"/>
  <p:tag name="KSO_WM_UNIT_COMPATIBLE" val="0"/>
  <p:tag name="KSO_WM_UNIT_HIGHLIGHT" val="0"/>
  <p:tag name="KSO_WM_UNIT_ID" val="diagram20184186_2*n_h_a*1_1_1"/>
  <p:tag name="KSO_WM_UNIT_INDEX" val="1_1_1"/>
  <p:tag name="KSO_WM_UNIT_LAYERLEVEL" val="1_1_1"/>
  <p:tag name="KSO_WM_UNIT_PRESET_TEXT" val="点击此处输入标题"/>
  <p:tag name="KSO_WM_UNIT_TEXT_FILL_FORE_SCHEMECOLOR_INDEX" val="1"/>
  <p:tag name="KSO_WM_UNIT_TEXT_FILL_TYPE" val="1"/>
  <p:tag name="KSO_WM_UNIT_TYPE" val="n_h_a"/>
  <p:tag name="KSO_WM_UNIT_VALUE" val="9"/>
</p:tagLst>
</file>

<file path=ppt/tags/tag277.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4186"/>
  <p:tag name="KSO_WM_UNIT_ID" val="diagram20184186_2*n_h_i*1_2_7"/>
  <p:tag name="KSO_WM_UNIT_INDEX" val="1_2_7"/>
  <p:tag name="KSO_WM_UNIT_LAYERLEVEL" val="1_1_1"/>
  <p:tag name="KSO_WM_UNIT_LINE_FILL_TYPE" val="2"/>
  <p:tag name="KSO_WM_UNIT_LINE_FORE_SCHEMECOLOR_INDEX" val="5"/>
  <p:tag name="KSO_WM_UNIT_TYPE" val="n_h_i"/>
</p:tagLst>
</file>

<file path=ppt/tags/tag278.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4186"/>
  <p:tag name="KSO_WM_UNIT_ID" val="diagram20184186_2*n_h_i*1_2_8"/>
  <p:tag name="KSO_WM_UNIT_INDEX" val="1_2_8"/>
  <p:tag name="KSO_WM_UNIT_LAYERLEVEL" val="1_1_1"/>
  <p:tag name="KSO_WM_UNIT_LINE_FILL_TYPE" val="2"/>
  <p:tag name="KSO_WM_UNIT_LINE_FORE_SCHEMECOLOR_INDEX" val="5"/>
  <p:tag name="KSO_WM_UNIT_TYPE" val="n_h_i"/>
</p:tagLst>
</file>

<file path=ppt/tags/tag279.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4186"/>
  <p:tag name="KSO_WM_UNIT_ID" val="diagram20184186_2*n_h_i*1_2_9"/>
  <p:tag name="KSO_WM_UNIT_INDEX" val="1_2_9"/>
  <p:tag name="KSO_WM_UNIT_LAYERLEVEL" val="1_1_1"/>
  <p:tag name="KSO_WM_UNIT_LINE_FILL_TYPE" val="2"/>
  <p:tag name="KSO_WM_UNIT_LINE_FORE_SCHEMECOLOR_INDEX" val="5"/>
  <p:tag name="KSO_WM_UNIT_TYPE" val="n_h_i"/>
</p:tagLst>
</file>

<file path=ppt/tags/tag280.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4186"/>
  <p:tag name="KSO_WM_UNIT_ID" val="diagram20184186_2*n_h_i*1_2_10"/>
  <p:tag name="KSO_WM_UNIT_INDEX" val="1_2_10"/>
  <p:tag name="KSO_WM_UNIT_LAYERLEVEL" val="1_1_1"/>
  <p:tag name="KSO_WM_UNIT_LINE_FILL_TYPE" val="2"/>
  <p:tag name="KSO_WM_UNIT_LINE_FORE_SCHEMECOLOR_INDEX" val="5"/>
  <p:tag name="KSO_WM_UNIT_TYPE" val="n_h_i"/>
</p:tagLst>
</file>

<file path=ppt/tags/tag281.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4186"/>
  <p:tag name="KSO_WM_UNIT_ID" val="diagram20184186_2*n_h_i*1_2_11"/>
  <p:tag name="KSO_WM_UNIT_INDEX" val="1_2_11"/>
  <p:tag name="KSO_WM_UNIT_LAYERLEVEL" val="1_1_1"/>
  <p:tag name="KSO_WM_UNIT_LINE_FILL_TYPE" val="2"/>
  <p:tag name="KSO_WM_UNIT_LINE_FORE_SCHEMECOLOR_INDEX" val="5"/>
  <p:tag name="KSO_WM_UNIT_TYPE" val="n_h_i"/>
</p:tagLst>
</file>

<file path=ppt/tags/tag282.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4186"/>
  <p:tag name="KSO_WM_UNIT_FILL_FORE_SCHEMECOLOR_INDEX" val="5"/>
  <p:tag name="KSO_WM_UNIT_FILL_TYPE" val="1"/>
  <p:tag name="KSO_WM_UNIT_ID" val="diagram20184186_2*n_h_i*1_2_12"/>
  <p:tag name="KSO_WM_UNIT_INDEX" val="1_2_12"/>
  <p:tag name="KSO_WM_UNIT_LAYERLEVEL" val="1_1_1"/>
  <p:tag name="KSO_WM_UNIT_TYPE" val="n_h_i"/>
</p:tagLst>
</file>

<file path=ppt/tags/tag283.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4186"/>
  <p:tag name="KSO_WM_UNIT_CLEAR" val="0"/>
  <p:tag name="KSO_WM_UNIT_COMPATIBLE" val="0"/>
  <p:tag name="KSO_WM_UNIT_HIGHLIGHT" val="0"/>
  <p:tag name="KSO_WM_UNIT_ID" val="diagram20184186_2*n_h_f*1_2_4"/>
  <p:tag name="KSO_WM_UNIT_INDEX" val="1_2_4"/>
  <p:tag name="KSO_WM_UNIT_LAYERLEVEL" val="1_1_1"/>
  <p:tag name="KSO_WM_UNIT_PRESET_TEXT" val="问题4"/>
  <p:tag name="KSO_WM_UNIT_TEXT_FILL_FORE_SCHEMECOLOR_INDEX" val="2"/>
  <p:tag name="KSO_WM_UNIT_TEXT_FILL_TYPE" val="1"/>
  <p:tag name="KSO_WM_UNIT_TYPE" val="n_h_f"/>
  <p:tag name="KSO_WM_UNIT_VALUE" val="3"/>
</p:tagLst>
</file>

<file path=ppt/tags/tag284.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4186"/>
  <p:tag name="KSO_WM_UNIT_ID" val="diagram20184186_2*n_h_i*1_2_13"/>
  <p:tag name="KSO_WM_UNIT_INDEX" val="1_2_13"/>
  <p:tag name="KSO_WM_UNIT_LAYERLEVEL" val="1_1_1"/>
  <p:tag name="KSO_WM_UNIT_LINE_FILL_TYPE" val="2"/>
  <p:tag name="KSO_WM_UNIT_LINE_FORE_SCHEMECOLOR_INDEX" val="5"/>
  <p:tag name="KSO_WM_UNIT_TYPE" val="n_h_i"/>
</p:tagLst>
</file>

<file path=ppt/tags/tag285.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4186"/>
  <p:tag name="KSO_WM_UNIT_ID" val="diagram20184186_2*n_h_i*1_2_14"/>
  <p:tag name="KSO_WM_UNIT_INDEX" val="1_2_14"/>
  <p:tag name="KSO_WM_UNIT_LAYERLEVEL" val="1_1_1"/>
  <p:tag name="KSO_WM_UNIT_LINE_FILL_TYPE" val="2"/>
  <p:tag name="KSO_WM_UNIT_LINE_FORE_SCHEMECOLOR_INDEX" val="5"/>
  <p:tag name="KSO_WM_UNIT_TYPE" val="n_h_i"/>
</p:tagLst>
</file>

<file path=ppt/tags/tag286.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4186"/>
  <p:tag name="KSO_WM_UNIT_FILL_FORE_SCHEMECOLOR_INDEX" val="6"/>
  <p:tag name="KSO_WM_UNIT_FILL_TYPE" val="1"/>
  <p:tag name="KSO_WM_UNIT_ID" val="diagram20184186_2*n_h_i*1_2_15"/>
  <p:tag name="KSO_WM_UNIT_INDEX" val="1_2_15"/>
  <p:tag name="KSO_WM_UNIT_LAYERLEVEL" val="1_1_1"/>
  <p:tag name="KSO_WM_UNIT_TYPE" val="n_h_i"/>
</p:tagLst>
</file>

<file path=ppt/tags/tag287.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70159"/>
  <p:tag name="KSO_WM_UNIT_FILL_FORE_SCHEMECOLOR_INDEX" val="5"/>
  <p:tag name="KSO_WM_UNIT_FILL_TYPE" val="1"/>
  <p:tag name="KSO_WM_UNIT_ID" val="diagram20170159_1*n_h_i*1_2_2"/>
  <p:tag name="KSO_WM_UNIT_INDEX" val="1_2_2"/>
  <p:tag name="KSO_WM_UNIT_LAYERLEVEL" val="1_1_1"/>
  <p:tag name="KSO_WM_UNIT_TYPE" val="n_h_i"/>
</p:tagLst>
</file>

<file path=ppt/tags/tag288.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70159"/>
  <p:tag name="KSO_WM_UNIT_FILL_FORE_SCHEMECOLOR_INDEX" val="5"/>
  <p:tag name="KSO_WM_UNIT_FILL_TYPE" val="1"/>
  <p:tag name="KSO_WM_UNIT_ID" val="diagram20170159_1*n_h_i*1_2_1"/>
  <p:tag name="KSO_WM_UNIT_INDEX" val="1_2_1"/>
  <p:tag name="KSO_WM_UNIT_LAYERLEVEL" val="1_1_1"/>
  <p:tag name="KSO_WM_UNIT_TYPE" val="n_h_i"/>
</p:tagLst>
</file>

<file path=ppt/tags/tag289.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70159"/>
  <p:tag name="KSO_WM_UNIT_ID" val="diagram20170159_1*n_i*1_3"/>
  <p:tag name="KSO_WM_UNIT_INDEX" val="1_3"/>
  <p:tag name="KSO_WM_UNIT_LAYERLEVEL" val="1_1"/>
  <p:tag name="KSO_WM_UNIT_TYPE" val="n_i"/>
</p:tagLst>
</file>

<file path=ppt/tags/tag290.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70159"/>
  <p:tag name="KSO_WM_UNIT_CLEAR" val="0"/>
  <p:tag name="KSO_WM_UNIT_COMPATIBLE" val="0"/>
  <p:tag name="KSO_WM_UNIT_HIGHLIGHT" val="0"/>
  <p:tag name="KSO_WM_UNIT_ID" val="diagram20170159_1*n_h_a*1_2_1"/>
  <p:tag name="KSO_WM_UNIT_INDEX" val="1_2_1"/>
  <p:tag name="KSO_WM_UNIT_LAYERLEVEL" val="1_1_1"/>
  <p:tag name="KSO_WM_UNIT_PRESET_TEXT" val="LOREM IPSUM"/>
  <p:tag name="KSO_WM_UNIT_TEXT_FILL_FORE_SCHEMECOLOR_INDEX" val="6"/>
  <p:tag name="KSO_WM_UNIT_TEXT_FILL_TYPE" val="1"/>
  <p:tag name="KSO_WM_UNIT_TYPE" val="n_h_a"/>
  <p:tag name="KSO_WM_UNIT_VALUE" val="12"/>
</p:tagLst>
</file>

<file path=ppt/tags/tag291.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70159"/>
  <p:tag name="KSO_WM_UNIT_FILL_FORE_SCHEMECOLOR_INDEX" val="5"/>
  <p:tag name="KSO_WM_UNIT_FILL_TYPE" val="1"/>
  <p:tag name="KSO_WM_UNIT_ID" val="diagram20170159_1*n_i*1_4"/>
  <p:tag name="KSO_WM_UNIT_INDEX" val="1_4"/>
  <p:tag name="KSO_WM_UNIT_LAYERLEVEL" val="1_1"/>
  <p:tag name="KSO_WM_UNIT_TEXT_FILL_FORE_SCHEMECOLOR_INDEX" val="2"/>
  <p:tag name="KSO_WM_UNIT_TEXT_FILL_TYPE" val="1"/>
  <p:tag name="KSO_WM_UNIT_TYPE" val="n_i"/>
</p:tagLst>
</file>

<file path=ppt/tags/tag292.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70159"/>
  <p:tag name="KSO_WM_UNIT_CLEAR" val="0"/>
  <p:tag name="KSO_WM_UNIT_COMPATIBLE" val="0"/>
  <p:tag name="KSO_WM_UNIT_HIGHLIGHT" val="0"/>
  <p:tag name="KSO_WM_UNIT_ID" val="diagram20170159_1*n_h_a*1_1_1"/>
  <p:tag name="KSO_WM_UNIT_INDEX" val="1_1_1"/>
  <p:tag name="KSO_WM_UNIT_LAYERLEVEL" val="1_1_1"/>
  <p:tag name="KSO_WM_UNIT_PRESET_TEXT" val="LOREM IPSUM"/>
  <p:tag name="KSO_WM_UNIT_TEXT_FILL_FORE_SCHEMECOLOR_INDEX" val="6"/>
  <p:tag name="KSO_WM_UNIT_TEXT_FILL_TYPE" val="1"/>
  <p:tag name="KSO_WM_UNIT_TYPE" val="n_h_a"/>
  <p:tag name="KSO_WM_UNIT_VALUE" val="8"/>
</p:tagLst>
</file>

<file path=ppt/tags/tag293.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70159"/>
  <p:tag name="KSO_WM_UNIT_CLEAR" val="0"/>
  <p:tag name="KSO_WM_UNIT_COMPATIBLE" val="0"/>
  <p:tag name="KSO_WM_UNIT_HIGHLIGHT" val="0"/>
  <p:tag name="KSO_WM_UNIT_ID" val="diagram20170159_1*n_h_a*1_2_2"/>
  <p:tag name="KSO_WM_UNIT_INDEX" val="1_2_2"/>
  <p:tag name="KSO_WM_UNIT_LAYERLEVEL" val="1_1_1"/>
  <p:tag name="KSO_WM_UNIT_PRESET_TEXT" val="LOREM IPSUM"/>
  <p:tag name="KSO_WM_UNIT_TEXT_FILL_FORE_SCHEMECOLOR_INDEX" val="6"/>
  <p:tag name="KSO_WM_UNIT_TEXT_FILL_TYPE" val="1"/>
  <p:tag name="KSO_WM_UNIT_TYPE" val="n_h_a"/>
  <p:tag name="KSO_WM_UNIT_VALUE" val="12"/>
</p:tagLst>
</file>

<file path=ppt/tags/tag294.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7"/>
  <p:tag name="KSO_WM_UNIT_FILL_TYPE" val="1"/>
  <p:tag name="KSO_WM_UNIT_ID" val="diagram20181972_3*n_i*1_196"/>
  <p:tag name="KSO_WM_UNIT_INDEX" val="1_196"/>
  <p:tag name="KSO_WM_UNIT_LAYERLEVEL" val="1_1"/>
  <p:tag name="KSO_WM_UNIT_TEXT_FILL_FORE_SCHEMECOLOR_INDEX" val="13"/>
  <p:tag name="KSO_WM_UNIT_TEXT_FILL_TYPE" val="1"/>
  <p:tag name="KSO_WM_UNIT_TYPE" val="n_i"/>
</p:tagLst>
</file>

<file path=ppt/tags/tag295.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7"/>
  <p:tag name="KSO_WM_UNIT_FILL_TYPE" val="1"/>
  <p:tag name="KSO_WM_UNIT_ID" val="diagram20181972_3*n_i*1_1"/>
  <p:tag name="KSO_WM_UNIT_INDEX" val="1_1"/>
  <p:tag name="KSO_WM_UNIT_LAYERLEVEL" val="1_1"/>
  <p:tag name="KSO_WM_UNIT_TEXT_FILL_FORE_SCHEMECOLOR_INDEX" val="13"/>
  <p:tag name="KSO_WM_UNIT_TEXT_FILL_TYPE" val="1"/>
  <p:tag name="KSO_WM_UNIT_TYPE" val="n_i"/>
</p:tagLst>
</file>

<file path=ppt/tags/tag296.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6"/>
  <p:tag name="KSO_WM_UNIT_FILL_TYPE" val="1"/>
  <p:tag name="KSO_WM_UNIT_ID" val="diagram20181972_3*n_i*1_2"/>
  <p:tag name="KSO_WM_UNIT_INDEX" val="1_2"/>
  <p:tag name="KSO_WM_UNIT_LAYERLEVEL" val="1_1"/>
  <p:tag name="KSO_WM_UNIT_TEXT_FILL_FORE_SCHEMECOLOR_INDEX" val="13"/>
  <p:tag name="KSO_WM_UNIT_TEXT_FILL_TYPE" val="1"/>
  <p:tag name="KSO_WM_UNIT_TYPE" val="n_i"/>
</p:tagLst>
</file>

<file path=ppt/tags/tag297.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ID" val="diagram20181972_3*n_i*1_3"/>
  <p:tag name="KSO_WM_UNIT_INDEX" val="1_3"/>
  <p:tag name="KSO_WM_UNIT_LAYERLEVEL" val="1_1"/>
  <p:tag name="KSO_WM_UNIT_TEXT_FILL_FORE_SCHEMECOLOR_INDEX" val="13"/>
  <p:tag name="KSO_WM_UNIT_TEXT_FILL_TYPE" val="1"/>
  <p:tag name="KSO_WM_UNIT_TYPE" val="n_i"/>
</p:tagLst>
</file>

<file path=ppt/tags/tag298.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6"/>
  <p:tag name="KSO_WM_UNIT_FILL_TYPE" val="1"/>
  <p:tag name="KSO_WM_UNIT_ID" val="diagram20181972_3*n_i*1_4"/>
  <p:tag name="KSO_WM_UNIT_INDEX" val="1_4"/>
  <p:tag name="KSO_WM_UNIT_LAYERLEVEL" val="1_1"/>
  <p:tag name="KSO_WM_UNIT_TEXT_FILL_FORE_SCHEMECOLOR_INDEX" val="13"/>
  <p:tag name="KSO_WM_UNIT_TEXT_FILL_TYPE" val="1"/>
  <p:tag name="KSO_WM_UNIT_TYPE" val="n_i"/>
</p:tagLst>
</file>

<file path=ppt/tags/tag299.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ID" val="diagram20181972_3*n_i*1_5"/>
  <p:tag name="KSO_WM_UNIT_INDEX" val="1_5"/>
  <p:tag name="KSO_WM_UNIT_LAYERLEVEL" val="1_1"/>
  <p:tag name="KSO_WM_UNIT_TEXT_FILL_FORE_SCHEMECOLOR_INDEX" val="13"/>
  <p:tag name="KSO_WM_UNIT_TEXT_FILL_TYPE" val="1"/>
  <p:tag name="KSO_WM_UNIT_TYPE" val="n_i"/>
</p:tagLst>
</file>

<file path=ppt/tags/tag300.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6"/>
  <p:tag name="KSO_WM_UNIT_FILL_TYPE" val="1"/>
  <p:tag name="KSO_WM_UNIT_ID" val="diagram20181972_3*n_i*1_6"/>
  <p:tag name="KSO_WM_UNIT_INDEX" val="1_6"/>
  <p:tag name="KSO_WM_UNIT_LAYERLEVEL" val="1_1"/>
  <p:tag name="KSO_WM_UNIT_TEXT_FILL_FORE_SCHEMECOLOR_INDEX" val="13"/>
  <p:tag name="KSO_WM_UNIT_TEXT_FILL_TYPE" val="1"/>
  <p:tag name="KSO_WM_UNIT_TYPE" val="n_i"/>
</p:tagLst>
</file>

<file path=ppt/tags/tag301.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ID" val="diagram20181972_3*n_i*1_7"/>
  <p:tag name="KSO_WM_UNIT_INDEX" val="1_7"/>
  <p:tag name="KSO_WM_UNIT_LAYERLEVEL" val="1_1"/>
  <p:tag name="KSO_WM_UNIT_TEXT_FILL_FORE_SCHEMECOLOR_INDEX" val="13"/>
  <p:tag name="KSO_WM_UNIT_TEXT_FILL_TYPE" val="1"/>
  <p:tag name="KSO_WM_UNIT_TYPE" val="n_i"/>
</p:tagLst>
</file>

<file path=ppt/tags/tag302.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6"/>
  <p:tag name="KSO_WM_UNIT_FILL_TYPE" val="1"/>
  <p:tag name="KSO_WM_UNIT_ID" val="diagram20181972_3*n_i*1_8"/>
  <p:tag name="KSO_WM_UNIT_INDEX" val="1_8"/>
  <p:tag name="KSO_WM_UNIT_LAYERLEVEL" val="1_1"/>
  <p:tag name="KSO_WM_UNIT_TEXT_FILL_FORE_SCHEMECOLOR_INDEX" val="13"/>
  <p:tag name="KSO_WM_UNIT_TEXT_FILL_TYPE" val="1"/>
  <p:tag name="KSO_WM_UNIT_TYPE" val="n_i"/>
</p:tagLst>
</file>

<file path=ppt/tags/tag303.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ID" val="diagram20181972_3*n_i*1_9"/>
  <p:tag name="KSO_WM_UNIT_INDEX" val="1_9"/>
  <p:tag name="KSO_WM_UNIT_LAYERLEVEL" val="1_1"/>
  <p:tag name="KSO_WM_UNIT_TEXT_FILL_FORE_SCHEMECOLOR_INDEX" val="13"/>
  <p:tag name="KSO_WM_UNIT_TEXT_FILL_TYPE" val="1"/>
  <p:tag name="KSO_WM_UNIT_TYPE" val="n_i"/>
</p:tagLst>
</file>

<file path=ppt/tags/tag304.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6"/>
  <p:tag name="KSO_WM_UNIT_FILL_TYPE" val="1"/>
  <p:tag name="KSO_WM_UNIT_ID" val="diagram20181972_3*n_i*1_10"/>
  <p:tag name="KSO_WM_UNIT_INDEX" val="1_10"/>
  <p:tag name="KSO_WM_UNIT_LAYERLEVEL" val="1_1"/>
  <p:tag name="KSO_WM_UNIT_TEXT_FILL_FORE_SCHEMECOLOR_INDEX" val="13"/>
  <p:tag name="KSO_WM_UNIT_TEXT_FILL_TYPE" val="1"/>
  <p:tag name="KSO_WM_UNIT_TYPE" val="n_i"/>
</p:tagLst>
</file>

<file path=ppt/tags/tag305.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ID" val="diagram20181972_3*n_i*1_11"/>
  <p:tag name="KSO_WM_UNIT_INDEX" val="1_11"/>
  <p:tag name="KSO_WM_UNIT_LAYERLEVEL" val="1_1"/>
  <p:tag name="KSO_WM_UNIT_TEXT_FILL_FORE_SCHEMECOLOR_INDEX" val="13"/>
  <p:tag name="KSO_WM_UNIT_TEXT_FILL_TYPE" val="1"/>
  <p:tag name="KSO_WM_UNIT_TYPE" val="n_i"/>
</p:tagLst>
</file>

<file path=ppt/tags/tag306.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6"/>
  <p:tag name="KSO_WM_UNIT_FILL_TYPE" val="1"/>
  <p:tag name="KSO_WM_UNIT_ID" val="diagram20181972_3*n_i*1_12"/>
  <p:tag name="KSO_WM_UNIT_INDEX" val="1_12"/>
  <p:tag name="KSO_WM_UNIT_LAYERLEVEL" val="1_1"/>
  <p:tag name="KSO_WM_UNIT_TEXT_FILL_FORE_SCHEMECOLOR_INDEX" val="13"/>
  <p:tag name="KSO_WM_UNIT_TEXT_FILL_TYPE" val="1"/>
  <p:tag name="KSO_WM_UNIT_TYPE" val="n_i"/>
</p:tagLst>
</file>

<file path=ppt/tags/tag307.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ID" val="diagram20181972_3*n_i*1_13"/>
  <p:tag name="KSO_WM_UNIT_INDEX" val="1_13"/>
  <p:tag name="KSO_WM_UNIT_LAYERLEVEL" val="1_1"/>
  <p:tag name="KSO_WM_UNIT_TEXT_FILL_FORE_SCHEMECOLOR_INDEX" val="13"/>
  <p:tag name="KSO_WM_UNIT_TEXT_FILL_TYPE" val="1"/>
  <p:tag name="KSO_WM_UNIT_TYPE" val="n_i"/>
</p:tagLst>
</file>

<file path=ppt/tags/tag308.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6"/>
  <p:tag name="KSO_WM_UNIT_FILL_TYPE" val="1"/>
  <p:tag name="KSO_WM_UNIT_ID" val="diagram20181972_3*n_i*1_14"/>
  <p:tag name="KSO_WM_UNIT_INDEX" val="1_14"/>
  <p:tag name="KSO_WM_UNIT_LAYERLEVEL" val="1_1"/>
  <p:tag name="KSO_WM_UNIT_TEXT_FILL_FORE_SCHEMECOLOR_INDEX" val="13"/>
  <p:tag name="KSO_WM_UNIT_TEXT_FILL_TYPE" val="1"/>
  <p:tag name="KSO_WM_UNIT_TYPE" val="n_i"/>
</p:tagLst>
</file>

<file path=ppt/tags/tag309.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ID" val="diagram20181972_3*n_i*1_15"/>
  <p:tag name="KSO_WM_UNIT_INDEX" val="1_15"/>
  <p:tag name="KSO_WM_UNIT_LAYERLEVEL" val="1_1"/>
  <p:tag name="KSO_WM_UNIT_TEXT_FILL_FORE_SCHEMECOLOR_INDEX" val="13"/>
  <p:tag name="KSO_WM_UNIT_TEXT_FILL_TYPE" val="1"/>
  <p:tag name="KSO_WM_UNIT_TYPE" val="n_i"/>
</p:tagLst>
</file>

<file path=ppt/tags/tag310.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8"/>
  <p:tag name="KSO_WM_UNIT_FILL_TYPE" val="1"/>
  <p:tag name="KSO_WM_UNIT_ID" val="diagram20181972_3*n_i*1_16"/>
  <p:tag name="KSO_WM_UNIT_INDEX" val="1_16"/>
  <p:tag name="KSO_WM_UNIT_LAYERLEVEL" val="1_1"/>
  <p:tag name="KSO_WM_UNIT_TEXT_FILL_FORE_SCHEMECOLOR_INDEX" val="13"/>
  <p:tag name="KSO_WM_UNIT_TEXT_FILL_TYPE" val="1"/>
  <p:tag name="KSO_WM_UNIT_TYPE" val="n_i"/>
</p:tagLst>
</file>

<file path=ppt/tags/tag311.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ID" val="diagram20181972_3*n_i*1_17"/>
  <p:tag name="KSO_WM_UNIT_INDEX" val="1_17"/>
  <p:tag name="KSO_WM_UNIT_LAYERLEVEL" val="1_1"/>
  <p:tag name="KSO_WM_UNIT_TEXT_FILL_FORE_SCHEMECOLOR_INDEX" val="13"/>
  <p:tag name="KSO_WM_UNIT_TEXT_FILL_TYPE" val="1"/>
  <p:tag name="KSO_WM_UNIT_TYPE" val="n_i"/>
</p:tagLst>
</file>

<file path=ppt/tags/tag312.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ID" val="diagram20181972_3*n_i*1_18"/>
  <p:tag name="KSO_WM_UNIT_INDEX" val="1_18"/>
  <p:tag name="KSO_WM_UNIT_LAYERLEVEL" val="1_1"/>
  <p:tag name="KSO_WM_UNIT_TEXT_FILL_FORE_SCHEMECOLOR_INDEX" val="13"/>
  <p:tag name="KSO_WM_UNIT_TEXT_FILL_TYPE" val="1"/>
  <p:tag name="KSO_WM_UNIT_TYPE" val="n_i"/>
</p:tagLst>
</file>

<file path=ppt/tags/tag313.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6"/>
  <p:tag name="KSO_WM_UNIT_FILL_TYPE" val="1"/>
  <p:tag name="KSO_WM_UNIT_ID" val="diagram20181972_3*n_i*1_19"/>
  <p:tag name="KSO_WM_UNIT_INDEX" val="1_19"/>
  <p:tag name="KSO_WM_UNIT_LAYERLEVEL" val="1_1"/>
  <p:tag name="KSO_WM_UNIT_TEXT_FILL_FORE_SCHEMECOLOR_INDEX" val="13"/>
  <p:tag name="KSO_WM_UNIT_TEXT_FILL_TYPE" val="1"/>
  <p:tag name="KSO_WM_UNIT_TYPE" val="n_i"/>
</p:tagLst>
</file>

<file path=ppt/tags/tag314.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ID" val="diagram20181972_3*n_i*1_20"/>
  <p:tag name="KSO_WM_UNIT_INDEX" val="1_20"/>
  <p:tag name="KSO_WM_UNIT_LAYERLEVEL" val="1_1"/>
  <p:tag name="KSO_WM_UNIT_TEXT_FILL_FORE_SCHEMECOLOR_INDEX" val="13"/>
  <p:tag name="KSO_WM_UNIT_TEXT_FILL_TYPE" val="1"/>
  <p:tag name="KSO_WM_UNIT_TYPE" val="n_i"/>
</p:tagLst>
</file>

<file path=ppt/tags/tag315.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6"/>
  <p:tag name="KSO_WM_UNIT_FILL_TYPE" val="1"/>
  <p:tag name="KSO_WM_UNIT_ID" val="diagram20181972_3*n_i*1_21"/>
  <p:tag name="KSO_WM_UNIT_INDEX" val="1_21"/>
  <p:tag name="KSO_WM_UNIT_LAYERLEVEL" val="1_1"/>
  <p:tag name="KSO_WM_UNIT_TEXT_FILL_FORE_SCHEMECOLOR_INDEX" val="13"/>
  <p:tag name="KSO_WM_UNIT_TEXT_FILL_TYPE" val="1"/>
  <p:tag name="KSO_WM_UNIT_TYPE" val="n_i"/>
</p:tagLst>
</file>

<file path=ppt/tags/tag316.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ID" val="diagram20181972_3*n_i*1_22"/>
  <p:tag name="KSO_WM_UNIT_INDEX" val="1_22"/>
  <p:tag name="KSO_WM_UNIT_LAYERLEVEL" val="1_1"/>
  <p:tag name="KSO_WM_UNIT_TEXT_FILL_FORE_SCHEMECOLOR_INDEX" val="13"/>
  <p:tag name="KSO_WM_UNIT_TEXT_FILL_TYPE" val="1"/>
  <p:tag name="KSO_WM_UNIT_TYPE" val="n_i"/>
</p:tagLst>
</file>

<file path=ppt/tags/tag317.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6"/>
  <p:tag name="KSO_WM_UNIT_FILL_TYPE" val="1"/>
  <p:tag name="KSO_WM_UNIT_ID" val="diagram20181972_3*n_i*1_23"/>
  <p:tag name="KSO_WM_UNIT_INDEX" val="1_23"/>
  <p:tag name="KSO_WM_UNIT_LAYERLEVEL" val="1_1"/>
  <p:tag name="KSO_WM_UNIT_TEXT_FILL_FORE_SCHEMECOLOR_INDEX" val="13"/>
  <p:tag name="KSO_WM_UNIT_TEXT_FILL_TYPE" val="1"/>
  <p:tag name="KSO_WM_UNIT_TYPE" val="n_i"/>
</p:tagLst>
</file>

<file path=ppt/tags/tag318.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ID" val="diagram20181972_3*n_i*1_24"/>
  <p:tag name="KSO_WM_UNIT_INDEX" val="1_24"/>
  <p:tag name="KSO_WM_UNIT_LAYERLEVEL" val="1_1"/>
  <p:tag name="KSO_WM_UNIT_TEXT_FILL_FORE_SCHEMECOLOR_INDEX" val="13"/>
  <p:tag name="KSO_WM_UNIT_TEXT_FILL_TYPE" val="1"/>
  <p:tag name="KSO_WM_UNIT_TYPE" val="n_i"/>
</p:tagLst>
</file>

<file path=ppt/tags/tag319.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ID" val="diagram20181972_3*n_i*1_25"/>
  <p:tag name="KSO_WM_UNIT_INDEX" val="1_25"/>
  <p:tag name="KSO_WM_UNIT_LAYERLEVEL" val="1_1"/>
  <p:tag name="KSO_WM_UNIT_TEXT_FILL_FORE_SCHEMECOLOR_INDEX" val="13"/>
  <p:tag name="KSO_WM_UNIT_TEXT_FILL_TYPE" val="1"/>
  <p:tag name="KSO_WM_UNIT_TYPE" val="n_i"/>
</p:tagLst>
</file>

<file path=ppt/tags/tag320.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ID" val="diagram20181972_3*n_i*1_26"/>
  <p:tag name="KSO_WM_UNIT_INDEX" val="1_26"/>
  <p:tag name="KSO_WM_UNIT_LAYERLEVEL" val="1_1"/>
  <p:tag name="KSO_WM_UNIT_TEXT_FILL_FORE_SCHEMECOLOR_INDEX" val="13"/>
  <p:tag name="KSO_WM_UNIT_TEXT_FILL_TYPE" val="1"/>
  <p:tag name="KSO_WM_UNIT_TYPE" val="n_i"/>
</p:tagLst>
</file>

<file path=ppt/tags/tag321.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ID" val="diagram20181972_3*n_i*1_27"/>
  <p:tag name="KSO_WM_UNIT_INDEX" val="1_27"/>
  <p:tag name="KSO_WM_UNIT_LAYERLEVEL" val="1_1"/>
  <p:tag name="KSO_WM_UNIT_TEXT_FILL_FORE_SCHEMECOLOR_INDEX" val="13"/>
  <p:tag name="KSO_WM_UNIT_TEXT_FILL_TYPE" val="1"/>
  <p:tag name="KSO_WM_UNIT_TYPE" val="n_i"/>
</p:tagLst>
</file>

<file path=ppt/tags/tag322.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ID" val="diagram20181972_3*n_i*1_28"/>
  <p:tag name="KSO_WM_UNIT_INDEX" val="1_28"/>
  <p:tag name="KSO_WM_UNIT_LAYERLEVEL" val="1_1"/>
  <p:tag name="KSO_WM_UNIT_TEXT_FILL_FORE_SCHEMECOLOR_INDEX" val="13"/>
  <p:tag name="KSO_WM_UNIT_TEXT_FILL_TYPE" val="1"/>
  <p:tag name="KSO_WM_UNIT_TYPE" val="n_i"/>
</p:tagLst>
</file>

<file path=ppt/tags/tag323.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6"/>
  <p:tag name="KSO_WM_UNIT_FILL_TYPE" val="1"/>
  <p:tag name="KSO_WM_UNIT_ID" val="diagram20181972_3*n_i*1_29"/>
  <p:tag name="KSO_WM_UNIT_INDEX" val="1_29"/>
  <p:tag name="KSO_WM_UNIT_LAYERLEVEL" val="1_1"/>
  <p:tag name="KSO_WM_UNIT_TEXT_FILL_FORE_SCHEMECOLOR_INDEX" val="13"/>
  <p:tag name="KSO_WM_UNIT_TEXT_FILL_TYPE" val="1"/>
  <p:tag name="KSO_WM_UNIT_TYPE" val="n_i"/>
</p:tagLst>
</file>

<file path=ppt/tags/tag324.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ID" val="diagram20181972_3*n_i*1_30"/>
  <p:tag name="KSO_WM_UNIT_INDEX" val="1_30"/>
  <p:tag name="KSO_WM_UNIT_LAYERLEVEL" val="1_1"/>
  <p:tag name="KSO_WM_UNIT_TEXT_FILL_FORE_SCHEMECOLOR_INDEX" val="13"/>
  <p:tag name="KSO_WM_UNIT_TEXT_FILL_TYPE" val="1"/>
  <p:tag name="KSO_WM_UNIT_TYPE" val="n_i"/>
</p:tagLst>
</file>

<file path=ppt/tags/tag325.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8"/>
  <p:tag name="KSO_WM_UNIT_FILL_TYPE" val="1"/>
  <p:tag name="KSO_WM_UNIT_ID" val="diagram20181972_3*n_i*1_31"/>
  <p:tag name="KSO_WM_UNIT_INDEX" val="1_31"/>
  <p:tag name="KSO_WM_UNIT_LAYERLEVEL" val="1_1"/>
  <p:tag name="KSO_WM_UNIT_TEXT_FILL_FORE_SCHEMECOLOR_INDEX" val="13"/>
  <p:tag name="KSO_WM_UNIT_TEXT_FILL_TYPE" val="1"/>
  <p:tag name="KSO_WM_UNIT_TYPE" val="n_i"/>
</p:tagLst>
</file>

<file path=ppt/tags/tag326.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ID" val="diagram20181972_3*n_i*1_32"/>
  <p:tag name="KSO_WM_UNIT_INDEX" val="1_32"/>
  <p:tag name="KSO_WM_UNIT_LAYERLEVEL" val="1_1"/>
  <p:tag name="KSO_WM_UNIT_TEXT_FILL_FORE_SCHEMECOLOR_INDEX" val="13"/>
  <p:tag name="KSO_WM_UNIT_TEXT_FILL_TYPE" val="1"/>
  <p:tag name="KSO_WM_UNIT_TYPE" val="n_i"/>
</p:tagLst>
</file>

<file path=ppt/tags/tag327.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ID" val="diagram20181972_3*n_i*1_33"/>
  <p:tag name="KSO_WM_UNIT_INDEX" val="1_33"/>
  <p:tag name="KSO_WM_UNIT_LAYERLEVEL" val="1_1"/>
  <p:tag name="KSO_WM_UNIT_TEXT_FILL_FORE_SCHEMECOLOR_INDEX" val="13"/>
  <p:tag name="KSO_WM_UNIT_TEXT_FILL_TYPE" val="1"/>
  <p:tag name="KSO_WM_UNIT_TYPE" val="n_i"/>
</p:tagLst>
</file>

<file path=ppt/tags/tag328.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ID" val="diagram20181972_3*n_i*1_34"/>
  <p:tag name="KSO_WM_UNIT_INDEX" val="1_34"/>
  <p:tag name="KSO_WM_UNIT_LAYERLEVEL" val="1_1"/>
  <p:tag name="KSO_WM_UNIT_TEXT_FILL_FORE_SCHEMECOLOR_INDEX" val="13"/>
  <p:tag name="KSO_WM_UNIT_TEXT_FILL_TYPE" val="1"/>
  <p:tag name="KSO_WM_UNIT_TYPE" val="n_i"/>
</p:tagLst>
</file>

<file path=ppt/tags/tag329.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ID" val="diagram20181972_3*n_i*1_35"/>
  <p:tag name="KSO_WM_UNIT_INDEX" val="1_35"/>
  <p:tag name="KSO_WM_UNIT_LAYERLEVEL" val="1_1"/>
  <p:tag name="KSO_WM_UNIT_TEXT_FILL_FORE_SCHEMECOLOR_INDEX" val="13"/>
  <p:tag name="KSO_WM_UNIT_TEXT_FILL_TYPE" val="1"/>
  <p:tag name="KSO_WM_UNIT_TYPE" val="n_i"/>
</p:tagLst>
</file>

<file path=ppt/tags/tag330.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ID" val="diagram20181972_3*n_i*1_36"/>
  <p:tag name="KSO_WM_UNIT_INDEX" val="1_36"/>
  <p:tag name="KSO_WM_UNIT_LAYERLEVEL" val="1_1"/>
  <p:tag name="KSO_WM_UNIT_TEXT_FILL_FORE_SCHEMECOLOR_INDEX" val="13"/>
  <p:tag name="KSO_WM_UNIT_TEXT_FILL_TYPE" val="1"/>
  <p:tag name="KSO_WM_UNIT_TYPE" val="n_i"/>
</p:tagLst>
</file>

<file path=ppt/tags/tag331.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6"/>
  <p:tag name="KSO_WM_UNIT_FILL_TYPE" val="1"/>
  <p:tag name="KSO_WM_UNIT_ID" val="diagram20181972_3*n_i*1_37"/>
  <p:tag name="KSO_WM_UNIT_INDEX" val="1_37"/>
  <p:tag name="KSO_WM_UNIT_LAYERLEVEL" val="1_1"/>
  <p:tag name="KSO_WM_UNIT_TEXT_FILL_FORE_SCHEMECOLOR_INDEX" val="13"/>
  <p:tag name="KSO_WM_UNIT_TEXT_FILL_TYPE" val="1"/>
  <p:tag name="KSO_WM_UNIT_TYPE" val="n_i"/>
</p:tagLst>
</file>

<file path=ppt/tags/tag332.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ID" val="diagram20181972_3*n_i*1_38"/>
  <p:tag name="KSO_WM_UNIT_INDEX" val="1_38"/>
  <p:tag name="KSO_WM_UNIT_LAYERLEVEL" val="1_1"/>
  <p:tag name="KSO_WM_UNIT_TEXT_FILL_FORE_SCHEMECOLOR_INDEX" val="13"/>
  <p:tag name="KSO_WM_UNIT_TEXT_FILL_TYPE" val="1"/>
  <p:tag name="KSO_WM_UNIT_TYPE" val="n_i"/>
</p:tagLst>
</file>

<file path=ppt/tags/tag333.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ID" val="diagram20181972_3*n_i*1_39"/>
  <p:tag name="KSO_WM_UNIT_INDEX" val="1_39"/>
  <p:tag name="KSO_WM_UNIT_LAYERLEVEL" val="1_1"/>
  <p:tag name="KSO_WM_UNIT_TEXT_FILL_FORE_SCHEMECOLOR_INDEX" val="13"/>
  <p:tag name="KSO_WM_UNIT_TEXT_FILL_TYPE" val="1"/>
  <p:tag name="KSO_WM_UNIT_TYPE" val="n_i"/>
</p:tagLst>
</file>

<file path=ppt/tags/tag334.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ID" val="diagram20181972_3*n_i*1_40"/>
  <p:tag name="KSO_WM_UNIT_INDEX" val="1_40"/>
  <p:tag name="KSO_WM_UNIT_LAYERLEVEL" val="1_1"/>
  <p:tag name="KSO_WM_UNIT_TEXT_FILL_FORE_SCHEMECOLOR_INDEX" val="13"/>
  <p:tag name="KSO_WM_UNIT_TEXT_FILL_TYPE" val="1"/>
  <p:tag name="KSO_WM_UNIT_TYPE" val="n_i"/>
</p:tagLst>
</file>

<file path=ppt/tags/tag335.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ID" val="diagram20181972_3*n_i*1_41"/>
  <p:tag name="KSO_WM_UNIT_INDEX" val="1_41"/>
  <p:tag name="KSO_WM_UNIT_LAYERLEVEL" val="1_1"/>
  <p:tag name="KSO_WM_UNIT_TEXT_FILL_FORE_SCHEMECOLOR_INDEX" val="13"/>
  <p:tag name="KSO_WM_UNIT_TEXT_FILL_TYPE" val="1"/>
  <p:tag name="KSO_WM_UNIT_TYPE" val="n_i"/>
</p:tagLst>
</file>

<file path=ppt/tags/tag336.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ID" val="diagram20181972_3*n_i*1_42"/>
  <p:tag name="KSO_WM_UNIT_INDEX" val="1_42"/>
  <p:tag name="KSO_WM_UNIT_LAYERLEVEL" val="1_1"/>
  <p:tag name="KSO_WM_UNIT_TEXT_FILL_FORE_SCHEMECOLOR_INDEX" val="13"/>
  <p:tag name="KSO_WM_UNIT_TEXT_FILL_TYPE" val="1"/>
  <p:tag name="KSO_WM_UNIT_TYPE" val="n_i"/>
</p:tagLst>
</file>

<file path=ppt/tags/tag337.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ID" val="diagram20181972_3*n_i*1_43"/>
  <p:tag name="KSO_WM_UNIT_INDEX" val="1_43"/>
  <p:tag name="KSO_WM_UNIT_LAYERLEVEL" val="1_1"/>
  <p:tag name="KSO_WM_UNIT_TEXT_FILL_FORE_SCHEMECOLOR_INDEX" val="13"/>
  <p:tag name="KSO_WM_UNIT_TEXT_FILL_TYPE" val="1"/>
  <p:tag name="KSO_WM_UNIT_TYPE" val="n_i"/>
</p:tagLst>
</file>

<file path=ppt/tags/tag338.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ID" val="diagram20181972_3*n_i*1_44"/>
  <p:tag name="KSO_WM_UNIT_INDEX" val="1_44"/>
  <p:tag name="KSO_WM_UNIT_LAYERLEVEL" val="1_1"/>
  <p:tag name="KSO_WM_UNIT_TEXT_FILL_FORE_SCHEMECOLOR_INDEX" val="13"/>
  <p:tag name="KSO_WM_UNIT_TEXT_FILL_TYPE" val="1"/>
  <p:tag name="KSO_WM_UNIT_TYPE" val="n_i"/>
</p:tagLst>
</file>

<file path=ppt/tags/tag339.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6"/>
  <p:tag name="KSO_WM_UNIT_FILL_TYPE" val="1"/>
  <p:tag name="KSO_WM_UNIT_ID" val="diagram20181972_3*n_i*1_45"/>
  <p:tag name="KSO_WM_UNIT_INDEX" val="1_45"/>
  <p:tag name="KSO_WM_UNIT_LAYERLEVEL" val="1_1"/>
  <p:tag name="KSO_WM_UNIT_TEXT_FILL_FORE_SCHEMECOLOR_INDEX" val="13"/>
  <p:tag name="KSO_WM_UNIT_TEXT_FILL_TYPE" val="1"/>
  <p:tag name="KSO_WM_UNIT_TYPE" val="n_i"/>
</p:tagLst>
</file>

<file path=ppt/tags/tag340.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ID" val="diagram20181972_3*n_i*1_46"/>
  <p:tag name="KSO_WM_UNIT_INDEX" val="1_46"/>
  <p:tag name="KSO_WM_UNIT_LAYERLEVEL" val="1_1"/>
  <p:tag name="KSO_WM_UNIT_TEXT_FILL_FORE_SCHEMECOLOR_INDEX" val="13"/>
  <p:tag name="KSO_WM_UNIT_TEXT_FILL_TYPE" val="1"/>
  <p:tag name="KSO_WM_UNIT_TYPE" val="n_i"/>
</p:tagLst>
</file>

<file path=ppt/tags/tag341.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6"/>
  <p:tag name="KSO_WM_UNIT_FILL_TYPE" val="1"/>
  <p:tag name="KSO_WM_UNIT_ID" val="diagram20181972_3*n_i*1_47"/>
  <p:tag name="KSO_WM_UNIT_INDEX" val="1_47"/>
  <p:tag name="KSO_WM_UNIT_LAYERLEVEL" val="1_1"/>
  <p:tag name="KSO_WM_UNIT_TEXT_FILL_FORE_SCHEMECOLOR_INDEX" val="13"/>
  <p:tag name="KSO_WM_UNIT_TEXT_FILL_TYPE" val="1"/>
  <p:tag name="KSO_WM_UNIT_TYPE" val="n_i"/>
</p:tagLst>
</file>

<file path=ppt/tags/tag342.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ID" val="diagram20181972_3*n_i*1_48"/>
  <p:tag name="KSO_WM_UNIT_INDEX" val="1_48"/>
  <p:tag name="KSO_WM_UNIT_LAYERLEVEL" val="1_1"/>
  <p:tag name="KSO_WM_UNIT_TEXT_FILL_FORE_SCHEMECOLOR_INDEX" val="13"/>
  <p:tag name="KSO_WM_UNIT_TEXT_FILL_TYPE" val="1"/>
  <p:tag name="KSO_WM_UNIT_TYPE" val="n_i"/>
</p:tagLst>
</file>

<file path=ppt/tags/tag343.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ID" val="diagram20181972_3*n_i*1_49"/>
  <p:tag name="KSO_WM_UNIT_INDEX" val="1_49"/>
  <p:tag name="KSO_WM_UNIT_LAYERLEVEL" val="1_1"/>
  <p:tag name="KSO_WM_UNIT_TEXT_FILL_FORE_SCHEMECOLOR_INDEX" val="13"/>
  <p:tag name="KSO_WM_UNIT_TEXT_FILL_TYPE" val="1"/>
  <p:tag name="KSO_WM_UNIT_TYPE" val="n_i"/>
</p:tagLst>
</file>

<file path=ppt/tags/tag344.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ID" val="diagram20181972_3*n_i*1_50"/>
  <p:tag name="KSO_WM_UNIT_INDEX" val="1_50"/>
  <p:tag name="KSO_WM_UNIT_LAYERLEVEL" val="1_1"/>
  <p:tag name="KSO_WM_UNIT_TEXT_FILL_FORE_SCHEMECOLOR_INDEX" val="13"/>
  <p:tag name="KSO_WM_UNIT_TEXT_FILL_TYPE" val="1"/>
  <p:tag name="KSO_WM_UNIT_TYPE" val="n_i"/>
</p:tagLst>
</file>

<file path=ppt/tags/tag345.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ID" val="diagram20181972_3*n_i*1_51"/>
  <p:tag name="KSO_WM_UNIT_INDEX" val="1_51"/>
  <p:tag name="KSO_WM_UNIT_LAYERLEVEL" val="1_1"/>
  <p:tag name="KSO_WM_UNIT_TEXT_FILL_FORE_SCHEMECOLOR_INDEX" val="13"/>
  <p:tag name="KSO_WM_UNIT_TEXT_FILL_TYPE" val="1"/>
  <p:tag name="KSO_WM_UNIT_TYPE" val="n_i"/>
</p:tagLst>
</file>

<file path=ppt/tags/tag346.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ID" val="diagram20181972_3*n_i*1_52"/>
  <p:tag name="KSO_WM_UNIT_INDEX" val="1_52"/>
  <p:tag name="KSO_WM_UNIT_LAYERLEVEL" val="1_1"/>
  <p:tag name="KSO_WM_UNIT_TEXT_FILL_FORE_SCHEMECOLOR_INDEX" val="13"/>
  <p:tag name="KSO_WM_UNIT_TEXT_FILL_TYPE" val="1"/>
  <p:tag name="KSO_WM_UNIT_TYPE" val="n_i"/>
</p:tagLst>
</file>

<file path=ppt/tags/tag347.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ID" val="diagram20181972_3*n_i*1_53"/>
  <p:tag name="KSO_WM_UNIT_INDEX" val="1_53"/>
  <p:tag name="KSO_WM_UNIT_LAYERLEVEL" val="1_1"/>
  <p:tag name="KSO_WM_UNIT_TEXT_FILL_FORE_SCHEMECOLOR_INDEX" val="13"/>
  <p:tag name="KSO_WM_UNIT_TEXT_FILL_TYPE" val="1"/>
  <p:tag name="KSO_WM_UNIT_TYPE" val="n_i"/>
</p:tagLst>
</file>

<file path=ppt/tags/tag348.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ID" val="diagram20181972_3*n_i*1_54"/>
  <p:tag name="KSO_WM_UNIT_INDEX" val="1_54"/>
  <p:tag name="KSO_WM_UNIT_LAYERLEVEL" val="1_1"/>
  <p:tag name="KSO_WM_UNIT_TEXT_FILL_FORE_SCHEMECOLOR_INDEX" val="13"/>
  <p:tag name="KSO_WM_UNIT_TEXT_FILL_TYPE" val="1"/>
  <p:tag name="KSO_WM_UNIT_TYPE" val="n_i"/>
</p:tagLst>
</file>

<file path=ppt/tags/tag349.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6"/>
  <p:tag name="KSO_WM_UNIT_FILL_TYPE" val="1"/>
  <p:tag name="KSO_WM_UNIT_ID" val="diagram20181972_3*n_i*1_55"/>
  <p:tag name="KSO_WM_UNIT_INDEX" val="1_55"/>
  <p:tag name="KSO_WM_UNIT_LAYERLEVEL" val="1_1"/>
  <p:tag name="KSO_WM_UNIT_TEXT_FILL_FORE_SCHEMECOLOR_INDEX" val="13"/>
  <p:tag name="KSO_WM_UNIT_TEXT_FILL_TYPE" val="1"/>
  <p:tag name="KSO_WM_UNIT_TYPE" val="n_i"/>
</p:tagLst>
</file>

<file path=ppt/tags/tag350.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ID" val="diagram20181972_3*n_i*1_56"/>
  <p:tag name="KSO_WM_UNIT_INDEX" val="1_56"/>
  <p:tag name="KSO_WM_UNIT_LAYERLEVEL" val="1_1"/>
  <p:tag name="KSO_WM_UNIT_TEXT_FILL_FORE_SCHEMECOLOR_INDEX" val="13"/>
  <p:tag name="KSO_WM_UNIT_TEXT_FILL_TYPE" val="1"/>
  <p:tag name="KSO_WM_UNIT_TYPE" val="n_i"/>
</p:tagLst>
</file>

<file path=ppt/tags/tag351.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6"/>
  <p:tag name="KSO_WM_UNIT_FILL_TYPE" val="1"/>
  <p:tag name="KSO_WM_UNIT_ID" val="diagram20181972_3*n_i*1_57"/>
  <p:tag name="KSO_WM_UNIT_INDEX" val="1_57"/>
  <p:tag name="KSO_WM_UNIT_LAYERLEVEL" val="1_1"/>
  <p:tag name="KSO_WM_UNIT_TEXT_FILL_FORE_SCHEMECOLOR_INDEX" val="13"/>
  <p:tag name="KSO_WM_UNIT_TEXT_FILL_TYPE" val="1"/>
  <p:tag name="KSO_WM_UNIT_TYPE" val="n_i"/>
</p:tagLst>
</file>

<file path=ppt/tags/tag352.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7"/>
  <p:tag name="KSO_WM_UNIT_FILL_TYPE" val="1"/>
  <p:tag name="KSO_WM_UNIT_ID" val="diagram20181972_3*n_i*1_58"/>
  <p:tag name="KSO_WM_UNIT_INDEX" val="1_58"/>
  <p:tag name="KSO_WM_UNIT_LAYERLEVEL" val="1_1"/>
  <p:tag name="KSO_WM_UNIT_TEXT_FILL_FORE_SCHEMECOLOR_INDEX" val="13"/>
  <p:tag name="KSO_WM_UNIT_TEXT_FILL_TYPE" val="1"/>
  <p:tag name="KSO_WM_UNIT_TYPE" val="n_i"/>
</p:tagLst>
</file>

<file path=ppt/tags/tag353.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5"/>
  <p:tag name="KSO_WM_UNIT_FILL_TYPE" val="1"/>
  <p:tag name="KSO_WM_UNIT_ID" val="diagram20181972_3*n_i*1_59"/>
  <p:tag name="KSO_WM_UNIT_INDEX" val="1_59"/>
  <p:tag name="KSO_WM_UNIT_LAYERLEVEL" val="1_1"/>
  <p:tag name="KSO_WM_UNIT_TEXT_FILL_FORE_SCHEMECOLOR_INDEX" val="13"/>
  <p:tag name="KSO_WM_UNIT_TEXT_FILL_TYPE" val="1"/>
  <p:tag name="KSO_WM_UNIT_TYPE" val="n_i"/>
</p:tagLst>
</file>

<file path=ppt/tags/tag354.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5"/>
  <p:tag name="KSO_WM_UNIT_FILL_TYPE" val="1"/>
  <p:tag name="KSO_WM_UNIT_ID" val="diagram20181972_3*n_i*1_60"/>
  <p:tag name="KSO_WM_UNIT_INDEX" val="1_60"/>
  <p:tag name="KSO_WM_UNIT_LAYERLEVEL" val="1_1"/>
  <p:tag name="KSO_WM_UNIT_TEXT_FILL_FORE_SCHEMECOLOR_INDEX" val="13"/>
  <p:tag name="KSO_WM_UNIT_TEXT_FILL_TYPE" val="1"/>
  <p:tag name="KSO_WM_UNIT_TYPE" val="n_i"/>
</p:tagLst>
</file>

<file path=ppt/tags/tag355.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ID" val="diagram20181972_3*n_i*1_61"/>
  <p:tag name="KSO_WM_UNIT_INDEX" val="1_61"/>
  <p:tag name="KSO_WM_UNIT_LAYERLEVEL" val="1_1"/>
  <p:tag name="KSO_WM_UNIT_TEXT_FILL_FORE_SCHEMECOLOR_INDEX" val="13"/>
  <p:tag name="KSO_WM_UNIT_TEXT_FILL_TYPE" val="1"/>
  <p:tag name="KSO_WM_UNIT_TYPE" val="n_i"/>
</p:tagLst>
</file>

<file path=ppt/tags/tag356.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ID" val="diagram20181972_3*n_i*1_62"/>
  <p:tag name="KSO_WM_UNIT_INDEX" val="1_62"/>
  <p:tag name="KSO_WM_UNIT_LAYERLEVEL" val="1_1"/>
  <p:tag name="KSO_WM_UNIT_TEXT_FILL_FORE_SCHEMECOLOR_INDEX" val="13"/>
  <p:tag name="KSO_WM_UNIT_TEXT_FILL_TYPE" val="1"/>
  <p:tag name="KSO_WM_UNIT_TYPE" val="n_i"/>
</p:tagLst>
</file>

<file path=ppt/tags/tag357.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5"/>
  <p:tag name="KSO_WM_UNIT_FILL_TYPE" val="1"/>
  <p:tag name="KSO_WM_UNIT_ID" val="diagram20181972_3*n_i*1_63"/>
  <p:tag name="KSO_WM_UNIT_INDEX" val="1_63"/>
  <p:tag name="KSO_WM_UNIT_LAYERLEVEL" val="1_1"/>
  <p:tag name="KSO_WM_UNIT_TEXT_FILL_FORE_SCHEMECOLOR_INDEX" val="13"/>
  <p:tag name="KSO_WM_UNIT_TEXT_FILL_TYPE" val="1"/>
  <p:tag name="KSO_WM_UNIT_TYPE" val="n_i"/>
</p:tagLst>
</file>

<file path=ppt/tags/tag358.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ID" val="diagram20181972_3*n_i*1_64"/>
  <p:tag name="KSO_WM_UNIT_INDEX" val="1_64"/>
  <p:tag name="KSO_WM_UNIT_LAYERLEVEL" val="1_1"/>
  <p:tag name="KSO_WM_UNIT_TEXT_FILL_FORE_SCHEMECOLOR_INDEX" val="13"/>
  <p:tag name="KSO_WM_UNIT_TEXT_FILL_TYPE" val="1"/>
  <p:tag name="KSO_WM_UNIT_TYPE" val="n_i"/>
</p:tagLst>
</file>

<file path=ppt/tags/tag359.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7"/>
  <p:tag name="KSO_WM_UNIT_FILL_TYPE" val="1"/>
  <p:tag name="KSO_WM_UNIT_ID" val="diagram20181972_3*n_i*1_65"/>
  <p:tag name="KSO_WM_UNIT_INDEX" val="1_65"/>
  <p:tag name="KSO_WM_UNIT_LAYERLEVEL" val="1_1"/>
  <p:tag name="KSO_WM_UNIT_TEXT_FILL_FORE_SCHEMECOLOR_INDEX" val="13"/>
  <p:tag name="KSO_WM_UNIT_TEXT_FILL_TYPE" val="1"/>
  <p:tag name="KSO_WM_UNIT_TYPE" val="n_i"/>
</p:tagLst>
</file>

<file path=ppt/tags/tag360.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ID" val="diagram20181972_3*n_i*1_66"/>
  <p:tag name="KSO_WM_UNIT_INDEX" val="1_66"/>
  <p:tag name="KSO_WM_UNIT_LAYERLEVEL" val="1_1"/>
  <p:tag name="KSO_WM_UNIT_TEXT_FILL_FORE_SCHEMECOLOR_INDEX" val="13"/>
  <p:tag name="KSO_WM_UNIT_TEXT_FILL_TYPE" val="1"/>
  <p:tag name="KSO_WM_UNIT_TYPE" val="n_i"/>
</p:tagLst>
</file>

<file path=ppt/tags/tag361.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ID" val="diagram20181972_3*n_i*1_67"/>
  <p:tag name="KSO_WM_UNIT_INDEX" val="1_67"/>
  <p:tag name="KSO_WM_UNIT_LAYERLEVEL" val="1_1"/>
  <p:tag name="KSO_WM_UNIT_TEXT_FILL_FORE_SCHEMECOLOR_INDEX" val="13"/>
  <p:tag name="KSO_WM_UNIT_TEXT_FILL_TYPE" val="1"/>
  <p:tag name="KSO_WM_UNIT_TYPE" val="n_i"/>
</p:tagLst>
</file>

<file path=ppt/tags/tag362.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ID" val="diagram20181972_3*n_i*1_68"/>
  <p:tag name="KSO_WM_UNIT_INDEX" val="1_68"/>
  <p:tag name="KSO_WM_UNIT_LAYERLEVEL" val="1_1"/>
  <p:tag name="KSO_WM_UNIT_TEXT_FILL_FORE_SCHEMECOLOR_INDEX" val="13"/>
  <p:tag name="KSO_WM_UNIT_TEXT_FILL_TYPE" val="1"/>
  <p:tag name="KSO_WM_UNIT_TYPE" val="n_i"/>
</p:tagLst>
</file>

<file path=ppt/tags/tag363.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ID" val="diagram20181972_3*n_i*1_69"/>
  <p:tag name="KSO_WM_UNIT_INDEX" val="1_69"/>
  <p:tag name="KSO_WM_UNIT_LAYERLEVEL" val="1_1"/>
  <p:tag name="KSO_WM_UNIT_TEXT_FILL_FORE_SCHEMECOLOR_INDEX" val="13"/>
  <p:tag name="KSO_WM_UNIT_TEXT_FILL_TYPE" val="1"/>
  <p:tag name="KSO_WM_UNIT_TYPE" val="n_i"/>
</p:tagLst>
</file>

<file path=ppt/tags/tag364.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ID" val="diagram20181972_3*n_i*1_70"/>
  <p:tag name="KSO_WM_UNIT_INDEX" val="1_70"/>
  <p:tag name="KSO_WM_UNIT_LAYERLEVEL" val="1_1"/>
  <p:tag name="KSO_WM_UNIT_TEXT_FILL_FORE_SCHEMECOLOR_INDEX" val="13"/>
  <p:tag name="KSO_WM_UNIT_TEXT_FILL_TYPE" val="1"/>
  <p:tag name="KSO_WM_UNIT_TYPE" val="n_i"/>
</p:tagLst>
</file>

<file path=ppt/tags/tag365.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9"/>
  <p:tag name="KSO_WM_UNIT_FILL_TYPE" val="1"/>
  <p:tag name="KSO_WM_UNIT_ID" val="diagram20181972_3*n_i*1_71"/>
  <p:tag name="KSO_WM_UNIT_INDEX" val="1_71"/>
  <p:tag name="KSO_WM_UNIT_LAYERLEVEL" val="1_1"/>
  <p:tag name="KSO_WM_UNIT_TEXT_FILL_FORE_SCHEMECOLOR_INDEX" val="13"/>
  <p:tag name="KSO_WM_UNIT_TEXT_FILL_TYPE" val="1"/>
  <p:tag name="KSO_WM_UNIT_TYPE" val="n_i"/>
</p:tagLst>
</file>

<file path=ppt/tags/tag366.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9"/>
  <p:tag name="KSO_WM_UNIT_FILL_TYPE" val="1"/>
  <p:tag name="KSO_WM_UNIT_ID" val="diagram20181972_3*n_i*1_72"/>
  <p:tag name="KSO_WM_UNIT_INDEX" val="1_72"/>
  <p:tag name="KSO_WM_UNIT_LAYERLEVEL" val="1_1"/>
  <p:tag name="KSO_WM_UNIT_TEXT_FILL_FORE_SCHEMECOLOR_INDEX" val="13"/>
  <p:tag name="KSO_WM_UNIT_TEXT_FILL_TYPE" val="1"/>
  <p:tag name="KSO_WM_UNIT_TYPE" val="n_i"/>
</p:tagLst>
</file>

<file path=ppt/tags/tag367.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ID" val="diagram20181972_3*n_i*1_73"/>
  <p:tag name="KSO_WM_UNIT_INDEX" val="1_73"/>
  <p:tag name="KSO_WM_UNIT_LAYERLEVEL" val="1_1"/>
  <p:tag name="KSO_WM_UNIT_TEXT_FILL_FORE_SCHEMECOLOR_INDEX" val="13"/>
  <p:tag name="KSO_WM_UNIT_TEXT_FILL_TYPE" val="1"/>
  <p:tag name="KSO_WM_UNIT_TYPE" val="n_i"/>
</p:tagLst>
</file>

<file path=ppt/tags/tag368.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ID" val="diagram20181972_3*n_i*1_74"/>
  <p:tag name="KSO_WM_UNIT_INDEX" val="1_74"/>
  <p:tag name="KSO_WM_UNIT_LAYERLEVEL" val="1_1"/>
  <p:tag name="KSO_WM_UNIT_TEXT_FILL_FORE_SCHEMECOLOR_INDEX" val="13"/>
  <p:tag name="KSO_WM_UNIT_TEXT_FILL_TYPE" val="1"/>
  <p:tag name="KSO_WM_UNIT_TYPE" val="n_i"/>
</p:tagLst>
</file>

<file path=ppt/tags/tag369.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ID" val="diagram20181972_3*n_i*1_75"/>
  <p:tag name="KSO_WM_UNIT_INDEX" val="1_75"/>
  <p:tag name="KSO_WM_UNIT_LAYERLEVEL" val="1_1"/>
  <p:tag name="KSO_WM_UNIT_TEXT_FILL_FORE_SCHEMECOLOR_INDEX" val="13"/>
  <p:tag name="KSO_WM_UNIT_TEXT_FILL_TYPE" val="1"/>
  <p:tag name="KSO_WM_UNIT_TYPE" val="n_i"/>
</p:tagLst>
</file>

<file path=ppt/tags/tag370.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ID" val="diagram20181972_3*n_i*1_76"/>
  <p:tag name="KSO_WM_UNIT_INDEX" val="1_76"/>
  <p:tag name="KSO_WM_UNIT_LAYERLEVEL" val="1_1"/>
  <p:tag name="KSO_WM_UNIT_TEXT_FILL_FORE_SCHEMECOLOR_INDEX" val="13"/>
  <p:tag name="KSO_WM_UNIT_TEXT_FILL_TYPE" val="1"/>
  <p:tag name="KSO_WM_UNIT_TYPE" val="n_i"/>
</p:tagLst>
</file>

<file path=ppt/tags/tag371.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ID" val="diagram20181972_3*n_i*1_77"/>
  <p:tag name="KSO_WM_UNIT_INDEX" val="1_77"/>
  <p:tag name="KSO_WM_UNIT_LAYERLEVEL" val="1_1"/>
  <p:tag name="KSO_WM_UNIT_TEXT_FILL_FORE_SCHEMECOLOR_INDEX" val="13"/>
  <p:tag name="KSO_WM_UNIT_TEXT_FILL_TYPE" val="1"/>
  <p:tag name="KSO_WM_UNIT_TYPE" val="n_i"/>
</p:tagLst>
</file>

<file path=ppt/tags/tag372.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ID" val="diagram20181972_3*n_i*1_78"/>
  <p:tag name="KSO_WM_UNIT_INDEX" val="1_78"/>
  <p:tag name="KSO_WM_UNIT_LAYERLEVEL" val="1_1"/>
  <p:tag name="KSO_WM_UNIT_TEXT_FILL_FORE_SCHEMECOLOR_INDEX" val="13"/>
  <p:tag name="KSO_WM_UNIT_TEXT_FILL_TYPE" val="1"/>
  <p:tag name="KSO_WM_UNIT_TYPE" val="n_i"/>
</p:tagLst>
</file>

<file path=ppt/tags/tag373.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ID" val="diagram20181972_3*n_i*1_79"/>
  <p:tag name="KSO_WM_UNIT_INDEX" val="1_79"/>
  <p:tag name="KSO_WM_UNIT_LAYERLEVEL" val="1_1"/>
  <p:tag name="KSO_WM_UNIT_TEXT_FILL_FORE_SCHEMECOLOR_INDEX" val="13"/>
  <p:tag name="KSO_WM_UNIT_TEXT_FILL_TYPE" val="1"/>
  <p:tag name="KSO_WM_UNIT_TYPE" val="n_i"/>
</p:tagLst>
</file>

<file path=ppt/tags/tag374.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ID" val="diagram20181972_3*n_i*1_80"/>
  <p:tag name="KSO_WM_UNIT_INDEX" val="1_80"/>
  <p:tag name="KSO_WM_UNIT_LAYERLEVEL" val="1_1"/>
  <p:tag name="KSO_WM_UNIT_TEXT_FILL_FORE_SCHEMECOLOR_INDEX" val="13"/>
  <p:tag name="KSO_WM_UNIT_TEXT_FILL_TYPE" val="1"/>
  <p:tag name="KSO_WM_UNIT_TYPE" val="n_i"/>
</p:tagLst>
</file>

<file path=ppt/tags/tag375.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ID" val="diagram20181972_3*n_i*1_81"/>
  <p:tag name="KSO_WM_UNIT_INDEX" val="1_81"/>
  <p:tag name="KSO_WM_UNIT_LAYERLEVEL" val="1_1"/>
  <p:tag name="KSO_WM_UNIT_TEXT_FILL_FORE_SCHEMECOLOR_INDEX" val="13"/>
  <p:tag name="KSO_WM_UNIT_TEXT_FILL_TYPE" val="1"/>
  <p:tag name="KSO_WM_UNIT_TYPE" val="n_i"/>
</p:tagLst>
</file>

<file path=ppt/tags/tag376.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ID" val="diagram20181972_3*n_i*1_82"/>
  <p:tag name="KSO_WM_UNIT_INDEX" val="1_82"/>
  <p:tag name="KSO_WM_UNIT_LAYERLEVEL" val="1_1"/>
  <p:tag name="KSO_WM_UNIT_TEXT_FILL_FORE_SCHEMECOLOR_INDEX" val="13"/>
  <p:tag name="KSO_WM_UNIT_TEXT_FILL_TYPE" val="1"/>
  <p:tag name="KSO_WM_UNIT_TYPE" val="n_i"/>
</p:tagLst>
</file>

<file path=ppt/tags/tag377.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ID" val="diagram20181972_3*n_i*1_83"/>
  <p:tag name="KSO_WM_UNIT_INDEX" val="1_83"/>
  <p:tag name="KSO_WM_UNIT_LAYERLEVEL" val="1_1"/>
  <p:tag name="KSO_WM_UNIT_TEXT_FILL_FORE_SCHEMECOLOR_INDEX" val="13"/>
  <p:tag name="KSO_WM_UNIT_TEXT_FILL_TYPE" val="1"/>
  <p:tag name="KSO_WM_UNIT_TYPE" val="n_i"/>
</p:tagLst>
</file>

<file path=ppt/tags/tag378.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ID" val="diagram20181972_3*n_i*1_84"/>
  <p:tag name="KSO_WM_UNIT_INDEX" val="1_84"/>
  <p:tag name="KSO_WM_UNIT_LAYERLEVEL" val="1_1"/>
  <p:tag name="KSO_WM_UNIT_TEXT_FILL_FORE_SCHEMECOLOR_INDEX" val="13"/>
  <p:tag name="KSO_WM_UNIT_TEXT_FILL_TYPE" val="1"/>
  <p:tag name="KSO_WM_UNIT_TYPE" val="n_i"/>
</p:tagLst>
</file>

<file path=ppt/tags/tag379.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ID" val="diagram20181972_3*n_i*1_85"/>
  <p:tag name="KSO_WM_UNIT_INDEX" val="1_85"/>
  <p:tag name="KSO_WM_UNIT_LAYERLEVEL" val="1_1"/>
  <p:tag name="KSO_WM_UNIT_TEXT_FILL_FORE_SCHEMECOLOR_INDEX" val="13"/>
  <p:tag name="KSO_WM_UNIT_TEXT_FILL_TYPE" val="1"/>
  <p:tag name="KSO_WM_UNIT_TYPE" val="n_i"/>
</p:tagLst>
</file>

<file path=ppt/tags/tag380.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ID" val="diagram20181972_3*n_i*1_86"/>
  <p:tag name="KSO_WM_UNIT_INDEX" val="1_86"/>
  <p:tag name="KSO_WM_UNIT_LAYERLEVEL" val="1_1"/>
  <p:tag name="KSO_WM_UNIT_TEXT_FILL_FORE_SCHEMECOLOR_INDEX" val="13"/>
  <p:tag name="KSO_WM_UNIT_TEXT_FILL_TYPE" val="1"/>
  <p:tag name="KSO_WM_UNIT_TYPE" val="n_i"/>
</p:tagLst>
</file>

<file path=ppt/tags/tag381.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ID" val="diagram20181972_3*n_i*1_87"/>
  <p:tag name="KSO_WM_UNIT_INDEX" val="1_87"/>
  <p:tag name="KSO_WM_UNIT_LAYERLEVEL" val="1_1"/>
  <p:tag name="KSO_WM_UNIT_TEXT_FILL_FORE_SCHEMECOLOR_INDEX" val="13"/>
  <p:tag name="KSO_WM_UNIT_TEXT_FILL_TYPE" val="1"/>
  <p:tag name="KSO_WM_UNIT_TYPE" val="n_i"/>
</p:tagLst>
</file>

<file path=ppt/tags/tag382.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ID" val="diagram20181972_3*n_i*1_88"/>
  <p:tag name="KSO_WM_UNIT_INDEX" val="1_88"/>
  <p:tag name="KSO_WM_UNIT_LAYERLEVEL" val="1_1"/>
  <p:tag name="KSO_WM_UNIT_TEXT_FILL_FORE_SCHEMECOLOR_INDEX" val="13"/>
  <p:tag name="KSO_WM_UNIT_TEXT_FILL_TYPE" val="1"/>
  <p:tag name="KSO_WM_UNIT_TYPE" val="n_i"/>
</p:tagLst>
</file>

<file path=ppt/tags/tag383.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ID" val="diagram20181972_3*n_i*1_89"/>
  <p:tag name="KSO_WM_UNIT_INDEX" val="1_89"/>
  <p:tag name="KSO_WM_UNIT_LAYERLEVEL" val="1_1"/>
  <p:tag name="KSO_WM_UNIT_TEXT_FILL_FORE_SCHEMECOLOR_INDEX" val="13"/>
  <p:tag name="KSO_WM_UNIT_TEXT_FILL_TYPE" val="1"/>
  <p:tag name="KSO_WM_UNIT_TYPE" val="n_i"/>
</p:tagLst>
</file>

<file path=ppt/tags/tag384.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ID" val="diagram20181972_3*n_i*1_90"/>
  <p:tag name="KSO_WM_UNIT_INDEX" val="1_90"/>
  <p:tag name="KSO_WM_UNIT_LAYERLEVEL" val="1_1"/>
  <p:tag name="KSO_WM_UNIT_TEXT_FILL_FORE_SCHEMECOLOR_INDEX" val="13"/>
  <p:tag name="KSO_WM_UNIT_TEXT_FILL_TYPE" val="1"/>
  <p:tag name="KSO_WM_UNIT_TYPE" val="n_i"/>
</p:tagLst>
</file>

<file path=ppt/tags/tag385.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ID" val="diagram20181972_3*n_i*1_91"/>
  <p:tag name="KSO_WM_UNIT_INDEX" val="1_91"/>
  <p:tag name="KSO_WM_UNIT_LAYERLEVEL" val="1_1"/>
  <p:tag name="KSO_WM_UNIT_TEXT_FILL_FORE_SCHEMECOLOR_INDEX" val="13"/>
  <p:tag name="KSO_WM_UNIT_TEXT_FILL_TYPE" val="1"/>
  <p:tag name="KSO_WM_UNIT_TYPE" val="n_i"/>
</p:tagLst>
</file>

<file path=ppt/tags/tag386.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9"/>
  <p:tag name="KSO_WM_UNIT_FILL_TYPE" val="1"/>
  <p:tag name="KSO_WM_UNIT_ID" val="diagram20181972_3*n_i*1_92"/>
  <p:tag name="KSO_WM_UNIT_INDEX" val="1_92"/>
  <p:tag name="KSO_WM_UNIT_LAYERLEVEL" val="1_1"/>
  <p:tag name="KSO_WM_UNIT_TEXT_FILL_FORE_SCHEMECOLOR_INDEX" val="13"/>
  <p:tag name="KSO_WM_UNIT_TEXT_FILL_TYPE" val="1"/>
  <p:tag name="KSO_WM_UNIT_TYPE" val="n_i"/>
</p:tagLst>
</file>

<file path=ppt/tags/tag387.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ID" val="diagram20181972_3*n_i*1_93"/>
  <p:tag name="KSO_WM_UNIT_INDEX" val="1_93"/>
  <p:tag name="KSO_WM_UNIT_LAYERLEVEL" val="1_1"/>
  <p:tag name="KSO_WM_UNIT_TEXT_FILL_FORE_SCHEMECOLOR_INDEX" val="13"/>
  <p:tag name="KSO_WM_UNIT_TEXT_FILL_TYPE" val="1"/>
  <p:tag name="KSO_WM_UNIT_TYPE" val="n_i"/>
</p:tagLst>
</file>

<file path=ppt/tags/tag388.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7"/>
  <p:tag name="KSO_WM_UNIT_FILL_TYPE" val="1"/>
  <p:tag name="KSO_WM_UNIT_ID" val="diagram20181972_3*n_i*1_94"/>
  <p:tag name="KSO_WM_UNIT_INDEX" val="1_94"/>
  <p:tag name="KSO_WM_UNIT_LAYERLEVEL" val="1_1"/>
  <p:tag name="KSO_WM_UNIT_TEXT_FILL_FORE_SCHEMECOLOR_INDEX" val="13"/>
  <p:tag name="KSO_WM_UNIT_TEXT_FILL_TYPE" val="1"/>
  <p:tag name="KSO_WM_UNIT_TYPE" val="n_i"/>
</p:tagLst>
</file>

<file path=ppt/tags/tag389.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ID" val="diagram20181972_3*n_i*1_95"/>
  <p:tag name="KSO_WM_UNIT_INDEX" val="1_95"/>
  <p:tag name="KSO_WM_UNIT_LAYERLEVEL" val="1_1"/>
  <p:tag name="KSO_WM_UNIT_TEXT_FILL_FORE_SCHEMECOLOR_INDEX" val="13"/>
  <p:tag name="KSO_WM_UNIT_TEXT_FILL_TYPE" val="1"/>
  <p:tag name="KSO_WM_UNIT_TYPE" val="n_i"/>
</p:tagLst>
</file>

<file path=ppt/tags/tag390.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10"/>
  <p:tag name="KSO_WM_UNIT_FILL_TYPE" val="1"/>
  <p:tag name="KSO_WM_UNIT_ID" val="diagram20181972_3*n_i*1_96"/>
  <p:tag name="KSO_WM_UNIT_INDEX" val="1_96"/>
  <p:tag name="KSO_WM_UNIT_LAYERLEVEL" val="1_1"/>
  <p:tag name="KSO_WM_UNIT_TEXT_FILL_FORE_SCHEMECOLOR_INDEX" val="13"/>
  <p:tag name="KSO_WM_UNIT_TEXT_FILL_TYPE" val="1"/>
  <p:tag name="KSO_WM_UNIT_TYPE" val="n_i"/>
</p:tagLst>
</file>

<file path=ppt/tags/tag391.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10"/>
  <p:tag name="KSO_WM_UNIT_FILL_TYPE" val="1"/>
  <p:tag name="KSO_WM_UNIT_ID" val="diagram20181972_3*n_i*1_97"/>
  <p:tag name="KSO_WM_UNIT_INDEX" val="1_97"/>
  <p:tag name="KSO_WM_UNIT_LAYERLEVEL" val="1_1"/>
  <p:tag name="KSO_WM_UNIT_TEXT_FILL_FORE_SCHEMECOLOR_INDEX" val="13"/>
  <p:tag name="KSO_WM_UNIT_TEXT_FILL_TYPE" val="1"/>
  <p:tag name="KSO_WM_UNIT_TYPE" val="n_i"/>
</p:tagLst>
</file>

<file path=ppt/tags/tag392.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10"/>
  <p:tag name="KSO_WM_UNIT_FILL_TYPE" val="1"/>
  <p:tag name="KSO_WM_UNIT_ID" val="diagram20181972_3*n_i*1_98"/>
  <p:tag name="KSO_WM_UNIT_INDEX" val="1_98"/>
  <p:tag name="KSO_WM_UNIT_LAYERLEVEL" val="1_1"/>
  <p:tag name="KSO_WM_UNIT_TEXT_FILL_FORE_SCHEMECOLOR_INDEX" val="13"/>
  <p:tag name="KSO_WM_UNIT_TEXT_FILL_TYPE" val="1"/>
  <p:tag name="KSO_WM_UNIT_TYPE" val="n_i"/>
</p:tagLst>
</file>

<file path=ppt/tags/tag393.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6"/>
  <p:tag name="KSO_WM_UNIT_FILL_TYPE" val="1"/>
  <p:tag name="KSO_WM_UNIT_ID" val="diagram20181972_3*n_i*1_99"/>
  <p:tag name="KSO_WM_UNIT_INDEX" val="1_99"/>
  <p:tag name="KSO_WM_UNIT_LAYERLEVEL" val="1_1"/>
  <p:tag name="KSO_WM_UNIT_TEXT_FILL_FORE_SCHEMECOLOR_INDEX" val="13"/>
  <p:tag name="KSO_WM_UNIT_TEXT_FILL_TYPE" val="1"/>
  <p:tag name="KSO_WM_UNIT_TYPE" val="n_i"/>
</p:tagLst>
</file>

<file path=ppt/tags/tag394.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6"/>
  <p:tag name="KSO_WM_UNIT_FILL_TYPE" val="1"/>
  <p:tag name="KSO_WM_UNIT_ID" val="diagram20181972_3*n_i*1_100"/>
  <p:tag name="KSO_WM_UNIT_INDEX" val="1_100"/>
  <p:tag name="KSO_WM_UNIT_LAYERLEVEL" val="1_1"/>
  <p:tag name="KSO_WM_UNIT_TEXT_FILL_FORE_SCHEMECOLOR_INDEX" val="13"/>
  <p:tag name="KSO_WM_UNIT_TEXT_FILL_TYPE" val="1"/>
  <p:tag name="KSO_WM_UNIT_TYPE" val="n_i"/>
</p:tagLst>
</file>

<file path=ppt/tags/tag395.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10"/>
  <p:tag name="KSO_WM_UNIT_FILL_TYPE" val="1"/>
  <p:tag name="KSO_WM_UNIT_ID" val="diagram20181972_3*n_i*1_101"/>
  <p:tag name="KSO_WM_UNIT_INDEX" val="1_101"/>
  <p:tag name="KSO_WM_UNIT_LAYERLEVEL" val="1_1"/>
  <p:tag name="KSO_WM_UNIT_TEXT_FILL_FORE_SCHEMECOLOR_INDEX" val="13"/>
  <p:tag name="KSO_WM_UNIT_TEXT_FILL_TYPE" val="1"/>
  <p:tag name="KSO_WM_UNIT_TYPE" val="n_i"/>
</p:tagLst>
</file>

<file path=ppt/tags/tag396.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6"/>
  <p:tag name="KSO_WM_UNIT_FILL_TYPE" val="1"/>
  <p:tag name="KSO_WM_UNIT_ID" val="diagram20181972_3*n_i*1_102"/>
  <p:tag name="KSO_WM_UNIT_INDEX" val="1_102"/>
  <p:tag name="KSO_WM_UNIT_LAYERLEVEL" val="1_1"/>
  <p:tag name="KSO_WM_UNIT_TEXT_FILL_FORE_SCHEMECOLOR_INDEX" val="13"/>
  <p:tag name="KSO_WM_UNIT_TEXT_FILL_TYPE" val="1"/>
  <p:tag name="KSO_WM_UNIT_TYPE" val="n_i"/>
</p:tagLst>
</file>

<file path=ppt/tags/tag397.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10"/>
  <p:tag name="KSO_WM_UNIT_FILL_TYPE" val="1"/>
  <p:tag name="KSO_WM_UNIT_ID" val="diagram20181972_3*n_i*1_103"/>
  <p:tag name="KSO_WM_UNIT_INDEX" val="1_103"/>
  <p:tag name="KSO_WM_UNIT_LAYERLEVEL" val="1_1"/>
  <p:tag name="KSO_WM_UNIT_TEXT_FILL_FORE_SCHEMECOLOR_INDEX" val="13"/>
  <p:tag name="KSO_WM_UNIT_TEXT_FILL_TYPE" val="1"/>
  <p:tag name="KSO_WM_UNIT_TYPE" val="n_i"/>
</p:tagLst>
</file>

<file path=ppt/tags/tag398.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10"/>
  <p:tag name="KSO_WM_UNIT_FILL_TYPE" val="1"/>
  <p:tag name="KSO_WM_UNIT_ID" val="diagram20181972_3*n_i*1_104"/>
  <p:tag name="KSO_WM_UNIT_INDEX" val="1_104"/>
  <p:tag name="KSO_WM_UNIT_LAYERLEVEL" val="1_1"/>
  <p:tag name="KSO_WM_UNIT_TEXT_FILL_FORE_SCHEMECOLOR_INDEX" val="13"/>
  <p:tag name="KSO_WM_UNIT_TEXT_FILL_TYPE" val="1"/>
  <p:tag name="KSO_WM_UNIT_TYPE" val="n_i"/>
</p:tagLst>
</file>

<file path=ppt/tags/tag399.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6"/>
  <p:tag name="KSO_WM_UNIT_FILL_TYPE" val="1"/>
  <p:tag name="KSO_WM_UNIT_ID" val="diagram20181972_3*n_i*1_105"/>
  <p:tag name="KSO_WM_UNIT_INDEX" val="1_105"/>
  <p:tag name="KSO_WM_UNIT_LAYERLEVEL" val="1_1"/>
  <p:tag name="KSO_WM_UNIT_TEXT_FILL_FORE_SCHEMECOLOR_INDEX" val="13"/>
  <p:tag name="KSO_WM_UNIT_TEXT_FILL_TYPE" val="1"/>
  <p:tag name="KSO_WM_UNIT_TYPE" val="n_i"/>
</p:tagLst>
</file>

<file path=ppt/tags/tag400.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6"/>
  <p:tag name="KSO_WM_UNIT_FILL_TYPE" val="1"/>
  <p:tag name="KSO_WM_UNIT_ID" val="diagram20181972_3*n_i*1_106"/>
  <p:tag name="KSO_WM_UNIT_INDEX" val="1_106"/>
  <p:tag name="KSO_WM_UNIT_LAYERLEVEL" val="1_1"/>
  <p:tag name="KSO_WM_UNIT_TEXT_FILL_FORE_SCHEMECOLOR_INDEX" val="13"/>
  <p:tag name="KSO_WM_UNIT_TEXT_FILL_TYPE" val="1"/>
  <p:tag name="KSO_WM_UNIT_TYPE" val="n_i"/>
</p:tagLst>
</file>

<file path=ppt/tags/tag401.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10"/>
  <p:tag name="KSO_WM_UNIT_FILL_TYPE" val="1"/>
  <p:tag name="KSO_WM_UNIT_ID" val="diagram20181972_3*n_i*1_107"/>
  <p:tag name="KSO_WM_UNIT_INDEX" val="1_107"/>
  <p:tag name="KSO_WM_UNIT_LAYERLEVEL" val="1_1"/>
  <p:tag name="KSO_WM_UNIT_TEXT_FILL_FORE_SCHEMECOLOR_INDEX" val="13"/>
  <p:tag name="KSO_WM_UNIT_TEXT_FILL_TYPE" val="1"/>
  <p:tag name="KSO_WM_UNIT_TYPE" val="n_i"/>
</p:tagLst>
</file>

<file path=ppt/tags/tag402.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15"/>
  <p:tag name="KSO_WM_UNIT_FILL_TYPE" val="1"/>
  <p:tag name="KSO_WM_UNIT_ID" val="diagram20181972_3*n_i*1_108"/>
  <p:tag name="KSO_WM_UNIT_INDEX" val="1_108"/>
  <p:tag name="KSO_WM_UNIT_LAYERLEVEL" val="1_1"/>
  <p:tag name="KSO_WM_UNIT_TEXT_FILL_FORE_SCHEMECOLOR_INDEX" val="13"/>
  <p:tag name="KSO_WM_UNIT_TEXT_FILL_TYPE" val="1"/>
  <p:tag name="KSO_WM_UNIT_TYPE" val="n_i"/>
</p:tagLst>
</file>

<file path=ppt/tags/tag403.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5"/>
  <p:tag name="KSO_WM_UNIT_FILL_TYPE" val="1"/>
  <p:tag name="KSO_WM_UNIT_ID" val="diagram20181972_3*n_i*1_109"/>
  <p:tag name="KSO_WM_UNIT_INDEX" val="1_109"/>
  <p:tag name="KSO_WM_UNIT_LAYERLEVEL" val="1_1"/>
  <p:tag name="KSO_WM_UNIT_TEXT_FILL_FORE_SCHEMECOLOR_INDEX" val="13"/>
  <p:tag name="KSO_WM_UNIT_TEXT_FILL_TYPE" val="1"/>
  <p:tag name="KSO_WM_UNIT_TYPE" val="n_i"/>
</p:tagLst>
</file>

<file path=ppt/tags/tag404.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7"/>
  <p:tag name="KSO_WM_UNIT_FILL_TYPE" val="1"/>
  <p:tag name="KSO_WM_UNIT_ID" val="diagram20181972_3*n_i*1_110"/>
  <p:tag name="KSO_WM_UNIT_INDEX" val="1_110"/>
  <p:tag name="KSO_WM_UNIT_LAYERLEVEL" val="1_1"/>
  <p:tag name="KSO_WM_UNIT_TEXT_FILL_FORE_SCHEMECOLOR_INDEX" val="13"/>
  <p:tag name="KSO_WM_UNIT_TEXT_FILL_TYPE" val="1"/>
  <p:tag name="KSO_WM_UNIT_TYPE" val="n_i"/>
</p:tagLst>
</file>

<file path=ppt/tags/tag405.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ID" val="diagram20181972_3*n_i*1_111"/>
  <p:tag name="KSO_WM_UNIT_INDEX" val="1_111"/>
  <p:tag name="KSO_WM_UNIT_LAYERLEVEL" val="1_1"/>
  <p:tag name="KSO_WM_UNIT_TEXT_FILL_FORE_SCHEMECOLOR_INDEX" val="13"/>
  <p:tag name="KSO_WM_UNIT_TEXT_FILL_TYPE" val="1"/>
  <p:tag name="KSO_WM_UNIT_TYPE" val="n_i"/>
</p:tagLst>
</file>

<file path=ppt/tags/tag406.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7"/>
  <p:tag name="KSO_WM_UNIT_FILL_TYPE" val="1"/>
  <p:tag name="KSO_WM_UNIT_ID" val="diagram20181972_3*n_i*1_112"/>
  <p:tag name="KSO_WM_UNIT_INDEX" val="1_112"/>
  <p:tag name="KSO_WM_UNIT_LAYERLEVEL" val="1_1"/>
  <p:tag name="KSO_WM_UNIT_TEXT_FILL_FORE_SCHEMECOLOR_INDEX" val="13"/>
  <p:tag name="KSO_WM_UNIT_TEXT_FILL_TYPE" val="1"/>
  <p:tag name="KSO_WM_UNIT_TYPE" val="n_i"/>
</p:tagLst>
</file>

<file path=ppt/tags/tag407.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9"/>
  <p:tag name="KSO_WM_UNIT_FILL_TYPE" val="1"/>
  <p:tag name="KSO_WM_UNIT_ID" val="diagram20181972_3*n_i*1_113"/>
  <p:tag name="KSO_WM_UNIT_INDEX" val="1_113"/>
  <p:tag name="KSO_WM_UNIT_LAYERLEVEL" val="1_1"/>
  <p:tag name="KSO_WM_UNIT_TEXT_FILL_FORE_SCHEMECOLOR_INDEX" val="13"/>
  <p:tag name="KSO_WM_UNIT_TEXT_FILL_TYPE" val="1"/>
  <p:tag name="KSO_WM_UNIT_TYPE" val="n_i"/>
</p:tagLst>
</file>

<file path=ppt/tags/tag408.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10"/>
  <p:tag name="KSO_WM_UNIT_FILL_TYPE" val="1"/>
  <p:tag name="KSO_WM_UNIT_ID" val="diagram20181972_3*n_i*1_114"/>
  <p:tag name="KSO_WM_UNIT_INDEX" val="1_114"/>
  <p:tag name="KSO_WM_UNIT_LAYERLEVEL" val="1_1"/>
  <p:tag name="KSO_WM_UNIT_TEXT_FILL_FORE_SCHEMECOLOR_INDEX" val="13"/>
  <p:tag name="KSO_WM_UNIT_TEXT_FILL_TYPE" val="1"/>
  <p:tag name="KSO_WM_UNIT_TYPE" val="n_i"/>
</p:tagLst>
</file>

<file path=ppt/tags/tag409.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10"/>
  <p:tag name="KSO_WM_UNIT_FILL_TYPE" val="1"/>
  <p:tag name="KSO_WM_UNIT_ID" val="diagram20181972_3*n_i*1_115"/>
  <p:tag name="KSO_WM_UNIT_INDEX" val="1_115"/>
  <p:tag name="KSO_WM_UNIT_LAYERLEVEL" val="1_1"/>
  <p:tag name="KSO_WM_UNIT_TEXT_FILL_FORE_SCHEMECOLOR_INDEX" val="13"/>
  <p:tag name="KSO_WM_UNIT_TEXT_FILL_TYPE" val="1"/>
  <p:tag name="KSO_WM_UNIT_TYPE" val="n_i"/>
</p:tagLst>
</file>

<file path=ppt/tags/tag410.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6"/>
  <p:tag name="KSO_WM_UNIT_FILL_TYPE" val="1"/>
  <p:tag name="KSO_WM_UNIT_ID" val="diagram20181972_3*n_i*1_116"/>
  <p:tag name="KSO_WM_UNIT_INDEX" val="1_116"/>
  <p:tag name="KSO_WM_UNIT_LAYERLEVEL" val="1_1"/>
  <p:tag name="KSO_WM_UNIT_TEXT_FILL_FORE_SCHEMECOLOR_INDEX" val="13"/>
  <p:tag name="KSO_WM_UNIT_TEXT_FILL_TYPE" val="1"/>
  <p:tag name="KSO_WM_UNIT_TYPE" val="n_i"/>
</p:tagLst>
</file>

<file path=ppt/tags/tag411.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6"/>
  <p:tag name="KSO_WM_UNIT_FILL_TYPE" val="1"/>
  <p:tag name="KSO_WM_UNIT_ID" val="diagram20181972_3*n_i*1_117"/>
  <p:tag name="KSO_WM_UNIT_INDEX" val="1_117"/>
  <p:tag name="KSO_WM_UNIT_LAYERLEVEL" val="1_1"/>
  <p:tag name="KSO_WM_UNIT_TEXT_FILL_FORE_SCHEMECOLOR_INDEX" val="13"/>
  <p:tag name="KSO_WM_UNIT_TEXT_FILL_TYPE" val="1"/>
  <p:tag name="KSO_WM_UNIT_TYPE" val="n_i"/>
</p:tagLst>
</file>

<file path=ppt/tags/tag412.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6"/>
  <p:tag name="KSO_WM_UNIT_FILL_TYPE" val="1"/>
  <p:tag name="KSO_WM_UNIT_ID" val="diagram20181972_3*n_i*1_118"/>
  <p:tag name="KSO_WM_UNIT_INDEX" val="1_118"/>
  <p:tag name="KSO_WM_UNIT_LAYERLEVEL" val="1_1"/>
  <p:tag name="KSO_WM_UNIT_TEXT_FILL_FORE_SCHEMECOLOR_INDEX" val="13"/>
  <p:tag name="KSO_WM_UNIT_TEXT_FILL_TYPE" val="1"/>
  <p:tag name="KSO_WM_UNIT_TYPE" val="n_i"/>
</p:tagLst>
</file>

<file path=ppt/tags/tag413.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6"/>
  <p:tag name="KSO_WM_UNIT_FILL_TYPE" val="1"/>
  <p:tag name="KSO_WM_UNIT_ID" val="diagram20181972_3*n_i*1_119"/>
  <p:tag name="KSO_WM_UNIT_INDEX" val="1_119"/>
  <p:tag name="KSO_WM_UNIT_LAYERLEVEL" val="1_1"/>
  <p:tag name="KSO_WM_UNIT_TEXT_FILL_FORE_SCHEMECOLOR_INDEX" val="13"/>
  <p:tag name="KSO_WM_UNIT_TEXT_FILL_TYPE" val="1"/>
  <p:tag name="KSO_WM_UNIT_TYPE" val="n_i"/>
</p:tagLst>
</file>

<file path=ppt/tags/tag414.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10"/>
  <p:tag name="KSO_WM_UNIT_FILL_TYPE" val="1"/>
  <p:tag name="KSO_WM_UNIT_ID" val="diagram20181972_3*n_i*1_120"/>
  <p:tag name="KSO_WM_UNIT_INDEX" val="1_120"/>
  <p:tag name="KSO_WM_UNIT_LAYERLEVEL" val="1_1"/>
  <p:tag name="KSO_WM_UNIT_TEXT_FILL_FORE_SCHEMECOLOR_INDEX" val="13"/>
  <p:tag name="KSO_WM_UNIT_TEXT_FILL_TYPE" val="1"/>
  <p:tag name="KSO_WM_UNIT_TYPE" val="n_i"/>
</p:tagLst>
</file>

<file path=ppt/tags/tag415.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6"/>
  <p:tag name="KSO_WM_UNIT_FILL_TYPE" val="1"/>
  <p:tag name="KSO_WM_UNIT_ID" val="diagram20181972_3*n_i*1_121"/>
  <p:tag name="KSO_WM_UNIT_INDEX" val="1_121"/>
  <p:tag name="KSO_WM_UNIT_LAYERLEVEL" val="1_1"/>
  <p:tag name="KSO_WM_UNIT_TEXT_FILL_FORE_SCHEMECOLOR_INDEX" val="13"/>
  <p:tag name="KSO_WM_UNIT_TEXT_FILL_TYPE" val="1"/>
  <p:tag name="KSO_WM_UNIT_TYPE" val="n_i"/>
</p:tagLst>
</file>

<file path=ppt/tags/tag416.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5"/>
  <p:tag name="KSO_WM_UNIT_FILL_TYPE" val="1"/>
  <p:tag name="KSO_WM_UNIT_ID" val="diagram20181972_3*n_i*1_122"/>
  <p:tag name="KSO_WM_UNIT_INDEX" val="1_122"/>
  <p:tag name="KSO_WM_UNIT_LAYERLEVEL" val="1_1"/>
  <p:tag name="KSO_WM_UNIT_TEXT_FILL_FORE_SCHEMECOLOR_INDEX" val="13"/>
  <p:tag name="KSO_WM_UNIT_TEXT_FILL_TYPE" val="1"/>
  <p:tag name="KSO_WM_UNIT_TYPE" val="n_i"/>
</p:tagLst>
</file>

<file path=ppt/tags/tag417.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7"/>
  <p:tag name="KSO_WM_UNIT_FILL_TYPE" val="1"/>
  <p:tag name="KSO_WM_UNIT_ID" val="diagram20181972_3*n_i*1_123"/>
  <p:tag name="KSO_WM_UNIT_INDEX" val="1_123"/>
  <p:tag name="KSO_WM_UNIT_LAYERLEVEL" val="1_1"/>
  <p:tag name="KSO_WM_UNIT_TEXT_FILL_FORE_SCHEMECOLOR_INDEX" val="13"/>
  <p:tag name="KSO_WM_UNIT_TEXT_FILL_TYPE" val="1"/>
  <p:tag name="KSO_WM_UNIT_TYPE" val="n_i"/>
</p:tagLst>
</file>

<file path=ppt/tags/tag418.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6"/>
  <p:tag name="KSO_WM_UNIT_FILL_TYPE" val="1"/>
  <p:tag name="KSO_WM_UNIT_ID" val="diagram20181972_3*n_i*1_124"/>
  <p:tag name="KSO_WM_UNIT_INDEX" val="1_124"/>
  <p:tag name="KSO_WM_UNIT_LAYERLEVEL" val="1_1"/>
  <p:tag name="KSO_WM_UNIT_TEXT_FILL_FORE_SCHEMECOLOR_INDEX" val="13"/>
  <p:tag name="KSO_WM_UNIT_TEXT_FILL_TYPE" val="1"/>
  <p:tag name="KSO_WM_UNIT_TYPE" val="n_i"/>
</p:tagLst>
</file>

<file path=ppt/tags/tag419.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5"/>
  <p:tag name="KSO_WM_UNIT_FILL_TYPE" val="1"/>
  <p:tag name="KSO_WM_UNIT_ID" val="diagram20181972_3*n_i*1_125"/>
  <p:tag name="KSO_WM_UNIT_INDEX" val="1_125"/>
  <p:tag name="KSO_WM_UNIT_LAYERLEVEL" val="1_1"/>
  <p:tag name="KSO_WM_UNIT_TEXT_FILL_FORE_SCHEMECOLOR_INDEX" val="13"/>
  <p:tag name="KSO_WM_UNIT_TEXT_FILL_TYPE" val="1"/>
  <p:tag name="KSO_WM_UNIT_TYPE" val="n_i"/>
</p:tagLst>
</file>

<file path=ppt/tags/tag420.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ID" val="diagram20181972_3*n_i*1_126"/>
  <p:tag name="KSO_WM_UNIT_INDEX" val="1_126"/>
  <p:tag name="KSO_WM_UNIT_LAYERLEVEL" val="1_1"/>
  <p:tag name="KSO_WM_UNIT_TEXT_FILL_FORE_SCHEMECOLOR_INDEX" val="13"/>
  <p:tag name="KSO_WM_UNIT_TEXT_FILL_TYPE" val="1"/>
  <p:tag name="KSO_WM_UNIT_TYPE" val="n_i"/>
</p:tagLst>
</file>

<file path=ppt/tags/tag421.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7"/>
  <p:tag name="KSO_WM_UNIT_FILL_TYPE" val="1"/>
  <p:tag name="KSO_WM_UNIT_ID" val="diagram20181972_3*n_i*1_127"/>
  <p:tag name="KSO_WM_UNIT_INDEX" val="1_127"/>
  <p:tag name="KSO_WM_UNIT_LAYERLEVEL" val="1_1"/>
  <p:tag name="KSO_WM_UNIT_TEXT_FILL_FORE_SCHEMECOLOR_INDEX" val="13"/>
  <p:tag name="KSO_WM_UNIT_TEXT_FILL_TYPE" val="1"/>
  <p:tag name="KSO_WM_UNIT_TYPE" val="n_i"/>
</p:tagLst>
</file>

<file path=ppt/tags/tag422.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7"/>
  <p:tag name="KSO_WM_UNIT_FILL_TYPE" val="1"/>
  <p:tag name="KSO_WM_UNIT_ID" val="diagram20181972_3*n_i*1_128"/>
  <p:tag name="KSO_WM_UNIT_INDEX" val="1_128"/>
  <p:tag name="KSO_WM_UNIT_LAYERLEVEL" val="1_1"/>
  <p:tag name="KSO_WM_UNIT_TEXT_FILL_FORE_SCHEMECOLOR_INDEX" val="13"/>
  <p:tag name="KSO_WM_UNIT_TEXT_FILL_TYPE" val="1"/>
  <p:tag name="KSO_WM_UNIT_TYPE" val="n_i"/>
</p:tagLst>
</file>

<file path=ppt/tags/tag423.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10"/>
  <p:tag name="KSO_WM_UNIT_FILL_TYPE" val="1"/>
  <p:tag name="KSO_WM_UNIT_ID" val="diagram20181972_3*n_i*1_129"/>
  <p:tag name="KSO_WM_UNIT_INDEX" val="1_129"/>
  <p:tag name="KSO_WM_UNIT_LAYERLEVEL" val="1_1"/>
  <p:tag name="KSO_WM_UNIT_TEXT_FILL_FORE_SCHEMECOLOR_INDEX" val="13"/>
  <p:tag name="KSO_WM_UNIT_TEXT_FILL_TYPE" val="1"/>
  <p:tag name="KSO_WM_UNIT_TYPE" val="n_i"/>
</p:tagLst>
</file>

<file path=ppt/tags/tag424.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10"/>
  <p:tag name="KSO_WM_UNIT_FILL_TYPE" val="1"/>
  <p:tag name="KSO_WM_UNIT_ID" val="diagram20181972_3*n_i*1_130"/>
  <p:tag name="KSO_WM_UNIT_INDEX" val="1_130"/>
  <p:tag name="KSO_WM_UNIT_LAYERLEVEL" val="1_1"/>
  <p:tag name="KSO_WM_UNIT_TEXT_FILL_FORE_SCHEMECOLOR_INDEX" val="13"/>
  <p:tag name="KSO_WM_UNIT_TEXT_FILL_TYPE" val="1"/>
  <p:tag name="KSO_WM_UNIT_TYPE" val="n_i"/>
</p:tagLst>
</file>

<file path=ppt/tags/tag425.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6"/>
  <p:tag name="KSO_WM_UNIT_FILL_TYPE" val="1"/>
  <p:tag name="KSO_WM_UNIT_ID" val="diagram20181972_3*n_i*1_131"/>
  <p:tag name="KSO_WM_UNIT_INDEX" val="1_131"/>
  <p:tag name="KSO_WM_UNIT_LAYERLEVEL" val="1_1"/>
  <p:tag name="KSO_WM_UNIT_TEXT_FILL_FORE_SCHEMECOLOR_INDEX" val="13"/>
  <p:tag name="KSO_WM_UNIT_TEXT_FILL_TYPE" val="1"/>
  <p:tag name="KSO_WM_UNIT_TYPE" val="n_i"/>
</p:tagLst>
</file>

<file path=ppt/tags/tag426.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6"/>
  <p:tag name="KSO_WM_UNIT_FILL_TYPE" val="1"/>
  <p:tag name="KSO_WM_UNIT_ID" val="diagram20181972_3*n_i*1_132"/>
  <p:tag name="KSO_WM_UNIT_INDEX" val="1_132"/>
  <p:tag name="KSO_WM_UNIT_LAYERLEVEL" val="1_1"/>
  <p:tag name="KSO_WM_UNIT_TEXT_FILL_FORE_SCHEMECOLOR_INDEX" val="13"/>
  <p:tag name="KSO_WM_UNIT_TEXT_FILL_TYPE" val="1"/>
  <p:tag name="KSO_WM_UNIT_TYPE" val="n_i"/>
</p:tagLst>
</file>

<file path=ppt/tags/tag427.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7"/>
  <p:tag name="KSO_WM_UNIT_FILL_TYPE" val="1"/>
  <p:tag name="KSO_WM_UNIT_ID" val="diagram20181972_3*n_i*1_133"/>
  <p:tag name="KSO_WM_UNIT_INDEX" val="1_133"/>
  <p:tag name="KSO_WM_UNIT_LAYERLEVEL" val="1_1"/>
  <p:tag name="KSO_WM_UNIT_TEXT_FILL_FORE_SCHEMECOLOR_INDEX" val="13"/>
  <p:tag name="KSO_WM_UNIT_TEXT_FILL_TYPE" val="1"/>
  <p:tag name="KSO_WM_UNIT_TYPE" val="n_i"/>
</p:tagLst>
</file>

<file path=ppt/tags/tag428.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7"/>
  <p:tag name="KSO_WM_UNIT_FILL_TYPE" val="1"/>
  <p:tag name="KSO_WM_UNIT_ID" val="diagram20181972_3*n_i*1_134"/>
  <p:tag name="KSO_WM_UNIT_INDEX" val="1_134"/>
  <p:tag name="KSO_WM_UNIT_LAYERLEVEL" val="1_1"/>
  <p:tag name="KSO_WM_UNIT_TEXT_FILL_FORE_SCHEMECOLOR_INDEX" val="13"/>
  <p:tag name="KSO_WM_UNIT_TEXT_FILL_TYPE" val="1"/>
  <p:tag name="KSO_WM_UNIT_TYPE" val="n_i"/>
</p:tagLst>
</file>

<file path=ppt/tags/tag429.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ID" val="diagram20181972_3*n_i*1_135"/>
  <p:tag name="KSO_WM_UNIT_INDEX" val="1_135"/>
  <p:tag name="KSO_WM_UNIT_LAYERLEVEL" val="1_1"/>
  <p:tag name="KSO_WM_UNIT_TEXT_FILL_FORE_SCHEMECOLOR_INDEX" val="13"/>
  <p:tag name="KSO_WM_UNIT_TEXT_FILL_TYPE" val="1"/>
  <p:tag name="KSO_WM_UNIT_TYPE" val="n_i"/>
</p:tagLst>
</file>

<file path=ppt/tags/tag430.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7"/>
  <p:tag name="KSO_WM_UNIT_FILL_TYPE" val="1"/>
  <p:tag name="KSO_WM_UNIT_ID" val="diagram20181972_3*n_i*1_136"/>
  <p:tag name="KSO_WM_UNIT_INDEX" val="1_136"/>
  <p:tag name="KSO_WM_UNIT_LAYERLEVEL" val="1_1"/>
  <p:tag name="KSO_WM_UNIT_TEXT_FILL_FORE_SCHEMECOLOR_INDEX" val="13"/>
  <p:tag name="KSO_WM_UNIT_TEXT_FILL_TYPE" val="1"/>
  <p:tag name="KSO_WM_UNIT_TYPE" val="n_i"/>
</p:tagLst>
</file>

<file path=ppt/tags/tag431.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9"/>
  <p:tag name="KSO_WM_UNIT_FILL_TYPE" val="1"/>
  <p:tag name="KSO_WM_UNIT_ID" val="diagram20181972_3*n_i*1_137"/>
  <p:tag name="KSO_WM_UNIT_INDEX" val="1_137"/>
  <p:tag name="KSO_WM_UNIT_LAYERLEVEL" val="1_1"/>
  <p:tag name="KSO_WM_UNIT_TEXT_FILL_FORE_SCHEMECOLOR_INDEX" val="13"/>
  <p:tag name="KSO_WM_UNIT_TEXT_FILL_TYPE" val="1"/>
  <p:tag name="KSO_WM_UNIT_TYPE" val="n_i"/>
</p:tagLst>
</file>

<file path=ppt/tags/tag432.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10"/>
  <p:tag name="KSO_WM_UNIT_FILL_TYPE" val="1"/>
  <p:tag name="KSO_WM_UNIT_ID" val="diagram20181972_3*n_i*1_138"/>
  <p:tag name="KSO_WM_UNIT_INDEX" val="1_138"/>
  <p:tag name="KSO_WM_UNIT_LAYERLEVEL" val="1_1"/>
  <p:tag name="KSO_WM_UNIT_TEXT_FILL_FORE_SCHEMECOLOR_INDEX" val="13"/>
  <p:tag name="KSO_WM_UNIT_TEXT_FILL_TYPE" val="1"/>
  <p:tag name="KSO_WM_UNIT_TYPE" val="n_i"/>
</p:tagLst>
</file>

<file path=ppt/tags/tag433.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10"/>
  <p:tag name="KSO_WM_UNIT_FILL_TYPE" val="1"/>
  <p:tag name="KSO_WM_UNIT_ID" val="diagram20181972_3*n_i*1_139"/>
  <p:tag name="KSO_WM_UNIT_INDEX" val="1_139"/>
  <p:tag name="KSO_WM_UNIT_LAYERLEVEL" val="1_1"/>
  <p:tag name="KSO_WM_UNIT_TEXT_FILL_FORE_SCHEMECOLOR_INDEX" val="13"/>
  <p:tag name="KSO_WM_UNIT_TEXT_FILL_TYPE" val="1"/>
  <p:tag name="KSO_WM_UNIT_TYPE" val="n_i"/>
</p:tagLst>
</file>

<file path=ppt/tags/tag434.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6"/>
  <p:tag name="KSO_WM_UNIT_FILL_TYPE" val="1"/>
  <p:tag name="KSO_WM_UNIT_ID" val="diagram20181972_3*n_i*1_140"/>
  <p:tag name="KSO_WM_UNIT_INDEX" val="1_140"/>
  <p:tag name="KSO_WM_UNIT_LAYERLEVEL" val="1_1"/>
  <p:tag name="KSO_WM_UNIT_TEXT_FILL_FORE_SCHEMECOLOR_INDEX" val="13"/>
  <p:tag name="KSO_WM_UNIT_TEXT_FILL_TYPE" val="1"/>
  <p:tag name="KSO_WM_UNIT_TYPE" val="n_i"/>
</p:tagLst>
</file>

<file path=ppt/tags/tag435.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6"/>
  <p:tag name="KSO_WM_UNIT_FILL_TYPE" val="1"/>
  <p:tag name="KSO_WM_UNIT_ID" val="diagram20181972_3*n_i*1_141"/>
  <p:tag name="KSO_WM_UNIT_INDEX" val="1_141"/>
  <p:tag name="KSO_WM_UNIT_LAYERLEVEL" val="1_1"/>
  <p:tag name="KSO_WM_UNIT_TEXT_FILL_FORE_SCHEMECOLOR_INDEX" val="13"/>
  <p:tag name="KSO_WM_UNIT_TEXT_FILL_TYPE" val="1"/>
  <p:tag name="KSO_WM_UNIT_TYPE" val="n_i"/>
</p:tagLst>
</file>

<file path=ppt/tags/tag436.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6"/>
  <p:tag name="KSO_WM_UNIT_FILL_TYPE" val="1"/>
  <p:tag name="KSO_WM_UNIT_ID" val="diagram20181972_3*n_i*1_142"/>
  <p:tag name="KSO_WM_UNIT_INDEX" val="1_142"/>
  <p:tag name="KSO_WM_UNIT_LAYERLEVEL" val="1_1"/>
  <p:tag name="KSO_WM_UNIT_TEXT_FILL_FORE_SCHEMECOLOR_INDEX" val="13"/>
  <p:tag name="KSO_WM_UNIT_TEXT_FILL_TYPE" val="1"/>
  <p:tag name="KSO_WM_UNIT_TYPE" val="n_i"/>
</p:tagLst>
</file>

<file path=ppt/tags/tag437.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6"/>
  <p:tag name="KSO_WM_UNIT_FILL_TYPE" val="1"/>
  <p:tag name="KSO_WM_UNIT_ID" val="diagram20181972_3*n_i*1_143"/>
  <p:tag name="KSO_WM_UNIT_INDEX" val="1_143"/>
  <p:tag name="KSO_WM_UNIT_LAYERLEVEL" val="1_1"/>
  <p:tag name="KSO_WM_UNIT_TEXT_FILL_FORE_SCHEMECOLOR_INDEX" val="13"/>
  <p:tag name="KSO_WM_UNIT_TEXT_FILL_TYPE" val="1"/>
  <p:tag name="KSO_WM_UNIT_TYPE" val="n_i"/>
</p:tagLst>
</file>

<file path=ppt/tags/tag438.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6"/>
  <p:tag name="KSO_WM_UNIT_FILL_TYPE" val="1"/>
  <p:tag name="KSO_WM_UNIT_ID" val="diagram20181972_3*n_i*1_144"/>
  <p:tag name="KSO_WM_UNIT_INDEX" val="1_144"/>
  <p:tag name="KSO_WM_UNIT_LAYERLEVEL" val="1_1"/>
  <p:tag name="KSO_WM_UNIT_TEXT_FILL_FORE_SCHEMECOLOR_INDEX" val="13"/>
  <p:tag name="KSO_WM_UNIT_TEXT_FILL_TYPE" val="1"/>
  <p:tag name="KSO_WM_UNIT_TYPE" val="n_i"/>
</p:tagLst>
</file>

<file path=ppt/tags/tag439.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10"/>
  <p:tag name="KSO_WM_UNIT_FILL_TYPE" val="1"/>
  <p:tag name="KSO_WM_UNIT_ID" val="diagram20181972_3*n_i*1_145"/>
  <p:tag name="KSO_WM_UNIT_INDEX" val="1_145"/>
  <p:tag name="KSO_WM_UNIT_LAYERLEVEL" val="1_1"/>
  <p:tag name="KSO_WM_UNIT_TEXT_FILL_FORE_SCHEMECOLOR_INDEX" val="13"/>
  <p:tag name="KSO_WM_UNIT_TEXT_FILL_TYPE" val="1"/>
  <p:tag name="KSO_WM_UNIT_TYPE" val="n_i"/>
</p:tagLst>
</file>

<file path=ppt/tags/tag440.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6"/>
  <p:tag name="KSO_WM_UNIT_FILL_TYPE" val="1"/>
  <p:tag name="KSO_WM_UNIT_ID" val="diagram20181972_3*n_i*1_146"/>
  <p:tag name="KSO_WM_UNIT_INDEX" val="1_146"/>
  <p:tag name="KSO_WM_UNIT_LAYERLEVEL" val="1_1"/>
  <p:tag name="KSO_WM_UNIT_TEXT_FILL_FORE_SCHEMECOLOR_INDEX" val="13"/>
  <p:tag name="KSO_WM_UNIT_TEXT_FILL_TYPE" val="1"/>
  <p:tag name="KSO_WM_UNIT_TYPE" val="n_i"/>
</p:tagLst>
</file>

<file path=ppt/tags/tag441.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5"/>
  <p:tag name="KSO_WM_UNIT_FILL_TYPE" val="1"/>
  <p:tag name="KSO_WM_UNIT_ID" val="diagram20181972_3*n_i*1_147"/>
  <p:tag name="KSO_WM_UNIT_INDEX" val="1_147"/>
  <p:tag name="KSO_WM_UNIT_LAYERLEVEL" val="1_1"/>
  <p:tag name="KSO_WM_UNIT_TEXT_FILL_FORE_SCHEMECOLOR_INDEX" val="13"/>
  <p:tag name="KSO_WM_UNIT_TEXT_FILL_TYPE" val="1"/>
  <p:tag name="KSO_WM_UNIT_TYPE" val="n_i"/>
</p:tagLst>
</file>

<file path=ppt/tags/tag442.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7"/>
  <p:tag name="KSO_WM_UNIT_FILL_TYPE" val="1"/>
  <p:tag name="KSO_WM_UNIT_ID" val="diagram20181972_3*n_i*1_148"/>
  <p:tag name="KSO_WM_UNIT_INDEX" val="1_148"/>
  <p:tag name="KSO_WM_UNIT_LAYERLEVEL" val="1_1"/>
  <p:tag name="KSO_WM_UNIT_TEXT_FILL_FORE_SCHEMECOLOR_INDEX" val="13"/>
  <p:tag name="KSO_WM_UNIT_TEXT_FILL_TYPE" val="1"/>
  <p:tag name="KSO_WM_UNIT_TYPE" val="n_i"/>
</p:tagLst>
</file>

<file path=ppt/tags/tag443.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7"/>
  <p:tag name="KSO_WM_UNIT_FILL_TYPE" val="1"/>
  <p:tag name="KSO_WM_UNIT_ID" val="diagram20181972_3*n_i*1_149"/>
  <p:tag name="KSO_WM_UNIT_INDEX" val="1_149"/>
  <p:tag name="KSO_WM_UNIT_LAYERLEVEL" val="1_1"/>
  <p:tag name="KSO_WM_UNIT_TEXT_FILL_FORE_SCHEMECOLOR_INDEX" val="13"/>
  <p:tag name="KSO_WM_UNIT_TEXT_FILL_TYPE" val="1"/>
  <p:tag name="KSO_WM_UNIT_TYPE" val="n_i"/>
</p:tagLst>
</file>

<file path=ppt/tags/tag444.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6"/>
  <p:tag name="KSO_WM_UNIT_FILL_TYPE" val="1"/>
  <p:tag name="KSO_WM_UNIT_ID" val="diagram20181972_3*n_i*1_150"/>
  <p:tag name="KSO_WM_UNIT_INDEX" val="1_150"/>
  <p:tag name="KSO_WM_UNIT_LAYERLEVEL" val="1_1"/>
  <p:tag name="KSO_WM_UNIT_TEXT_FILL_FORE_SCHEMECOLOR_INDEX" val="13"/>
  <p:tag name="KSO_WM_UNIT_TEXT_FILL_TYPE" val="1"/>
  <p:tag name="KSO_WM_UNIT_TYPE" val="n_i"/>
</p:tagLst>
</file>

<file path=ppt/tags/tag445.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5"/>
  <p:tag name="KSO_WM_UNIT_FILL_TYPE" val="1"/>
  <p:tag name="KSO_WM_UNIT_ID" val="diagram20181972_3*n_i*1_151"/>
  <p:tag name="KSO_WM_UNIT_INDEX" val="1_151"/>
  <p:tag name="KSO_WM_UNIT_LAYERLEVEL" val="1_1"/>
  <p:tag name="KSO_WM_UNIT_TEXT_FILL_FORE_SCHEMECOLOR_INDEX" val="13"/>
  <p:tag name="KSO_WM_UNIT_TEXT_FILL_TYPE" val="1"/>
  <p:tag name="KSO_WM_UNIT_TYPE" val="n_i"/>
</p:tagLst>
</file>

<file path=ppt/tags/tag446.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ID" val="diagram20181972_3*n_i*1_152"/>
  <p:tag name="KSO_WM_UNIT_INDEX" val="1_152"/>
  <p:tag name="KSO_WM_UNIT_LAYERLEVEL" val="1_1"/>
  <p:tag name="KSO_WM_UNIT_TEXT_FILL_FORE_SCHEMECOLOR_INDEX" val="13"/>
  <p:tag name="KSO_WM_UNIT_TEXT_FILL_TYPE" val="1"/>
  <p:tag name="KSO_WM_UNIT_TYPE" val="n_i"/>
</p:tagLst>
</file>

<file path=ppt/tags/tag447.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7"/>
  <p:tag name="KSO_WM_UNIT_FILL_TYPE" val="1"/>
  <p:tag name="KSO_WM_UNIT_ID" val="diagram20181972_3*n_i*1_153"/>
  <p:tag name="KSO_WM_UNIT_INDEX" val="1_153"/>
  <p:tag name="KSO_WM_UNIT_LAYERLEVEL" val="1_1"/>
  <p:tag name="KSO_WM_UNIT_TEXT_FILL_FORE_SCHEMECOLOR_INDEX" val="13"/>
  <p:tag name="KSO_WM_UNIT_TEXT_FILL_TYPE" val="1"/>
  <p:tag name="KSO_WM_UNIT_TYPE" val="n_i"/>
</p:tagLst>
</file>

<file path=ppt/tags/tag448.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7"/>
  <p:tag name="KSO_WM_UNIT_FILL_TYPE" val="1"/>
  <p:tag name="KSO_WM_UNIT_ID" val="diagram20181972_3*n_i*1_154"/>
  <p:tag name="KSO_WM_UNIT_INDEX" val="1_154"/>
  <p:tag name="KSO_WM_UNIT_LAYERLEVEL" val="1_1"/>
  <p:tag name="KSO_WM_UNIT_TEXT_FILL_FORE_SCHEMECOLOR_INDEX" val="13"/>
  <p:tag name="KSO_WM_UNIT_TEXT_FILL_TYPE" val="1"/>
  <p:tag name="KSO_WM_UNIT_TYPE" val="n_i"/>
</p:tagLst>
</file>

<file path=ppt/tags/tag449.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7"/>
  <p:tag name="KSO_WM_UNIT_FILL_TYPE" val="1"/>
  <p:tag name="KSO_WM_UNIT_ID" val="diagram20181972_3*n_i*1_155"/>
  <p:tag name="KSO_WM_UNIT_INDEX" val="1_155"/>
  <p:tag name="KSO_WM_UNIT_LAYERLEVEL" val="1_1"/>
  <p:tag name="KSO_WM_UNIT_TEXT_FILL_FORE_SCHEMECOLOR_INDEX" val="13"/>
  <p:tag name="KSO_WM_UNIT_TEXT_FILL_TYPE" val="1"/>
  <p:tag name="KSO_WM_UNIT_TYPE" val="n_i"/>
</p:tagLst>
</file>

<file path=ppt/tags/tag450.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ID" val="diagram20181972_3*n_i*1_156"/>
  <p:tag name="KSO_WM_UNIT_INDEX" val="1_156"/>
  <p:tag name="KSO_WM_UNIT_LAYERLEVEL" val="1_1"/>
  <p:tag name="KSO_WM_UNIT_TEXT_FILL_FORE_SCHEMECOLOR_INDEX" val="13"/>
  <p:tag name="KSO_WM_UNIT_TEXT_FILL_TYPE" val="1"/>
  <p:tag name="KSO_WM_UNIT_TYPE" val="n_i"/>
</p:tagLst>
</file>

<file path=ppt/tags/tag451.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5"/>
  <p:tag name="KSO_WM_UNIT_FILL_TYPE" val="1"/>
  <p:tag name="KSO_WM_UNIT_ID" val="diagram20181972_3*n_i*1_157"/>
  <p:tag name="KSO_WM_UNIT_INDEX" val="1_157"/>
  <p:tag name="KSO_WM_UNIT_LAYERLEVEL" val="1_1"/>
  <p:tag name="KSO_WM_UNIT_TEXT_FILL_FORE_SCHEMECOLOR_INDEX" val="13"/>
  <p:tag name="KSO_WM_UNIT_TEXT_FILL_TYPE" val="1"/>
  <p:tag name="KSO_WM_UNIT_TYPE" val="n_i"/>
</p:tagLst>
</file>

<file path=ppt/tags/tag452.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10"/>
  <p:tag name="KSO_WM_UNIT_FILL_TYPE" val="1"/>
  <p:tag name="KSO_WM_UNIT_ID" val="diagram20181972_3*n_i*1_158"/>
  <p:tag name="KSO_WM_UNIT_INDEX" val="1_158"/>
  <p:tag name="KSO_WM_UNIT_LAYERLEVEL" val="1_1"/>
  <p:tag name="KSO_WM_UNIT_TEXT_FILL_FORE_SCHEMECOLOR_INDEX" val="13"/>
  <p:tag name="KSO_WM_UNIT_TEXT_FILL_TYPE" val="1"/>
  <p:tag name="KSO_WM_UNIT_TYPE" val="n_i"/>
</p:tagLst>
</file>

<file path=ppt/tags/tag453.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10"/>
  <p:tag name="KSO_WM_UNIT_FILL_TYPE" val="1"/>
  <p:tag name="KSO_WM_UNIT_ID" val="diagram20181972_3*n_i*1_159"/>
  <p:tag name="KSO_WM_UNIT_INDEX" val="1_159"/>
  <p:tag name="KSO_WM_UNIT_LAYERLEVEL" val="1_1"/>
  <p:tag name="KSO_WM_UNIT_TEXT_FILL_FORE_SCHEMECOLOR_INDEX" val="13"/>
  <p:tag name="KSO_WM_UNIT_TEXT_FILL_TYPE" val="1"/>
  <p:tag name="KSO_WM_UNIT_TYPE" val="n_i"/>
</p:tagLst>
</file>

<file path=ppt/tags/tag454.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7"/>
  <p:tag name="KSO_WM_UNIT_FILL_TYPE" val="1"/>
  <p:tag name="KSO_WM_UNIT_ID" val="diagram20181972_3*n_i*1_160"/>
  <p:tag name="KSO_WM_UNIT_INDEX" val="1_160"/>
  <p:tag name="KSO_WM_UNIT_LAYERLEVEL" val="1_1"/>
  <p:tag name="KSO_WM_UNIT_TEXT_FILL_FORE_SCHEMECOLOR_INDEX" val="13"/>
  <p:tag name="KSO_WM_UNIT_TEXT_FILL_TYPE" val="1"/>
  <p:tag name="KSO_WM_UNIT_TYPE" val="n_i"/>
</p:tagLst>
</file>

<file path=ppt/tags/tag455.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8"/>
  <p:tag name="KSO_WM_UNIT_FILL_TYPE" val="1"/>
  <p:tag name="KSO_WM_UNIT_ID" val="diagram20181972_3*n_i*1_161"/>
  <p:tag name="KSO_WM_UNIT_INDEX" val="1_161"/>
  <p:tag name="KSO_WM_UNIT_LAYERLEVEL" val="1_1"/>
  <p:tag name="KSO_WM_UNIT_TEXT_FILL_FORE_SCHEMECOLOR_INDEX" val="13"/>
  <p:tag name="KSO_WM_UNIT_TEXT_FILL_TYPE" val="1"/>
  <p:tag name="KSO_WM_UNIT_TYPE" val="n_i"/>
</p:tagLst>
</file>

<file path=ppt/tags/tag456.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10"/>
  <p:tag name="KSO_WM_UNIT_FILL_TYPE" val="1"/>
  <p:tag name="KSO_WM_UNIT_ID" val="diagram20181972_3*n_i*1_162"/>
  <p:tag name="KSO_WM_UNIT_INDEX" val="1_162"/>
  <p:tag name="KSO_WM_UNIT_LAYERLEVEL" val="1_1"/>
  <p:tag name="KSO_WM_UNIT_TEXT_FILL_FORE_SCHEMECOLOR_INDEX" val="13"/>
  <p:tag name="KSO_WM_UNIT_TEXT_FILL_TYPE" val="1"/>
  <p:tag name="KSO_WM_UNIT_TYPE" val="n_i"/>
</p:tagLst>
</file>

<file path=ppt/tags/tag457.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10"/>
  <p:tag name="KSO_WM_UNIT_FILL_TYPE" val="1"/>
  <p:tag name="KSO_WM_UNIT_ID" val="diagram20181972_3*n_i*1_163"/>
  <p:tag name="KSO_WM_UNIT_INDEX" val="1_163"/>
  <p:tag name="KSO_WM_UNIT_LAYERLEVEL" val="1_1"/>
  <p:tag name="KSO_WM_UNIT_TEXT_FILL_FORE_SCHEMECOLOR_INDEX" val="13"/>
  <p:tag name="KSO_WM_UNIT_TEXT_FILL_TYPE" val="1"/>
  <p:tag name="KSO_WM_UNIT_TYPE" val="n_i"/>
</p:tagLst>
</file>

<file path=ppt/tags/tag458.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10"/>
  <p:tag name="KSO_WM_UNIT_FILL_TYPE" val="1"/>
  <p:tag name="KSO_WM_UNIT_ID" val="diagram20181972_3*n_i*1_164"/>
  <p:tag name="KSO_WM_UNIT_INDEX" val="1_164"/>
  <p:tag name="KSO_WM_UNIT_LAYERLEVEL" val="1_1"/>
  <p:tag name="KSO_WM_UNIT_TEXT_FILL_FORE_SCHEMECOLOR_INDEX" val="13"/>
  <p:tag name="KSO_WM_UNIT_TEXT_FILL_TYPE" val="1"/>
  <p:tag name="KSO_WM_UNIT_TYPE" val="n_i"/>
</p:tagLst>
</file>

<file path=ppt/tags/tag459.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7"/>
  <p:tag name="KSO_WM_UNIT_FILL_TYPE" val="1"/>
  <p:tag name="KSO_WM_UNIT_ID" val="diagram20181972_3*n_i*1_165"/>
  <p:tag name="KSO_WM_UNIT_INDEX" val="1_165"/>
  <p:tag name="KSO_WM_UNIT_LAYERLEVEL" val="1_1"/>
  <p:tag name="KSO_WM_UNIT_TEXT_FILL_FORE_SCHEMECOLOR_INDEX" val="13"/>
  <p:tag name="KSO_WM_UNIT_TEXT_FILL_TYPE" val="1"/>
  <p:tag name="KSO_WM_UNIT_TYPE" val="n_i"/>
</p:tagLst>
</file>

<file path=ppt/tags/tag460.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8"/>
  <p:tag name="KSO_WM_UNIT_FILL_TYPE" val="1"/>
  <p:tag name="KSO_WM_UNIT_ID" val="diagram20181972_3*n_i*1_166"/>
  <p:tag name="KSO_WM_UNIT_INDEX" val="1_166"/>
  <p:tag name="KSO_WM_UNIT_LAYERLEVEL" val="1_1"/>
  <p:tag name="KSO_WM_UNIT_TEXT_FILL_FORE_SCHEMECOLOR_INDEX" val="13"/>
  <p:tag name="KSO_WM_UNIT_TEXT_FILL_TYPE" val="1"/>
  <p:tag name="KSO_WM_UNIT_TYPE" val="n_i"/>
</p:tagLst>
</file>

<file path=ppt/tags/tag461.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10"/>
  <p:tag name="KSO_WM_UNIT_FILL_TYPE" val="1"/>
  <p:tag name="KSO_WM_UNIT_ID" val="diagram20181972_3*n_i*1_167"/>
  <p:tag name="KSO_WM_UNIT_INDEX" val="1_167"/>
  <p:tag name="KSO_WM_UNIT_LAYERLEVEL" val="1_1"/>
  <p:tag name="KSO_WM_UNIT_TEXT_FILL_FORE_SCHEMECOLOR_INDEX" val="13"/>
  <p:tag name="KSO_WM_UNIT_TEXT_FILL_TYPE" val="1"/>
  <p:tag name="KSO_WM_UNIT_TYPE" val="n_i"/>
</p:tagLst>
</file>

<file path=ppt/tags/tag462.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10"/>
  <p:tag name="KSO_WM_UNIT_FILL_TYPE" val="1"/>
  <p:tag name="KSO_WM_UNIT_ID" val="diagram20181972_3*n_i*1_168"/>
  <p:tag name="KSO_WM_UNIT_INDEX" val="1_168"/>
  <p:tag name="KSO_WM_UNIT_LAYERLEVEL" val="1_1"/>
  <p:tag name="KSO_WM_UNIT_TEXT_FILL_FORE_SCHEMECOLOR_INDEX" val="13"/>
  <p:tag name="KSO_WM_UNIT_TEXT_FILL_TYPE" val="1"/>
  <p:tag name="KSO_WM_UNIT_TYPE" val="n_i"/>
</p:tagLst>
</file>

<file path=ppt/tags/tag463.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7"/>
  <p:tag name="KSO_WM_UNIT_FILL_TYPE" val="1"/>
  <p:tag name="KSO_WM_UNIT_ID" val="diagram20181972_3*n_i*1_169"/>
  <p:tag name="KSO_WM_UNIT_INDEX" val="1_169"/>
  <p:tag name="KSO_WM_UNIT_LAYERLEVEL" val="1_1"/>
  <p:tag name="KSO_WM_UNIT_TEXT_FILL_FORE_SCHEMECOLOR_INDEX" val="13"/>
  <p:tag name="KSO_WM_UNIT_TEXT_FILL_TYPE" val="1"/>
  <p:tag name="KSO_WM_UNIT_TYPE" val="n_i"/>
</p:tagLst>
</file>

<file path=ppt/tags/tag464.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7"/>
  <p:tag name="KSO_WM_UNIT_FILL_TYPE" val="1"/>
  <p:tag name="KSO_WM_UNIT_ID" val="diagram20181972_3*n_i*1_170"/>
  <p:tag name="KSO_WM_UNIT_INDEX" val="1_170"/>
  <p:tag name="KSO_WM_UNIT_LAYERLEVEL" val="1_1"/>
  <p:tag name="KSO_WM_UNIT_TEXT_FILL_FORE_SCHEMECOLOR_INDEX" val="13"/>
  <p:tag name="KSO_WM_UNIT_TEXT_FILL_TYPE" val="1"/>
  <p:tag name="KSO_WM_UNIT_TYPE" val="n_i"/>
</p:tagLst>
</file>

<file path=ppt/tags/tag465.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10"/>
  <p:tag name="KSO_WM_UNIT_FILL_TYPE" val="1"/>
  <p:tag name="KSO_WM_UNIT_ID" val="diagram20181972_3*n_i*1_171"/>
  <p:tag name="KSO_WM_UNIT_INDEX" val="1_171"/>
  <p:tag name="KSO_WM_UNIT_LAYERLEVEL" val="1_1"/>
  <p:tag name="KSO_WM_UNIT_TEXT_FILL_FORE_SCHEMECOLOR_INDEX" val="13"/>
  <p:tag name="KSO_WM_UNIT_TEXT_FILL_TYPE" val="1"/>
  <p:tag name="KSO_WM_UNIT_TYPE" val="n_i"/>
</p:tagLst>
</file>

<file path=ppt/tags/tag466.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10"/>
  <p:tag name="KSO_WM_UNIT_FILL_TYPE" val="1"/>
  <p:tag name="KSO_WM_UNIT_ID" val="diagram20181972_3*n_i*1_172"/>
  <p:tag name="KSO_WM_UNIT_INDEX" val="1_172"/>
  <p:tag name="KSO_WM_UNIT_LAYERLEVEL" val="1_1"/>
  <p:tag name="KSO_WM_UNIT_TEXT_FILL_FORE_SCHEMECOLOR_INDEX" val="13"/>
  <p:tag name="KSO_WM_UNIT_TEXT_FILL_TYPE" val="1"/>
  <p:tag name="KSO_WM_UNIT_TYPE" val="n_i"/>
</p:tagLst>
</file>

<file path=ppt/tags/tag467.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6"/>
  <p:tag name="KSO_WM_UNIT_FILL_TYPE" val="1"/>
  <p:tag name="KSO_WM_UNIT_ID" val="diagram20181972_3*n_i*1_173"/>
  <p:tag name="KSO_WM_UNIT_INDEX" val="1_173"/>
  <p:tag name="KSO_WM_UNIT_LAYERLEVEL" val="1_1"/>
  <p:tag name="KSO_WM_UNIT_TEXT_FILL_FORE_SCHEMECOLOR_INDEX" val="13"/>
  <p:tag name="KSO_WM_UNIT_TEXT_FILL_TYPE" val="1"/>
  <p:tag name="KSO_WM_UNIT_TYPE" val="n_i"/>
</p:tagLst>
</file>

<file path=ppt/tags/tag468.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8"/>
  <p:tag name="KSO_WM_UNIT_FILL_TYPE" val="1"/>
  <p:tag name="KSO_WM_UNIT_ID" val="diagram20181972_3*n_i*1_174"/>
  <p:tag name="KSO_WM_UNIT_INDEX" val="1_174"/>
  <p:tag name="KSO_WM_UNIT_LAYERLEVEL" val="1_1"/>
  <p:tag name="KSO_WM_UNIT_TEXT_FILL_FORE_SCHEMECOLOR_INDEX" val="13"/>
  <p:tag name="KSO_WM_UNIT_TEXT_FILL_TYPE" val="1"/>
  <p:tag name="KSO_WM_UNIT_TYPE" val="n_i"/>
</p:tagLst>
</file>

<file path=ppt/tags/tag469.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8"/>
  <p:tag name="KSO_WM_UNIT_FILL_TYPE" val="1"/>
  <p:tag name="KSO_WM_UNIT_ID" val="diagram20181972_3*n_i*1_175"/>
  <p:tag name="KSO_WM_UNIT_INDEX" val="1_175"/>
  <p:tag name="KSO_WM_UNIT_LAYERLEVEL" val="1_1"/>
  <p:tag name="KSO_WM_UNIT_TEXT_FILL_FORE_SCHEMECOLOR_INDEX" val="13"/>
  <p:tag name="KSO_WM_UNIT_TEXT_FILL_TYPE" val="1"/>
  <p:tag name="KSO_WM_UNIT_TYPE" val="n_i"/>
</p:tagLst>
</file>

<file path=ppt/tags/tag470.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8"/>
  <p:tag name="KSO_WM_UNIT_FILL_TYPE" val="1"/>
  <p:tag name="KSO_WM_UNIT_ID" val="diagram20181972_3*n_i*1_176"/>
  <p:tag name="KSO_WM_UNIT_INDEX" val="1_176"/>
  <p:tag name="KSO_WM_UNIT_LAYERLEVEL" val="1_1"/>
  <p:tag name="KSO_WM_UNIT_TEXT_FILL_FORE_SCHEMECOLOR_INDEX" val="13"/>
  <p:tag name="KSO_WM_UNIT_TEXT_FILL_TYPE" val="1"/>
  <p:tag name="KSO_WM_UNIT_TYPE" val="n_i"/>
</p:tagLst>
</file>

<file path=ppt/tags/tag471.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6"/>
  <p:tag name="KSO_WM_UNIT_FILL_TYPE" val="1"/>
  <p:tag name="KSO_WM_UNIT_ID" val="diagram20181972_3*n_i*1_177"/>
  <p:tag name="KSO_WM_UNIT_INDEX" val="1_177"/>
  <p:tag name="KSO_WM_UNIT_LAYERLEVEL" val="1_1"/>
  <p:tag name="KSO_WM_UNIT_TEXT_FILL_FORE_SCHEMECOLOR_INDEX" val="13"/>
  <p:tag name="KSO_WM_UNIT_TEXT_FILL_TYPE" val="1"/>
  <p:tag name="KSO_WM_UNIT_TYPE" val="n_i"/>
</p:tagLst>
</file>

<file path=ppt/tags/tag472.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5"/>
  <p:tag name="KSO_WM_UNIT_FILL_TYPE" val="1"/>
  <p:tag name="KSO_WM_UNIT_ID" val="diagram20181972_3*n_i*1_178"/>
  <p:tag name="KSO_WM_UNIT_INDEX" val="1_178"/>
  <p:tag name="KSO_WM_UNIT_LAYERLEVEL" val="1_1"/>
  <p:tag name="KSO_WM_UNIT_TEXT_FILL_FORE_SCHEMECOLOR_INDEX" val="13"/>
  <p:tag name="KSO_WM_UNIT_TEXT_FILL_TYPE" val="1"/>
  <p:tag name="KSO_WM_UNIT_TYPE" val="n_i"/>
</p:tagLst>
</file>

<file path=ppt/tags/tag473.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7"/>
  <p:tag name="KSO_WM_UNIT_FILL_TYPE" val="1"/>
  <p:tag name="KSO_WM_UNIT_ID" val="diagram20181972_3*n_i*1_179"/>
  <p:tag name="KSO_WM_UNIT_INDEX" val="1_179"/>
  <p:tag name="KSO_WM_UNIT_LAYERLEVEL" val="1_1"/>
  <p:tag name="KSO_WM_UNIT_TEXT_FILL_FORE_SCHEMECOLOR_INDEX" val="13"/>
  <p:tag name="KSO_WM_UNIT_TEXT_FILL_TYPE" val="1"/>
  <p:tag name="KSO_WM_UNIT_TYPE" val="n_i"/>
</p:tagLst>
</file>

<file path=ppt/tags/tag474.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ID" val="diagram20181972_3*n_i*1_180"/>
  <p:tag name="KSO_WM_UNIT_INDEX" val="1_180"/>
  <p:tag name="KSO_WM_UNIT_LAYERLEVEL" val="1_1"/>
  <p:tag name="KSO_WM_UNIT_TEXT_FILL_FORE_SCHEMECOLOR_INDEX" val="13"/>
  <p:tag name="KSO_WM_UNIT_TEXT_FILL_TYPE" val="1"/>
  <p:tag name="KSO_WM_UNIT_TYPE" val="n_i"/>
</p:tagLst>
</file>

<file path=ppt/tags/tag475.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7"/>
  <p:tag name="KSO_WM_UNIT_FILL_TYPE" val="1"/>
  <p:tag name="KSO_WM_UNIT_ID" val="diagram20181972_3*n_i*1_181"/>
  <p:tag name="KSO_WM_UNIT_INDEX" val="1_181"/>
  <p:tag name="KSO_WM_UNIT_LAYERLEVEL" val="1_1"/>
  <p:tag name="KSO_WM_UNIT_TEXT_FILL_FORE_SCHEMECOLOR_INDEX" val="13"/>
  <p:tag name="KSO_WM_UNIT_TEXT_FILL_TYPE" val="1"/>
  <p:tag name="KSO_WM_UNIT_TYPE" val="n_i"/>
</p:tagLst>
</file>

<file path=ppt/tags/tag476.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15"/>
  <p:tag name="KSO_WM_UNIT_FILL_TYPE" val="1"/>
  <p:tag name="KSO_WM_UNIT_ID" val="diagram20181972_3*n_i*1_182"/>
  <p:tag name="KSO_WM_UNIT_INDEX" val="1_182"/>
  <p:tag name="KSO_WM_UNIT_LAYERLEVEL" val="1_1"/>
  <p:tag name="KSO_WM_UNIT_TEXT_FILL_FORE_SCHEMECOLOR_INDEX" val="13"/>
  <p:tag name="KSO_WM_UNIT_TEXT_FILL_TYPE" val="1"/>
  <p:tag name="KSO_WM_UNIT_TYPE" val="n_i"/>
</p:tagLst>
</file>

<file path=ppt/tags/tag477.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5"/>
  <p:tag name="KSO_WM_UNIT_FILL_TYPE" val="1"/>
  <p:tag name="KSO_WM_UNIT_ID" val="diagram20181972_3*n_i*1_183"/>
  <p:tag name="KSO_WM_UNIT_INDEX" val="1_183"/>
  <p:tag name="KSO_WM_UNIT_LAYERLEVEL" val="1_1"/>
  <p:tag name="KSO_WM_UNIT_TEXT_FILL_FORE_SCHEMECOLOR_INDEX" val="13"/>
  <p:tag name="KSO_WM_UNIT_TEXT_FILL_TYPE" val="1"/>
  <p:tag name="KSO_WM_UNIT_TYPE" val="n_i"/>
</p:tagLst>
</file>

<file path=ppt/tags/tag478.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15"/>
  <p:tag name="KSO_WM_UNIT_FILL_TYPE" val="1"/>
  <p:tag name="KSO_WM_UNIT_ID" val="diagram20181972_3*n_i*1_184"/>
  <p:tag name="KSO_WM_UNIT_INDEX" val="1_184"/>
  <p:tag name="KSO_WM_UNIT_LAYERLEVEL" val="1_1"/>
  <p:tag name="KSO_WM_UNIT_TEXT_FILL_FORE_SCHEMECOLOR_INDEX" val="13"/>
  <p:tag name="KSO_WM_UNIT_TEXT_FILL_TYPE" val="1"/>
  <p:tag name="KSO_WM_UNIT_TYPE" val="n_i"/>
</p:tagLst>
</file>

<file path=ppt/tags/tag479.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15"/>
  <p:tag name="KSO_WM_UNIT_FILL_TYPE" val="1"/>
  <p:tag name="KSO_WM_UNIT_ID" val="diagram20181972_3*n_i*1_185"/>
  <p:tag name="KSO_WM_UNIT_INDEX" val="1_185"/>
  <p:tag name="KSO_WM_UNIT_LAYERLEVEL" val="1_1"/>
  <p:tag name="KSO_WM_UNIT_TEXT_FILL_FORE_SCHEMECOLOR_INDEX" val="13"/>
  <p:tag name="KSO_WM_UNIT_TEXT_FILL_TYPE" val="1"/>
  <p:tag name="KSO_WM_UNIT_TYPE" val="n_i"/>
</p:tagLst>
</file>

<file path=ppt/tags/tag480.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15"/>
  <p:tag name="KSO_WM_UNIT_FILL_TYPE" val="1"/>
  <p:tag name="KSO_WM_UNIT_ID" val="diagram20181972_3*n_i*1_186"/>
  <p:tag name="KSO_WM_UNIT_INDEX" val="1_186"/>
  <p:tag name="KSO_WM_UNIT_LAYERLEVEL" val="1_1"/>
  <p:tag name="KSO_WM_UNIT_TEXT_FILL_FORE_SCHEMECOLOR_INDEX" val="13"/>
  <p:tag name="KSO_WM_UNIT_TEXT_FILL_TYPE" val="1"/>
  <p:tag name="KSO_WM_UNIT_TYPE" val="n_i"/>
</p:tagLst>
</file>

<file path=ppt/tags/tag481.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15"/>
  <p:tag name="KSO_WM_UNIT_FILL_TYPE" val="1"/>
  <p:tag name="KSO_WM_UNIT_ID" val="diagram20181972_3*n_i*1_187"/>
  <p:tag name="KSO_WM_UNIT_INDEX" val="1_187"/>
  <p:tag name="KSO_WM_UNIT_LAYERLEVEL" val="1_1"/>
  <p:tag name="KSO_WM_UNIT_TEXT_FILL_FORE_SCHEMECOLOR_INDEX" val="13"/>
  <p:tag name="KSO_WM_UNIT_TEXT_FILL_TYPE" val="1"/>
  <p:tag name="KSO_WM_UNIT_TYPE" val="n_i"/>
</p:tagLst>
</file>

<file path=ppt/tags/tag482.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ID" val="diagram20181972_3*n_i*1_188"/>
  <p:tag name="KSO_WM_UNIT_INDEX" val="1_188"/>
  <p:tag name="KSO_WM_UNIT_LAYERLEVEL" val="1_1"/>
  <p:tag name="KSO_WM_UNIT_TEXT_FILL_FORE_SCHEMECOLOR_INDEX" val="13"/>
  <p:tag name="KSO_WM_UNIT_TEXT_FILL_TYPE" val="1"/>
  <p:tag name="KSO_WM_UNIT_TYPE" val="n_i"/>
</p:tagLst>
</file>

<file path=ppt/tags/tag483.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5"/>
  <p:tag name="KSO_WM_UNIT_FILL_TYPE" val="1"/>
  <p:tag name="KSO_WM_UNIT_ID" val="diagram20181972_3*n_i*1_189"/>
  <p:tag name="KSO_WM_UNIT_INDEX" val="1_189"/>
  <p:tag name="KSO_WM_UNIT_LAYERLEVEL" val="1_1"/>
  <p:tag name="KSO_WM_UNIT_TEXT_FILL_FORE_SCHEMECOLOR_INDEX" val="13"/>
  <p:tag name="KSO_WM_UNIT_TEXT_FILL_TYPE" val="1"/>
  <p:tag name="KSO_WM_UNIT_TYPE" val="n_i"/>
</p:tagLst>
</file>

<file path=ppt/tags/tag484.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5"/>
  <p:tag name="KSO_WM_UNIT_FILL_TYPE" val="1"/>
  <p:tag name="KSO_WM_UNIT_ID" val="diagram20181972_3*n_i*1_190"/>
  <p:tag name="KSO_WM_UNIT_INDEX" val="1_190"/>
  <p:tag name="KSO_WM_UNIT_LAYERLEVEL" val="1_1"/>
  <p:tag name="KSO_WM_UNIT_TEXT_FILL_FORE_SCHEMECOLOR_INDEX" val="13"/>
  <p:tag name="KSO_WM_UNIT_TEXT_FILL_TYPE" val="1"/>
  <p:tag name="KSO_WM_UNIT_TYPE" val="n_i"/>
</p:tagLst>
</file>

<file path=ppt/tags/tag485.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5"/>
  <p:tag name="KSO_WM_UNIT_FILL_TYPE" val="1"/>
  <p:tag name="KSO_WM_UNIT_ID" val="diagram20181972_3*n_i*1_191"/>
  <p:tag name="KSO_WM_UNIT_INDEX" val="1_191"/>
  <p:tag name="KSO_WM_UNIT_LAYERLEVEL" val="1_1"/>
  <p:tag name="KSO_WM_UNIT_TEXT_FILL_FORE_SCHEMECOLOR_INDEX" val="13"/>
  <p:tag name="KSO_WM_UNIT_TEXT_FILL_TYPE" val="1"/>
  <p:tag name="KSO_WM_UNIT_TYPE" val="n_i"/>
</p:tagLst>
</file>

<file path=ppt/tags/tag486.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ID" val="diagram20181972_3*n_i*1_192"/>
  <p:tag name="KSO_WM_UNIT_INDEX" val="1_192"/>
  <p:tag name="KSO_WM_UNIT_LAYERLEVEL" val="1_1"/>
  <p:tag name="KSO_WM_UNIT_TEXT_FILL_FORE_SCHEMECOLOR_INDEX" val="13"/>
  <p:tag name="KSO_WM_UNIT_TEXT_FILL_TYPE" val="1"/>
  <p:tag name="KSO_WM_UNIT_TYPE" val="n_i"/>
</p:tagLst>
</file>

<file path=ppt/tags/tag487.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ID" val="diagram20181972_3*n_i*1_193"/>
  <p:tag name="KSO_WM_UNIT_INDEX" val="1_193"/>
  <p:tag name="KSO_WM_UNIT_LAYERLEVEL" val="1_1"/>
  <p:tag name="KSO_WM_UNIT_TEXT_FILL_FORE_SCHEMECOLOR_INDEX" val="13"/>
  <p:tag name="KSO_WM_UNIT_TEXT_FILL_TYPE" val="1"/>
  <p:tag name="KSO_WM_UNIT_TYPE" val="n_i"/>
</p:tagLst>
</file>

<file path=ppt/tags/tag488.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ID" val="diagram20181972_3*n_i*1_194"/>
  <p:tag name="KSO_WM_UNIT_INDEX" val="1_194"/>
  <p:tag name="KSO_WM_UNIT_LAYERLEVEL" val="1_1"/>
  <p:tag name="KSO_WM_UNIT_TEXT_FILL_FORE_SCHEMECOLOR_INDEX" val="13"/>
  <p:tag name="KSO_WM_UNIT_TEXT_FILL_TYPE" val="1"/>
  <p:tag name="KSO_WM_UNIT_TYPE" val="n_i"/>
</p:tagLst>
</file>

<file path=ppt/tags/tag489.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ID" val="diagram20181972_3*n_i*1_195"/>
  <p:tag name="KSO_WM_UNIT_INDEX" val="1_195"/>
  <p:tag name="KSO_WM_UNIT_LAYERLEVEL" val="1_1"/>
  <p:tag name="KSO_WM_UNIT_TEXT_FILL_FORE_SCHEMECOLOR_INDEX" val="13"/>
  <p:tag name="KSO_WM_UNIT_TEXT_FILL_TYPE" val="1"/>
  <p:tag name="KSO_WM_UNIT_TYPE" val="n_i"/>
</p:tagLst>
</file>

<file path=ppt/tags/tag490.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CLEAR" val="0"/>
  <p:tag name="KSO_WM_UNIT_COMPATIBLE" val="0"/>
  <p:tag name="KSO_WM_UNIT_HIGHLIGHT" val="0"/>
  <p:tag name="KSO_WM_UNIT_ID" val="diagram20181972_3*n_h_f*1_1_3"/>
  <p:tag name="KSO_WM_UNIT_INDEX" val="1_1_3"/>
  <p:tag name="KSO_WM_UNIT_LAYERLEVEL" val="1_1_1"/>
  <p:tag name="KSO_WM_UNIT_PRESET_TEXT" val="请在这里输入您的内容文字请在这里输入您的内容文字请在这里输入您的内容文字请在这里输入您的内容文字。"/>
  <p:tag name="KSO_WM_UNIT_TEXT_FILL_FORE_SCHEMECOLOR_INDEX" val="13"/>
  <p:tag name="KSO_WM_UNIT_TEXT_FILL_TYPE" val="1"/>
  <p:tag name="KSO_WM_UNIT_TYPE" val="n_h_f"/>
  <p:tag name="KSO_WM_UNIT_VALUE" val="63"/>
</p:tagLst>
</file>

<file path=ppt/tags/tag491.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15"/>
  <p:tag name="KSO_WM_UNIT_FILL_TYPE" val="1"/>
  <p:tag name="KSO_WM_UNIT_ID" val="diagram20181972_3*n_h_i*1_1_1"/>
  <p:tag name="KSO_WM_UNIT_INDEX" val="1_1_1"/>
  <p:tag name="KSO_WM_UNIT_LAYERLEVEL" val="1_1_1"/>
  <p:tag name="KSO_WM_UNIT_TEXT_FILL_FORE_SCHEMECOLOR_INDEX" val="2"/>
  <p:tag name="KSO_WM_UNIT_TEXT_FILL_TYPE" val="1"/>
  <p:tag name="KSO_WM_UNIT_TYPE" val="n_h_i"/>
</p:tagLst>
</file>

<file path=ppt/tags/tag492.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6"/>
  <p:tag name="KSO_WM_UNIT_FILL_TYPE" val="1"/>
  <p:tag name="KSO_WM_UNIT_ID" val="diagram20181972_3*n_i*1_197"/>
  <p:tag name="KSO_WM_UNIT_INDEX" val="1_197"/>
  <p:tag name="KSO_WM_UNIT_LAYERLEVEL" val="1_1"/>
  <p:tag name="KSO_WM_UNIT_TEXT_FILL_FORE_SCHEMECOLOR_INDEX" val="13"/>
  <p:tag name="KSO_WM_UNIT_TEXT_FILL_TYPE" val="1"/>
  <p:tag name="KSO_WM_UNIT_TYPE" val="n_i"/>
</p:tagLst>
</file>

<file path=ppt/tags/tag493.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10"/>
  <p:tag name="KSO_WM_UNIT_FILL_TYPE" val="1"/>
  <p:tag name="KSO_WM_UNIT_ID" val="diagram20181972_3*n_i*1_198"/>
  <p:tag name="KSO_WM_UNIT_INDEX" val="1_198"/>
  <p:tag name="KSO_WM_UNIT_LAYERLEVEL" val="1_1"/>
  <p:tag name="KSO_WM_UNIT_TEXT_FILL_FORE_SCHEMECOLOR_INDEX" val="13"/>
  <p:tag name="KSO_WM_UNIT_TEXT_FILL_TYPE" val="1"/>
  <p:tag name="KSO_WM_UNIT_TYPE" val="n_i"/>
</p:tagLst>
</file>

<file path=ppt/tags/tag494.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7"/>
  <p:tag name="KSO_WM_UNIT_FILL_TYPE" val="1"/>
  <p:tag name="KSO_WM_UNIT_ID" val="diagram20181972_3*n_i*1_199"/>
  <p:tag name="KSO_WM_UNIT_INDEX" val="1_199"/>
  <p:tag name="KSO_WM_UNIT_LAYERLEVEL" val="1_1"/>
  <p:tag name="KSO_WM_UNIT_TEXT_FILL_FORE_SCHEMECOLOR_INDEX" val="13"/>
  <p:tag name="KSO_WM_UNIT_TEXT_FILL_TYPE" val="1"/>
  <p:tag name="KSO_WM_UNIT_TYPE" val="n_i"/>
</p:tagLst>
</file>

<file path=ppt/tags/tag495.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FILL_FORE_SCHEMECOLOR_INDEX" val="6"/>
  <p:tag name="KSO_WM_UNIT_FILL_TYPE" val="1"/>
  <p:tag name="KSO_WM_UNIT_ID" val="diagram20181972_3*n_i*1_200"/>
  <p:tag name="KSO_WM_UNIT_INDEX" val="1_200"/>
  <p:tag name="KSO_WM_UNIT_LAYERLEVEL" val="1_1"/>
  <p:tag name="KSO_WM_UNIT_TEXT_FILL_FORE_SCHEMECOLOR_INDEX" val="13"/>
  <p:tag name="KSO_WM_UNIT_TEXT_FILL_TYPE" val="1"/>
  <p:tag name="KSO_WM_UNIT_TYPE" val="n_i"/>
</p:tagLst>
</file>

<file path=ppt/tags/tag496.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ID" val="diagram20181972_3*n_h_i*1_2_1"/>
  <p:tag name="KSO_WM_UNIT_INDEX" val="1_2_1"/>
  <p:tag name="KSO_WM_UNIT_LAYERLEVEL" val="1_1_1"/>
  <p:tag name="KSO_WM_UNIT_LINE_FILL_TYPE" val="2"/>
  <p:tag name="KSO_WM_UNIT_LINE_FORE_SCHEMECOLOR_INDEX" val="13"/>
  <p:tag name="KSO_WM_UNIT_TEXT_FILL_FORE_SCHEMECOLOR_INDEX" val="2"/>
  <p:tag name="KSO_WM_UNIT_TEXT_FILL_TYPE" val="1"/>
  <p:tag name="KSO_WM_UNIT_TYPE" val="n_h_i"/>
</p:tagLst>
</file>

<file path=ppt/tags/tag497.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CLEAR" val="0"/>
  <p:tag name="KSO_WM_UNIT_COMPATIBLE" val="0"/>
  <p:tag name="KSO_WM_UNIT_HIGHLIGHT" val="0"/>
  <p:tag name="KSO_WM_UNIT_ID" val="diagram20181972_3*n_h_f*1_2_1"/>
  <p:tag name="KSO_WM_UNIT_INDEX" val="1_2_1"/>
  <p:tag name="KSO_WM_UNIT_LAYERLEVEL" val="1_1_1"/>
  <p:tag name="KSO_WM_UNIT_PRESET_TEXT" val="800+"/>
  <p:tag name="KSO_WM_UNIT_TEXT_FILL_FORE_SCHEMECOLOR_INDEX" val="13"/>
  <p:tag name="KSO_WM_UNIT_TEXT_FILL_TYPE" val="1"/>
  <p:tag name="KSO_WM_UNIT_TYPE" val="n_h_f"/>
  <p:tag name="KSO_WM_UNIT_VALUE" val="2"/>
</p:tagLst>
</file>

<file path=ppt/tags/tag498.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ID" val="diagram20181972_3*n_h_i*1_3_1"/>
  <p:tag name="KSO_WM_UNIT_INDEX" val="1_3_1"/>
  <p:tag name="KSO_WM_UNIT_LAYERLEVEL" val="1_1_1"/>
  <p:tag name="KSO_WM_UNIT_LINE_FILL_TYPE" val="2"/>
  <p:tag name="KSO_WM_UNIT_LINE_FORE_SCHEMECOLOR_INDEX" val="13"/>
  <p:tag name="KSO_WM_UNIT_TEXT_FILL_FORE_SCHEMECOLOR_INDEX" val="2"/>
  <p:tag name="KSO_WM_UNIT_TEXT_FILL_TYPE" val="1"/>
  <p:tag name="KSO_WM_UNIT_TYPE" val="n_h_i"/>
</p:tagLst>
</file>

<file path=ppt/tags/tag499.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CLEAR" val="0"/>
  <p:tag name="KSO_WM_UNIT_COMPATIBLE" val="0"/>
  <p:tag name="KSO_WM_UNIT_HIGHLIGHT" val="0"/>
  <p:tag name="KSO_WM_UNIT_ID" val="diagram20181972_3*n_h_f*1_3_1"/>
  <p:tag name="KSO_WM_UNIT_INDEX" val="1_3_1"/>
  <p:tag name="KSO_WM_UNIT_LAYERLEVEL" val="1_1_1"/>
  <p:tag name="KSO_WM_UNIT_PRESET_TEXT" val="800+"/>
  <p:tag name="KSO_WM_UNIT_TEXT_FILL_FORE_SCHEMECOLOR_INDEX" val="13"/>
  <p:tag name="KSO_WM_UNIT_TEXT_FILL_TYPE" val="1"/>
  <p:tag name="KSO_WM_UNIT_TYPE" val="n_h_f"/>
  <p:tag name="KSO_WM_UNIT_VALUE" val="2"/>
</p:tagLst>
</file>

<file path=ppt/tags/tag500.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ID" val="diagram20181972_3*n_h_i*1_4_1"/>
  <p:tag name="KSO_WM_UNIT_INDEX" val="1_4_1"/>
  <p:tag name="KSO_WM_UNIT_LAYERLEVEL" val="1_1_1"/>
  <p:tag name="KSO_WM_UNIT_LINE_FILL_TYPE" val="2"/>
  <p:tag name="KSO_WM_UNIT_LINE_FORE_SCHEMECOLOR_INDEX" val="13"/>
  <p:tag name="KSO_WM_UNIT_TEXT_FILL_FORE_SCHEMECOLOR_INDEX" val="2"/>
  <p:tag name="KSO_WM_UNIT_TEXT_FILL_TYPE" val="1"/>
  <p:tag name="KSO_WM_UNIT_TYPE" val="n_h_i"/>
</p:tagLst>
</file>

<file path=ppt/tags/tag501.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CLEAR" val="0"/>
  <p:tag name="KSO_WM_UNIT_COMPATIBLE" val="0"/>
  <p:tag name="KSO_WM_UNIT_HIGHLIGHT" val="0"/>
  <p:tag name="KSO_WM_UNIT_ID" val="diagram20181972_3*n_h_f*1_4_1"/>
  <p:tag name="KSO_WM_UNIT_INDEX" val="1_4_1"/>
  <p:tag name="KSO_WM_UNIT_LAYERLEVEL" val="1_1_1"/>
  <p:tag name="KSO_WM_UNIT_PRESET_TEXT" val="800+"/>
  <p:tag name="KSO_WM_UNIT_TEXT_FILL_FORE_SCHEMECOLOR_INDEX" val="13"/>
  <p:tag name="KSO_WM_UNIT_TEXT_FILL_TYPE" val="1"/>
  <p:tag name="KSO_WM_UNIT_TYPE" val="n_h_f"/>
  <p:tag name="KSO_WM_UNIT_VALUE" val="2"/>
</p:tagLst>
</file>

<file path=ppt/tags/tag502.xml><?xml version="1.0" encoding="utf-8"?>
<p:tagLst xmlns:p="http://schemas.openxmlformats.org/presentationml/2006/main">
  <p:tag name="KSO_WM_BEAUTIFY_FLAG" val="#wm#"/>
  <p:tag name="KSO_WM_DIAGRAM_GROUP_CODE" val="n1-1"/>
  <p:tag name="KSO_WM_TAG_VERSION" val="1.0"/>
  <p:tag name="KSO_WM_TEMPLATE_CATEGORY" val="diagram"/>
  <p:tag name="KSO_WM_TEMPLATE_INDEX" val="20181972"/>
  <p:tag name="KSO_WM_UNIT_CLEAR" val="0"/>
  <p:tag name="KSO_WM_UNIT_COMPATIBLE" val="0"/>
  <p:tag name="KSO_WM_UNIT_HIGHLIGHT" val="0"/>
  <p:tag name="KSO_WM_UNIT_ID" val="diagram20181972_3*n_h_f*1_1_2"/>
  <p:tag name="KSO_WM_UNIT_INDEX" val="1_1_2"/>
  <p:tag name="KSO_WM_UNIT_LAYERLEVEL" val="1_1_1"/>
  <p:tag name="KSO_WM_UNIT_PRESET_TEXT" val="￥2,300,000"/>
  <p:tag name="KSO_WM_UNIT_TEXT_FILL_FORE_SCHEMECOLOR_INDEX" val="15"/>
  <p:tag name="KSO_WM_UNIT_TEXT_FILL_TYPE" val="1"/>
  <p:tag name="KSO_WM_UNIT_TYPE" val="n_h_f"/>
  <p:tag name="KSO_WM_UNIT_VALUE" val="5"/>
</p:tagLst>
</file>

<file path=ppt/tags/tag503.xml><?xml version="1.0" encoding="utf-8"?>
<p:tagLst xmlns:p="http://schemas.openxmlformats.org/presentationml/2006/main">
  <p:tag name="KSO_WM_BEAUTIFY_FLAG" val="#wm#"/>
  <p:tag name="KSO_WM_DIAGRAM_GROUP_CODE" val="r1-1"/>
  <p:tag name="KSO_WM_TAG_VERSION" val="1.0"/>
  <p:tag name="KSO_WM_TEMPLATE_CATEGORY" val="diagram"/>
  <p:tag name="KSO_WM_TEMPLATE_INDEX" val="20177788"/>
  <p:tag name="KSO_WM_UNIT_DIAGRAM_CONTRAST_TITLE_CNT" val="1"/>
  <p:tag name="KSO_WM_UNIT_DIAGRAM_DIMENSION_TITLE_CNT" val="2"/>
  <p:tag name="KSO_WM_UNIT_ID" val="diagram20177788_1*r_i*1_1"/>
  <p:tag name="KSO_WM_UNIT_INDEX" val="1_1"/>
  <p:tag name="KSO_WM_UNIT_LAYERLEVEL" val="1_1"/>
  <p:tag name="KSO_WM_UNIT_LINE_FILL_TYPE" val="2"/>
  <p:tag name="KSO_WM_UNIT_LINE_FORE_SCHEMECOLOR_INDEX" val="5"/>
  <p:tag name="KSO_WM_UNIT_TEXT_FILL_FORE_SCHEMECOLOR_INDEX" val="15"/>
  <p:tag name="KSO_WM_UNIT_TEXT_FILL_TYPE" val="1"/>
  <p:tag name="KSO_WM_UNIT_TYPE" val="r_i"/>
</p:tagLst>
</file>

<file path=ppt/tags/tag504.xml><?xml version="1.0" encoding="utf-8"?>
<p:tagLst xmlns:p="http://schemas.openxmlformats.org/presentationml/2006/main">
  <p:tag name="KSO_WM_BEAUTIFY_FLAG" val="#wm#"/>
  <p:tag name="KSO_WM_DIAGRAM_GROUP_CODE" val="r1-1"/>
  <p:tag name="KSO_WM_TAG_VERSION" val="1.0"/>
  <p:tag name="KSO_WM_TEMPLATE_CATEGORY" val="diagram"/>
  <p:tag name="KSO_WM_TEMPLATE_INDEX" val="20177788"/>
  <p:tag name="KSO_WM_UNIT_DIAGRAM_CONTRAST_TITLE_CNT" val="1"/>
  <p:tag name="KSO_WM_UNIT_DIAGRAM_DIMENSION_TITLE_CNT" val="2"/>
  <p:tag name="KSO_WM_UNIT_FILL_FORE_SCHEMECOLOR_INDEX" val="6"/>
  <p:tag name="KSO_WM_UNIT_FILL_TYPE" val="1"/>
  <p:tag name="KSO_WM_UNIT_ID" val="diagram20177788_1*r_i*1_2"/>
  <p:tag name="KSO_WM_UNIT_INDEX" val="1_2"/>
  <p:tag name="KSO_WM_UNIT_LAYERLEVEL" val="1_1"/>
  <p:tag name="KSO_WM_UNIT_TEXT_FILL_FORE_SCHEMECOLOR_INDEX" val="6"/>
  <p:tag name="KSO_WM_UNIT_TEXT_FILL_TYPE" val="1"/>
  <p:tag name="KSO_WM_UNIT_TYPE" val="r_i"/>
</p:tagLst>
</file>

<file path=ppt/tags/tag505.xml><?xml version="1.0" encoding="utf-8"?>
<p:tagLst xmlns:p="http://schemas.openxmlformats.org/presentationml/2006/main">
  <p:tag name="KSO_WM_BEAUTIFY_FLAG" val="#wm#"/>
  <p:tag name="KSO_WM_DIAGRAM_GROUP_CODE" val="r1-1"/>
  <p:tag name="KSO_WM_TAG_VERSION" val="1.0"/>
  <p:tag name="KSO_WM_TEMPLATE_CATEGORY" val="diagram"/>
  <p:tag name="KSO_WM_TEMPLATE_INDEX" val="20177788"/>
  <p:tag name="KSO_WM_UNIT_DIAGRAM_CONTRAST_TITLE_CNT" val="1"/>
  <p:tag name="KSO_WM_UNIT_DIAGRAM_DIMENSION_TITLE_CNT" val="2"/>
  <p:tag name="KSO_WM_UNIT_FILL_FORE_SCHEMECOLOR_INDEX" val="5"/>
  <p:tag name="KSO_WM_UNIT_FILL_TYPE" val="1"/>
  <p:tag name="KSO_WM_UNIT_ID" val="diagram20177788_1*r_i*1_3"/>
  <p:tag name="KSO_WM_UNIT_INDEX" val="1_3"/>
  <p:tag name="KSO_WM_UNIT_LAYERLEVEL" val="1_1"/>
  <p:tag name="KSO_WM_UNIT_TEXT_FILL_FORE_SCHEMECOLOR_INDEX" val="6"/>
  <p:tag name="KSO_WM_UNIT_TEXT_FILL_TYPE" val="1"/>
  <p:tag name="KSO_WM_UNIT_TYPE" val="r_i"/>
</p:tagLst>
</file>

<file path=ppt/tags/tag506.xml><?xml version="1.0" encoding="utf-8"?>
<p:tagLst xmlns:p="http://schemas.openxmlformats.org/presentationml/2006/main">
  <p:tag name="KSO_WM_BEAUTIFY_FLAG" val="#wm#"/>
  <p:tag name="KSO_WM_DIAGRAM_GROUP_CODE" val="r1-1"/>
  <p:tag name="KSO_WM_TAG_VERSION" val="1.0"/>
  <p:tag name="KSO_WM_TEMPLATE_CATEGORY" val="diagram"/>
  <p:tag name="KSO_WM_TEMPLATE_INDEX" val="20177788"/>
  <p:tag name="KSO_WM_UNIT_CLEAR" val="0"/>
  <p:tag name="KSO_WM_UNIT_COMPATIBLE" val="0"/>
  <p:tag name="KSO_WM_UNIT_DIAGRAM_CONTRAST_TITLE_CNT" val="1"/>
  <p:tag name="KSO_WM_UNIT_DIAGRAM_DIMENSION_TITLE_CNT" val="2"/>
  <p:tag name="KSO_WM_UNIT_HIGHLIGHT" val="0"/>
  <p:tag name="KSO_WM_UNIT_ID" val="diagram20177788_1*r_u*1_1"/>
  <p:tag name="KSO_WM_UNIT_INDEX" val="1_1"/>
  <p:tag name="KSO_WM_UNIT_LAYERLEVEL" val="1_1"/>
  <p:tag name="KSO_WM_UNIT_PRESET_TEXT" val="实习基地"/>
  <p:tag name="KSO_WM_UNIT_TEXT_FILL_FORE_SCHEMECOLOR_INDEX" val="2"/>
  <p:tag name="KSO_WM_UNIT_TEXT_FILL_TYPE" val="1"/>
  <p:tag name="KSO_WM_UNIT_TYPE" val="r_u"/>
  <p:tag name="KSO_WM_UNIT_VALUE" val="10"/>
</p:tagLst>
</file>

<file path=ppt/tags/tag507.xml><?xml version="1.0" encoding="utf-8"?>
<p:tagLst xmlns:p="http://schemas.openxmlformats.org/presentationml/2006/main">
  <p:tag name="KSO_WM_BEAUTIFY_FLAG" val="#wm#"/>
  <p:tag name="KSO_WM_DIAGRAM_GROUP_CODE" val="r1-1"/>
  <p:tag name="KSO_WM_TAG_VERSION" val="1.0"/>
  <p:tag name="KSO_WM_TEMPLATE_CATEGORY" val="diagram"/>
  <p:tag name="KSO_WM_TEMPLATE_INDEX" val="20177788"/>
  <p:tag name="KSO_WM_UNIT_CLEAR" val="0"/>
  <p:tag name="KSO_WM_UNIT_COMPATIBLE" val="0"/>
  <p:tag name="KSO_WM_UNIT_DIAGRAM_CONTRAST_TITLE_CNT" val="1"/>
  <p:tag name="KSO_WM_UNIT_DIAGRAM_DIMENSION_TITLE_CNT" val="2"/>
  <p:tag name="KSO_WM_UNIT_HIGHLIGHT" val="0"/>
  <p:tag name="KSO_WM_UNIT_ID" val="diagram20177788_1*r_u*1_2"/>
  <p:tag name="KSO_WM_UNIT_INDEX" val="1_2"/>
  <p:tag name="KSO_WM_UNIT_LAYERLEVEL" val="1_1"/>
  <p:tag name="KSO_WM_UNIT_PRESET_TEXT" val="创业培训"/>
  <p:tag name="KSO_WM_UNIT_TEXT_FILL_FORE_SCHEMECOLOR_INDEX" val="2"/>
  <p:tag name="KSO_WM_UNIT_TEXT_FILL_TYPE" val="1"/>
  <p:tag name="KSO_WM_UNIT_TYPE" val="r_u"/>
  <p:tag name="KSO_WM_UNIT_VALUE" val="10"/>
</p:tagLst>
</file>

<file path=ppt/tags/tag508.xml><?xml version="1.0" encoding="utf-8"?>
<p:tagLst xmlns:p="http://schemas.openxmlformats.org/presentationml/2006/main">
  <p:tag name="KSO_WM_BEAUTIFY_FLAG" val="#wm#"/>
  <p:tag name="KSO_WM_DIAGRAM_GROUP_CODE" val="r1-1"/>
  <p:tag name="KSO_WM_TAG_VERSION" val="1.0"/>
  <p:tag name="KSO_WM_TEMPLATE_CATEGORY" val="diagram"/>
  <p:tag name="KSO_WM_TEMPLATE_INDEX" val="20177788"/>
  <p:tag name="KSO_WM_UNIT_DIAGRAM_CONTRAST_TITLE_CNT" val="1"/>
  <p:tag name="KSO_WM_UNIT_DIAGRAM_DIMENSION_TITLE_CNT" val="2"/>
  <p:tag name="KSO_WM_UNIT_ID" val="diagram20177788_1*r_i*1_4"/>
  <p:tag name="KSO_WM_UNIT_INDEX" val="1_4"/>
  <p:tag name="KSO_WM_UNIT_LAYERLEVEL" val="1_1"/>
  <p:tag name="KSO_WM_UNIT_LINE_FILL_TYPE" val="2"/>
  <p:tag name="KSO_WM_UNIT_LINE_FORE_SCHEMECOLOR_INDEX" val="6"/>
  <p:tag name="KSO_WM_UNIT_TEXT_FILL_FORE_SCHEMECOLOR_INDEX" val="15"/>
  <p:tag name="KSO_WM_UNIT_TEXT_FILL_TYPE" val="1"/>
  <p:tag name="KSO_WM_UNIT_TYPE" val="r_i"/>
</p:tagLst>
</file>

<file path=ppt/tags/tag509.xml><?xml version="1.0" encoding="utf-8"?>
<p:tagLst xmlns:p="http://schemas.openxmlformats.org/presentationml/2006/main">
  <p:tag name="KSO_WM_BEAUTIFY_FLAG" val="#wm#"/>
  <p:tag name="KSO_WM_DIAGRAM_GROUP_CODE" val="r1-1"/>
  <p:tag name="KSO_WM_TAG_VERSION" val="1.0"/>
  <p:tag name="KSO_WM_TEMPLATE_CATEGORY" val="diagram"/>
  <p:tag name="KSO_WM_TEMPLATE_INDEX" val="20177788"/>
  <p:tag name="KSO_WM_UNIT_CLEAR" val="0"/>
  <p:tag name="KSO_WM_UNIT_COMPATIBLE" val="0"/>
  <p:tag name="KSO_WM_UNIT_DIAGRAM_CONTRAST_TITLE_CNT" val="1"/>
  <p:tag name="KSO_WM_UNIT_DIAGRAM_DIMENSION_TITLE_CNT" val="2"/>
  <p:tag name="KSO_WM_UNIT_HIGHLIGHT" val="0"/>
  <p:tag name="KSO_WM_UNIT_ID" val="diagram20177788_1*r_v*1_1"/>
  <p:tag name="KSO_WM_UNIT_INDEX" val="1_1"/>
  <p:tag name="KSO_WM_UNIT_LAYERLEVEL" val="1_1"/>
  <p:tag name="KSO_WM_UNIT_PRESET_TEXT" val="要求所有学生参加实习"/>
  <p:tag name="KSO_WM_UNIT_TEXT_FILL_FORE_SCHEMECOLOR_INDEX" val="13"/>
  <p:tag name="KSO_WM_UNIT_TEXT_FILL_TYPE" val="1"/>
  <p:tag name="KSO_WM_UNIT_TYPE" val="r_v"/>
  <p:tag name="KSO_WM_UNIT_VALUE" val="10"/>
</p:tagLst>
</file>

<file path=ppt/tags/tag510.xml><?xml version="1.0" encoding="utf-8"?>
<p:tagLst xmlns:p="http://schemas.openxmlformats.org/presentationml/2006/main">
  <p:tag name="KSO_WM_BEAUTIFY_FLAG" val="#wm#"/>
  <p:tag name="KSO_WM_TAG_VERSION" val="1.0"/>
  <p:tag name="KSO_WM_TEMPLATE_CATEGORY" val="diagram"/>
  <p:tag name="KSO_WM_TEMPLATE_INDEX" val="20177788"/>
  <p:tag name="KSO_WM_UNIT_ID" val="diagram20177788_1*i*7"/>
  <p:tag name="KSO_WM_UNIT_INDEX" val="7"/>
  <p:tag name="KSO_WM_UNIT_TYPE" val="i"/>
</p:tagLst>
</file>

<file path=ppt/tags/tag511.xml><?xml version="1.0" encoding="utf-8"?>
<p:tagLst xmlns:p="http://schemas.openxmlformats.org/presentationml/2006/main">
  <p:tag name="KSO_WM_BEAUTIFY_FLAG" val="#wm#"/>
  <p:tag name="KSO_WM_DIAGRAM_GROUP_CODE" val="r1-1"/>
  <p:tag name="KSO_WM_TAG_VERSION" val="1.0"/>
  <p:tag name="KSO_WM_TEMPLATE_CATEGORY" val="diagram"/>
  <p:tag name="KSO_WM_TEMPLATE_INDEX" val="20177788"/>
  <p:tag name="KSO_WM_UNIT_DIAGRAM_CONTRAST_TITLE_CNT" val="1"/>
  <p:tag name="KSO_WM_UNIT_DIAGRAM_DIMENSION_TITLE_CNT" val="2"/>
  <p:tag name="KSO_WM_UNIT_FILL_FORE_SCHEMECOLOR_INDEX" val="5"/>
  <p:tag name="KSO_WM_UNIT_FILL_TYPE" val="1"/>
  <p:tag name="KSO_WM_UNIT_ID" val="diagram20177788_1*r_i*1_5"/>
  <p:tag name="KSO_WM_UNIT_INDEX" val="1_5"/>
  <p:tag name="KSO_WM_UNIT_LAYERLEVEL" val="1_1"/>
  <p:tag name="KSO_WM_UNIT_TYPE" val="r_i"/>
</p:tagLst>
</file>

<file path=ppt/tags/tag512.xml><?xml version="1.0" encoding="utf-8"?>
<p:tagLst xmlns:p="http://schemas.openxmlformats.org/presentationml/2006/main">
  <p:tag name="KSO_WM_BEAUTIFY_FLAG" val="#wm#"/>
  <p:tag name="KSO_WM_DIAGRAM_GROUP_CODE" val="r1-1"/>
  <p:tag name="KSO_WM_TAG_VERSION" val="1.0"/>
  <p:tag name="KSO_WM_TEMPLATE_CATEGORY" val="diagram"/>
  <p:tag name="KSO_WM_TEMPLATE_INDEX" val="20177788"/>
  <p:tag name="KSO_WM_UNIT_DIAGRAM_CONTRAST_TITLE_CNT" val="1"/>
  <p:tag name="KSO_WM_UNIT_DIAGRAM_DIMENSION_TITLE_CNT" val="2"/>
  <p:tag name="KSO_WM_UNIT_FILL_FORE_SCHEMECOLOR_INDEX" val="5"/>
  <p:tag name="KSO_WM_UNIT_FILL_TYPE" val="1"/>
  <p:tag name="KSO_WM_UNIT_ID" val="diagram20177788_1*r_i*1_6"/>
  <p:tag name="KSO_WM_UNIT_INDEX" val="1_6"/>
  <p:tag name="KSO_WM_UNIT_LAYERLEVEL" val="1_1"/>
  <p:tag name="KSO_WM_UNIT_TYPE" val="r_i"/>
</p:tagLst>
</file>

<file path=ppt/tags/tag513.xml><?xml version="1.0" encoding="utf-8"?>
<p:tagLst xmlns:p="http://schemas.openxmlformats.org/presentationml/2006/main">
  <p:tag name="KSO_WM_BEAUTIFY_FLAG" val="#wm#"/>
  <p:tag name="KSO_WM_DIAGRAM_GROUP_CODE" val="r1-1"/>
  <p:tag name="KSO_WM_TAG_VERSION" val="1.0"/>
  <p:tag name="KSO_WM_TEMPLATE_CATEGORY" val="diagram"/>
  <p:tag name="KSO_WM_TEMPLATE_INDEX" val="20177788"/>
  <p:tag name="KSO_WM_UNIT_DIAGRAM_CONTRAST_TITLE_CNT" val="1"/>
  <p:tag name="KSO_WM_UNIT_DIAGRAM_DIMENSION_TITLE_CNT" val="2"/>
  <p:tag name="KSO_WM_UNIT_FILL_FORE_SCHEMECOLOR_INDEX" val="5"/>
  <p:tag name="KSO_WM_UNIT_FILL_TYPE" val="1"/>
  <p:tag name="KSO_WM_UNIT_ID" val="diagram20177788_1*r_i*1_7"/>
  <p:tag name="KSO_WM_UNIT_INDEX" val="1_7"/>
  <p:tag name="KSO_WM_UNIT_LAYERLEVEL" val="1_1"/>
  <p:tag name="KSO_WM_UNIT_TYPE" val="r_i"/>
</p:tagLst>
</file>

<file path=ppt/tags/tag514.xml><?xml version="1.0" encoding="utf-8"?>
<p:tagLst xmlns:p="http://schemas.openxmlformats.org/presentationml/2006/main">
  <p:tag name="KSO_WM_BEAUTIFY_FLAG" val="#wm#"/>
  <p:tag name="KSO_WM_DIAGRAM_GROUP_CODE" val="r1-1"/>
  <p:tag name="KSO_WM_TAG_VERSION" val="1.0"/>
  <p:tag name="KSO_WM_TEMPLATE_CATEGORY" val="diagram"/>
  <p:tag name="KSO_WM_TEMPLATE_INDEX" val="20177788"/>
  <p:tag name="KSO_WM_UNIT_DIAGRAM_CONTRAST_TITLE_CNT" val="1"/>
  <p:tag name="KSO_WM_UNIT_DIAGRAM_DIMENSION_TITLE_CNT" val="2"/>
  <p:tag name="KSO_WM_UNIT_FILL_FORE_SCHEMECOLOR_INDEX" val="5"/>
  <p:tag name="KSO_WM_UNIT_FILL_TYPE" val="1"/>
  <p:tag name="KSO_WM_UNIT_ID" val="diagram20177788_1*r_i*1_8"/>
  <p:tag name="KSO_WM_UNIT_INDEX" val="1_8"/>
  <p:tag name="KSO_WM_UNIT_LAYERLEVEL" val="1_1"/>
  <p:tag name="KSO_WM_UNIT_TYPE" val="r_i"/>
</p:tagLst>
</file>

<file path=ppt/tags/tag515.xml><?xml version="1.0" encoding="utf-8"?>
<p:tagLst xmlns:p="http://schemas.openxmlformats.org/presentationml/2006/main">
  <p:tag name="KSO_WM_BEAUTIFY_FLAG" val="#wm#"/>
  <p:tag name="KSO_WM_DIAGRAM_GROUP_CODE" val="r1-1"/>
  <p:tag name="KSO_WM_TAG_VERSION" val="1.0"/>
  <p:tag name="KSO_WM_TEMPLATE_CATEGORY" val="diagram"/>
  <p:tag name="KSO_WM_TEMPLATE_INDEX" val="20177788"/>
  <p:tag name="KSO_WM_UNIT_DIAGRAM_CONTRAST_TITLE_CNT" val="1"/>
  <p:tag name="KSO_WM_UNIT_DIAGRAM_DIMENSION_TITLE_CNT" val="2"/>
  <p:tag name="KSO_WM_UNIT_FILL_FORE_SCHEMECOLOR_INDEX" val="5"/>
  <p:tag name="KSO_WM_UNIT_FILL_TYPE" val="1"/>
  <p:tag name="KSO_WM_UNIT_ID" val="diagram20177788_1*r_i*1_9"/>
  <p:tag name="KSO_WM_UNIT_INDEX" val="1_9"/>
  <p:tag name="KSO_WM_UNIT_LAYERLEVEL" val="1_1"/>
  <p:tag name="KSO_WM_UNIT_TYPE" val="r_i"/>
</p:tagLst>
</file>

<file path=ppt/tags/tag516.xml><?xml version="1.0" encoding="utf-8"?>
<p:tagLst xmlns:p="http://schemas.openxmlformats.org/presentationml/2006/main">
  <p:tag name="KSO_WM_BEAUTIFY_FLAG" val="#wm#"/>
  <p:tag name="KSO_WM_DIAGRAM_GROUP_CODE" val="r1-1"/>
  <p:tag name="KSO_WM_TAG_VERSION" val="1.0"/>
  <p:tag name="KSO_WM_TEMPLATE_CATEGORY" val="diagram"/>
  <p:tag name="KSO_WM_TEMPLATE_INDEX" val="20177788"/>
  <p:tag name="KSO_WM_UNIT_DIAGRAM_CONTRAST_TITLE_CNT" val="1"/>
  <p:tag name="KSO_WM_UNIT_DIAGRAM_DIMENSION_TITLE_CNT" val="2"/>
  <p:tag name="KSO_WM_UNIT_FILL_FORE_SCHEMECOLOR_INDEX" val="5"/>
  <p:tag name="KSO_WM_UNIT_FILL_TYPE" val="1"/>
  <p:tag name="KSO_WM_UNIT_ID" val="diagram20177788_1*r_i*1_10"/>
  <p:tag name="KSO_WM_UNIT_INDEX" val="1_10"/>
  <p:tag name="KSO_WM_UNIT_LAYERLEVEL" val="1_1"/>
  <p:tag name="KSO_WM_UNIT_TYPE" val="r_i"/>
</p:tagLst>
</file>

<file path=ppt/tags/tag517.xml><?xml version="1.0" encoding="utf-8"?>
<p:tagLst xmlns:p="http://schemas.openxmlformats.org/presentationml/2006/main">
  <p:tag name="KSO_WM_BEAUTIFY_FLAG" val="#wm#"/>
  <p:tag name="KSO_WM_DIAGRAM_GROUP_CODE" val="r1-1"/>
  <p:tag name="KSO_WM_TAG_VERSION" val="1.0"/>
  <p:tag name="KSO_WM_TEMPLATE_CATEGORY" val="diagram"/>
  <p:tag name="KSO_WM_TEMPLATE_INDEX" val="20177788"/>
  <p:tag name="KSO_WM_UNIT_DIAGRAM_CONTRAST_TITLE_CNT" val="1"/>
  <p:tag name="KSO_WM_UNIT_DIAGRAM_DIMENSION_TITLE_CNT" val="2"/>
  <p:tag name="KSO_WM_UNIT_FILL_FORE_SCHEMECOLOR_INDEX" val="5"/>
  <p:tag name="KSO_WM_UNIT_FILL_TYPE" val="1"/>
  <p:tag name="KSO_WM_UNIT_ID" val="diagram20177788_1*r_i*1_11"/>
  <p:tag name="KSO_WM_UNIT_INDEX" val="1_11"/>
  <p:tag name="KSO_WM_UNIT_LAYERLEVEL" val="1_1"/>
  <p:tag name="KSO_WM_UNIT_TYPE" val="r_i"/>
</p:tagLst>
</file>

<file path=ppt/tags/tag518.xml><?xml version="1.0" encoding="utf-8"?>
<p:tagLst xmlns:p="http://schemas.openxmlformats.org/presentationml/2006/main">
  <p:tag name="KSO_WM_BEAUTIFY_FLAG" val="#wm#"/>
  <p:tag name="KSO_WM_DIAGRAM_GROUP_CODE" val="r1-1"/>
  <p:tag name="KSO_WM_TAG_VERSION" val="1.0"/>
  <p:tag name="KSO_WM_TEMPLATE_CATEGORY" val="diagram"/>
  <p:tag name="KSO_WM_TEMPLATE_INDEX" val="20177788"/>
  <p:tag name="KSO_WM_UNIT_CLEAR" val="0"/>
  <p:tag name="KSO_WM_UNIT_COMPATIBLE" val="0"/>
  <p:tag name="KSO_WM_UNIT_DIAGRAM_CONTRAST_TITLE_CNT" val="1"/>
  <p:tag name="KSO_WM_UNIT_DIAGRAM_DIMENSION_TITLE_CNT" val="2"/>
  <p:tag name="KSO_WM_UNIT_HIGHLIGHT" val="0"/>
  <p:tag name="KSO_WM_UNIT_ID" val="diagram20177788_1*r_v*1_2"/>
  <p:tag name="KSO_WM_UNIT_INDEX" val="1_2"/>
  <p:tag name="KSO_WM_UNIT_LAYERLEVEL" val="1_1"/>
  <p:tag name="KSO_WM_UNIT_PRESET_TEXT" val="顶岗实习"/>
  <p:tag name="KSO_WM_UNIT_TEXT_FILL_FORE_SCHEMECOLOR_INDEX" val="13"/>
  <p:tag name="KSO_WM_UNIT_TEXT_FILL_TYPE" val="1"/>
  <p:tag name="KSO_WM_UNIT_TYPE" val="r_v"/>
  <p:tag name="KSO_WM_UNIT_VALUE" val="9"/>
</p:tagLst>
</file>

<file path=ppt/tags/tag519.xml><?xml version="1.0" encoding="utf-8"?>
<p:tagLst xmlns:p="http://schemas.openxmlformats.org/presentationml/2006/main">
  <p:tag name="KSO_WM_BEAUTIFY_FLAG" val="#wm#"/>
  <p:tag name="KSO_WM_TAG_VERSION" val="1.0"/>
  <p:tag name="KSO_WM_TEMPLATE_CATEGORY" val="diagram"/>
  <p:tag name="KSO_WM_TEMPLATE_INDEX" val="20177788"/>
  <p:tag name="KSO_WM_UNIT_ID" val="diagram20177788_1*i*23"/>
  <p:tag name="KSO_WM_UNIT_INDEX" val="23"/>
  <p:tag name="KSO_WM_UNIT_TYPE" val="i"/>
</p:tagLst>
</file>

<file path=ppt/tags/tag520.xml><?xml version="1.0" encoding="utf-8"?>
<p:tagLst xmlns:p="http://schemas.openxmlformats.org/presentationml/2006/main">
  <p:tag name="KSO_WM_BEAUTIFY_FLAG" val="#wm#"/>
  <p:tag name="KSO_WM_DIAGRAM_GROUP_CODE" val="r1-1"/>
  <p:tag name="KSO_WM_TAG_VERSION" val="1.0"/>
  <p:tag name="KSO_WM_TEMPLATE_CATEGORY" val="diagram"/>
  <p:tag name="KSO_WM_TEMPLATE_INDEX" val="20177788"/>
  <p:tag name="KSO_WM_UNIT_DIAGRAM_CONTRAST_TITLE_CNT" val="1"/>
  <p:tag name="KSO_WM_UNIT_DIAGRAM_DIMENSION_TITLE_CNT" val="2"/>
  <p:tag name="KSO_WM_UNIT_FILL_FORE_SCHEMECOLOR_INDEX" val="6"/>
  <p:tag name="KSO_WM_UNIT_FILL_TYPE" val="1"/>
  <p:tag name="KSO_WM_UNIT_ID" val="diagram20177788_1*r_i*1_12"/>
  <p:tag name="KSO_WM_UNIT_INDEX" val="1_12"/>
  <p:tag name="KSO_WM_UNIT_LAYERLEVEL" val="1_1"/>
  <p:tag name="KSO_WM_UNIT_TYPE" val="r_i"/>
</p:tagLst>
</file>

<file path=ppt/tags/tag521.xml><?xml version="1.0" encoding="utf-8"?>
<p:tagLst xmlns:p="http://schemas.openxmlformats.org/presentationml/2006/main">
  <p:tag name="KSO_WM_BEAUTIFY_FLAG" val="#wm#"/>
  <p:tag name="KSO_WM_DIAGRAM_GROUP_CODE" val="r1-1"/>
  <p:tag name="KSO_WM_TAG_VERSION" val="1.0"/>
  <p:tag name="KSO_WM_TEMPLATE_CATEGORY" val="diagram"/>
  <p:tag name="KSO_WM_TEMPLATE_INDEX" val="20177788"/>
  <p:tag name="KSO_WM_UNIT_DIAGRAM_CONTRAST_TITLE_CNT" val="1"/>
  <p:tag name="KSO_WM_UNIT_DIAGRAM_DIMENSION_TITLE_CNT" val="2"/>
  <p:tag name="KSO_WM_UNIT_FILL_FORE_SCHEMECOLOR_INDEX" val="6"/>
  <p:tag name="KSO_WM_UNIT_FILL_TYPE" val="1"/>
  <p:tag name="KSO_WM_UNIT_ID" val="diagram20177788_1*r_i*1_13"/>
  <p:tag name="KSO_WM_UNIT_INDEX" val="1_13"/>
  <p:tag name="KSO_WM_UNIT_LAYERLEVEL" val="1_1"/>
  <p:tag name="KSO_WM_UNIT_TYPE" val="r_i"/>
</p:tagLst>
</file>

<file path=ppt/tags/tag522.xml><?xml version="1.0" encoding="utf-8"?>
<p:tagLst xmlns:p="http://schemas.openxmlformats.org/presentationml/2006/main">
  <p:tag name="KSO_WM_BEAUTIFY_FLAG" val="#wm#"/>
  <p:tag name="KSO_WM_DIAGRAM_GROUP_CODE" val="r1-1"/>
  <p:tag name="KSO_WM_TAG_VERSION" val="1.0"/>
  <p:tag name="KSO_WM_TEMPLATE_CATEGORY" val="diagram"/>
  <p:tag name="KSO_WM_TEMPLATE_INDEX" val="20177788"/>
  <p:tag name="KSO_WM_UNIT_DIAGRAM_CONTRAST_TITLE_CNT" val="1"/>
  <p:tag name="KSO_WM_UNIT_DIAGRAM_DIMENSION_TITLE_CNT" val="2"/>
  <p:tag name="KSO_WM_UNIT_FILL_FORE_SCHEMECOLOR_INDEX" val="6"/>
  <p:tag name="KSO_WM_UNIT_FILL_TYPE" val="1"/>
  <p:tag name="KSO_WM_UNIT_ID" val="diagram20177788_1*r_i*1_14"/>
  <p:tag name="KSO_WM_UNIT_INDEX" val="1_14"/>
  <p:tag name="KSO_WM_UNIT_LAYERLEVEL" val="1_1"/>
  <p:tag name="KSO_WM_UNIT_TYPE" val="r_i"/>
</p:tagLst>
</file>

<file path=ppt/tags/tag523.xml><?xml version="1.0" encoding="utf-8"?>
<p:tagLst xmlns:p="http://schemas.openxmlformats.org/presentationml/2006/main">
  <p:tag name="KSO_WM_BEAUTIFY_FLAG" val="#wm#"/>
  <p:tag name="KSO_WM_DIAGRAM_GROUP_CODE" val="r1-1"/>
  <p:tag name="KSO_WM_TAG_VERSION" val="1.0"/>
  <p:tag name="KSO_WM_TEMPLATE_CATEGORY" val="diagram"/>
  <p:tag name="KSO_WM_TEMPLATE_INDEX" val="20177788"/>
  <p:tag name="KSO_WM_UNIT_DIAGRAM_CONTRAST_TITLE_CNT" val="1"/>
  <p:tag name="KSO_WM_UNIT_DIAGRAM_DIMENSION_TITLE_CNT" val="2"/>
  <p:tag name="KSO_WM_UNIT_FILL_FORE_SCHEMECOLOR_INDEX" val="6"/>
  <p:tag name="KSO_WM_UNIT_FILL_TYPE" val="1"/>
  <p:tag name="KSO_WM_UNIT_ID" val="diagram20177788_1*r_i*1_15"/>
  <p:tag name="KSO_WM_UNIT_INDEX" val="1_15"/>
  <p:tag name="KSO_WM_UNIT_LAYERLEVEL" val="1_1"/>
  <p:tag name="KSO_WM_UNIT_TYPE" val="r_i"/>
</p:tagLst>
</file>

<file path=ppt/tags/tag524.xml><?xml version="1.0" encoding="utf-8"?>
<p:tagLst xmlns:p="http://schemas.openxmlformats.org/presentationml/2006/main">
  <p:tag name="KSO_WM_BEAUTIFY_FLAG" val="#wm#"/>
  <p:tag name="KSO_WM_DIAGRAM_GROUP_CODE" val="r1-1"/>
  <p:tag name="KSO_WM_TAG_VERSION" val="1.0"/>
  <p:tag name="KSO_WM_TEMPLATE_CATEGORY" val="diagram"/>
  <p:tag name="KSO_WM_TEMPLATE_INDEX" val="20177788"/>
  <p:tag name="KSO_WM_UNIT_DIAGRAM_CONTRAST_TITLE_CNT" val="1"/>
  <p:tag name="KSO_WM_UNIT_DIAGRAM_DIMENSION_TITLE_CNT" val="2"/>
  <p:tag name="KSO_WM_UNIT_ID" val="diagram20177788_1*r_i*1_16"/>
  <p:tag name="KSO_WM_UNIT_INDEX" val="1_16"/>
  <p:tag name="KSO_WM_UNIT_LAYERLEVEL" val="1_1"/>
  <p:tag name="KSO_WM_UNIT_LINE_FILL_TYPE" val="2"/>
  <p:tag name="KSO_WM_UNIT_LINE_FORE_SCHEMECOLOR_INDEX" val="5"/>
  <p:tag name="KSO_WM_UNIT_TEXT_FILL_FORE_SCHEMECOLOR_INDEX" val="13"/>
  <p:tag name="KSO_WM_UNIT_TEXT_FILL_TYPE" val="1"/>
  <p:tag name="KSO_WM_UNIT_TYPE" val="r_i"/>
</p:tagLst>
</file>

<file path=ppt/tags/tag525.xml><?xml version="1.0" encoding="utf-8"?>
<p:tagLst xmlns:p="http://schemas.openxmlformats.org/presentationml/2006/main">
  <p:tag name="KSO_WM_BEAUTIFY_FLAG" val="#wm#"/>
  <p:tag name="KSO_WM_DIAGRAM_GROUP_CODE" val="r1-1"/>
  <p:tag name="KSO_WM_TAG_VERSION" val="1.0"/>
  <p:tag name="KSO_WM_TEMPLATE_CATEGORY" val="diagram"/>
  <p:tag name="KSO_WM_TEMPLATE_INDEX" val="20177788"/>
  <p:tag name="KSO_WM_UNIT_CLEAR" val="0"/>
  <p:tag name="KSO_WM_UNIT_COMPATIBLE" val="0"/>
  <p:tag name="KSO_WM_UNIT_DIAGRAM_CONTRAST_TITLE_CNT" val="1"/>
  <p:tag name="KSO_WM_UNIT_DIAGRAM_DIMENSION_TITLE_CNT" val="2"/>
  <p:tag name="KSO_WM_UNIT_HIGHLIGHT" val="0"/>
  <p:tag name="KSO_WM_UNIT_ID" val="diagram20177788_1*r_v*1_2"/>
  <p:tag name="KSO_WM_UNIT_INDEX" val="1_2"/>
  <p:tag name="KSO_WM_UNIT_LAYERLEVEL" val="1_1"/>
  <p:tag name="KSO_WM_UNIT_PRESET_TEXT" val="顶岗实习"/>
  <p:tag name="KSO_WM_UNIT_TEXT_FILL_FORE_SCHEMECOLOR_INDEX" val="13"/>
  <p:tag name="KSO_WM_UNIT_TEXT_FILL_TYPE" val="1"/>
  <p:tag name="KSO_WM_UNIT_TYPE" val="r_v"/>
  <p:tag name="KSO_WM_UNIT_VALUE" val="9"/>
</p:tagLst>
</file>

<file path=ppt/tags/tag526.xml><?xml version="1.0" encoding="utf-8"?>
<p:tagLst xmlns:p="http://schemas.openxmlformats.org/presentationml/2006/main">
  <p:tag name="KSO_WM_BEAUTIFY_FLAG" val="#wm#"/>
  <p:tag name="KSO_WM_DIAGRAM_GROUP_CODE" val="r1-1"/>
  <p:tag name="KSO_WM_TAG_VERSION" val="1.0"/>
  <p:tag name="KSO_WM_TEMPLATE_CATEGORY" val="diagram"/>
  <p:tag name="KSO_WM_TEMPLATE_INDEX" val="20189668"/>
  <p:tag name="KSO_WM_UNIT_COMPATIBLE" val="0"/>
  <p:tag name="KSO_WM_UNIT_DIAGRAM_CONTRAST_TITLE_CNT" val="2"/>
  <p:tag name="KSO_WM_UNIT_DIAGRAM_DIMENSION_TITLE_CNT" val="1"/>
  <p:tag name="KSO_WM_UNIT_DIAGRAM_ISNUMVISUAL" val="0"/>
  <p:tag name="KSO_WM_UNIT_DIAGRAM_ISREFERUNIT" val="0"/>
  <p:tag name="KSO_WM_UNIT_HIGHLIGHT" val="0"/>
  <p:tag name="KSO_WM_UNIT_ID" val="diagram20189668_1*r_v*1_1"/>
  <p:tag name="KSO_WM_UNIT_INDEX" val="1_1"/>
  <p:tag name="KSO_WM_UNIT_LAYERLEVEL" val="1_1"/>
  <p:tag name="KSO_WM_UNIT_NOCLEAR" val="0"/>
  <p:tag name="KSO_WM_UNIT_PRESET_TEXT" val="单击此处添加文本具体内容，简明扼要的阐述您的观点。根据需要可酌情增减文字，以便观者准确的理解您传达的思想。"/>
  <p:tag name="KSO_WM_UNIT_TEXT_FILL_FORE_SCHEMECOLOR_INDEX" val="13"/>
  <p:tag name="KSO_WM_UNIT_TEXT_FILL_TYPE" val="1"/>
  <p:tag name="KSO_WM_UNIT_TYPE" val="r_v"/>
  <p:tag name="KSO_WM_UNIT_VALUE" val="92"/>
  <p:tag name="PA" val="v5.2.4"/>
</p:tagLst>
</file>

<file path=ppt/tags/tag527.xml><?xml version="1.0" encoding="utf-8"?>
<p:tagLst xmlns:p="http://schemas.openxmlformats.org/presentationml/2006/main">
  <p:tag name="KSO_WM_BEAUTIFY_FLAG" val="#wm#"/>
  <p:tag name="KSO_WM_DIAGRAM_GROUP_CODE" val="r1-1"/>
  <p:tag name="KSO_WM_TAG_VERSION" val="1.0"/>
  <p:tag name="KSO_WM_TEMPLATE_CATEGORY" val="diagram"/>
  <p:tag name="KSO_WM_TEMPLATE_INDEX" val="20177788"/>
  <p:tag name="KSO_WM_UNIT_DIAGRAM_CONTRAST_TITLE_CNT" val="1"/>
  <p:tag name="KSO_WM_UNIT_DIAGRAM_DIMENSION_TITLE_CNT" val="2"/>
  <p:tag name="KSO_WM_UNIT_FILL_FORE_SCHEMECOLOR_INDEX" val="5"/>
  <p:tag name="KSO_WM_UNIT_FILL_TYPE" val="1"/>
  <p:tag name="KSO_WM_UNIT_ID" val="diagram20177788_1*r_i*1_3"/>
  <p:tag name="KSO_WM_UNIT_INDEX" val="1_3"/>
  <p:tag name="KSO_WM_UNIT_LAYERLEVEL" val="1_1"/>
  <p:tag name="KSO_WM_UNIT_TEXT_FILL_FORE_SCHEMECOLOR_INDEX" val="6"/>
  <p:tag name="KSO_WM_UNIT_TEXT_FILL_TYPE" val="1"/>
  <p:tag name="KSO_WM_UNIT_TYPE" val="r_i"/>
</p:tagLst>
</file>

<file path=ppt/tags/tag528.xml><?xml version="1.0" encoding="utf-8"?>
<p:tagLst xmlns:p="http://schemas.openxmlformats.org/presentationml/2006/main">
  <p:tag name="KSO_WM_BEAUTIFY_FLAG" val="#wm#"/>
  <p:tag name="KSO_WM_DIAGRAM_GROUP_CODE" val="r1-1"/>
  <p:tag name="KSO_WM_TAG_VERSION" val="1.0"/>
  <p:tag name="KSO_WM_TEMPLATE_CATEGORY" val="diagram"/>
  <p:tag name="KSO_WM_TEMPLATE_INDEX" val="20177788"/>
  <p:tag name="KSO_WM_UNIT_CLEAR" val="0"/>
  <p:tag name="KSO_WM_UNIT_COMPATIBLE" val="0"/>
  <p:tag name="KSO_WM_UNIT_DIAGRAM_CONTRAST_TITLE_CNT" val="1"/>
  <p:tag name="KSO_WM_UNIT_DIAGRAM_DIMENSION_TITLE_CNT" val="2"/>
  <p:tag name="KSO_WM_UNIT_HIGHLIGHT" val="0"/>
  <p:tag name="KSO_WM_UNIT_ID" val="diagram20177788_1*r_u*1_1"/>
  <p:tag name="KSO_WM_UNIT_INDEX" val="1_1"/>
  <p:tag name="KSO_WM_UNIT_LAYERLEVEL" val="1_1"/>
  <p:tag name="KSO_WM_UNIT_PRESET_TEXT" val="实习基地"/>
  <p:tag name="KSO_WM_UNIT_TEXT_FILL_FORE_SCHEMECOLOR_INDEX" val="2"/>
  <p:tag name="KSO_WM_UNIT_TEXT_FILL_TYPE" val="1"/>
  <p:tag name="KSO_WM_UNIT_TYPE" val="r_u"/>
  <p:tag name="KSO_WM_UNIT_VALUE" val="10"/>
</p:tagLst>
</file>

<file path=ppt/tags/tag529.xml><?xml version="1.0" encoding="utf-8"?>
<p:tagLst xmlns:p="http://schemas.openxmlformats.org/presentationml/2006/main">
  <p:tag name="KSO_WM_BEAUTIFY_FLAG" val="#wm#"/>
  <p:tag name="KSO_WM_DIAGRAM_GROUP_CODE" val="r1-1"/>
  <p:tag name="KSO_WM_TAG_VERSION" val="1.0"/>
  <p:tag name="KSO_WM_TEMPLATE_CATEGORY" val="diagram"/>
  <p:tag name="KSO_WM_TEMPLATE_INDEX" val="20189668"/>
  <p:tag name="KSO_WM_UNIT_COMPATIBLE" val="0"/>
  <p:tag name="KSO_WM_UNIT_DIAGRAM_CONTRAST_TITLE_CNT" val="2"/>
  <p:tag name="KSO_WM_UNIT_DIAGRAM_DIMENSION_TITLE_CNT" val="1"/>
  <p:tag name="KSO_WM_UNIT_DIAGRAM_ISNUMVISUAL" val="0"/>
  <p:tag name="KSO_WM_UNIT_DIAGRAM_ISREFERUNIT" val="0"/>
  <p:tag name="KSO_WM_UNIT_HIGHLIGHT" val="0"/>
  <p:tag name="KSO_WM_UNIT_ID" val="diagram20189668_1*r_v*1_1"/>
  <p:tag name="KSO_WM_UNIT_INDEX" val="1_1"/>
  <p:tag name="KSO_WM_UNIT_LAYERLEVEL" val="1_1"/>
  <p:tag name="KSO_WM_UNIT_NOCLEAR" val="0"/>
  <p:tag name="KSO_WM_UNIT_PRESET_TEXT" val="单击此处添加文本具体内容，简明扼要的阐述您的观点。根据需要可酌情增减文字，以便观者准确的理解您传达的思想。"/>
  <p:tag name="KSO_WM_UNIT_TEXT_FILL_FORE_SCHEMECOLOR_INDEX" val="13"/>
  <p:tag name="KSO_WM_UNIT_TEXT_FILL_TYPE" val="1"/>
  <p:tag name="KSO_WM_UNIT_TYPE" val="r_v"/>
  <p:tag name="KSO_WM_UNIT_VALUE" val="92"/>
  <p:tag name="PA" val="v5.2.4"/>
</p:tagLst>
</file>

<file path=ppt/tags/tag530.xml><?xml version="1.0" encoding="utf-8"?>
<p:tagLst xmlns:p="http://schemas.openxmlformats.org/presentationml/2006/main">
  <p:tag name="KSO_WM_BEAUTIFY_FLAG" val="#wm#"/>
  <p:tag name="KSO_WM_DIAGRAM_GROUP_CODE" val="r1-1"/>
  <p:tag name="KSO_WM_TAG_VERSION" val="1.0"/>
  <p:tag name="KSO_WM_TEMPLATE_CATEGORY" val="diagram"/>
  <p:tag name="KSO_WM_TEMPLATE_INDEX" val="20177788"/>
  <p:tag name="KSO_WM_UNIT_CLEAR" val="0"/>
  <p:tag name="KSO_WM_UNIT_COMPATIBLE" val="0"/>
  <p:tag name="KSO_WM_UNIT_DIAGRAM_CONTRAST_TITLE_CNT" val="1"/>
  <p:tag name="KSO_WM_UNIT_DIAGRAM_DIMENSION_TITLE_CNT" val="2"/>
  <p:tag name="KSO_WM_UNIT_HIGHLIGHT" val="0"/>
  <p:tag name="KSO_WM_UNIT_ID" val="diagram20177788_1*r_u*1_1"/>
  <p:tag name="KSO_WM_UNIT_INDEX" val="1_1"/>
  <p:tag name="KSO_WM_UNIT_LAYERLEVEL" val="1_1"/>
  <p:tag name="KSO_WM_UNIT_PRESET_TEXT" val="实习基地"/>
  <p:tag name="KSO_WM_UNIT_TEXT_FILL_FORE_SCHEMECOLOR_INDEX" val="2"/>
  <p:tag name="KSO_WM_UNIT_TEXT_FILL_TYPE" val="1"/>
  <p:tag name="KSO_WM_UNIT_TYPE" val="r_u"/>
  <p:tag name="KSO_WM_UNIT_VALUE" val="10"/>
</p:tagLst>
</file>

<file path=ppt/tags/tag531.xml><?xml version="1.0" encoding="utf-8"?>
<p:tagLst xmlns:p="http://schemas.openxmlformats.org/presentationml/2006/main">
  <p:tag name="KSO_WM_BEAUTIFY_FLAG" val="#wm#"/>
  <p:tag name="KSO_WM_DIAGRAM_GROUP_CODE" val="r1-1"/>
  <p:tag name="KSO_WM_TAG_VERSION" val="1.0"/>
  <p:tag name="KSO_WM_TEMPLATE_CATEGORY" val="diagram"/>
  <p:tag name="KSO_WM_TEMPLATE_INDEX" val="20177788"/>
  <p:tag name="KSO_WM_UNIT_CLEAR" val="0"/>
  <p:tag name="KSO_WM_UNIT_COMPATIBLE" val="0"/>
  <p:tag name="KSO_WM_UNIT_DIAGRAM_CONTRAST_TITLE_CNT" val="1"/>
  <p:tag name="KSO_WM_UNIT_DIAGRAM_DIMENSION_TITLE_CNT" val="2"/>
  <p:tag name="KSO_WM_UNIT_HIGHLIGHT" val="0"/>
  <p:tag name="KSO_WM_UNIT_ID" val="diagram20177788_1*r_u*1_1"/>
  <p:tag name="KSO_WM_UNIT_INDEX" val="1_1"/>
  <p:tag name="KSO_WM_UNIT_LAYERLEVEL" val="1_1"/>
  <p:tag name="KSO_WM_UNIT_PRESET_TEXT" val="实习基地"/>
  <p:tag name="KSO_WM_UNIT_TEXT_FILL_FORE_SCHEMECOLOR_INDEX" val="2"/>
  <p:tag name="KSO_WM_UNIT_TEXT_FILL_TYPE" val="1"/>
  <p:tag name="KSO_WM_UNIT_TYPE" val="r_u"/>
  <p:tag name="KSO_WM_UNIT_VALUE" val="10"/>
</p:tagLst>
</file>

<file path=ppt/tags/tag532.xml><?xml version="1.0" encoding="utf-8"?>
<p:tagLst xmlns:p="http://schemas.openxmlformats.org/presentationml/2006/main">
  <p:tag name="KSO_WM_BEAUTIFY_FLAG" val="#wm#"/>
  <p:tag name="KSO_WM_DIAGRAM_GROUP_CODE" val="r1-1"/>
  <p:tag name="KSO_WM_TAG_VERSION" val="1.0"/>
  <p:tag name="KSO_WM_TEMPLATE_CATEGORY" val="diagram"/>
  <p:tag name="KSO_WM_TEMPLATE_INDEX" val="20177788"/>
  <p:tag name="KSO_WM_UNIT_DIAGRAM_CONTRAST_TITLE_CNT" val="1"/>
  <p:tag name="KSO_WM_UNIT_DIAGRAM_DIMENSION_TITLE_CNT" val="2"/>
  <p:tag name="KSO_WM_UNIT_FILL_FORE_SCHEMECOLOR_INDEX" val="5"/>
  <p:tag name="KSO_WM_UNIT_FILL_TYPE" val="1"/>
  <p:tag name="KSO_WM_UNIT_ID" val="diagram20177788_1*r_i*1_3"/>
  <p:tag name="KSO_WM_UNIT_INDEX" val="1_3"/>
  <p:tag name="KSO_WM_UNIT_LAYERLEVEL" val="1_1"/>
  <p:tag name="KSO_WM_UNIT_TEXT_FILL_FORE_SCHEMECOLOR_INDEX" val="6"/>
  <p:tag name="KSO_WM_UNIT_TEXT_FILL_TYPE" val="1"/>
  <p:tag name="KSO_WM_UNIT_TYPE" val="r_i"/>
</p:tagLst>
</file>

<file path=ppt/tags/tag533.xml><?xml version="1.0" encoding="utf-8"?>
<p:tagLst xmlns:p="http://schemas.openxmlformats.org/presentationml/2006/main">
  <p:tag name="KSO_WM_BEAUTIFY_FLAG" val="#wm#"/>
  <p:tag name="KSO_WM_DIAGRAM_GROUP_CODE" val="r1-1"/>
  <p:tag name="KSO_WM_TAG_VERSION" val="1.0"/>
  <p:tag name="KSO_WM_TEMPLATE_CATEGORY" val="diagram"/>
  <p:tag name="KSO_WM_TEMPLATE_INDEX" val="20177788"/>
  <p:tag name="KSO_WM_UNIT_CLEAR" val="0"/>
  <p:tag name="KSO_WM_UNIT_COMPATIBLE" val="0"/>
  <p:tag name="KSO_WM_UNIT_DIAGRAM_CONTRAST_TITLE_CNT" val="1"/>
  <p:tag name="KSO_WM_UNIT_DIAGRAM_DIMENSION_TITLE_CNT" val="2"/>
  <p:tag name="KSO_WM_UNIT_HIGHLIGHT" val="0"/>
  <p:tag name="KSO_WM_UNIT_ID" val="diagram20177788_1*r_u*1_1"/>
  <p:tag name="KSO_WM_UNIT_INDEX" val="1_1"/>
  <p:tag name="KSO_WM_UNIT_LAYERLEVEL" val="1_1"/>
  <p:tag name="KSO_WM_UNIT_PRESET_TEXT" val="实习基地"/>
  <p:tag name="KSO_WM_UNIT_TEXT_FILL_FORE_SCHEMECOLOR_INDEX" val="2"/>
  <p:tag name="KSO_WM_UNIT_TEXT_FILL_TYPE" val="1"/>
  <p:tag name="KSO_WM_UNIT_TYPE" val="r_u"/>
  <p:tag name="KSO_WM_UNIT_VALUE" val="10"/>
</p:tagLst>
</file>

<file path=ppt/tags/tag534.xml><?xml version="1.0" encoding="utf-8"?>
<p:tagLst xmlns:p="http://schemas.openxmlformats.org/presentationml/2006/main">
  <p:tag name="KSO_WM_BEAUTIFY_FLAG" val="#wm#"/>
  <p:tag name="KSO_WM_DIAGRAM_GROUP_CODE" val="r1-1"/>
  <p:tag name="KSO_WM_TAG_VERSION" val="1.0"/>
  <p:tag name="KSO_WM_TEMPLATE_CATEGORY" val="diagram"/>
  <p:tag name="KSO_WM_TEMPLATE_INDEX" val="20177788"/>
  <p:tag name="KSO_WM_UNIT_DIAGRAM_CONTRAST_TITLE_CNT" val="1"/>
  <p:tag name="KSO_WM_UNIT_DIAGRAM_DIMENSION_TITLE_CNT" val="2"/>
  <p:tag name="KSO_WM_UNIT_FILL_FORE_SCHEMECOLOR_INDEX" val="6"/>
  <p:tag name="KSO_WM_UNIT_FILL_TYPE" val="1"/>
  <p:tag name="KSO_WM_UNIT_ID" val="diagram20177788_1*r_i*1_2"/>
  <p:tag name="KSO_WM_UNIT_INDEX" val="1_2"/>
  <p:tag name="KSO_WM_UNIT_LAYERLEVEL" val="1_1"/>
  <p:tag name="KSO_WM_UNIT_TEXT_FILL_FORE_SCHEMECOLOR_INDEX" val="6"/>
  <p:tag name="KSO_WM_UNIT_TEXT_FILL_TYPE" val="1"/>
  <p:tag name="KSO_WM_UNIT_TYPE" val="r_i"/>
</p:tagLst>
</file>

<file path=ppt/tags/tag535.xml><?xml version="1.0" encoding="utf-8"?>
<p:tagLst xmlns:p="http://schemas.openxmlformats.org/presentationml/2006/main">
  <p:tag name="KSO_WM_BEAUTIFY_FLAG" val="#wm#"/>
  <p:tag name="KSO_WM_DIAGRAM_GROUP_CODE" val="r1-1"/>
  <p:tag name="KSO_WM_TAG_VERSION" val="1.0"/>
  <p:tag name="KSO_WM_TEMPLATE_CATEGORY" val="diagram"/>
  <p:tag name="KSO_WM_TEMPLATE_INDEX" val="20177788"/>
  <p:tag name="KSO_WM_UNIT_CLEAR" val="0"/>
  <p:tag name="KSO_WM_UNIT_COMPATIBLE" val="0"/>
  <p:tag name="KSO_WM_UNIT_DIAGRAM_CONTRAST_TITLE_CNT" val="1"/>
  <p:tag name="KSO_WM_UNIT_DIAGRAM_DIMENSION_TITLE_CNT" val="2"/>
  <p:tag name="KSO_WM_UNIT_HIGHLIGHT" val="0"/>
  <p:tag name="KSO_WM_UNIT_ID" val="diagram20177788_1*r_u*1_2"/>
  <p:tag name="KSO_WM_UNIT_INDEX" val="1_2"/>
  <p:tag name="KSO_WM_UNIT_LAYERLEVEL" val="1_1"/>
  <p:tag name="KSO_WM_UNIT_PRESET_TEXT" val="创业培训"/>
  <p:tag name="KSO_WM_UNIT_TEXT_FILL_FORE_SCHEMECOLOR_INDEX" val="2"/>
  <p:tag name="KSO_WM_UNIT_TEXT_FILL_TYPE" val="1"/>
  <p:tag name="KSO_WM_UNIT_TYPE" val="r_u"/>
  <p:tag name="KSO_WM_UNIT_VALUE" val="10"/>
</p:tagLst>
</file>

<file path=ppt/tags/tag536.xml><?xml version="1.0" encoding="utf-8"?>
<p:tagLst xmlns:p="http://schemas.openxmlformats.org/presentationml/2006/main">
  <p:tag name="KSO_WM_BEAUTIFY_FLAG" val="#wm#"/>
  <p:tag name="KSO_WM_DIAGRAM_GROUP_CODE" val="r1-1"/>
  <p:tag name="KSO_WM_TAG_VERSION" val="1.0"/>
  <p:tag name="KSO_WM_TEMPLATE_CATEGORY" val="diagram"/>
  <p:tag name="KSO_WM_TEMPLATE_INDEX" val="20189668"/>
  <p:tag name="KSO_WM_UNIT_COMPATIBLE" val="0"/>
  <p:tag name="KSO_WM_UNIT_DIAGRAM_CONTRAST_TITLE_CNT" val="2"/>
  <p:tag name="KSO_WM_UNIT_DIAGRAM_DIMENSION_TITLE_CNT" val="1"/>
  <p:tag name="KSO_WM_UNIT_DIAGRAM_ISNUMVISUAL" val="0"/>
  <p:tag name="KSO_WM_UNIT_DIAGRAM_ISREFERUNIT" val="0"/>
  <p:tag name="KSO_WM_UNIT_HIGHLIGHT" val="0"/>
  <p:tag name="KSO_WM_UNIT_ID" val="diagram20189668_1*r_v*1_1"/>
  <p:tag name="KSO_WM_UNIT_INDEX" val="1_1"/>
  <p:tag name="KSO_WM_UNIT_LAYERLEVEL" val="1_1"/>
  <p:tag name="KSO_WM_UNIT_NOCLEAR" val="0"/>
  <p:tag name="KSO_WM_UNIT_PRESET_TEXT" val="单击此处添加文本具体内容，简明扼要的阐述您的观点。根据需要可酌情增减文字，以便观者准确的理解您传达的思想。"/>
  <p:tag name="KSO_WM_UNIT_TEXT_FILL_FORE_SCHEMECOLOR_INDEX" val="13"/>
  <p:tag name="KSO_WM_UNIT_TEXT_FILL_TYPE" val="1"/>
  <p:tag name="KSO_WM_UNIT_TYPE" val="r_v"/>
  <p:tag name="KSO_WM_UNIT_VALUE" val="92"/>
  <p:tag name="PA" val="v5.2.4"/>
</p:tagLst>
</file>

<file path=ppt/tags/tag537.xml><?xml version="1.0" encoding="utf-8"?>
<p:tagLst xmlns:p="http://schemas.openxmlformats.org/presentationml/2006/main">
  <p:tag name="KSO_WM_BEAUTIFY_FLAG" val="#wm#"/>
  <p:tag name="KSO_WM_DIAGRAM_GROUP_CODE" val="r1-1"/>
  <p:tag name="KSO_WM_TAG_VERSION" val="1.0"/>
  <p:tag name="KSO_WM_TEMPLATE_CATEGORY" val="diagram"/>
  <p:tag name="KSO_WM_TEMPLATE_INDEX" val="20177788"/>
  <p:tag name="KSO_WM_UNIT_CLEAR" val="0"/>
  <p:tag name="KSO_WM_UNIT_COMPATIBLE" val="0"/>
  <p:tag name="KSO_WM_UNIT_DIAGRAM_CONTRAST_TITLE_CNT" val="1"/>
  <p:tag name="KSO_WM_UNIT_DIAGRAM_DIMENSION_TITLE_CNT" val="2"/>
  <p:tag name="KSO_WM_UNIT_HIGHLIGHT" val="0"/>
  <p:tag name="KSO_WM_UNIT_ID" val="diagram20177788_1*r_u*1_2"/>
  <p:tag name="KSO_WM_UNIT_INDEX" val="1_2"/>
  <p:tag name="KSO_WM_UNIT_LAYERLEVEL" val="1_1"/>
  <p:tag name="KSO_WM_UNIT_PRESET_TEXT" val="创业培训"/>
  <p:tag name="KSO_WM_UNIT_TEXT_FILL_FORE_SCHEMECOLOR_INDEX" val="2"/>
  <p:tag name="KSO_WM_UNIT_TEXT_FILL_TYPE" val="1"/>
  <p:tag name="KSO_WM_UNIT_TYPE" val="r_u"/>
  <p:tag name="KSO_WM_UNIT_VALUE" val="10"/>
</p:tagLst>
</file>

<file path=ppt/tags/tag538.xml><?xml version="1.0" encoding="utf-8"?>
<p:tagLst xmlns:p="http://schemas.openxmlformats.org/presentationml/2006/main">
  <p:tag name="KSO_WM_BEAUTIFY_FLAG" val="#wm#"/>
  <p:tag name="KSO_WM_DIAGRAM_GROUP_CODE" val="r1-1"/>
  <p:tag name="KSO_WM_TAG_VERSION" val="1.0"/>
  <p:tag name="KSO_WM_TEMPLATE_CATEGORY" val="diagram"/>
  <p:tag name="KSO_WM_TEMPLATE_INDEX" val="20189668"/>
  <p:tag name="KSO_WM_UNIT_COMPATIBLE" val="0"/>
  <p:tag name="KSO_WM_UNIT_DIAGRAM_CONTRAST_TITLE_CNT" val="2"/>
  <p:tag name="KSO_WM_UNIT_DIAGRAM_DIMENSION_TITLE_CNT" val="1"/>
  <p:tag name="KSO_WM_UNIT_DIAGRAM_ISNUMVISUAL" val="0"/>
  <p:tag name="KSO_WM_UNIT_DIAGRAM_ISREFERUNIT" val="0"/>
  <p:tag name="KSO_WM_UNIT_HIGHLIGHT" val="0"/>
  <p:tag name="KSO_WM_UNIT_ID" val="diagram20189668_1*r_v*1_1"/>
  <p:tag name="KSO_WM_UNIT_INDEX" val="1_1"/>
  <p:tag name="KSO_WM_UNIT_LAYERLEVEL" val="1_1"/>
  <p:tag name="KSO_WM_UNIT_NOCLEAR" val="0"/>
  <p:tag name="KSO_WM_UNIT_PRESET_TEXT" val="单击此处添加文本具体内容，简明扼要的阐述您的观点。根据需要可酌情增减文字，以便观者准确的理解您传达的思想。"/>
  <p:tag name="KSO_WM_UNIT_TEXT_FILL_FORE_SCHEMECOLOR_INDEX" val="13"/>
  <p:tag name="KSO_WM_UNIT_TEXT_FILL_TYPE" val="1"/>
  <p:tag name="KSO_WM_UNIT_TYPE" val="r_v"/>
  <p:tag name="KSO_WM_UNIT_VALUE" val="92"/>
  <p:tag name="PA" val="v5.2.4"/>
</p:tagLst>
</file>

<file path=ppt/tags/tag539.xml><?xml version="1.0" encoding="utf-8"?>
<p:tagLst xmlns:p="http://schemas.openxmlformats.org/presentationml/2006/main">
  <p:tag name="KSO_WM_BEAUTIFY_FLAG" val="#wm#"/>
  <p:tag name="KSO_WM_DIAGRAM_GROUP_CODE" val="r1-1"/>
  <p:tag name="KSO_WM_TAG_VERSION" val="1.0"/>
  <p:tag name="KSO_WM_TEMPLATE_CATEGORY" val="diagram"/>
  <p:tag name="KSO_WM_TEMPLATE_INDEX" val="20177788"/>
  <p:tag name="KSO_WM_UNIT_DIAGRAM_CONTRAST_TITLE_CNT" val="1"/>
  <p:tag name="KSO_WM_UNIT_DIAGRAM_DIMENSION_TITLE_CNT" val="2"/>
  <p:tag name="KSO_WM_UNIT_FILL_FORE_SCHEMECOLOR_INDEX" val="6"/>
  <p:tag name="KSO_WM_UNIT_FILL_TYPE" val="1"/>
  <p:tag name="KSO_WM_UNIT_ID" val="diagram20177788_1*r_i*1_2"/>
  <p:tag name="KSO_WM_UNIT_INDEX" val="1_2"/>
  <p:tag name="KSO_WM_UNIT_LAYERLEVEL" val="1_1"/>
  <p:tag name="KSO_WM_UNIT_TEXT_FILL_FORE_SCHEMECOLOR_INDEX" val="6"/>
  <p:tag name="KSO_WM_UNIT_TEXT_FILL_TYPE" val="1"/>
  <p:tag name="KSO_WM_UNIT_TYPE" val="r_i"/>
</p:tagLst>
</file>

<file path=ppt/tags/tag540.xml><?xml version="1.0" encoding="utf-8"?>
<p:tagLst xmlns:p="http://schemas.openxmlformats.org/presentationml/2006/main">
  <p:tag name="KSO_WM_BEAUTIFY_FLAG" val="#wm#"/>
  <p:tag name="KSO_WM_DIAGRAM_GROUP_CODE" val="r1-1"/>
  <p:tag name="KSO_WM_TAG_VERSION" val="1.0"/>
  <p:tag name="KSO_WM_TEMPLATE_CATEGORY" val="diagram"/>
  <p:tag name="KSO_WM_TEMPLATE_INDEX" val="20177788"/>
  <p:tag name="KSO_WM_UNIT_DIAGRAM_CONTRAST_TITLE_CNT" val="1"/>
  <p:tag name="KSO_WM_UNIT_DIAGRAM_DIMENSION_TITLE_CNT" val="2"/>
  <p:tag name="KSO_WM_UNIT_FILL_FORE_SCHEMECOLOR_INDEX" val="6"/>
  <p:tag name="KSO_WM_UNIT_FILL_TYPE" val="1"/>
  <p:tag name="KSO_WM_UNIT_ID" val="diagram20177788_1*r_i*1_2"/>
  <p:tag name="KSO_WM_UNIT_INDEX" val="1_2"/>
  <p:tag name="KSO_WM_UNIT_LAYERLEVEL" val="1_1"/>
  <p:tag name="KSO_WM_UNIT_TEXT_FILL_FORE_SCHEMECOLOR_INDEX" val="6"/>
  <p:tag name="KSO_WM_UNIT_TEXT_FILL_TYPE" val="1"/>
  <p:tag name="KSO_WM_UNIT_TYPE" val="r_i"/>
</p:tagLst>
</file>

<file path=ppt/tags/tag541.xml><?xml version="1.0" encoding="utf-8"?>
<p:tagLst xmlns:p="http://schemas.openxmlformats.org/presentationml/2006/main">
  <p:tag name="KSO_WM_BEAUTIFY_FLAG" val="#wm#"/>
  <p:tag name="KSO_WM_DIAGRAM_GROUP_CODE" val="r1-1"/>
  <p:tag name="KSO_WM_TAG_VERSION" val="1.0"/>
  <p:tag name="KSO_WM_TEMPLATE_CATEGORY" val="diagram"/>
  <p:tag name="KSO_WM_TEMPLATE_INDEX" val="20177788"/>
  <p:tag name="KSO_WM_UNIT_CLEAR" val="0"/>
  <p:tag name="KSO_WM_UNIT_COMPATIBLE" val="0"/>
  <p:tag name="KSO_WM_UNIT_DIAGRAM_CONTRAST_TITLE_CNT" val="1"/>
  <p:tag name="KSO_WM_UNIT_DIAGRAM_DIMENSION_TITLE_CNT" val="2"/>
  <p:tag name="KSO_WM_UNIT_HIGHLIGHT" val="0"/>
  <p:tag name="KSO_WM_UNIT_ID" val="diagram20177788_1*r_u*1_2"/>
  <p:tag name="KSO_WM_UNIT_INDEX" val="1_2"/>
  <p:tag name="KSO_WM_UNIT_LAYERLEVEL" val="1_1"/>
  <p:tag name="KSO_WM_UNIT_PRESET_TEXT" val="创业培训"/>
  <p:tag name="KSO_WM_UNIT_TEXT_FILL_FORE_SCHEMECOLOR_INDEX" val="2"/>
  <p:tag name="KSO_WM_UNIT_TEXT_FILL_TYPE" val="1"/>
  <p:tag name="KSO_WM_UNIT_TYPE" val="r_u"/>
  <p:tag name="KSO_WM_UNIT_VALUE" val="10"/>
</p:tagLst>
</file>

<file path=ppt/tags/tag542.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623"/>
  <p:tag name="KSO_WM_UNIT_COMPATIBLE" val="0"/>
  <p:tag name="KSO_WM_UNIT_FILL_FORE_SCHEMECOLOR_INDEX" val="15"/>
  <p:tag name="KSO_WM_UNIT_FILL_TYPE" val="1"/>
  <p:tag name="KSO_WM_UNIT_HIGHLIGHT" val="0"/>
  <p:tag name="KSO_WM_UNIT_ID" val="diagram20187623_5*l_h_i*1_2_9"/>
  <p:tag name="KSO_WM_UNIT_INDEX" val="1_2_9"/>
  <p:tag name="KSO_WM_UNIT_LAYERLEVEL" val="1_1_1"/>
  <p:tag name="KSO_WM_UNIT_LINE_FILL_TYPE" val="2"/>
  <p:tag name="KSO_WM_UNIT_LINE_FORE_SCHEMECOLOR_INDEX" val="14"/>
  <p:tag name="KSO_WM_UNIT_TEXT_FILL_FORE_SCHEMECOLOR_INDEX" val="13"/>
  <p:tag name="KSO_WM_UNIT_TEXT_FILL_TYPE" val="1"/>
  <p:tag name="KSO_WM_UNIT_TYPE" val="l_h_i"/>
  <p:tag name="KSO_WM_UNIT_USESOURCEFORMAT_APPLY" val="1"/>
</p:tagLst>
</file>

<file path=ppt/tags/tag543.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623"/>
  <p:tag name="KSO_WM_UNIT_COMPATIBLE" val="0"/>
  <p:tag name="KSO_WM_UNIT_FILL_FORE_SCHEMECOLOR_INDEX" val="6"/>
  <p:tag name="KSO_WM_UNIT_FILL_TYPE" val="1"/>
  <p:tag name="KSO_WM_UNIT_HIGHLIGHT" val="0"/>
  <p:tag name="KSO_WM_UNIT_ID" val="diagram20187623_5*l_h_i*1_2_1"/>
  <p:tag name="KSO_WM_UNIT_INDEX" val="1_2_1"/>
  <p:tag name="KSO_WM_UNIT_LAYERLEVEL" val="1_1_1"/>
  <p:tag name="KSO_WM_UNIT_TEXT_FILL_FORE_SCHEMECOLOR_INDEX" val="13"/>
  <p:tag name="KSO_WM_UNIT_TEXT_FILL_TYPE" val="1"/>
  <p:tag name="KSO_WM_UNIT_TYPE" val="l_h_i"/>
  <p:tag name="KSO_WM_UNIT_USESOURCEFORMAT_APPLY" val="1"/>
</p:tagLst>
</file>

<file path=ppt/tags/tag544.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623"/>
  <p:tag name="KSO_WM_UNIT_COMPATIBLE" val="0"/>
  <p:tag name="KSO_WM_UNIT_FILL_FORE_SCHEMECOLOR_INDEX" val="6"/>
  <p:tag name="KSO_WM_UNIT_FILL_TYPE" val="1"/>
  <p:tag name="KSO_WM_UNIT_HIGHLIGHT" val="0"/>
  <p:tag name="KSO_WM_UNIT_ID" val="diagram20187623_5*l_h_i*1_2_2"/>
  <p:tag name="KSO_WM_UNIT_INDEX" val="1_2_2"/>
  <p:tag name="KSO_WM_UNIT_LAYERLEVEL" val="1_1_1"/>
  <p:tag name="KSO_WM_UNIT_TEXT_FILL_FORE_SCHEMECOLOR_INDEX" val="13"/>
  <p:tag name="KSO_WM_UNIT_TEXT_FILL_TYPE" val="1"/>
  <p:tag name="KSO_WM_UNIT_TYPE" val="l_h_i"/>
  <p:tag name="KSO_WM_UNIT_USESOURCEFORMAT_APPLY" val="1"/>
</p:tagLst>
</file>

<file path=ppt/tags/tag545.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623"/>
  <p:tag name="KSO_WM_UNIT_COMPATIBLE" val="0"/>
  <p:tag name="KSO_WM_UNIT_FILL_FORE_SCHEMECOLOR_INDEX" val="6"/>
  <p:tag name="KSO_WM_UNIT_FILL_TYPE" val="1"/>
  <p:tag name="KSO_WM_UNIT_HIGHLIGHT" val="0"/>
  <p:tag name="KSO_WM_UNIT_ID" val="diagram20187623_5*l_h_i*1_2_3"/>
  <p:tag name="KSO_WM_UNIT_INDEX" val="1_2_3"/>
  <p:tag name="KSO_WM_UNIT_LAYERLEVEL" val="1_1_1"/>
  <p:tag name="KSO_WM_UNIT_TEXT_FILL_FORE_SCHEMECOLOR_INDEX" val="13"/>
  <p:tag name="KSO_WM_UNIT_TEXT_FILL_TYPE" val="1"/>
  <p:tag name="KSO_WM_UNIT_TYPE" val="l_h_i"/>
  <p:tag name="KSO_WM_UNIT_USESOURCEFORMAT_APPLY" val="1"/>
</p:tagLst>
</file>

<file path=ppt/tags/tag546.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623"/>
  <p:tag name="KSO_WM_UNIT_COMPATIBLE" val="0"/>
  <p:tag name="KSO_WM_UNIT_FILL_FORE_SCHEMECOLOR_INDEX" val="6"/>
  <p:tag name="KSO_WM_UNIT_FILL_TYPE" val="1"/>
  <p:tag name="KSO_WM_UNIT_HIGHLIGHT" val="0"/>
  <p:tag name="KSO_WM_UNIT_ID" val="diagram20187623_5*l_h_i*1_2_4"/>
  <p:tag name="KSO_WM_UNIT_INDEX" val="1_2_4"/>
  <p:tag name="KSO_WM_UNIT_LAYERLEVEL" val="1_1_1"/>
  <p:tag name="KSO_WM_UNIT_TEXT_FILL_FORE_SCHEMECOLOR_INDEX" val="13"/>
  <p:tag name="KSO_WM_UNIT_TEXT_FILL_TYPE" val="1"/>
  <p:tag name="KSO_WM_UNIT_TYPE" val="l_h_i"/>
  <p:tag name="KSO_WM_UNIT_USESOURCEFORMAT_APPLY" val="1"/>
</p:tagLst>
</file>

<file path=ppt/tags/tag547.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623"/>
  <p:tag name="KSO_WM_UNIT_COMPATIBLE" val="0"/>
  <p:tag name="KSO_WM_UNIT_FILL_FORE_SCHEMECOLOR_INDEX" val="6"/>
  <p:tag name="KSO_WM_UNIT_FILL_TYPE" val="1"/>
  <p:tag name="KSO_WM_UNIT_HIGHLIGHT" val="0"/>
  <p:tag name="KSO_WM_UNIT_ID" val="diagram20187623_5*l_h_i*1_2_5"/>
  <p:tag name="KSO_WM_UNIT_INDEX" val="1_2_5"/>
  <p:tag name="KSO_WM_UNIT_LAYERLEVEL" val="1_1_1"/>
  <p:tag name="KSO_WM_UNIT_TEXT_FILL_FORE_SCHEMECOLOR_INDEX" val="13"/>
  <p:tag name="KSO_WM_UNIT_TEXT_FILL_TYPE" val="1"/>
  <p:tag name="KSO_WM_UNIT_TYPE" val="l_h_i"/>
  <p:tag name="KSO_WM_UNIT_USESOURCEFORMAT_APPLY" val="1"/>
</p:tagLst>
</file>

<file path=ppt/tags/tag548.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623"/>
  <p:tag name="KSO_WM_UNIT_COMPATIBLE" val="0"/>
  <p:tag name="KSO_WM_UNIT_FILL_FORE_SCHEMECOLOR_INDEX" val="6"/>
  <p:tag name="KSO_WM_UNIT_FILL_TYPE" val="1"/>
  <p:tag name="KSO_WM_UNIT_HIGHLIGHT" val="0"/>
  <p:tag name="KSO_WM_UNIT_ID" val="diagram20187623_5*l_h_i*1_2_6"/>
  <p:tag name="KSO_WM_UNIT_INDEX" val="1_2_6"/>
  <p:tag name="KSO_WM_UNIT_LAYERLEVEL" val="1_1_1"/>
  <p:tag name="KSO_WM_UNIT_TEXT_FILL_FORE_SCHEMECOLOR_INDEX" val="13"/>
  <p:tag name="KSO_WM_UNIT_TEXT_FILL_TYPE" val="1"/>
  <p:tag name="KSO_WM_UNIT_TYPE" val="l_h_i"/>
  <p:tag name="KSO_WM_UNIT_USESOURCEFORMAT_APPLY" val="1"/>
</p:tagLst>
</file>

<file path=ppt/tags/tag549.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623"/>
  <p:tag name="KSO_WM_UNIT_COMPATIBLE" val="0"/>
  <p:tag name="KSO_WM_UNIT_FILL_FORE_SCHEMECOLOR_INDEX" val="14"/>
  <p:tag name="KSO_WM_UNIT_FILL_TYPE" val="1"/>
  <p:tag name="KSO_WM_UNIT_HIGHLIGHT" val="0"/>
  <p:tag name="KSO_WM_UNIT_ID" val="diagram20187623_5*l_h_i*1_2_7"/>
  <p:tag name="KSO_WM_UNIT_INDEX" val="1_2_7"/>
  <p:tag name="KSO_WM_UNIT_LAYERLEVEL" val="1_1_1"/>
  <p:tag name="KSO_WM_UNIT_LINE_FILL_TYPE" val="2"/>
  <p:tag name="KSO_WM_UNIT_LINE_FORE_SCHEMECOLOR_INDEX" val="6"/>
  <p:tag name="KSO_WM_UNIT_TEXT_FILL_FORE_SCHEMECOLOR_INDEX" val="13"/>
  <p:tag name="KSO_WM_UNIT_TEXT_FILL_TYPE" val="1"/>
  <p:tag name="KSO_WM_UNIT_TYPE" val="l_h_i"/>
  <p:tag name="KSO_WM_UNIT_USESOURCEFORMAT_APPLY" val="1"/>
</p:tagLst>
</file>

<file path=ppt/tags/tag550.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623"/>
  <p:tag name="KSO_WM_UNIT_COMPATIBLE" val="0"/>
  <p:tag name="KSO_WM_UNIT_HIGHLIGHT" val="0"/>
  <p:tag name="KSO_WM_UNIT_ID" val="diagram20187623_5*l_h_a*1_2_1"/>
  <p:tag name="KSO_WM_UNIT_INDEX" val="1_2_1"/>
  <p:tag name="KSO_WM_UNIT_ISCONTENTSTITLE" val="0"/>
  <p:tag name="KSO_WM_UNIT_LAYERLEVEL" val="1_1_1"/>
  <p:tag name="KSO_WM_UNIT_PRESET_TEXT" val="添加标题"/>
  <p:tag name="KSO_WM_UNIT_TEXT_FILL_FORE_SCHEMECOLOR_INDEX" val="13"/>
  <p:tag name="KSO_WM_UNIT_TEXT_FILL_TYPE" val="1"/>
  <p:tag name="KSO_WM_UNIT_TYPE" val="l_h_a"/>
  <p:tag name="KSO_WM_UNIT_USESOURCEFORMAT_APPLY" val="1"/>
  <p:tag name="KSO_WM_UNIT_VALUE" val="6"/>
</p:tagLst>
</file>

<file path=ppt/tags/tag551.xml><?xml version="1.0" encoding="utf-8"?>
<p:tagLst xmlns:p="http://schemas.openxmlformats.org/presentationml/2006/main">
  <p:tag name="KSO_WM_BEAUTIFY_FLAG" val="#wm#"/>
  <p:tag name="KSO_WM_DIAGRAM_GROUP_CODE" val="l1-1"/>
  <p:tag name="KSO_WM_TAG_VERSION" val="1.0"/>
  <p:tag name="KSO_WM_TEMPLATE_CATEGORY" val="diagram"/>
  <p:tag name="KSO_WM_TEMPLATE_INDEX" val="20187623"/>
  <p:tag name="KSO_WM_UNIT_COMPATIBLE" val="0"/>
  <p:tag name="KSO_WM_UNIT_FILL_FORE_SCHEMECOLOR_INDEX" val="7"/>
  <p:tag name="KSO_WM_UNIT_FILL_TYPE" val="1"/>
  <p:tag name="KSO_WM_UNIT_HIGHLIGHT" val="0"/>
  <p:tag name="KSO_WM_UNIT_ID" val="diagram20187623_5*l_h_i*1_2_8"/>
  <p:tag name="KSO_WM_UNIT_INDEX" val="1_2_8"/>
  <p:tag name="KSO_WM_UNIT_LAYERLEVEL" val="1_1_1"/>
  <p:tag name="KSO_WM_UNIT_TEXT_FILL_FORE_SCHEMECOLOR_INDEX" val="13"/>
  <p:tag name="KSO_WM_UNIT_TEXT_FILL_TYPE" val="1"/>
  <p:tag name="KSO_WM_UNIT_TYPE" val="l_h_i"/>
  <p:tag name="KSO_WM_UNIT_USESOURCEFORMAT_APPLY" val="1"/>
</p:tagLst>
</file>

<file path=ppt/tags/tag552.xml><?xml version="1.0" encoding="utf-8"?>
<p:tagLst xmlns:p="http://schemas.openxmlformats.org/presentationml/2006/main">
  <p:tag name="KSO_WM_SLIDE_ITEM_CNT" val="5"/>
</p:tagLst>
</file>

<file path=ppt/tags/tag553.xml><?xml version="1.0" encoding="utf-8"?>
<p:tagLst xmlns:p="http://schemas.openxmlformats.org/presentationml/2006/main">
  <p:tag name="KSO_WM_BEAUTIFY_FLAG" val="#wm#"/>
  <p:tag name="KSO_WM_DIAGRAM_GROUP_CODE" val="r1-1"/>
  <p:tag name="KSO_WM_TAG_VERSION" val="1.0"/>
  <p:tag name="KSO_WM_TEMPLATE_CATEGORY" val="diagram"/>
  <p:tag name="KSO_WM_TEMPLATE_INDEX" val="160807"/>
  <p:tag name="KSO_WM_UNIT_COMPATIBLE" val="0"/>
  <p:tag name="KSO_WM_UNIT_DIAGRAM_CONTRAST_TITLE_CNT" val="2"/>
  <p:tag name="KSO_WM_UNIT_DIAGRAM_DIMENSION_TITLE_CNT" val="1"/>
  <p:tag name="KSO_WM_UNIT_DIAGRAM_ISNUMVISUAL" val="0"/>
  <p:tag name="KSO_WM_UNIT_DIAGRAM_ISREFERUNIT" val="0"/>
  <p:tag name="KSO_WM_UNIT_FILL_FORE_SCHEMECOLOR_INDEX" val="14"/>
  <p:tag name="KSO_WM_UNIT_FILL_TYPE" val="1"/>
  <p:tag name="KSO_WM_UNIT_HIGHLIGHT" val="0"/>
  <p:tag name="KSO_WM_UNIT_ID" val="diagram160807_1*r_i*1_1"/>
  <p:tag name="KSO_WM_UNIT_INDEX" val="1_1"/>
  <p:tag name="KSO_WM_UNIT_LAYERLEVEL" val="1_1"/>
  <p:tag name="KSO_WM_UNIT_LINE_FILL_TYPE" val="2"/>
  <p:tag name="KSO_WM_UNIT_LINE_FORE_SCHEMECOLOR_INDEX" val="5"/>
  <p:tag name="KSO_WM_UNIT_TEXT_FILL_FORE_SCHEMECOLOR_INDEX" val="2"/>
  <p:tag name="KSO_WM_UNIT_TEXT_FILL_TYPE" val="1"/>
  <p:tag name="KSO_WM_UNIT_TYPE" val="r_i"/>
</p:tagLst>
</file>

<file path=ppt/tags/tag554.xml><?xml version="1.0" encoding="utf-8"?>
<p:tagLst xmlns:p="http://schemas.openxmlformats.org/presentationml/2006/main">
  <p:tag name="KSO_WM_BEAUTIFY_FLAG" val="#wm#"/>
  <p:tag name="KSO_WM_DIAGRAM_GROUP_CODE" val="r1-1"/>
  <p:tag name="KSO_WM_TAG_VERSION" val="1.0"/>
  <p:tag name="KSO_WM_TEMPLATE_CATEGORY" val="diagram"/>
  <p:tag name="KSO_WM_TEMPLATE_INDEX" val="160807"/>
  <p:tag name="KSO_WM_UNIT_COMPATIBLE" val="0"/>
  <p:tag name="KSO_WM_UNIT_DIAGRAM_CONTRAST_TITLE_CNT" val="2"/>
  <p:tag name="KSO_WM_UNIT_DIAGRAM_DIMENSION_TITLE_CNT" val="1"/>
  <p:tag name="KSO_WM_UNIT_DIAGRAM_ISNUMVISUAL" val="0"/>
  <p:tag name="KSO_WM_UNIT_DIAGRAM_ISREFERUNIT" val="0"/>
  <p:tag name="KSO_WM_UNIT_HIGHLIGHT" val="0"/>
  <p:tag name="KSO_WM_UNIT_ID" val="diagram160807_1*r_v*1_1"/>
  <p:tag name="KSO_WM_UNIT_INDEX" val="1_1"/>
  <p:tag name="KSO_WM_UNIT_LAYERLEVEL" val="1_1"/>
  <p:tag name="KSO_WM_UNIT_NOCLEAR" val="0"/>
  <p:tag name="KSO_WM_UNIT_PRESET_TEXT" val="请在此输入您的文本。请在此输入您的文本。"/>
  <p:tag name="KSO_WM_UNIT_TEXT_FILL_FORE_SCHEMECOLOR_INDEX" val="13"/>
  <p:tag name="KSO_WM_UNIT_TEXT_FILL_TYPE" val="1"/>
  <p:tag name="KSO_WM_UNIT_TYPE" val="r_v"/>
  <p:tag name="KSO_WM_UNIT_VALUE" val="28"/>
</p:tagLst>
</file>

<file path=ppt/tags/tag555.xml><?xml version="1.0" encoding="utf-8"?>
<p:tagLst xmlns:p="http://schemas.openxmlformats.org/presentationml/2006/main">
  <p:tag name="AS_OS" val="Unix 3.10 unknown"/>
  <p:tag name="AS_RELEASE_DATE" val="2020.11.30"/>
  <p:tag name="AS_TITLE" val="Aspose.Slides for Java"/>
  <p:tag name="AS_VERSION" val="20.11"/>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2593</Words>
  <Application>WPS 演示</Application>
  <PresentationFormat>自定义</PresentationFormat>
  <Paragraphs>200</Paragraphs>
  <Slides>36</Slides>
  <Notes>2</Notes>
  <HiddenSlides>2</HiddenSlides>
  <MMClips>0</MMClips>
  <ScaleCrop>false</ScaleCrop>
  <HeadingPairs>
    <vt:vector size="8" baseType="variant">
      <vt:variant>
        <vt:lpstr>已用的字体</vt:lpstr>
      </vt:variant>
      <vt:variant>
        <vt:i4>15</vt:i4>
      </vt:variant>
      <vt:variant>
        <vt:lpstr>主题</vt:lpstr>
      </vt:variant>
      <vt:variant>
        <vt:i4>2</vt:i4>
      </vt:variant>
      <vt:variant>
        <vt:lpstr>嵌入 OLE 服务器</vt:lpstr>
      </vt:variant>
      <vt:variant>
        <vt:i4>2</vt:i4>
      </vt:variant>
      <vt:variant>
        <vt:lpstr>幻灯片标题</vt:lpstr>
      </vt:variant>
      <vt:variant>
        <vt:i4>36</vt:i4>
      </vt:variant>
    </vt:vector>
  </HeadingPairs>
  <TitlesOfParts>
    <vt:vector size="55" baseType="lpstr">
      <vt:lpstr>Arial</vt:lpstr>
      <vt:lpstr>宋体</vt:lpstr>
      <vt:lpstr>Wingdings</vt:lpstr>
      <vt:lpstr>Calibri</vt:lpstr>
      <vt:lpstr>Calibri Light</vt:lpstr>
      <vt:lpstr>微软雅黑</vt:lpstr>
      <vt:lpstr>PMingLiU</vt:lpstr>
      <vt:lpstr>汉仪刚艺体-85W</vt:lpstr>
      <vt:lpstr>Arial Unicode MS</vt:lpstr>
      <vt:lpstr>Roboto Light</vt:lpstr>
      <vt:lpstr>Segoe Print</vt:lpstr>
      <vt:lpstr>汉仪刚艺体-85W</vt:lpstr>
      <vt:lpstr>Lato</vt:lpstr>
      <vt:lpstr>Arial</vt:lpstr>
      <vt:lpstr>等线</vt:lpstr>
      <vt:lpstr>Office 主题</vt:lpstr>
      <vt:lpstr>1_Office 主题</vt:lpstr>
      <vt:lpstr>Excel.Chart.8</vt:lpstr>
      <vt:lpstr>Excel.Chart.8</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Administrator</cp:lastModifiedBy>
  <cp:revision>18</cp:revision>
  <cp:lastPrinted>2021-06-25T12:41:00Z</cp:lastPrinted>
  <dcterms:created xsi:type="dcterms:W3CDTF">2021-06-25T12:41:00Z</dcterms:created>
  <dcterms:modified xsi:type="dcterms:W3CDTF">2026-09-04T02:07:04Z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lbum">
    <vt:lpwstr>rbm.xkw.com</vt:lpwstr>
  </property>
  <property fmtid="{D5CDD505-2E9C-101B-9397-08002B2CF9AE}" pid="3" name="author">
    <vt:lpwstr>rbm.xkw.com</vt:lpwstr>
  </property>
  <property fmtid="{D5CDD505-2E9C-101B-9397-08002B2CF9AE}" pid="4" name="company">
    <vt:lpwstr>学科网</vt:lpwstr>
  </property>
  <property fmtid="{D5CDD505-2E9C-101B-9397-08002B2CF9AE}" pid="5" name="copyright">
    <vt:lpwstr>学科网版权所有</vt:lpwstr>
  </property>
  <property fmtid="{D5CDD505-2E9C-101B-9397-08002B2CF9AE}" pid="6" name="KSOProductBuildVer">
    <vt:lpwstr>2052-11.8.2.10393</vt:lpwstr>
  </property>
</Properties>
</file>